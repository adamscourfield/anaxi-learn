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10"/>
  </p:notesMasterIdLst>
  <p:sldIdLst>
    <p:sldId id="604" r:id="rId5"/>
    <p:sldId id="1231" r:id="rId6"/>
    <p:sldId id="605" r:id="rId7"/>
    <p:sldId id="528" r:id="rId8"/>
    <p:sldId id="529" r:id="rId9"/>
    <p:sldId id="531" r:id="rId10"/>
    <p:sldId id="533" r:id="rId11"/>
    <p:sldId id="534" r:id="rId12"/>
    <p:sldId id="536" r:id="rId13"/>
    <p:sldId id="1233" r:id="rId14"/>
    <p:sldId id="557" r:id="rId15"/>
    <p:sldId id="750" r:id="rId16"/>
    <p:sldId id="751" r:id="rId17"/>
    <p:sldId id="560" r:id="rId18"/>
    <p:sldId id="1235" r:id="rId19"/>
    <p:sldId id="761" r:id="rId20"/>
    <p:sldId id="764" r:id="rId21"/>
    <p:sldId id="765" r:id="rId22"/>
    <p:sldId id="537" r:id="rId23"/>
    <p:sldId id="538" r:id="rId24"/>
    <p:sldId id="634" r:id="rId25"/>
    <p:sldId id="270" r:id="rId26"/>
    <p:sldId id="304" r:id="rId27"/>
    <p:sldId id="2732" r:id="rId28"/>
    <p:sldId id="2733" r:id="rId29"/>
    <p:sldId id="2735" r:id="rId30"/>
    <p:sldId id="2736" r:id="rId31"/>
    <p:sldId id="2737" r:id="rId32"/>
    <p:sldId id="2738" r:id="rId33"/>
    <p:sldId id="2740" r:id="rId34"/>
    <p:sldId id="2741" r:id="rId35"/>
    <p:sldId id="2742" r:id="rId36"/>
    <p:sldId id="2743" r:id="rId37"/>
    <p:sldId id="2782" r:id="rId38"/>
    <p:sldId id="2783" r:id="rId39"/>
    <p:sldId id="2784" r:id="rId40"/>
    <p:sldId id="2785" r:id="rId41"/>
    <p:sldId id="2786" r:id="rId42"/>
    <p:sldId id="442" r:id="rId43"/>
    <p:sldId id="565" r:id="rId44"/>
    <p:sldId id="603" r:id="rId45"/>
    <p:sldId id="2744" r:id="rId46"/>
    <p:sldId id="607" r:id="rId47"/>
    <p:sldId id="2781" r:id="rId48"/>
    <p:sldId id="611" r:id="rId49"/>
    <p:sldId id="1190" r:id="rId50"/>
    <p:sldId id="1191" r:id="rId51"/>
    <p:sldId id="1192" r:id="rId52"/>
    <p:sldId id="1193" r:id="rId53"/>
    <p:sldId id="1194" r:id="rId54"/>
    <p:sldId id="1195" r:id="rId55"/>
    <p:sldId id="1196" r:id="rId56"/>
    <p:sldId id="1197" r:id="rId57"/>
    <p:sldId id="1199" r:id="rId58"/>
    <p:sldId id="1200" r:id="rId59"/>
    <p:sldId id="1201" r:id="rId60"/>
    <p:sldId id="1203" r:id="rId61"/>
    <p:sldId id="1204" r:id="rId62"/>
    <p:sldId id="1210" r:id="rId63"/>
    <p:sldId id="1211" r:id="rId64"/>
    <p:sldId id="1212" r:id="rId65"/>
    <p:sldId id="2787" r:id="rId66"/>
    <p:sldId id="2789" r:id="rId67"/>
    <p:sldId id="1224" r:id="rId68"/>
    <p:sldId id="1167" r:id="rId69"/>
    <p:sldId id="1225" r:id="rId70"/>
    <p:sldId id="1226" r:id="rId71"/>
    <p:sldId id="820" r:id="rId72"/>
    <p:sldId id="1227" r:id="rId73"/>
    <p:sldId id="1168" r:id="rId74"/>
    <p:sldId id="1228" r:id="rId75"/>
    <p:sldId id="822" r:id="rId76"/>
    <p:sldId id="1229" r:id="rId77"/>
    <p:sldId id="1171" r:id="rId78"/>
    <p:sldId id="1169" r:id="rId79"/>
    <p:sldId id="1230" r:id="rId80"/>
    <p:sldId id="1172" r:id="rId81"/>
    <p:sldId id="823" r:id="rId82"/>
    <p:sldId id="826" r:id="rId83"/>
    <p:sldId id="1173" r:id="rId84"/>
    <p:sldId id="796" r:id="rId85"/>
    <p:sldId id="1175" r:id="rId86"/>
    <p:sldId id="1176" r:id="rId87"/>
    <p:sldId id="1179" r:id="rId88"/>
    <p:sldId id="1177" r:id="rId89"/>
    <p:sldId id="1178" r:id="rId90"/>
    <p:sldId id="1180" r:id="rId91"/>
    <p:sldId id="2788" r:id="rId92"/>
    <p:sldId id="2799" r:id="rId93"/>
    <p:sldId id="2790" r:id="rId94"/>
    <p:sldId id="2791" r:id="rId95"/>
    <p:sldId id="2792" r:id="rId96"/>
    <p:sldId id="2793" r:id="rId97"/>
    <p:sldId id="2794" r:id="rId98"/>
    <p:sldId id="2795" r:id="rId99"/>
    <p:sldId id="2796" r:id="rId100"/>
    <p:sldId id="2797" r:id="rId101"/>
    <p:sldId id="2798" r:id="rId102"/>
    <p:sldId id="2717" r:id="rId103"/>
    <p:sldId id="2724" r:id="rId104"/>
    <p:sldId id="2726" r:id="rId105"/>
    <p:sldId id="290" r:id="rId106"/>
    <p:sldId id="418" r:id="rId107"/>
    <p:sldId id="2804" r:id="rId108"/>
    <p:sldId id="2801" r:id="rId109"/>
  </p:sldIdLst>
  <p:sldSz cx="6858000" cy="9906000" type="A4"/>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20" userDrawn="1">
          <p15:clr>
            <a:srgbClr val="A4A3A4"/>
          </p15:clr>
        </p15:guide>
        <p15:guide id="2" pos="2183"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asiq Razaq (Staff, Astrea Academy Sheffield)" initials="WR(AAS" lastIdx="17" clrIdx="0">
    <p:extLst>
      <p:ext uri="{19B8F6BF-5375-455C-9EA6-DF929625EA0E}">
        <p15:presenceInfo xmlns:p15="http://schemas.microsoft.com/office/powerpoint/2012/main" userId="S::wasiq.razaq@astreasheffield.org::159e9762-73e0-4ac1-a5d5-3ca02db9f47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E2341"/>
    <a:srgbClr val="FF01B3"/>
    <a:srgbClr val="C4A000"/>
    <a:srgbClr val="8F5902"/>
    <a:srgbClr val="0000FF"/>
    <a:srgbClr val="B0BF4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98CC335-43E8-497A-92EF-F6294183AD0B}" v="641" dt="2025-09-15T13:23:40.15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1"/>
    <p:restoredTop sz="96247" autoAdjust="0"/>
  </p:normalViewPr>
  <p:slideViewPr>
    <p:cSldViewPr snapToGrid="0">
      <p:cViewPr varScale="1">
        <p:scale>
          <a:sx n="77" d="100"/>
          <a:sy n="77" d="100"/>
        </p:scale>
        <p:origin x="3150" y="78"/>
      </p:cViewPr>
      <p:guideLst>
        <p:guide orient="horz" pos="3120"/>
        <p:guide pos="2183"/>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117" Type="http://schemas.microsoft.com/office/2015/10/relationships/revisionInfo" Target="revisionInfo.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12" Type="http://schemas.openxmlformats.org/officeDocument/2006/relationships/presProps" Target="presProps.xml"/><Relationship Id="rId16" Type="http://schemas.openxmlformats.org/officeDocument/2006/relationships/slide" Target="slides/slide12.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openxmlformats.org/officeDocument/2006/relationships/viewProps" Target="viewProps.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theme" Target="theme/theme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notesMaster" Target="notesMasters/notesMaster1.xml"/><Relationship Id="rId115" Type="http://schemas.openxmlformats.org/officeDocument/2006/relationships/tableStyles" Target="tableStyles.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microsoft.com/office/2016/11/relationships/changesInfo" Target="changesInfos/changesInfo1.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commentAuthors" Target="commentAuthors.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am Brown (Astrea Central)" userId="e4577f1c-a0ea-4eef-9851-9bdbe8619e58" providerId="ADAL" clId="{298CC335-43E8-497A-92EF-F6294183AD0B}"/>
    <pc:docChg chg="undo custSel delSld modSld">
      <pc:chgData name="Adam Brown (Astrea Central)" userId="e4577f1c-a0ea-4eef-9851-9bdbe8619e58" providerId="ADAL" clId="{298CC335-43E8-497A-92EF-F6294183AD0B}" dt="2025-09-15T13:28:36.725" v="1901" actId="20577"/>
      <pc:docMkLst>
        <pc:docMk/>
      </pc:docMkLst>
      <pc:sldChg chg="delSp modSp mod">
        <pc:chgData name="Adam Brown (Astrea Central)" userId="e4577f1c-a0ea-4eef-9851-9bdbe8619e58" providerId="ADAL" clId="{298CC335-43E8-497A-92EF-F6294183AD0B}" dt="2025-09-15T11:17:48.384" v="749" actId="478"/>
        <pc:sldMkLst>
          <pc:docMk/>
          <pc:sldMk cId="3499626388" sldId="270"/>
        </pc:sldMkLst>
        <pc:spChg chg="del">
          <ac:chgData name="Adam Brown (Astrea Central)" userId="e4577f1c-a0ea-4eef-9851-9bdbe8619e58" providerId="ADAL" clId="{298CC335-43E8-497A-92EF-F6294183AD0B}" dt="2025-09-15T11:17:48.384" v="749" actId="478"/>
          <ac:spMkLst>
            <pc:docMk/>
            <pc:sldMk cId="3499626388" sldId="270"/>
            <ac:spMk id="2" creationId="{81CD4F6E-57A4-990C-6E57-CE0173A7D0EC}"/>
          </ac:spMkLst>
        </pc:spChg>
        <pc:spChg chg="del">
          <ac:chgData name="Adam Brown (Astrea Central)" userId="e4577f1c-a0ea-4eef-9851-9bdbe8619e58" providerId="ADAL" clId="{298CC335-43E8-497A-92EF-F6294183AD0B}" dt="2025-09-15T11:17:48.384" v="749" actId="478"/>
          <ac:spMkLst>
            <pc:docMk/>
            <pc:sldMk cId="3499626388" sldId="270"/>
            <ac:spMk id="3" creationId="{46014D57-6292-2408-74A6-A4F503084D7C}"/>
          </ac:spMkLst>
        </pc:spChg>
        <pc:spChg chg="del">
          <ac:chgData name="Adam Brown (Astrea Central)" userId="e4577f1c-a0ea-4eef-9851-9bdbe8619e58" providerId="ADAL" clId="{298CC335-43E8-497A-92EF-F6294183AD0B}" dt="2025-09-15T11:17:48.384" v="749" actId="478"/>
          <ac:spMkLst>
            <pc:docMk/>
            <pc:sldMk cId="3499626388" sldId="270"/>
            <ac:spMk id="5" creationId="{36DBBFE4-9548-027E-ACA9-46AA32784246}"/>
          </ac:spMkLst>
        </pc:spChg>
        <pc:spChg chg="del">
          <ac:chgData name="Adam Brown (Astrea Central)" userId="e4577f1c-a0ea-4eef-9851-9bdbe8619e58" providerId="ADAL" clId="{298CC335-43E8-497A-92EF-F6294183AD0B}" dt="2025-09-15T11:17:48.384" v="749" actId="478"/>
          <ac:spMkLst>
            <pc:docMk/>
            <pc:sldMk cId="3499626388" sldId="270"/>
            <ac:spMk id="6" creationId="{87ABF284-26CD-EA88-D392-D0142BE3F6BA}"/>
          </ac:spMkLst>
        </pc:spChg>
        <pc:spChg chg="del">
          <ac:chgData name="Adam Brown (Astrea Central)" userId="e4577f1c-a0ea-4eef-9851-9bdbe8619e58" providerId="ADAL" clId="{298CC335-43E8-497A-92EF-F6294183AD0B}" dt="2025-09-15T11:17:48.384" v="749" actId="478"/>
          <ac:spMkLst>
            <pc:docMk/>
            <pc:sldMk cId="3499626388" sldId="270"/>
            <ac:spMk id="7" creationId="{A85E91F4-0193-5E56-E47F-2440131AA648}"/>
          </ac:spMkLst>
        </pc:spChg>
        <pc:spChg chg="del">
          <ac:chgData name="Adam Brown (Astrea Central)" userId="e4577f1c-a0ea-4eef-9851-9bdbe8619e58" providerId="ADAL" clId="{298CC335-43E8-497A-92EF-F6294183AD0B}" dt="2025-09-15T11:17:48.384" v="749" actId="478"/>
          <ac:spMkLst>
            <pc:docMk/>
            <pc:sldMk cId="3499626388" sldId="270"/>
            <ac:spMk id="8" creationId="{6F33711C-8DED-E58B-859C-079A9498AE59}"/>
          </ac:spMkLst>
        </pc:spChg>
        <pc:graphicFrameChg chg="modGraphic">
          <ac:chgData name="Adam Brown (Astrea Central)" userId="e4577f1c-a0ea-4eef-9851-9bdbe8619e58" providerId="ADAL" clId="{298CC335-43E8-497A-92EF-F6294183AD0B}" dt="2025-09-15T11:17:43.512" v="748" actId="14734"/>
          <ac:graphicFrameMkLst>
            <pc:docMk/>
            <pc:sldMk cId="3499626388" sldId="270"/>
            <ac:graphicFrameMk id="21" creationId="{00000000-0000-0000-0000-000000000000}"/>
          </ac:graphicFrameMkLst>
        </pc:graphicFrameChg>
      </pc:sldChg>
      <pc:sldChg chg="delSp mod">
        <pc:chgData name="Adam Brown (Astrea Central)" userId="e4577f1c-a0ea-4eef-9851-9bdbe8619e58" providerId="ADAL" clId="{298CC335-43E8-497A-92EF-F6294183AD0B}" dt="2025-09-15T13:27:31.878" v="1884" actId="478"/>
        <pc:sldMkLst>
          <pc:docMk/>
          <pc:sldMk cId="3802529320" sldId="290"/>
        </pc:sldMkLst>
        <pc:spChg chg="del">
          <ac:chgData name="Adam Brown (Astrea Central)" userId="e4577f1c-a0ea-4eef-9851-9bdbe8619e58" providerId="ADAL" clId="{298CC335-43E8-497A-92EF-F6294183AD0B}" dt="2025-09-15T13:27:23.548" v="1879" actId="478"/>
          <ac:spMkLst>
            <pc:docMk/>
            <pc:sldMk cId="3802529320" sldId="290"/>
            <ac:spMk id="2" creationId="{3465CF8D-02BB-D5A3-6486-F6C2573BE0F1}"/>
          </ac:spMkLst>
        </pc:spChg>
        <pc:spChg chg="del">
          <ac:chgData name="Adam Brown (Astrea Central)" userId="e4577f1c-a0ea-4eef-9851-9bdbe8619e58" providerId="ADAL" clId="{298CC335-43E8-497A-92EF-F6294183AD0B}" dt="2025-09-15T13:27:31.878" v="1884" actId="478"/>
          <ac:spMkLst>
            <pc:docMk/>
            <pc:sldMk cId="3802529320" sldId="290"/>
            <ac:spMk id="9" creationId="{7E4D3495-ABFE-015C-D58A-B01A08605315}"/>
          </ac:spMkLst>
        </pc:spChg>
        <pc:spChg chg="del">
          <ac:chgData name="Adam Brown (Astrea Central)" userId="e4577f1c-a0ea-4eef-9851-9bdbe8619e58" providerId="ADAL" clId="{298CC335-43E8-497A-92EF-F6294183AD0B}" dt="2025-09-15T13:27:25.468" v="1880" actId="478"/>
          <ac:spMkLst>
            <pc:docMk/>
            <pc:sldMk cId="3802529320" sldId="290"/>
            <ac:spMk id="10" creationId="{0B1CC9B3-148A-C524-CB45-35ADF66731EB}"/>
          </ac:spMkLst>
        </pc:spChg>
        <pc:spChg chg="del">
          <ac:chgData name="Adam Brown (Astrea Central)" userId="e4577f1c-a0ea-4eef-9851-9bdbe8619e58" providerId="ADAL" clId="{298CC335-43E8-497A-92EF-F6294183AD0B}" dt="2025-09-15T13:27:30.533" v="1883" actId="478"/>
          <ac:spMkLst>
            <pc:docMk/>
            <pc:sldMk cId="3802529320" sldId="290"/>
            <ac:spMk id="11" creationId="{013131B1-570E-641E-75D3-E71C8842752E}"/>
          </ac:spMkLst>
        </pc:spChg>
        <pc:spChg chg="del">
          <ac:chgData name="Adam Brown (Astrea Central)" userId="e4577f1c-a0ea-4eef-9851-9bdbe8619e58" providerId="ADAL" clId="{298CC335-43E8-497A-92EF-F6294183AD0B}" dt="2025-09-15T13:27:27.908" v="1881" actId="478"/>
          <ac:spMkLst>
            <pc:docMk/>
            <pc:sldMk cId="3802529320" sldId="290"/>
            <ac:spMk id="12" creationId="{2F221FD4-14C9-B3D8-6990-5B08DF846844}"/>
          </ac:spMkLst>
        </pc:spChg>
        <pc:spChg chg="del">
          <ac:chgData name="Adam Brown (Astrea Central)" userId="e4577f1c-a0ea-4eef-9851-9bdbe8619e58" providerId="ADAL" clId="{298CC335-43E8-497A-92EF-F6294183AD0B}" dt="2025-09-15T13:27:29.110" v="1882" actId="478"/>
          <ac:spMkLst>
            <pc:docMk/>
            <pc:sldMk cId="3802529320" sldId="290"/>
            <ac:spMk id="14" creationId="{E64A59B5-F8CF-5EF2-374C-AA25F5D693C5}"/>
          </ac:spMkLst>
        </pc:spChg>
      </pc:sldChg>
      <pc:sldChg chg="delSp mod">
        <pc:chgData name="Adam Brown (Astrea Central)" userId="e4577f1c-a0ea-4eef-9851-9bdbe8619e58" providerId="ADAL" clId="{298CC335-43E8-497A-92EF-F6294183AD0B}" dt="2025-09-15T11:17:57.337" v="751" actId="478"/>
        <pc:sldMkLst>
          <pc:docMk/>
          <pc:sldMk cId="602000621" sldId="304"/>
        </pc:sldMkLst>
        <pc:spChg chg="del">
          <ac:chgData name="Adam Brown (Astrea Central)" userId="e4577f1c-a0ea-4eef-9851-9bdbe8619e58" providerId="ADAL" clId="{298CC335-43E8-497A-92EF-F6294183AD0B}" dt="2025-09-15T11:17:57.337" v="751" actId="478"/>
          <ac:spMkLst>
            <pc:docMk/>
            <pc:sldMk cId="602000621" sldId="304"/>
            <ac:spMk id="2" creationId="{264CE9D2-7237-8C5D-2EE9-0767FDF20A6E}"/>
          </ac:spMkLst>
        </pc:spChg>
        <pc:spChg chg="del">
          <ac:chgData name="Adam Brown (Astrea Central)" userId="e4577f1c-a0ea-4eef-9851-9bdbe8619e58" providerId="ADAL" clId="{298CC335-43E8-497A-92EF-F6294183AD0B}" dt="2025-09-15T11:17:57.337" v="751" actId="478"/>
          <ac:spMkLst>
            <pc:docMk/>
            <pc:sldMk cId="602000621" sldId="304"/>
            <ac:spMk id="3" creationId="{84CF4A92-11DE-E149-D13F-6FF95B2A6D39}"/>
          </ac:spMkLst>
        </pc:spChg>
        <pc:spChg chg="del">
          <ac:chgData name="Adam Brown (Astrea Central)" userId="e4577f1c-a0ea-4eef-9851-9bdbe8619e58" providerId="ADAL" clId="{298CC335-43E8-497A-92EF-F6294183AD0B}" dt="2025-09-15T11:17:57.337" v="751" actId="478"/>
          <ac:spMkLst>
            <pc:docMk/>
            <pc:sldMk cId="602000621" sldId="304"/>
            <ac:spMk id="6" creationId="{544A87F5-D8D6-3E6F-B924-C39B9A4AEE5B}"/>
          </ac:spMkLst>
        </pc:spChg>
        <pc:spChg chg="del">
          <ac:chgData name="Adam Brown (Astrea Central)" userId="e4577f1c-a0ea-4eef-9851-9bdbe8619e58" providerId="ADAL" clId="{298CC335-43E8-497A-92EF-F6294183AD0B}" dt="2025-09-15T11:17:57.337" v="751" actId="478"/>
          <ac:spMkLst>
            <pc:docMk/>
            <pc:sldMk cId="602000621" sldId="304"/>
            <ac:spMk id="7" creationId="{26479A1D-B401-6D73-F51A-0070A3D93380}"/>
          </ac:spMkLst>
        </pc:spChg>
        <pc:spChg chg="del">
          <ac:chgData name="Adam Brown (Astrea Central)" userId="e4577f1c-a0ea-4eef-9851-9bdbe8619e58" providerId="ADAL" clId="{298CC335-43E8-497A-92EF-F6294183AD0B}" dt="2025-09-15T11:17:57.337" v="751" actId="478"/>
          <ac:spMkLst>
            <pc:docMk/>
            <pc:sldMk cId="602000621" sldId="304"/>
            <ac:spMk id="8" creationId="{6E3E80C2-BE0B-4BA0-803A-493FCC5049B6}"/>
          </ac:spMkLst>
        </pc:spChg>
        <pc:spChg chg="del">
          <ac:chgData name="Adam Brown (Astrea Central)" userId="e4577f1c-a0ea-4eef-9851-9bdbe8619e58" providerId="ADAL" clId="{298CC335-43E8-497A-92EF-F6294183AD0B}" dt="2025-09-15T11:17:54.632" v="750" actId="478"/>
          <ac:spMkLst>
            <pc:docMk/>
            <pc:sldMk cId="602000621" sldId="304"/>
            <ac:spMk id="9" creationId="{7716D63E-E973-EFB7-6DD6-E52789713CBF}"/>
          </ac:spMkLst>
        </pc:spChg>
      </pc:sldChg>
      <pc:sldChg chg="addSp delSp mod">
        <pc:chgData name="Adam Brown (Astrea Central)" userId="e4577f1c-a0ea-4eef-9851-9bdbe8619e58" providerId="ADAL" clId="{298CC335-43E8-497A-92EF-F6294183AD0B}" dt="2025-09-15T13:27:57.845" v="1894" actId="478"/>
        <pc:sldMkLst>
          <pc:docMk/>
          <pc:sldMk cId="201419931" sldId="418"/>
        </pc:sldMkLst>
        <pc:spChg chg="add del">
          <ac:chgData name="Adam Brown (Astrea Central)" userId="e4577f1c-a0ea-4eef-9851-9bdbe8619e58" providerId="ADAL" clId="{298CC335-43E8-497A-92EF-F6294183AD0B}" dt="2025-09-15T13:27:48.253" v="1887" actId="478"/>
          <ac:spMkLst>
            <pc:docMk/>
            <pc:sldMk cId="201419931" sldId="418"/>
            <ac:spMk id="2" creationId="{BCD230DD-4DC8-C072-D060-7E438397E1A2}"/>
          </ac:spMkLst>
        </pc:spChg>
        <pc:spChg chg="del">
          <ac:chgData name="Adam Brown (Astrea Central)" userId="e4577f1c-a0ea-4eef-9851-9bdbe8619e58" providerId="ADAL" clId="{298CC335-43E8-497A-92EF-F6294183AD0B}" dt="2025-09-15T13:27:49.765" v="1888" actId="478"/>
          <ac:spMkLst>
            <pc:docMk/>
            <pc:sldMk cId="201419931" sldId="418"/>
            <ac:spMk id="3" creationId="{510AECF0-55BD-0747-24BC-0F84B3E354F5}"/>
          </ac:spMkLst>
        </pc:spChg>
        <pc:spChg chg="del">
          <ac:chgData name="Adam Brown (Astrea Central)" userId="e4577f1c-a0ea-4eef-9851-9bdbe8619e58" providerId="ADAL" clId="{298CC335-43E8-497A-92EF-F6294183AD0B}" dt="2025-09-15T13:27:51.333" v="1889" actId="478"/>
          <ac:spMkLst>
            <pc:docMk/>
            <pc:sldMk cId="201419931" sldId="418"/>
            <ac:spMk id="4" creationId="{C545031A-3742-BA61-8F10-7DF18941785B}"/>
          </ac:spMkLst>
        </pc:spChg>
        <pc:spChg chg="del">
          <ac:chgData name="Adam Brown (Astrea Central)" userId="e4577f1c-a0ea-4eef-9851-9bdbe8619e58" providerId="ADAL" clId="{298CC335-43E8-497A-92EF-F6294183AD0B}" dt="2025-09-15T13:27:52.620" v="1890" actId="478"/>
          <ac:spMkLst>
            <pc:docMk/>
            <pc:sldMk cId="201419931" sldId="418"/>
            <ac:spMk id="5" creationId="{5240EA4F-8DB7-35BA-84FD-7F61541ECDC7}"/>
          </ac:spMkLst>
        </pc:spChg>
        <pc:spChg chg="del">
          <ac:chgData name="Adam Brown (Astrea Central)" userId="e4577f1c-a0ea-4eef-9851-9bdbe8619e58" providerId="ADAL" clId="{298CC335-43E8-497A-92EF-F6294183AD0B}" dt="2025-09-15T13:27:57.845" v="1894" actId="478"/>
          <ac:spMkLst>
            <pc:docMk/>
            <pc:sldMk cId="201419931" sldId="418"/>
            <ac:spMk id="6" creationId="{897AFABA-E394-F4B7-736E-70C26B32270D}"/>
          </ac:spMkLst>
        </pc:spChg>
        <pc:spChg chg="del">
          <ac:chgData name="Adam Brown (Astrea Central)" userId="e4577f1c-a0ea-4eef-9851-9bdbe8619e58" providerId="ADAL" clId="{298CC335-43E8-497A-92EF-F6294183AD0B}" dt="2025-09-15T13:27:56.430" v="1893" actId="478"/>
          <ac:spMkLst>
            <pc:docMk/>
            <pc:sldMk cId="201419931" sldId="418"/>
            <ac:spMk id="7" creationId="{DB342506-0255-6982-5CF6-6F63A5FAEC71}"/>
          </ac:spMkLst>
        </pc:spChg>
        <pc:spChg chg="del">
          <ac:chgData name="Adam Brown (Astrea Central)" userId="e4577f1c-a0ea-4eef-9851-9bdbe8619e58" providerId="ADAL" clId="{298CC335-43E8-497A-92EF-F6294183AD0B}" dt="2025-09-15T13:27:55.101" v="1892" actId="478"/>
          <ac:spMkLst>
            <pc:docMk/>
            <pc:sldMk cId="201419931" sldId="418"/>
            <ac:spMk id="8" creationId="{1B12B941-8E24-898B-3819-E10B564BD368}"/>
          </ac:spMkLst>
        </pc:spChg>
        <pc:spChg chg="del">
          <ac:chgData name="Adam Brown (Astrea Central)" userId="e4577f1c-a0ea-4eef-9851-9bdbe8619e58" providerId="ADAL" clId="{298CC335-43E8-497A-92EF-F6294183AD0B}" dt="2025-09-15T13:27:53.852" v="1891" actId="478"/>
          <ac:spMkLst>
            <pc:docMk/>
            <pc:sldMk cId="201419931" sldId="418"/>
            <ac:spMk id="9" creationId="{1881497E-BA51-A739-CC85-043F994DFCAA}"/>
          </ac:spMkLst>
        </pc:spChg>
        <pc:spChg chg="add del">
          <ac:chgData name="Adam Brown (Astrea Central)" userId="e4577f1c-a0ea-4eef-9851-9bdbe8619e58" providerId="ADAL" clId="{298CC335-43E8-497A-92EF-F6294183AD0B}" dt="2025-09-15T13:27:45.246" v="1886" actId="478"/>
          <ac:spMkLst>
            <pc:docMk/>
            <pc:sldMk cId="201419931" sldId="418"/>
            <ac:spMk id="15" creationId="{600AB5D3-637B-060F-B37F-399EC14D2651}"/>
          </ac:spMkLst>
        </pc:spChg>
        <pc:spChg chg="add del">
          <ac:chgData name="Adam Brown (Astrea Central)" userId="e4577f1c-a0ea-4eef-9851-9bdbe8619e58" providerId="ADAL" clId="{298CC335-43E8-497A-92EF-F6294183AD0B}" dt="2025-09-15T13:27:45.246" v="1886" actId="478"/>
          <ac:spMkLst>
            <pc:docMk/>
            <pc:sldMk cId="201419931" sldId="418"/>
            <ac:spMk id="16" creationId="{73A6570E-12D6-46E2-D591-986D2DE3CEEA}"/>
          </ac:spMkLst>
        </pc:spChg>
        <pc:spChg chg="add del">
          <ac:chgData name="Adam Brown (Astrea Central)" userId="e4577f1c-a0ea-4eef-9851-9bdbe8619e58" providerId="ADAL" clId="{298CC335-43E8-497A-92EF-F6294183AD0B}" dt="2025-09-15T13:27:45.246" v="1886" actId="478"/>
          <ac:spMkLst>
            <pc:docMk/>
            <pc:sldMk cId="201419931" sldId="418"/>
            <ac:spMk id="19" creationId="{B08C7CC8-5D75-A250-C441-5E4787B7A91C}"/>
          </ac:spMkLst>
        </pc:spChg>
        <pc:spChg chg="add del">
          <ac:chgData name="Adam Brown (Astrea Central)" userId="e4577f1c-a0ea-4eef-9851-9bdbe8619e58" providerId="ADAL" clId="{298CC335-43E8-497A-92EF-F6294183AD0B}" dt="2025-09-15T13:27:45.246" v="1886" actId="478"/>
          <ac:spMkLst>
            <pc:docMk/>
            <pc:sldMk cId="201419931" sldId="418"/>
            <ac:spMk id="20" creationId="{DEB6C9E1-D735-6F71-4592-520BEF1C7580}"/>
          </ac:spMkLst>
        </pc:spChg>
      </pc:sldChg>
      <pc:sldChg chg="modSp mod">
        <pc:chgData name="Adam Brown (Astrea Central)" userId="e4577f1c-a0ea-4eef-9851-9bdbe8619e58" providerId="ADAL" clId="{298CC335-43E8-497A-92EF-F6294183AD0B}" dt="2025-09-15T11:21:19.735" v="822" actId="6549"/>
        <pc:sldMkLst>
          <pc:docMk/>
          <pc:sldMk cId="2200894185" sldId="442"/>
        </pc:sldMkLst>
        <pc:graphicFrameChg chg="mod modGraphic">
          <ac:chgData name="Adam Brown (Astrea Central)" userId="e4577f1c-a0ea-4eef-9851-9bdbe8619e58" providerId="ADAL" clId="{298CC335-43E8-497A-92EF-F6294183AD0B}" dt="2025-09-15T11:21:19.735" v="822" actId="6549"/>
          <ac:graphicFrameMkLst>
            <pc:docMk/>
            <pc:sldMk cId="2200894185" sldId="442"/>
            <ac:graphicFrameMk id="29" creationId="{201FA3F8-AE0D-FB3C-580A-D4D5576C2ADA}"/>
          </ac:graphicFrameMkLst>
        </pc:graphicFrameChg>
      </pc:sldChg>
      <pc:sldChg chg="delSp modSp mod">
        <pc:chgData name="Adam Brown (Astrea Central)" userId="e4577f1c-a0ea-4eef-9851-9bdbe8619e58" providerId="ADAL" clId="{298CC335-43E8-497A-92EF-F6294183AD0B}" dt="2025-09-15T11:06:24.216" v="629" actId="478"/>
        <pc:sldMkLst>
          <pc:docMk/>
          <pc:sldMk cId="3634756477" sldId="528"/>
        </pc:sldMkLst>
        <pc:spChg chg="del">
          <ac:chgData name="Adam Brown (Astrea Central)" userId="e4577f1c-a0ea-4eef-9851-9bdbe8619e58" providerId="ADAL" clId="{298CC335-43E8-497A-92EF-F6294183AD0B}" dt="2025-09-15T11:06:10.668" v="620" actId="478"/>
          <ac:spMkLst>
            <pc:docMk/>
            <pc:sldMk cId="3634756477" sldId="528"/>
            <ac:spMk id="10" creationId="{A2EE36DB-EB22-04A7-C74F-C625CA607AE9}"/>
          </ac:spMkLst>
        </pc:spChg>
        <pc:spChg chg="del">
          <ac:chgData name="Adam Brown (Astrea Central)" userId="e4577f1c-a0ea-4eef-9851-9bdbe8619e58" providerId="ADAL" clId="{298CC335-43E8-497A-92EF-F6294183AD0B}" dt="2025-09-15T11:06:10.668" v="620" actId="478"/>
          <ac:spMkLst>
            <pc:docMk/>
            <pc:sldMk cId="3634756477" sldId="528"/>
            <ac:spMk id="11" creationId="{58EA69F2-3F92-2599-1EF7-B26E3DCC30CC}"/>
          </ac:spMkLst>
        </pc:spChg>
        <pc:spChg chg="del">
          <ac:chgData name="Adam Brown (Astrea Central)" userId="e4577f1c-a0ea-4eef-9851-9bdbe8619e58" providerId="ADAL" clId="{298CC335-43E8-497A-92EF-F6294183AD0B}" dt="2025-09-15T11:06:10.668" v="620" actId="478"/>
          <ac:spMkLst>
            <pc:docMk/>
            <pc:sldMk cId="3634756477" sldId="528"/>
            <ac:spMk id="12" creationId="{5584D0DC-31C7-8A9B-4A13-57FDE897449F}"/>
          </ac:spMkLst>
        </pc:spChg>
        <pc:spChg chg="del">
          <ac:chgData name="Adam Brown (Astrea Central)" userId="e4577f1c-a0ea-4eef-9851-9bdbe8619e58" providerId="ADAL" clId="{298CC335-43E8-497A-92EF-F6294183AD0B}" dt="2025-09-15T11:06:24.216" v="629" actId="478"/>
          <ac:spMkLst>
            <pc:docMk/>
            <pc:sldMk cId="3634756477" sldId="528"/>
            <ac:spMk id="13" creationId="{A00B24B2-51DE-4864-439A-A049E04B96B3}"/>
          </ac:spMkLst>
        </pc:spChg>
        <pc:spChg chg="del">
          <ac:chgData name="Adam Brown (Astrea Central)" userId="e4577f1c-a0ea-4eef-9851-9bdbe8619e58" providerId="ADAL" clId="{298CC335-43E8-497A-92EF-F6294183AD0B}" dt="2025-09-15T11:06:23.287" v="628" actId="478"/>
          <ac:spMkLst>
            <pc:docMk/>
            <pc:sldMk cId="3634756477" sldId="528"/>
            <ac:spMk id="14" creationId="{D2A24EA2-3673-4CF0-AE46-627DE4CC3A74}"/>
          </ac:spMkLst>
        </pc:spChg>
        <pc:spChg chg="del">
          <ac:chgData name="Adam Brown (Astrea Central)" userId="e4577f1c-a0ea-4eef-9851-9bdbe8619e58" providerId="ADAL" clId="{298CC335-43E8-497A-92EF-F6294183AD0B}" dt="2025-09-15T11:06:22.432" v="627" actId="478"/>
          <ac:spMkLst>
            <pc:docMk/>
            <pc:sldMk cId="3634756477" sldId="528"/>
            <ac:spMk id="15" creationId="{5737C651-D2C0-027C-5CE2-93EA8D65BCE3}"/>
          </ac:spMkLst>
        </pc:spChg>
        <pc:spChg chg="del">
          <ac:chgData name="Adam Brown (Astrea Central)" userId="e4577f1c-a0ea-4eef-9851-9bdbe8619e58" providerId="ADAL" clId="{298CC335-43E8-497A-92EF-F6294183AD0B}" dt="2025-09-15T11:06:20.879" v="626" actId="478"/>
          <ac:spMkLst>
            <pc:docMk/>
            <pc:sldMk cId="3634756477" sldId="528"/>
            <ac:spMk id="16" creationId="{219A753E-2C6D-475A-1B85-C148C3CC0181}"/>
          </ac:spMkLst>
        </pc:spChg>
        <pc:spChg chg="del">
          <ac:chgData name="Adam Brown (Astrea Central)" userId="e4577f1c-a0ea-4eef-9851-9bdbe8619e58" providerId="ADAL" clId="{298CC335-43E8-497A-92EF-F6294183AD0B}" dt="2025-09-15T11:06:16.577" v="622" actId="478"/>
          <ac:spMkLst>
            <pc:docMk/>
            <pc:sldMk cId="3634756477" sldId="528"/>
            <ac:spMk id="17" creationId="{2A2CBE28-54AE-14F4-5E3A-7CBFF68DAB75}"/>
          </ac:spMkLst>
        </pc:spChg>
        <pc:spChg chg="del">
          <ac:chgData name="Adam Brown (Astrea Central)" userId="e4577f1c-a0ea-4eef-9851-9bdbe8619e58" providerId="ADAL" clId="{298CC335-43E8-497A-92EF-F6294183AD0B}" dt="2025-09-15T11:06:18.066" v="623" actId="478"/>
          <ac:spMkLst>
            <pc:docMk/>
            <pc:sldMk cId="3634756477" sldId="528"/>
            <ac:spMk id="18" creationId="{8B18A2E6-D92B-729F-7AF2-F544AB4EA342}"/>
          </ac:spMkLst>
        </pc:spChg>
        <pc:spChg chg="del">
          <ac:chgData name="Adam Brown (Astrea Central)" userId="e4577f1c-a0ea-4eef-9851-9bdbe8619e58" providerId="ADAL" clId="{298CC335-43E8-497A-92EF-F6294183AD0B}" dt="2025-09-15T11:06:18.802" v="624" actId="478"/>
          <ac:spMkLst>
            <pc:docMk/>
            <pc:sldMk cId="3634756477" sldId="528"/>
            <ac:spMk id="19" creationId="{4433F72D-6248-6255-1FED-58E37162A66D}"/>
          </ac:spMkLst>
        </pc:spChg>
        <pc:spChg chg="del">
          <ac:chgData name="Adam Brown (Astrea Central)" userId="e4577f1c-a0ea-4eef-9851-9bdbe8619e58" providerId="ADAL" clId="{298CC335-43E8-497A-92EF-F6294183AD0B}" dt="2025-09-15T11:06:19.819" v="625" actId="478"/>
          <ac:spMkLst>
            <pc:docMk/>
            <pc:sldMk cId="3634756477" sldId="528"/>
            <ac:spMk id="20" creationId="{3189C695-8DE9-F237-0366-217A5090144F}"/>
          </ac:spMkLst>
        </pc:spChg>
        <pc:graphicFrameChg chg="mod modGraphic">
          <ac:chgData name="Adam Brown (Astrea Central)" userId="e4577f1c-a0ea-4eef-9851-9bdbe8619e58" providerId="ADAL" clId="{298CC335-43E8-497A-92EF-F6294183AD0B}" dt="2025-09-15T11:06:12.256" v="621" actId="14100"/>
          <ac:graphicFrameMkLst>
            <pc:docMk/>
            <pc:sldMk cId="3634756477" sldId="528"/>
            <ac:graphicFrameMk id="9" creationId="{15F423F3-612E-46E0-1230-7CA80F77DE4C}"/>
          </ac:graphicFrameMkLst>
        </pc:graphicFrameChg>
      </pc:sldChg>
      <pc:sldChg chg="addSp delSp mod">
        <pc:chgData name="Adam Brown (Astrea Central)" userId="e4577f1c-a0ea-4eef-9851-9bdbe8619e58" providerId="ADAL" clId="{298CC335-43E8-497A-92EF-F6294183AD0B}" dt="2025-09-15T11:07:13.856" v="660" actId="478"/>
        <pc:sldMkLst>
          <pc:docMk/>
          <pc:sldMk cId="3965342644" sldId="529"/>
        </pc:sldMkLst>
        <pc:spChg chg="del">
          <ac:chgData name="Adam Brown (Astrea Central)" userId="e4577f1c-a0ea-4eef-9851-9bdbe8619e58" providerId="ADAL" clId="{298CC335-43E8-497A-92EF-F6294183AD0B}" dt="2025-09-15T11:06:53.312" v="640" actId="478"/>
          <ac:spMkLst>
            <pc:docMk/>
            <pc:sldMk cId="3965342644" sldId="529"/>
            <ac:spMk id="16" creationId="{0B9595B3-58A6-8A42-7531-9A8C3488E33F}"/>
          </ac:spMkLst>
        </pc:spChg>
        <pc:spChg chg="del">
          <ac:chgData name="Adam Brown (Astrea Central)" userId="e4577f1c-a0ea-4eef-9851-9bdbe8619e58" providerId="ADAL" clId="{298CC335-43E8-497A-92EF-F6294183AD0B}" dt="2025-09-15T11:06:47.512" v="633" actId="478"/>
          <ac:spMkLst>
            <pc:docMk/>
            <pc:sldMk cId="3965342644" sldId="529"/>
            <ac:spMk id="17" creationId="{5423788E-5173-81EF-4BF8-4C0A09997CCD}"/>
          </ac:spMkLst>
        </pc:spChg>
        <pc:spChg chg="del">
          <ac:chgData name="Adam Brown (Astrea Central)" userId="e4577f1c-a0ea-4eef-9851-9bdbe8619e58" providerId="ADAL" clId="{298CC335-43E8-497A-92EF-F6294183AD0B}" dt="2025-09-15T11:06:46.776" v="632" actId="478"/>
          <ac:spMkLst>
            <pc:docMk/>
            <pc:sldMk cId="3965342644" sldId="529"/>
            <ac:spMk id="24" creationId="{65B5E582-813D-4A08-5748-A1EF458C8CE2}"/>
          </ac:spMkLst>
        </pc:spChg>
        <pc:spChg chg="add del">
          <ac:chgData name="Adam Brown (Astrea Central)" userId="e4577f1c-a0ea-4eef-9851-9bdbe8619e58" providerId="ADAL" clId="{298CC335-43E8-497A-92EF-F6294183AD0B}" dt="2025-09-15T11:07:09.549" v="658" actId="478"/>
          <ac:spMkLst>
            <pc:docMk/>
            <pc:sldMk cId="3965342644" sldId="529"/>
            <ac:spMk id="27" creationId="{7658E5AF-52AC-AD43-8628-538C7318377A}"/>
          </ac:spMkLst>
        </pc:spChg>
        <pc:spChg chg="del">
          <ac:chgData name="Adam Brown (Astrea Central)" userId="e4577f1c-a0ea-4eef-9851-9bdbe8619e58" providerId="ADAL" clId="{298CC335-43E8-497A-92EF-F6294183AD0B}" dt="2025-09-15T11:06:46.191" v="631" actId="478"/>
          <ac:spMkLst>
            <pc:docMk/>
            <pc:sldMk cId="3965342644" sldId="529"/>
            <ac:spMk id="32" creationId="{D261F18A-776D-F10D-2F67-13435602BAA9}"/>
          </ac:spMkLst>
        </pc:spChg>
        <pc:spChg chg="del">
          <ac:chgData name="Adam Brown (Astrea Central)" userId="e4577f1c-a0ea-4eef-9851-9bdbe8619e58" providerId="ADAL" clId="{298CC335-43E8-497A-92EF-F6294183AD0B}" dt="2025-09-15T11:06:45.623" v="630" actId="478"/>
          <ac:spMkLst>
            <pc:docMk/>
            <pc:sldMk cId="3965342644" sldId="529"/>
            <ac:spMk id="33" creationId="{2CF06427-3DDB-231F-B3E4-BF2A57C8D99E}"/>
          </ac:spMkLst>
        </pc:spChg>
        <pc:spChg chg="del">
          <ac:chgData name="Adam Brown (Astrea Central)" userId="e4577f1c-a0ea-4eef-9851-9bdbe8619e58" providerId="ADAL" clId="{298CC335-43E8-497A-92EF-F6294183AD0B}" dt="2025-09-15T11:06:49.366" v="635" actId="478"/>
          <ac:spMkLst>
            <pc:docMk/>
            <pc:sldMk cId="3965342644" sldId="529"/>
            <ac:spMk id="34" creationId="{E8F29BF0-51DD-0053-F564-0915E0315FF8}"/>
          </ac:spMkLst>
        </pc:spChg>
        <pc:spChg chg="del">
          <ac:chgData name="Adam Brown (Astrea Central)" userId="e4577f1c-a0ea-4eef-9851-9bdbe8619e58" providerId="ADAL" clId="{298CC335-43E8-497A-92EF-F6294183AD0B}" dt="2025-09-15T11:06:50.008" v="636" actId="478"/>
          <ac:spMkLst>
            <pc:docMk/>
            <pc:sldMk cId="3965342644" sldId="529"/>
            <ac:spMk id="35" creationId="{EEF1CEBF-7178-BFCD-B972-DC16300C3011}"/>
          </ac:spMkLst>
        </pc:spChg>
        <pc:spChg chg="del">
          <ac:chgData name="Adam Brown (Astrea Central)" userId="e4577f1c-a0ea-4eef-9851-9bdbe8619e58" providerId="ADAL" clId="{298CC335-43E8-497A-92EF-F6294183AD0B}" dt="2025-09-15T11:06:50.657" v="637" actId="478"/>
          <ac:spMkLst>
            <pc:docMk/>
            <pc:sldMk cId="3965342644" sldId="529"/>
            <ac:spMk id="36" creationId="{940474F0-E106-FD15-CCEB-D1C8B810F545}"/>
          </ac:spMkLst>
        </pc:spChg>
        <pc:spChg chg="del">
          <ac:chgData name="Adam Brown (Astrea Central)" userId="e4577f1c-a0ea-4eef-9851-9bdbe8619e58" providerId="ADAL" clId="{298CC335-43E8-497A-92EF-F6294183AD0B}" dt="2025-09-15T11:06:51.272" v="638" actId="478"/>
          <ac:spMkLst>
            <pc:docMk/>
            <pc:sldMk cId="3965342644" sldId="529"/>
            <ac:spMk id="43" creationId="{1EF04CAA-426A-D1D9-13FD-0ED4C02461A0}"/>
          </ac:spMkLst>
        </pc:spChg>
        <pc:spChg chg="del">
          <ac:chgData name="Adam Brown (Astrea Central)" userId="e4577f1c-a0ea-4eef-9851-9bdbe8619e58" providerId="ADAL" clId="{298CC335-43E8-497A-92EF-F6294183AD0B}" dt="2025-09-15T11:06:52.638" v="639" actId="478"/>
          <ac:spMkLst>
            <pc:docMk/>
            <pc:sldMk cId="3965342644" sldId="529"/>
            <ac:spMk id="44" creationId="{A25AA251-7DAB-80D3-7C34-33835C616147}"/>
          </ac:spMkLst>
        </pc:spChg>
        <pc:spChg chg="del">
          <ac:chgData name="Adam Brown (Astrea Central)" userId="e4577f1c-a0ea-4eef-9851-9bdbe8619e58" providerId="ADAL" clId="{298CC335-43E8-497A-92EF-F6294183AD0B}" dt="2025-09-15T11:06:54.879" v="642" actId="478"/>
          <ac:spMkLst>
            <pc:docMk/>
            <pc:sldMk cId="3965342644" sldId="529"/>
            <ac:spMk id="45" creationId="{BA47363D-9268-BD0D-1E5F-C9C3A9A09282}"/>
          </ac:spMkLst>
        </pc:spChg>
        <pc:spChg chg="del">
          <ac:chgData name="Adam Brown (Astrea Central)" userId="e4577f1c-a0ea-4eef-9851-9bdbe8619e58" providerId="ADAL" clId="{298CC335-43E8-497A-92EF-F6294183AD0B}" dt="2025-09-15T11:06:54.103" v="641" actId="478"/>
          <ac:spMkLst>
            <pc:docMk/>
            <pc:sldMk cId="3965342644" sldId="529"/>
            <ac:spMk id="46" creationId="{5A762984-D099-9E46-6C40-34B05E610A42}"/>
          </ac:spMkLst>
        </pc:spChg>
        <pc:spChg chg="del">
          <ac:chgData name="Adam Brown (Astrea Central)" userId="e4577f1c-a0ea-4eef-9851-9bdbe8619e58" providerId="ADAL" clId="{298CC335-43E8-497A-92EF-F6294183AD0B}" dt="2025-09-15T11:06:48.159" v="634" actId="478"/>
          <ac:spMkLst>
            <pc:docMk/>
            <pc:sldMk cId="3965342644" sldId="529"/>
            <ac:spMk id="47" creationId="{E156BA84-9C0B-D21E-4B4C-D0F87065526E}"/>
          </ac:spMkLst>
        </pc:spChg>
        <pc:spChg chg="del">
          <ac:chgData name="Adam Brown (Astrea Central)" userId="e4577f1c-a0ea-4eef-9851-9bdbe8619e58" providerId="ADAL" clId="{298CC335-43E8-497A-92EF-F6294183AD0B}" dt="2025-09-15T11:06:55.751" v="643" actId="478"/>
          <ac:spMkLst>
            <pc:docMk/>
            <pc:sldMk cId="3965342644" sldId="529"/>
            <ac:spMk id="48" creationId="{DFE2AAFA-6416-C808-82B5-5149124F4CC4}"/>
          </ac:spMkLst>
        </pc:spChg>
        <pc:spChg chg="del">
          <ac:chgData name="Adam Brown (Astrea Central)" userId="e4577f1c-a0ea-4eef-9851-9bdbe8619e58" providerId="ADAL" clId="{298CC335-43E8-497A-92EF-F6294183AD0B}" dt="2025-09-15T11:06:56.408" v="644" actId="478"/>
          <ac:spMkLst>
            <pc:docMk/>
            <pc:sldMk cId="3965342644" sldId="529"/>
            <ac:spMk id="49" creationId="{77BDFCEA-8383-CB82-CAE4-517383061287}"/>
          </ac:spMkLst>
        </pc:spChg>
        <pc:spChg chg="del">
          <ac:chgData name="Adam Brown (Astrea Central)" userId="e4577f1c-a0ea-4eef-9851-9bdbe8619e58" providerId="ADAL" clId="{298CC335-43E8-497A-92EF-F6294183AD0B}" dt="2025-09-15T11:06:57.232" v="645" actId="478"/>
          <ac:spMkLst>
            <pc:docMk/>
            <pc:sldMk cId="3965342644" sldId="529"/>
            <ac:spMk id="50" creationId="{D4CF2E88-DD13-A6B6-8136-AB3637F4E306}"/>
          </ac:spMkLst>
        </pc:spChg>
        <pc:spChg chg="del">
          <ac:chgData name="Adam Brown (Astrea Central)" userId="e4577f1c-a0ea-4eef-9851-9bdbe8619e58" providerId="ADAL" clId="{298CC335-43E8-497A-92EF-F6294183AD0B}" dt="2025-09-15T11:06:58" v="646" actId="478"/>
          <ac:spMkLst>
            <pc:docMk/>
            <pc:sldMk cId="3965342644" sldId="529"/>
            <ac:spMk id="51" creationId="{F1F2EE14-14F1-894B-E89F-653D2D8EC4CC}"/>
          </ac:spMkLst>
        </pc:spChg>
        <pc:spChg chg="del">
          <ac:chgData name="Adam Brown (Astrea Central)" userId="e4577f1c-a0ea-4eef-9851-9bdbe8619e58" providerId="ADAL" clId="{298CC335-43E8-497A-92EF-F6294183AD0B}" dt="2025-09-15T11:06:58.517" v="647" actId="478"/>
          <ac:spMkLst>
            <pc:docMk/>
            <pc:sldMk cId="3965342644" sldId="529"/>
            <ac:spMk id="52" creationId="{18ACF90A-2895-1E13-E044-88CDF1B8DB01}"/>
          </ac:spMkLst>
        </pc:spChg>
        <pc:spChg chg="del">
          <ac:chgData name="Adam Brown (Astrea Central)" userId="e4577f1c-a0ea-4eef-9851-9bdbe8619e58" providerId="ADAL" clId="{298CC335-43E8-497A-92EF-F6294183AD0B}" dt="2025-09-15T11:06:59.513" v="648" actId="478"/>
          <ac:spMkLst>
            <pc:docMk/>
            <pc:sldMk cId="3965342644" sldId="529"/>
            <ac:spMk id="53" creationId="{1C41ABA0-243C-562B-C0DE-56876435BA1F}"/>
          </ac:spMkLst>
        </pc:spChg>
        <pc:spChg chg="del">
          <ac:chgData name="Adam Brown (Astrea Central)" userId="e4577f1c-a0ea-4eef-9851-9bdbe8619e58" providerId="ADAL" clId="{298CC335-43E8-497A-92EF-F6294183AD0B}" dt="2025-09-15T11:07:00.665" v="649" actId="478"/>
          <ac:spMkLst>
            <pc:docMk/>
            <pc:sldMk cId="3965342644" sldId="529"/>
            <ac:spMk id="54" creationId="{808D3050-9AD8-F14F-11AD-D6B6A945D4C5}"/>
          </ac:spMkLst>
        </pc:spChg>
        <pc:spChg chg="del">
          <ac:chgData name="Adam Brown (Astrea Central)" userId="e4577f1c-a0ea-4eef-9851-9bdbe8619e58" providerId="ADAL" clId="{298CC335-43E8-497A-92EF-F6294183AD0B}" dt="2025-09-15T11:07:13.856" v="660" actId="478"/>
          <ac:spMkLst>
            <pc:docMk/>
            <pc:sldMk cId="3965342644" sldId="529"/>
            <ac:spMk id="55" creationId="{CE9E83F1-668D-8367-154F-847613D9E248}"/>
          </ac:spMkLst>
        </pc:spChg>
        <pc:spChg chg="del">
          <ac:chgData name="Adam Brown (Astrea Central)" userId="e4577f1c-a0ea-4eef-9851-9bdbe8619e58" providerId="ADAL" clId="{298CC335-43E8-497A-92EF-F6294183AD0B}" dt="2025-09-15T11:07:12.775" v="659" actId="478"/>
          <ac:spMkLst>
            <pc:docMk/>
            <pc:sldMk cId="3965342644" sldId="529"/>
            <ac:spMk id="61" creationId="{97AD3384-1916-4A03-D985-9D4836B5A06A}"/>
          </ac:spMkLst>
        </pc:spChg>
        <pc:spChg chg="del">
          <ac:chgData name="Adam Brown (Astrea Central)" userId="e4577f1c-a0ea-4eef-9851-9bdbe8619e58" providerId="ADAL" clId="{298CC335-43E8-497A-92EF-F6294183AD0B}" dt="2025-09-15T11:07:06.367" v="656" actId="478"/>
          <ac:spMkLst>
            <pc:docMk/>
            <pc:sldMk cId="3965342644" sldId="529"/>
            <ac:spMk id="62" creationId="{43EA9F88-13B3-DE69-66FC-E177EF5CA7E4}"/>
          </ac:spMkLst>
        </pc:spChg>
        <pc:spChg chg="del">
          <ac:chgData name="Adam Brown (Astrea Central)" userId="e4577f1c-a0ea-4eef-9851-9bdbe8619e58" providerId="ADAL" clId="{298CC335-43E8-497A-92EF-F6294183AD0B}" dt="2025-09-15T11:07:01.808" v="650" actId="478"/>
          <ac:spMkLst>
            <pc:docMk/>
            <pc:sldMk cId="3965342644" sldId="529"/>
            <ac:spMk id="75" creationId="{34ACABC8-B8A0-2599-97A9-33D6DCA63F50}"/>
          </ac:spMkLst>
        </pc:spChg>
        <pc:spChg chg="del">
          <ac:chgData name="Adam Brown (Astrea Central)" userId="e4577f1c-a0ea-4eef-9851-9bdbe8619e58" providerId="ADAL" clId="{298CC335-43E8-497A-92EF-F6294183AD0B}" dt="2025-09-15T11:07:02.487" v="651" actId="478"/>
          <ac:spMkLst>
            <pc:docMk/>
            <pc:sldMk cId="3965342644" sldId="529"/>
            <ac:spMk id="76" creationId="{D64D44DE-1E7D-585C-2A56-562611C5396A}"/>
          </ac:spMkLst>
        </pc:spChg>
        <pc:spChg chg="del">
          <ac:chgData name="Adam Brown (Astrea Central)" userId="e4577f1c-a0ea-4eef-9851-9bdbe8619e58" providerId="ADAL" clId="{298CC335-43E8-497A-92EF-F6294183AD0B}" dt="2025-09-15T11:07:03.231" v="652" actId="478"/>
          <ac:spMkLst>
            <pc:docMk/>
            <pc:sldMk cId="3965342644" sldId="529"/>
            <ac:spMk id="77" creationId="{E5627968-6978-D193-AC6A-7B077BAB41F2}"/>
          </ac:spMkLst>
        </pc:spChg>
        <pc:spChg chg="del">
          <ac:chgData name="Adam Brown (Astrea Central)" userId="e4577f1c-a0ea-4eef-9851-9bdbe8619e58" providerId="ADAL" clId="{298CC335-43E8-497A-92EF-F6294183AD0B}" dt="2025-09-15T11:07:03.880" v="653" actId="478"/>
          <ac:spMkLst>
            <pc:docMk/>
            <pc:sldMk cId="3965342644" sldId="529"/>
            <ac:spMk id="78" creationId="{3A9CA543-26DC-3934-03F7-AA0F1B3E6E2C}"/>
          </ac:spMkLst>
        </pc:spChg>
        <pc:spChg chg="del">
          <ac:chgData name="Adam Brown (Astrea Central)" userId="e4577f1c-a0ea-4eef-9851-9bdbe8619e58" providerId="ADAL" clId="{298CC335-43E8-497A-92EF-F6294183AD0B}" dt="2025-09-15T11:07:04.671" v="654" actId="478"/>
          <ac:spMkLst>
            <pc:docMk/>
            <pc:sldMk cId="3965342644" sldId="529"/>
            <ac:spMk id="79" creationId="{1A445DCF-DCEC-41E8-EAA8-0A93C1E73927}"/>
          </ac:spMkLst>
        </pc:spChg>
        <pc:spChg chg="del">
          <ac:chgData name="Adam Brown (Astrea Central)" userId="e4577f1c-a0ea-4eef-9851-9bdbe8619e58" providerId="ADAL" clId="{298CC335-43E8-497A-92EF-F6294183AD0B}" dt="2025-09-15T11:07:05.241" v="655" actId="478"/>
          <ac:spMkLst>
            <pc:docMk/>
            <pc:sldMk cId="3965342644" sldId="529"/>
            <ac:spMk id="80" creationId="{4B726783-23BD-8B19-45C0-447D02D7C456}"/>
          </ac:spMkLst>
        </pc:spChg>
      </pc:sldChg>
      <pc:sldChg chg="delSp mod">
        <pc:chgData name="Adam Brown (Astrea Central)" userId="e4577f1c-a0ea-4eef-9851-9bdbe8619e58" providerId="ADAL" clId="{298CC335-43E8-497A-92EF-F6294183AD0B}" dt="2025-09-15T11:07:27.256" v="670" actId="478"/>
        <pc:sldMkLst>
          <pc:docMk/>
          <pc:sldMk cId="1261905153" sldId="531"/>
        </pc:sldMkLst>
        <pc:spChg chg="del">
          <ac:chgData name="Adam Brown (Astrea Central)" userId="e4577f1c-a0ea-4eef-9851-9bdbe8619e58" providerId="ADAL" clId="{298CC335-43E8-497A-92EF-F6294183AD0B}" dt="2025-09-15T11:07:16.841" v="661" actId="478"/>
          <ac:spMkLst>
            <pc:docMk/>
            <pc:sldMk cId="1261905153" sldId="531"/>
            <ac:spMk id="15" creationId="{5E582B6D-9364-6FE0-B13B-BFDF1E0404E5}"/>
          </ac:spMkLst>
        </pc:spChg>
        <pc:spChg chg="del">
          <ac:chgData name="Adam Brown (Astrea Central)" userId="e4577f1c-a0ea-4eef-9851-9bdbe8619e58" providerId="ADAL" clId="{298CC335-43E8-497A-92EF-F6294183AD0B}" dt="2025-09-15T11:07:17.600" v="662" actId="478"/>
          <ac:spMkLst>
            <pc:docMk/>
            <pc:sldMk cId="1261905153" sldId="531"/>
            <ac:spMk id="16" creationId="{C06ACCD8-33B5-65D5-765E-3ECD4B50E3D6}"/>
          </ac:spMkLst>
        </pc:spChg>
        <pc:spChg chg="del">
          <ac:chgData name="Adam Brown (Astrea Central)" userId="e4577f1c-a0ea-4eef-9851-9bdbe8619e58" providerId="ADAL" clId="{298CC335-43E8-497A-92EF-F6294183AD0B}" dt="2025-09-15T11:07:18.488" v="663" actId="478"/>
          <ac:spMkLst>
            <pc:docMk/>
            <pc:sldMk cId="1261905153" sldId="531"/>
            <ac:spMk id="17" creationId="{2A668A76-2D91-F637-94E2-9F0F778EB5E4}"/>
          </ac:spMkLst>
        </pc:spChg>
        <pc:spChg chg="del">
          <ac:chgData name="Adam Brown (Astrea Central)" userId="e4577f1c-a0ea-4eef-9851-9bdbe8619e58" providerId="ADAL" clId="{298CC335-43E8-497A-92EF-F6294183AD0B}" dt="2025-09-15T11:07:20.482" v="664" actId="478"/>
          <ac:spMkLst>
            <pc:docMk/>
            <pc:sldMk cId="1261905153" sldId="531"/>
            <ac:spMk id="18" creationId="{1A6D2FDA-FAF5-58AA-6D24-A9702CD2B63B}"/>
          </ac:spMkLst>
        </pc:spChg>
        <pc:spChg chg="del">
          <ac:chgData name="Adam Brown (Astrea Central)" userId="e4577f1c-a0ea-4eef-9851-9bdbe8619e58" providerId="ADAL" clId="{298CC335-43E8-497A-92EF-F6294183AD0B}" dt="2025-09-15T11:07:21.738" v="665" actId="478"/>
          <ac:spMkLst>
            <pc:docMk/>
            <pc:sldMk cId="1261905153" sldId="531"/>
            <ac:spMk id="19" creationId="{DFE69EF9-42CD-7E8C-7240-93B619AA759A}"/>
          </ac:spMkLst>
        </pc:spChg>
        <pc:spChg chg="del">
          <ac:chgData name="Adam Brown (Astrea Central)" userId="e4577f1c-a0ea-4eef-9851-9bdbe8619e58" providerId="ADAL" clId="{298CC335-43E8-497A-92EF-F6294183AD0B}" dt="2025-09-15T11:07:22.840" v="666" actId="478"/>
          <ac:spMkLst>
            <pc:docMk/>
            <pc:sldMk cId="1261905153" sldId="531"/>
            <ac:spMk id="20" creationId="{09F59CB6-BB9A-25E0-9792-5EF6336DEA59}"/>
          </ac:spMkLst>
        </pc:spChg>
        <pc:spChg chg="del">
          <ac:chgData name="Adam Brown (Astrea Central)" userId="e4577f1c-a0ea-4eef-9851-9bdbe8619e58" providerId="ADAL" clId="{298CC335-43E8-497A-92EF-F6294183AD0B}" dt="2025-09-15T11:07:23.856" v="667" actId="478"/>
          <ac:spMkLst>
            <pc:docMk/>
            <pc:sldMk cId="1261905153" sldId="531"/>
            <ac:spMk id="21" creationId="{A0682871-D2FF-5CB9-3DBF-D9B4F719EFC8}"/>
          </ac:spMkLst>
        </pc:spChg>
        <pc:spChg chg="del">
          <ac:chgData name="Adam Brown (Astrea Central)" userId="e4577f1c-a0ea-4eef-9851-9bdbe8619e58" providerId="ADAL" clId="{298CC335-43E8-497A-92EF-F6294183AD0B}" dt="2025-09-15T11:07:24.961" v="668" actId="478"/>
          <ac:spMkLst>
            <pc:docMk/>
            <pc:sldMk cId="1261905153" sldId="531"/>
            <ac:spMk id="22" creationId="{B9442112-EE1B-F544-71C3-87E49B7C4D00}"/>
          </ac:spMkLst>
        </pc:spChg>
        <pc:spChg chg="del">
          <ac:chgData name="Adam Brown (Astrea Central)" userId="e4577f1c-a0ea-4eef-9851-9bdbe8619e58" providerId="ADAL" clId="{298CC335-43E8-497A-92EF-F6294183AD0B}" dt="2025-09-15T11:07:26.447" v="669" actId="478"/>
          <ac:spMkLst>
            <pc:docMk/>
            <pc:sldMk cId="1261905153" sldId="531"/>
            <ac:spMk id="25" creationId="{F155227A-6043-B2BC-5C07-D0EB26F02814}"/>
          </ac:spMkLst>
        </pc:spChg>
        <pc:spChg chg="del">
          <ac:chgData name="Adam Brown (Astrea Central)" userId="e4577f1c-a0ea-4eef-9851-9bdbe8619e58" providerId="ADAL" clId="{298CC335-43E8-497A-92EF-F6294183AD0B}" dt="2025-09-15T11:07:27.256" v="670" actId="478"/>
          <ac:spMkLst>
            <pc:docMk/>
            <pc:sldMk cId="1261905153" sldId="531"/>
            <ac:spMk id="26" creationId="{FEC9626C-E8A3-20EF-3337-AEAE26A4DEB1}"/>
          </ac:spMkLst>
        </pc:spChg>
      </pc:sldChg>
      <pc:sldChg chg="delSp mod">
        <pc:chgData name="Adam Brown (Astrea Central)" userId="e4577f1c-a0ea-4eef-9851-9bdbe8619e58" providerId="ADAL" clId="{298CC335-43E8-497A-92EF-F6294183AD0B}" dt="2025-09-15T11:07:31.584" v="671" actId="478"/>
        <pc:sldMkLst>
          <pc:docMk/>
          <pc:sldMk cId="2885128637" sldId="533"/>
        </pc:sldMkLst>
        <pc:spChg chg="del">
          <ac:chgData name="Adam Brown (Astrea Central)" userId="e4577f1c-a0ea-4eef-9851-9bdbe8619e58" providerId="ADAL" clId="{298CC335-43E8-497A-92EF-F6294183AD0B}" dt="2025-09-15T11:07:31.584" v="671" actId="478"/>
          <ac:spMkLst>
            <pc:docMk/>
            <pc:sldMk cId="2885128637" sldId="533"/>
            <ac:spMk id="9" creationId="{5ABEDDAB-675B-0DAF-B5CB-5AEF7550D9FD}"/>
          </ac:spMkLst>
        </pc:spChg>
        <pc:spChg chg="del">
          <ac:chgData name="Adam Brown (Astrea Central)" userId="e4577f1c-a0ea-4eef-9851-9bdbe8619e58" providerId="ADAL" clId="{298CC335-43E8-497A-92EF-F6294183AD0B}" dt="2025-09-15T11:07:31.584" v="671" actId="478"/>
          <ac:spMkLst>
            <pc:docMk/>
            <pc:sldMk cId="2885128637" sldId="533"/>
            <ac:spMk id="14" creationId="{7B37186A-A867-1613-6E61-F4FBE4CC15A5}"/>
          </ac:spMkLst>
        </pc:spChg>
        <pc:spChg chg="del">
          <ac:chgData name="Adam Brown (Astrea Central)" userId="e4577f1c-a0ea-4eef-9851-9bdbe8619e58" providerId="ADAL" clId="{298CC335-43E8-497A-92EF-F6294183AD0B}" dt="2025-09-15T11:07:31.584" v="671" actId="478"/>
          <ac:spMkLst>
            <pc:docMk/>
            <pc:sldMk cId="2885128637" sldId="533"/>
            <ac:spMk id="17" creationId="{563E0602-BA86-6C65-B53E-94DD7647A248}"/>
          </ac:spMkLst>
        </pc:spChg>
        <pc:spChg chg="del">
          <ac:chgData name="Adam Brown (Astrea Central)" userId="e4577f1c-a0ea-4eef-9851-9bdbe8619e58" providerId="ADAL" clId="{298CC335-43E8-497A-92EF-F6294183AD0B}" dt="2025-09-15T11:07:31.584" v="671" actId="478"/>
          <ac:spMkLst>
            <pc:docMk/>
            <pc:sldMk cId="2885128637" sldId="533"/>
            <ac:spMk id="24" creationId="{25D5DE69-803B-33BD-E3F3-DEF0D3D7AFD7}"/>
          </ac:spMkLst>
        </pc:spChg>
      </pc:sldChg>
      <pc:sldChg chg="delSp mod">
        <pc:chgData name="Adam Brown (Astrea Central)" userId="e4577f1c-a0ea-4eef-9851-9bdbe8619e58" providerId="ADAL" clId="{298CC335-43E8-497A-92EF-F6294183AD0B}" dt="2025-09-15T11:08:07.511" v="683" actId="478"/>
        <pc:sldMkLst>
          <pc:docMk/>
          <pc:sldMk cId="1207551091" sldId="534"/>
        </pc:sldMkLst>
        <pc:spChg chg="del">
          <ac:chgData name="Adam Brown (Astrea Central)" userId="e4577f1c-a0ea-4eef-9851-9bdbe8619e58" providerId="ADAL" clId="{298CC335-43E8-497A-92EF-F6294183AD0B}" dt="2025-09-15T11:07:40.284" v="672" actId="478"/>
          <ac:spMkLst>
            <pc:docMk/>
            <pc:sldMk cId="1207551091" sldId="534"/>
            <ac:spMk id="21" creationId="{4A3C47B8-031F-DE9B-5F88-1C025EB5169B}"/>
          </ac:spMkLst>
        </pc:spChg>
        <pc:spChg chg="del">
          <ac:chgData name="Adam Brown (Astrea Central)" userId="e4577f1c-a0ea-4eef-9851-9bdbe8619e58" providerId="ADAL" clId="{298CC335-43E8-497A-92EF-F6294183AD0B}" dt="2025-09-15T11:07:43.871" v="673" actId="478"/>
          <ac:spMkLst>
            <pc:docMk/>
            <pc:sldMk cId="1207551091" sldId="534"/>
            <ac:spMk id="31" creationId="{FCB725EA-4572-E016-631F-63C1BDBAEC3C}"/>
          </ac:spMkLst>
        </pc:spChg>
        <pc:spChg chg="del">
          <ac:chgData name="Adam Brown (Astrea Central)" userId="e4577f1c-a0ea-4eef-9851-9bdbe8619e58" providerId="ADAL" clId="{298CC335-43E8-497A-92EF-F6294183AD0B}" dt="2025-09-15T11:07:43.871" v="673" actId="478"/>
          <ac:spMkLst>
            <pc:docMk/>
            <pc:sldMk cId="1207551091" sldId="534"/>
            <ac:spMk id="32" creationId="{DB286B89-CEBF-49F9-3FD3-953ACB8A5BDB}"/>
          </ac:spMkLst>
        </pc:spChg>
        <pc:spChg chg="del">
          <ac:chgData name="Adam Brown (Astrea Central)" userId="e4577f1c-a0ea-4eef-9851-9bdbe8619e58" providerId="ADAL" clId="{298CC335-43E8-497A-92EF-F6294183AD0B}" dt="2025-09-15T11:07:43.871" v="673" actId="478"/>
          <ac:spMkLst>
            <pc:docMk/>
            <pc:sldMk cId="1207551091" sldId="534"/>
            <ac:spMk id="46" creationId="{251BAC78-86E8-63CC-7499-89C4DA4B4E6A}"/>
          </ac:spMkLst>
        </pc:spChg>
        <pc:spChg chg="del">
          <ac:chgData name="Adam Brown (Astrea Central)" userId="e4577f1c-a0ea-4eef-9851-9bdbe8619e58" providerId="ADAL" clId="{298CC335-43E8-497A-92EF-F6294183AD0B}" dt="2025-09-15T11:07:52.751" v="677" actId="478"/>
          <ac:spMkLst>
            <pc:docMk/>
            <pc:sldMk cId="1207551091" sldId="534"/>
            <ac:spMk id="47" creationId="{90280F32-CCBD-9486-7A9F-1142C8365B68}"/>
          </ac:spMkLst>
        </pc:spChg>
        <pc:spChg chg="del">
          <ac:chgData name="Adam Brown (Astrea Central)" userId="e4577f1c-a0ea-4eef-9851-9bdbe8619e58" providerId="ADAL" clId="{298CC335-43E8-497A-92EF-F6294183AD0B}" dt="2025-09-15T11:07:52.751" v="677" actId="478"/>
          <ac:spMkLst>
            <pc:docMk/>
            <pc:sldMk cId="1207551091" sldId="534"/>
            <ac:spMk id="48" creationId="{FE8A9750-CB3C-22B7-DC83-0820D8E0CC53}"/>
          </ac:spMkLst>
        </pc:spChg>
        <pc:spChg chg="del">
          <ac:chgData name="Adam Brown (Astrea Central)" userId="e4577f1c-a0ea-4eef-9851-9bdbe8619e58" providerId="ADAL" clId="{298CC335-43E8-497A-92EF-F6294183AD0B}" dt="2025-09-15T11:07:52.751" v="677" actId="478"/>
          <ac:spMkLst>
            <pc:docMk/>
            <pc:sldMk cId="1207551091" sldId="534"/>
            <ac:spMk id="49" creationId="{F368175E-90A4-30A1-2D9A-F549D69FB613}"/>
          </ac:spMkLst>
        </pc:spChg>
        <pc:spChg chg="del">
          <ac:chgData name="Adam Brown (Astrea Central)" userId="e4577f1c-a0ea-4eef-9851-9bdbe8619e58" providerId="ADAL" clId="{298CC335-43E8-497A-92EF-F6294183AD0B}" dt="2025-09-15T11:07:52.751" v="677" actId="478"/>
          <ac:spMkLst>
            <pc:docMk/>
            <pc:sldMk cId="1207551091" sldId="534"/>
            <ac:spMk id="50" creationId="{81DB354B-8B8E-9882-D632-71B1C5AE557F}"/>
          </ac:spMkLst>
        </pc:spChg>
        <pc:spChg chg="del">
          <ac:chgData name="Adam Brown (Astrea Central)" userId="e4577f1c-a0ea-4eef-9851-9bdbe8619e58" providerId="ADAL" clId="{298CC335-43E8-497A-92EF-F6294183AD0B}" dt="2025-09-15T11:07:57.402" v="680" actId="478"/>
          <ac:spMkLst>
            <pc:docMk/>
            <pc:sldMk cId="1207551091" sldId="534"/>
            <ac:spMk id="51" creationId="{58A08AA4-365F-25F8-EC2A-FEFF86465884}"/>
          </ac:spMkLst>
        </pc:spChg>
        <pc:spChg chg="del">
          <ac:chgData name="Adam Brown (Astrea Central)" userId="e4577f1c-a0ea-4eef-9851-9bdbe8619e58" providerId="ADAL" clId="{298CC335-43E8-497A-92EF-F6294183AD0B}" dt="2025-09-15T11:07:56.711" v="679" actId="478"/>
          <ac:spMkLst>
            <pc:docMk/>
            <pc:sldMk cId="1207551091" sldId="534"/>
            <ac:spMk id="52" creationId="{FB5D9B80-19A7-290B-AAA6-5B09671409DF}"/>
          </ac:spMkLst>
        </pc:spChg>
        <pc:spChg chg="del">
          <ac:chgData name="Adam Brown (Astrea Central)" userId="e4577f1c-a0ea-4eef-9851-9bdbe8619e58" providerId="ADAL" clId="{298CC335-43E8-497A-92EF-F6294183AD0B}" dt="2025-09-15T11:07:55.560" v="678" actId="478"/>
          <ac:spMkLst>
            <pc:docMk/>
            <pc:sldMk cId="1207551091" sldId="534"/>
            <ac:spMk id="53" creationId="{E0FADB2D-8CCC-D799-CA75-F03A8E450FDA}"/>
          </ac:spMkLst>
        </pc:spChg>
        <pc:spChg chg="del">
          <ac:chgData name="Adam Brown (Astrea Central)" userId="e4577f1c-a0ea-4eef-9851-9bdbe8619e58" providerId="ADAL" clId="{298CC335-43E8-497A-92EF-F6294183AD0B}" dt="2025-09-15T11:08:01.019" v="681" actId="478"/>
          <ac:spMkLst>
            <pc:docMk/>
            <pc:sldMk cId="1207551091" sldId="534"/>
            <ac:spMk id="54" creationId="{C0FA76B4-4310-3EAE-744B-AC0FFB1ABD9D}"/>
          </ac:spMkLst>
        </pc:spChg>
        <pc:spChg chg="del">
          <ac:chgData name="Adam Brown (Astrea Central)" userId="e4577f1c-a0ea-4eef-9851-9bdbe8619e58" providerId="ADAL" clId="{298CC335-43E8-497A-92EF-F6294183AD0B}" dt="2025-09-15T11:08:01.019" v="681" actId="478"/>
          <ac:spMkLst>
            <pc:docMk/>
            <pc:sldMk cId="1207551091" sldId="534"/>
            <ac:spMk id="55" creationId="{61EBA611-75EB-3FA5-381D-FBDBDD7261E6}"/>
          </ac:spMkLst>
        </pc:spChg>
        <pc:spChg chg="del">
          <ac:chgData name="Adam Brown (Astrea Central)" userId="e4577f1c-a0ea-4eef-9851-9bdbe8619e58" providerId="ADAL" clId="{298CC335-43E8-497A-92EF-F6294183AD0B}" dt="2025-09-15T11:08:03.185" v="682" actId="478"/>
          <ac:spMkLst>
            <pc:docMk/>
            <pc:sldMk cId="1207551091" sldId="534"/>
            <ac:spMk id="56" creationId="{DA671514-210F-ACAB-45FA-0663B5CC4F8C}"/>
          </ac:spMkLst>
        </pc:spChg>
        <pc:spChg chg="del">
          <ac:chgData name="Adam Brown (Astrea Central)" userId="e4577f1c-a0ea-4eef-9851-9bdbe8619e58" providerId="ADAL" clId="{298CC335-43E8-497A-92EF-F6294183AD0B}" dt="2025-09-15T11:08:03.185" v="682" actId="478"/>
          <ac:spMkLst>
            <pc:docMk/>
            <pc:sldMk cId="1207551091" sldId="534"/>
            <ac:spMk id="57" creationId="{27D51F3D-0898-62C0-713C-94328B9F0EDA}"/>
          </ac:spMkLst>
        </pc:spChg>
        <pc:spChg chg="del">
          <ac:chgData name="Adam Brown (Astrea Central)" userId="e4577f1c-a0ea-4eef-9851-9bdbe8619e58" providerId="ADAL" clId="{298CC335-43E8-497A-92EF-F6294183AD0B}" dt="2025-09-15T11:08:07.511" v="683" actId="478"/>
          <ac:spMkLst>
            <pc:docMk/>
            <pc:sldMk cId="1207551091" sldId="534"/>
            <ac:spMk id="58" creationId="{5BB07257-0FE2-0883-FD06-EC174C9A5B31}"/>
          </ac:spMkLst>
        </pc:spChg>
        <pc:spChg chg="del">
          <ac:chgData name="Adam Brown (Astrea Central)" userId="e4577f1c-a0ea-4eef-9851-9bdbe8619e58" providerId="ADAL" clId="{298CC335-43E8-497A-92EF-F6294183AD0B}" dt="2025-09-15T11:08:07.511" v="683" actId="478"/>
          <ac:spMkLst>
            <pc:docMk/>
            <pc:sldMk cId="1207551091" sldId="534"/>
            <ac:spMk id="59" creationId="{7AFABA5B-C108-6B56-C436-5CF5265A6B72}"/>
          </ac:spMkLst>
        </pc:spChg>
        <pc:spChg chg="del">
          <ac:chgData name="Adam Brown (Astrea Central)" userId="e4577f1c-a0ea-4eef-9851-9bdbe8619e58" providerId="ADAL" clId="{298CC335-43E8-497A-92EF-F6294183AD0B}" dt="2025-09-15T11:08:07.511" v="683" actId="478"/>
          <ac:spMkLst>
            <pc:docMk/>
            <pc:sldMk cId="1207551091" sldId="534"/>
            <ac:spMk id="60" creationId="{B4D9241E-5990-2F86-B20E-63A6458CF73B}"/>
          </ac:spMkLst>
        </pc:spChg>
        <pc:spChg chg="del">
          <ac:chgData name="Adam Brown (Astrea Central)" userId="e4577f1c-a0ea-4eef-9851-9bdbe8619e58" providerId="ADAL" clId="{298CC335-43E8-497A-92EF-F6294183AD0B}" dt="2025-09-15T11:08:07.511" v="683" actId="478"/>
          <ac:spMkLst>
            <pc:docMk/>
            <pc:sldMk cId="1207551091" sldId="534"/>
            <ac:spMk id="61" creationId="{D96DD032-DBA4-9818-232D-0A4FB185C4F5}"/>
          </ac:spMkLst>
        </pc:spChg>
        <pc:grpChg chg="del">
          <ac:chgData name="Adam Brown (Astrea Central)" userId="e4577f1c-a0ea-4eef-9851-9bdbe8619e58" providerId="ADAL" clId="{298CC335-43E8-497A-92EF-F6294183AD0B}" dt="2025-09-15T11:07:48.799" v="675" actId="478"/>
          <ac:grpSpMkLst>
            <pc:docMk/>
            <pc:sldMk cId="1207551091" sldId="534"/>
            <ac:grpSpMk id="20" creationId="{00000000-0000-0000-0000-000000000000}"/>
          </ac:grpSpMkLst>
        </pc:grpChg>
        <pc:picChg chg="del">
          <ac:chgData name="Adam Brown (Astrea Central)" userId="e4577f1c-a0ea-4eef-9851-9bdbe8619e58" providerId="ADAL" clId="{298CC335-43E8-497A-92EF-F6294183AD0B}" dt="2025-09-15T11:07:48.799" v="675" actId="478"/>
          <ac:picMkLst>
            <pc:docMk/>
            <pc:sldMk cId="1207551091" sldId="534"/>
            <ac:picMk id="1026" creationId="{00000000-0000-0000-0000-000000000000}"/>
          </ac:picMkLst>
        </pc:picChg>
        <pc:picChg chg="del">
          <ac:chgData name="Adam Brown (Astrea Central)" userId="e4577f1c-a0ea-4eef-9851-9bdbe8619e58" providerId="ADAL" clId="{298CC335-43E8-497A-92EF-F6294183AD0B}" dt="2025-09-15T11:07:49.871" v="676" actId="478"/>
          <ac:picMkLst>
            <pc:docMk/>
            <pc:sldMk cId="1207551091" sldId="534"/>
            <ac:picMk id="1030" creationId="{00000000-0000-0000-0000-000000000000}"/>
          </ac:picMkLst>
        </pc:picChg>
        <pc:picChg chg="del">
          <ac:chgData name="Adam Brown (Astrea Central)" userId="e4577f1c-a0ea-4eef-9851-9bdbe8619e58" providerId="ADAL" clId="{298CC335-43E8-497A-92EF-F6294183AD0B}" dt="2025-09-15T11:07:44.786" v="674" actId="478"/>
          <ac:picMkLst>
            <pc:docMk/>
            <pc:sldMk cId="1207551091" sldId="534"/>
            <ac:picMk id="1032" creationId="{00000000-0000-0000-0000-000000000000}"/>
          </ac:picMkLst>
        </pc:picChg>
      </pc:sldChg>
      <pc:sldChg chg="delSp mod">
        <pc:chgData name="Adam Brown (Astrea Central)" userId="e4577f1c-a0ea-4eef-9851-9bdbe8619e58" providerId="ADAL" clId="{298CC335-43E8-497A-92EF-F6294183AD0B}" dt="2025-09-15T11:11:48.364" v="691" actId="478"/>
        <pc:sldMkLst>
          <pc:docMk/>
          <pc:sldMk cId="1773249319" sldId="536"/>
        </pc:sldMkLst>
        <pc:spChg chg="del">
          <ac:chgData name="Adam Brown (Astrea Central)" userId="e4577f1c-a0ea-4eef-9851-9bdbe8619e58" providerId="ADAL" clId="{298CC335-43E8-497A-92EF-F6294183AD0B}" dt="2025-09-15T11:11:41.937" v="684" actId="478"/>
          <ac:spMkLst>
            <pc:docMk/>
            <pc:sldMk cId="1773249319" sldId="536"/>
            <ac:spMk id="6" creationId="{CD66A612-4B6D-632E-D9E1-8BF223FF0782}"/>
          </ac:spMkLst>
        </pc:spChg>
        <pc:spChg chg="del">
          <ac:chgData name="Adam Brown (Astrea Central)" userId="e4577f1c-a0ea-4eef-9851-9bdbe8619e58" providerId="ADAL" clId="{298CC335-43E8-497A-92EF-F6294183AD0B}" dt="2025-09-15T11:11:43.224" v="685" actId="478"/>
          <ac:spMkLst>
            <pc:docMk/>
            <pc:sldMk cId="1773249319" sldId="536"/>
            <ac:spMk id="10" creationId="{8A87B5FA-DF48-C954-4359-BB8D81D68923}"/>
          </ac:spMkLst>
        </pc:spChg>
        <pc:spChg chg="del">
          <ac:chgData name="Adam Brown (Astrea Central)" userId="e4577f1c-a0ea-4eef-9851-9bdbe8619e58" providerId="ADAL" clId="{298CC335-43E8-497A-92EF-F6294183AD0B}" dt="2025-09-15T11:11:46.217" v="689" actId="478"/>
          <ac:spMkLst>
            <pc:docMk/>
            <pc:sldMk cId="1773249319" sldId="536"/>
            <ac:spMk id="11" creationId="{00EEA0E5-189C-ACBB-F310-F1DCEAD68565}"/>
          </ac:spMkLst>
        </pc:spChg>
        <pc:spChg chg="del">
          <ac:chgData name="Adam Brown (Astrea Central)" userId="e4577f1c-a0ea-4eef-9851-9bdbe8619e58" providerId="ADAL" clId="{298CC335-43E8-497A-92EF-F6294183AD0B}" dt="2025-09-15T11:11:47.170" v="690" actId="478"/>
          <ac:spMkLst>
            <pc:docMk/>
            <pc:sldMk cId="1773249319" sldId="536"/>
            <ac:spMk id="16" creationId="{A15F2868-0AAB-9FFE-2633-C89FCAA9F872}"/>
          </ac:spMkLst>
        </pc:spChg>
        <pc:spChg chg="del">
          <ac:chgData name="Adam Brown (Astrea Central)" userId="e4577f1c-a0ea-4eef-9851-9bdbe8619e58" providerId="ADAL" clId="{298CC335-43E8-497A-92EF-F6294183AD0B}" dt="2025-09-15T11:11:48.364" v="691" actId="478"/>
          <ac:spMkLst>
            <pc:docMk/>
            <pc:sldMk cId="1773249319" sldId="536"/>
            <ac:spMk id="17" creationId="{22FB0830-0E67-C4C5-9CE8-2138B8D78591}"/>
          </ac:spMkLst>
        </pc:spChg>
        <pc:picChg chg="del">
          <ac:chgData name="Adam Brown (Astrea Central)" userId="e4577f1c-a0ea-4eef-9851-9bdbe8619e58" providerId="ADAL" clId="{298CC335-43E8-497A-92EF-F6294183AD0B}" dt="2025-09-15T11:11:45.264" v="688" actId="478"/>
          <ac:picMkLst>
            <pc:docMk/>
            <pc:sldMk cId="1773249319" sldId="536"/>
            <ac:picMk id="3074" creationId="{00000000-0000-0000-0000-000000000000}"/>
          </ac:picMkLst>
        </pc:picChg>
        <pc:picChg chg="del">
          <ac:chgData name="Adam Brown (Astrea Central)" userId="e4577f1c-a0ea-4eef-9851-9bdbe8619e58" providerId="ADAL" clId="{298CC335-43E8-497A-92EF-F6294183AD0B}" dt="2025-09-15T11:11:43.873" v="686" actId="478"/>
          <ac:picMkLst>
            <pc:docMk/>
            <pc:sldMk cId="1773249319" sldId="536"/>
            <ac:picMk id="3076" creationId="{00000000-0000-0000-0000-000000000000}"/>
          </ac:picMkLst>
        </pc:picChg>
        <pc:picChg chg="del">
          <ac:chgData name="Adam Brown (Astrea Central)" userId="e4577f1c-a0ea-4eef-9851-9bdbe8619e58" providerId="ADAL" clId="{298CC335-43E8-497A-92EF-F6294183AD0B}" dt="2025-09-15T11:11:44.528" v="687" actId="478"/>
          <ac:picMkLst>
            <pc:docMk/>
            <pc:sldMk cId="1773249319" sldId="536"/>
            <ac:picMk id="3078" creationId="{00000000-0000-0000-0000-000000000000}"/>
          </ac:picMkLst>
        </pc:picChg>
      </pc:sldChg>
      <pc:sldChg chg="delSp mod">
        <pc:chgData name="Adam Brown (Astrea Central)" userId="e4577f1c-a0ea-4eef-9851-9bdbe8619e58" providerId="ADAL" clId="{298CC335-43E8-497A-92EF-F6294183AD0B}" dt="2025-09-15T11:17:09.031" v="729" actId="478"/>
        <pc:sldMkLst>
          <pc:docMk/>
          <pc:sldMk cId="354259982" sldId="537"/>
        </pc:sldMkLst>
        <pc:spChg chg="del">
          <ac:chgData name="Adam Brown (Astrea Central)" userId="e4577f1c-a0ea-4eef-9851-9bdbe8619e58" providerId="ADAL" clId="{298CC335-43E8-497A-92EF-F6294183AD0B}" dt="2025-09-15T11:17:04.783" v="726" actId="478"/>
          <ac:spMkLst>
            <pc:docMk/>
            <pc:sldMk cId="354259982" sldId="537"/>
            <ac:spMk id="34" creationId="{A6379EBF-A0EF-7F4C-BA83-0E97759425FD}"/>
          </ac:spMkLst>
        </pc:spChg>
        <pc:spChg chg="del">
          <ac:chgData name="Adam Brown (Astrea Central)" userId="e4577f1c-a0ea-4eef-9851-9bdbe8619e58" providerId="ADAL" clId="{298CC335-43E8-497A-92EF-F6294183AD0B}" dt="2025-09-15T11:17:04.783" v="726" actId="478"/>
          <ac:spMkLst>
            <pc:docMk/>
            <pc:sldMk cId="354259982" sldId="537"/>
            <ac:spMk id="35" creationId="{8974A9D9-24C0-891E-B239-5E5429F4606A}"/>
          </ac:spMkLst>
        </pc:spChg>
        <pc:spChg chg="del">
          <ac:chgData name="Adam Brown (Astrea Central)" userId="e4577f1c-a0ea-4eef-9851-9bdbe8619e58" providerId="ADAL" clId="{298CC335-43E8-497A-92EF-F6294183AD0B}" dt="2025-09-15T11:17:04.783" v="726" actId="478"/>
          <ac:spMkLst>
            <pc:docMk/>
            <pc:sldMk cId="354259982" sldId="537"/>
            <ac:spMk id="41" creationId="{7ED69C28-EEDB-74CE-5C1D-8689A3DA7ED0}"/>
          </ac:spMkLst>
        </pc:spChg>
        <pc:spChg chg="del">
          <ac:chgData name="Adam Brown (Astrea Central)" userId="e4577f1c-a0ea-4eef-9851-9bdbe8619e58" providerId="ADAL" clId="{298CC335-43E8-497A-92EF-F6294183AD0B}" dt="2025-09-15T11:17:06.254" v="727" actId="478"/>
          <ac:spMkLst>
            <pc:docMk/>
            <pc:sldMk cId="354259982" sldId="537"/>
            <ac:spMk id="42" creationId="{6A77DB5A-8B6E-548C-8DC5-4850C0AC5D5C}"/>
          </ac:spMkLst>
        </pc:spChg>
        <pc:spChg chg="del">
          <ac:chgData name="Adam Brown (Astrea Central)" userId="e4577f1c-a0ea-4eef-9851-9bdbe8619e58" providerId="ADAL" clId="{298CC335-43E8-497A-92EF-F6294183AD0B}" dt="2025-09-15T11:17:07.823" v="728" actId="478"/>
          <ac:spMkLst>
            <pc:docMk/>
            <pc:sldMk cId="354259982" sldId="537"/>
            <ac:spMk id="43" creationId="{0C248A14-D92A-838F-258D-6F2977275CD0}"/>
          </ac:spMkLst>
        </pc:spChg>
        <pc:spChg chg="del">
          <ac:chgData name="Adam Brown (Astrea Central)" userId="e4577f1c-a0ea-4eef-9851-9bdbe8619e58" providerId="ADAL" clId="{298CC335-43E8-497A-92EF-F6294183AD0B}" dt="2025-09-15T11:17:09.031" v="729" actId="478"/>
          <ac:spMkLst>
            <pc:docMk/>
            <pc:sldMk cId="354259982" sldId="537"/>
            <ac:spMk id="44" creationId="{01C44EAC-05E2-2A88-79C8-DA8CB33DFD5F}"/>
          </ac:spMkLst>
        </pc:spChg>
      </pc:sldChg>
      <pc:sldChg chg="delSp mod">
        <pc:chgData name="Adam Brown (Astrea Central)" userId="e4577f1c-a0ea-4eef-9851-9bdbe8619e58" providerId="ADAL" clId="{298CC335-43E8-497A-92EF-F6294183AD0B}" dt="2025-09-15T11:17:28.552" v="740" actId="478"/>
        <pc:sldMkLst>
          <pc:docMk/>
          <pc:sldMk cId="1438998916" sldId="538"/>
        </pc:sldMkLst>
        <pc:spChg chg="del">
          <ac:chgData name="Adam Brown (Astrea Central)" userId="e4577f1c-a0ea-4eef-9851-9bdbe8619e58" providerId="ADAL" clId="{298CC335-43E8-497A-92EF-F6294183AD0B}" dt="2025-09-15T11:17:14.217" v="730" actId="478"/>
          <ac:spMkLst>
            <pc:docMk/>
            <pc:sldMk cId="1438998916" sldId="538"/>
            <ac:spMk id="12" creationId="{80CF06D2-9346-7915-B366-B6B525BF8F03}"/>
          </ac:spMkLst>
        </pc:spChg>
        <pc:spChg chg="del">
          <ac:chgData name="Adam Brown (Astrea Central)" userId="e4577f1c-a0ea-4eef-9851-9bdbe8619e58" providerId="ADAL" clId="{298CC335-43E8-497A-92EF-F6294183AD0B}" dt="2025-09-15T11:17:14.217" v="730" actId="478"/>
          <ac:spMkLst>
            <pc:docMk/>
            <pc:sldMk cId="1438998916" sldId="538"/>
            <ac:spMk id="13" creationId="{BEAE36F3-B08B-D583-6DC6-50951562866F}"/>
          </ac:spMkLst>
        </pc:spChg>
        <pc:spChg chg="del">
          <ac:chgData name="Adam Brown (Astrea Central)" userId="e4577f1c-a0ea-4eef-9851-9bdbe8619e58" providerId="ADAL" clId="{298CC335-43E8-497A-92EF-F6294183AD0B}" dt="2025-09-15T11:17:14.217" v="730" actId="478"/>
          <ac:spMkLst>
            <pc:docMk/>
            <pc:sldMk cId="1438998916" sldId="538"/>
            <ac:spMk id="14" creationId="{F11B265D-ED55-A496-8CD9-99F5C00AF8F9}"/>
          </ac:spMkLst>
        </pc:spChg>
        <pc:spChg chg="del">
          <ac:chgData name="Adam Brown (Astrea Central)" userId="e4577f1c-a0ea-4eef-9851-9bdbe8619e58" providerId="ADAL" clId="{298CC335-43E8-497A-92EF-F6294183AD0B}" dt="2025-09-15T11:17:24.503" v="736" actId="478"/>
          <ac:spMkLst>
            <pc:docMk/>
            <pc:sldMk cId="1438998916" sldId="538"/>
            <ac:spMk id="15" creationId="{470927EA-2460-93AB-E30A-EA2B28D5B560}"/>
          </ac:spMkLst>
        </pc:spChg>
        <pc:spChg chg="del">
          <ac:chgData name="Adam Brown (Astrea Central)" userId="e4577f1c-a0ea-4eef-9851-9bdbe8619e58" providerId="ADAL" clId="{298CC335-43E8-497A-92EF-F6294183AD0B}" dt="2025-09-15T11:17:25.472" v="737" actId="478"/>
          <ac:spMkLst>
            <pc:docMk/>
            <pc:sldMk cId="1438998916" sldId="538"/>
            <ac:spMk id="16" creationId="{E9F7FDB0-8DE1-BF2A-7711-544592A11609}"/>
          </ac:spMkLst>
        </pc:spChg>
        <pc:spChg chg="del">
          <ac:chgData name="Adam Brown (Astrea Central)" userId="e4577f1c-a0ea-4eef-9851-9bdbe8619e58" providerId="ADAL" clId="{298CC335-43E8-497A-92EF-F6294183AD0B}" dt="2025-09-15T11:17:26.824" v="738" actId="478"/>
          <ac:spMkLst>
            <pc:docMk/>
            <pc:sldMk cId="1438998916" sldId="538"/>
            <ac:spMk id="67" creationId="{6182E24A-A74F-5DBC-790C-2655B18CB815}"/>
          </ac:spMkLst>
        </pc:spChg>
        <pc:spChg chg="del">
          <ac:chgData name="Adam Brown (Astrea Central)" userId="e4577f1c-a0ea-4eef-9851-9bdbe8619e58" providerId="ADAL" clId="{298CC335-43E8-497A-92EF-F6294183AD0B}" dt="2025-09-15T11:17:27.720" v="739" actId="478"/>
          <ac:spMkLst>
            <pc:docMk/>
            <pc:sldMk cId="1438998916" sldId="538"/>
            <ac:spMk id="68" creationId="{0735EEDA-56DE-1BCD-5F9E-A8F17DC3A3DA}"/>
          </ac:spMkLst>
        </pc:spChg>
        <pc:spChg chg="del">
          <ac:chgData name="Adam Brown (Astrea Central)" userId="e4577f1c-a0ea-4eef-9851-9bdbe8619e58" providerId="ADAL" clId="{298CC335-43E8-497A-92EF-F6294183AD0B}" dt="2025-09-15T11:17:28.552" v="740" actId="478"/>
          <ac:spMkLst>
            <pc:docMk/>
            <pc:sldMk cId="1438998916" sldId="538"/>
            <ac:spMk id="69" creationId="{B5A643BB-EE46-EAF6-C6B4-F4A0CDAC73C7}"/>
          </ac:spMkLst>
        </pc:spChg>
        <pc:spChg chg="del">
          <ac:chgData name="Adam Brown (Astrea Central)" userId="e4577f1c-a0ea-4eef-9851-9bdbe8619e58" providerId="ADAL" clId="{298CC335-43E8-497A-92EF-F6294183AD0B}" dt="2025-09-15T11:17:22.879" v="735" actId="478"/>
          <ac:spMkLst>
            <pc:docMk/>
            <pc:sldMk cId="1438998916" sldId="538"/>
            <ac:spMk id="70" creationId="{9C171EF5-8001-4945-761B-1C0981567F8A}"/>
          </ac:spMkLst>
        </pc:spChg>
        <pc:spChg chg="del">
          <ac:chgData name="Adam Brown (Astrea Central)" userId="e4577f1c-a0ea-4eef-9851-9bdbe8619e58" providerId="ADAL" clId="{298CC335-43E8-497A-92EF-F6294183AD0B}" dt="2025-09-15T11:17:21.879" v="734" actId="478"/>
          <ac:spMkLst>
            <pc:docMk/>
            <pc:sldMk cId="1438998916" sldId="538"/>
            <ac:spMk id="71" creationId="{09B5BBD6-53E5-7415-E496-0EB19C772690}"/>
          </ac:spMkLst>
        </pc:spChg>
        <pc:spChg chg="del">
          <ac:chgData name="Adam Brown (Astrea Central)" userId="e4577f1c-a0ea-4eef-9851-9bdbe8619e58" providerId="ADAL" clId="{298CC335-43E8-497A-92EF-F6294183AD0B}" dt="2025-09-15T11:17:20.643" v="733" actId="478"/>
          <ac:spMkLst>
            <pc:docMk/>
            <pc:sldMk cId="1438998916" sldId="538"/>
            <ac:spMk id="72" creationId="{9C3E97CA-2996-64D1-08D1-9B84B7FB504C}"/>
          </ac:spMkLst>
        </pc:spChg>
        <pc:spChg chg="del">
          <ac:chgData name="Adam Brown (Astrea Central)" userId="e4577f1c-a0ea-4eef-9851-9bdbe8619e58" providerId="ADAL" clId="{298CC335-43E8-497A-92EF-F6294183AD0B}" dt="2025-09-15T11:17:19.576" v="732" actId="478"/>
          <ac:spMkLst>
            <pc:docMk/>
            <pc:sldMk cId="1438998916" sldId="538"/>
            <ac:spMk id="88" creationId="{612B6CEB-6A59-60A3-AB2D-2CDAF4F39BA2}"/>
          </ac:spMkLst>
        </pc:spChg>
        <pc:spChg chg="del">
          <ac:chgData name="Adam Brown (Astrea Central)" userId="e4577f1c-a0ea-4eef-9851-9bdbe8619e58" providerId="ADAL" clId="{298CC335-43E8-497A-92EF-F6294183AD0B}" dt="2025-09-15T11:17:18.359" v="731" actId="478"/>
          <ac:spMkLst>
            <pc:docMk/>
            <pc:sldMk cId="1438998916" sldId="538"/>
            <ac:spMk id="89" creationId="{F155B66A-EF0C-1C32-E200-DFCB18D17C60}"/>
          </ac:spMkLst>
        </pc:spChg>
      </pc:sldChg>
      <pc:sldChg chg="delSp mod">
        <pc:chgData name="Adam Brown (Astrea Central)" userId="e4577f1c-a0ea-4eef-9851-9bdbe8619e58" providerId="ADAL" clId="{298CC335-43E8-497A-92EF-F6294183AD0B}" dt="2025-09-15T11:16:05.400" v="699" actId="478"/>
        <pc:sldMkLst>
          <pc:docMk/>
          <pc:sldMk cId="2485489797" sldId="557"/>
        </pc:sldMkLst>
        <pc:spChg chg="del">
          <ac:chgData name="Adam Brown (Astrea Central)" userId="e4577f1c-a0ea-4eef-9851-9bdbe8619e58" providerId="ADAL" clId="{298CC335-43E8-497A-92EF-F6294183AD0B}" dt="2025-09-15T11:15:58.839" v="698" actId="478"/>
          <ac:spMkLst>
            <pc:docMk/>
            <pc:sldMk cId="2485489797" sldId="557"/>
            <ac:spMk id="5" creationId="{D8F499C5-20C7-7403-9A50-0629CF3E9128}"/>
          </ac:spMkLst>
        </pc:spChg>
        <pc:spChg chg="del">
          <ac:chgData name="Adam Brown (Astrea Central)" userId="e4577f1c-a0ea-4eef-9851-9bdbe8619e58" providerId="ADAL" clId="{298CC335-43E8-497A-92EF-F6294183AD0B}" dt="2025-09-15T11:15:58.839" v="698" actId="478"/>
          <ac:spMkLst>
            <pc:docMk/>
            <pc:sldMk cId="2485489797" sldId="557"/>
            <ac:spMk id="6" creationId="{648788C4-8FA8-2179-4762-0046208E5E21}"/>
          </ac:spMkLst>
        </pc:spChg>
        <pc:spChg chg="del">
          <ac:chgData name="Adam Brown (Astrea Central)" userId="e4577f1c-a0ea-4eef-9851-9bdbe8619e58" providerId="ADAL" clId="{298CC335-43E8-497A-92EF-F6294183AD0B}" dt="2025-09-15T11:15:58.839" v="698" actId="478"/>
          <ac:spMkLst>
            <pc:docMk/>
            <pc:sldMk cId="2485489797" sldId="557"/>
            <ac:spMk id="7" creationId="{B59C46C6-1105-5F24-055B-2EDAF91232E1}"/>
          </ac:spMkLst>
        </pc:spChg>
        <pc:spChg chg="del">
          <ac:chgData name="Adam Brown (Astrea Central)" userId="e4577f1c-a0ea-4eef-9851-9bdbe8619e58" providerId="ADAL" clId="{298CC335-43E8-497A-92EF-F6294183AD0B}" dt="2025-09-15T11:16:05.400" v="699" actId="478"/>
          <ac:spMkLst>
            <pc:docMk/>
            <pc:sldMk cId="2485489797" sldId="557"/>
            <ac:spMk id="8" creationId="{21BC050B-8E87-B34D-C611-2FEC19000323}"/>
          </ac:spMkLst>
        </pc:spChg>
        <pc:spChg chg="del">
          <ac:chgData name="Adam Brown (Astrea Central)" userId="e4577f1c-a0ea-4eef-9851-9bdbe8619e58" providerId="ADAL" clId="{298CC335-43E8-497A-92EF-F6294183AD0B}" dt="2025-09-15T11:16:05.400" v="699" actId="478"/>
          <ac:spMkLst>
            <pc:docMk/>
            <pc:sldMk cId="2485489797" sldId="557"/>
            <ac:spMk id="9" creationId="{4FA40CA3-7AF7-8CB1-E42A-D36F31561214}"/>
          </ac:spMkLst>
        </pc:spChg>
        <pc:spChg chg="del">
          <ac:chgData name="Adam Brown (Astrea Central)" userId="e4577f1c-a0ea-4eef-9851-9bdbe8619e58" providerId="ADAL" clId="{298CC335-43E8-497A-92EF-F6294183AD0B}" dt="2025-09-15T11:16:05.400" v="699" actId="478"/>
          <ac:spMkLst>
            <pc:docMk/>
            <pc:sldMk cId="2485489797" sldId="557"/>
            <ac:spMk id="10" creationId="{F96E6629-FF9B-133B-76E6-493181242B66}"/>
          </ac:spMkLst>
        </pc:spChg>
        <pc:spChg chg="del">
          <ac:chgData name="Adam Brown (Astrea Central)" userId="e4577f1c-a0ea-4eef-9851-9bdbe8619e58" providerId="ADAL" clId="{298CC335-43E8-497A-92EF-F6294183AD0B}" dt="2025-09-15T11:16:05.400" v="699" actId="478"/>
          <ac:spMkLst>
            <pc:docMk/>
            <pc:sldMk cId="2485489797" sldId="557"/>
            <ac:spMk id="11" creationId="{8DFB75BA-09DC-5684-7F26-E786108020D6}"/>
          </ac:spMkLst>
        </pc:spChg>
        <pc:spChg chg="del">
          <ac:chgData name="Adam Brown (Astrea Central)" userId="e4577f1c-a0ea-4eef-9851-9bdbe8619e58" providerId="ADAL" clId="{298CC335-43E8-497A-92EF-F6294183AD0B}" dt="2025-09-15T11:16:05.400" v="699" actId="478"/>
          <ac:spMkLst>
            <pc:docMk/>
            <pc:sldMk cId="2485489797" sldId="557"/>
            <ac:spMk id="12" creationId="{461F8ECC-CFED-6C89-649C-68710260EF2C}"/>
          </ac:spMkLst>
        </pc:spChg>
        <pc:spChg chg="del">
          <ac:chgData name="Adam Brown (Astrea Central)" userId="e4577f1c-a0ea-4eef-9851-9bdbe8619e58" providerId="ADAL" clId="{298CC335-43E8-497A-92EF-F6294183AD0B}" dt="2025-09-15T11:16:05.400" v="699" actId="478"/>
          <ac:spMkLst>
            <pc:docMk/>
            <pc:sldMk cId="2485489797" sldId="557"/>
            <ac:spMk id="14" creationId="{EF3671A1-2943-48B2-C8A0-2F0A25BD29D2}"/>
          </ac:spMkLst>
        </pc:spChg>
        <pc:spChg chg="del">
          <ac:chgData name="Adam Brown (Astrea Central)" userId="e4577f1c-a0ea-4eef-9851-9bdbe8619e58" providerId="ADAL" clId="{298CC335-43E8-497A-92EF-F6294183AD0B}" dt="2025-09-15T11:16:05.400" v="699" actId="478"/>
          <ac:spMkLst>
            <pc:docMk/>
            <pc:sldMk cId="2485489797" sldId="557"/>
            <ac:spMk id="15" creationId="{F45AC28A-F3E6-7881-5C16-8FBE218DDFD2}"/>
          </ac:spMkLst>
        </pc:spChg>
        <pc:spChg chg="del">
          <ac:chgData name="Adam Brown (Astrea Central)" userId="e4577f1c-a0ea-4eef-9851-9bdbe8619e58" providerId="ADAL" clId="{298CC335-43E8-497A-92EF-F6294183AD0B}" dt="2025-09-15T11:16:05.400" v="699" actId="478"/>
          <ac:spMkLst>
            <pc:docMk/>
            <pc:sldMk cId="2485489797" sldId="557"/>
            <ac:spMk id="16" creationId="{1280A5F6-ED38-BB6F-3512-3C59652E1192}"/>
          </ac:spMkLst>
        </pc:spChg>
        <pc:spChg chg="del">
          <ac:chgData name="Adam Brown (Astrea Central)" userId="e4577f1c-a0ea-4eef-9851-9bdbe8619e58" providerId="ADAL" clId="{298CC335-43E8-497A-92EF-F6294183AD0B}" dt="2025-09-15T11:16:05.400" v="699" actId="478"/>
          <ac:spMkLst>
            <pc:docMk/>
            <pc:sldMk cId="2485489797" sldId="557"/>
            <ac:spMk id="17" creationId="{0FD6D10D-2AC9-6958-E84D-E5EE40B2D9C7}"/>
          </ac:spMkLst>
        </pc:spChg>
        <pc:spChg chg="del">
          <ac:chgData name="Adam Brown (Astrea Central)" userId="e4577f1c-a0ea-4eef-9851-9bdbe8619e58" providerId="ADAL" clId="{298CC335-43E8-497A-92EF-F6294183AD0B}" dt="2025-09-15T11:16:05.400" v="699" actId="478"/>
          <ac:spMkLst>
            <pc:docMk/>
            <pc:sldMk cId="2485489797" sldId="557"/>
            <ac:spMk id="18" creationId="{123A12C3-1127-2D4B-A68B-D7BDFABBD4B5}"/>
          </ac:spMkLst>
        </pc:spChg>
      </pc:sldChg>
      <pc:sldChg chg="modSp mod">
        <pc:chgData name="Adam Brown (Astrea Central)" userId="e4577f1c-a0ea-4eef-9851-9bdbe8619e58" providerId="ADAL" clId="{298CC335-43E8-497A-92EF-F6294183AD0B}" dt="2025-09-15T11:16:37.328" v="713" actId="20577"/>
        <pc:sldMkLst>
          <pc:docMk/>
          <pc:sldMk cId="1525563781" sldId="560"/>
        </pc:sldMkLst>
        <pc:graphicFrameChg chg="modGraphic">
          <ac:chgData name="Adam Brown (Astrea Central)" userId="e4577f1c-a0ea-4eef-9851-9bdbe8619e58" providerId="ADAL" clId="{298CC335-43E8-497A-92EF-F6294183AD0B}" dt="2025-09-15T11:16:37.328" v="713" actId="20577"/>
          <ac:graphicFrameMkLst>
            <pc:docMk/>
            <pc:sldMk cId="1525563781" sldId="560"/>
            <ac:graphicFrameMk id="5" creationId="{8695FC87-8B73-6177-904E-AD747537D19E}"/>
          </ac:graphicFrameMkLst>
        </pc:graphicFrameChg>
      </pc:sldChg>
      <pc:sldChg chg="modSp mod">
        <pc:chgData name="Adam Brown (Astrea Central)" userId="e4577f1c-a0ea-4eef-9851-9bdbe8619e58" providerId="ADAL" clId="{298CC335-43E8-497A-92EF-F6294183AD0B}" dt="2025-09-15T11:21:34.185" v="828" actId="6549"/>
        <pc:sldMkLst>
          <pc:docMk/>
          <pc:sldMk cId="1903988073" sldId="565"/>
        </pc:sldMkLst>
        <pc:graphicFrameChg chg="mod">
          <ac:chgData name="Adam Brown (Astrea Central)" userId="e4577f1c-a0ea-4eef-9851-9bdbe8619e58" providerId="ADAL" clId="{298CC335-43E8-497A-92EF-F6294183AD0B}" dt="2025-09-15T11:21:29.293" v="826" actId="6549"/>
          <ac:graphicFrameMkLst>
            <pc:docMk/>
            <pc:sldMk cId="1903988073" sldId="565"/>
            <ac:graphicFrameMk id="6" creationId="{B4D21763-55DF-D4A2-7C40-26108D566CC7}"/>
          </ac:graphicFrameMkLst>
        </pc:graphicFrameChg>
        <pc:graphicFrameChg chg="mod modGraphic">
          <ac:chgData name="Adam Brown (Astrea Central)" userId="e4577f1c-a0ea-4eef-9851-9bdbe8619e58" providerId="ADAL" clId="{298CC335-43E8-497A-92EF-F6294183AD0B}" dt="2025-09-15T11:21:25.233" v="824" actId="6549"/>
          <ac:graphicFrameMkLst>
            <pc:docMk/>
            <pc:sldMk cId="1903988073" sldId="565"/>
            <ac:graphicFrameMk id="17" creationId="{61290521-D4B9-EA9F-401E-7ABADFC6CDA7}"/>
          </ac:graphicFrameMkLst>
        </pc:graphicFrameChg>
        <pc:graphicFrameChg chg="mod">
          <ac:chgData name="Adam Brown (Astrea Central)" userId="e4577f1c-a0ea-4eef-9851-9bdbe8619e58" providerId="ADAL" clId="{298CC335-43E8-497A-92EF-F6294183AD0B}" dt="2025-09-15T11:21:31.498" v="827" actId="6549"/>
          <ac:graphicFrameMkLst>
            <pc:docMk/>
            <pc:sldMk cId="1903988073" sldId="565"/>
            <ac:graphicFrameMk id="23" creationId="{5CDAE183-46B4-FE29-0938-4DA653991ADC}"/>
          </ac:graphicFrameMkLst>
        </pc:graphicFrameChg>
        <pc:graphicFrameChg chg="mod">
          <ac:chgData name="Adam Brown (Astrea Central)" userId="e4577f1c-a0ea-4eef-9851-9bdbe8619e58" providerId="ADAL" clId="{298CC335-43E8-497A-92EF-F6294183AD0B}" dt="2025-09-15T11:21:34.185" v="828" actId="6549"/>
          <ac:graphicFrameMkLst>
            <pc:docMk/>
            <pc:sldMk cId="1903988073" sldId="565"/>
            <ac:graphicFrameMk id="24" creationId="{21CD8461-0A22-B7D9-204A-015DC9B95B76}"/>
          </ac:graphicFrameMkLst>
        </pc:graphicFrameChg>
      </pc:sldChg>
      <pc:sldChg chg="addSp delSp modSp mod">
        <pc:chgData name="Adam Brown (Astrea Central)" userId="e4577f1c-a0ea-4eef-9851-9bdbe8619e58" providerId="ADAL" clId="{298CC335-43E8-497A-92EF-F6294183AD0B}" dt="2025-09-15T11:22:15.767" v="858" actId="478"/>
        <pc:sldMkLst>
          <pc:docMk/>
          <pc:sldMk cId="76818099" sldId="603"/>
        </pc:sldMkLst>
        <pc:spChg chg="add del mod">
          <ac:chgData name="Adam Brown (Astrea Central)" userId="e4577f1c-a0ea-4eef-9851-9bdbe8619e58" providerId="ADAL" clId="{298CC335-43E8-497A-92EF-F6294183AD0B}" dt="2025-09-15T11:21:57.738" v="836" actId="20577"/>
          <ac:spMkLst>
            <pc:docMk/>
            <pc:sldMk cId="76818099" sldId="603"/>
            <ac:spMk id="26" creationId="{2AD9C723-1240-13FB-625D-41091291D7DF}"/>
          </ac:spMkLst>
        </pc:spChg>
        <pc:spChg chg="mod">
          <ac:chgData name="Adam Brown (Astrea Central)" userId="e4577f1c-a0ea-4eef-9851-9bdbe8619e58" providerId="ADAL" clId="{298CC335-43E8-497A-92EF-F6294183AD0B}" dt="2025-09-15T11:21:58.960" v="838" actId="20577"/>
          <ac:spMkLst>
            <pc:docMk/>
            <pc:sldMk cId="76818099" sldId="603"/>
            <ac:spMk id="27" creationId="{9119C387-FC08-E7BF-CC7F-7D253591CAD7}"/>
          </ac:spMkLst>
        </pc:spChg>
        <pc:spChg chg="mod">
          <ac:chgData name="Adam Brown (Astrea Central)" userId="e4577f1c-a0ea-4eef-9851-9bdbe8619e58" providerId="ADAL" clId="{298CC335-43E8-497A-92EF-F6294183AD0B}" dt="2025-09-15T11:22:00.402" v="841" actId="20577"/>
          <ac:spMkLst>
            <pc:docMk/>
            <pc:sldMk cId="76818099" sldId="603"/>
            <ac:spMk id="28" creationId="{9E2442A3-5F1B-EE92-47AD-C5C3D2FAB09F}"/>
          </ac:spMkLst>
        </pc:spChg>
        <pc:spChg chg="mod">
          <ac:chgData name="Adam Brown (Astrea Central)" userId="e4577f1c-a0ea-4eef-9851-9bdbe8619e58" providerId="ADAL" clId="{298CC335-43E8-497A-92EF-F6294183AD0B}" dt="2025-09-15T11:22:02.009" v="843" actId="20577"/>
          <ac:spMkLst>
            <pc:docMk/>
            <pc:sldMk cId="76818099" sldId="603"/>
            <ac:spMk id="29" creationId="{F5E3CBF1-F726-DB0B-A431-DC013001AAC6}"/>
          </ac:spMkLst>
        </pc:spChg>
        <pc:spChg chg="mod">
          <ac:chgData name="Adam Brown (Astrea Central)" userId="e4577f1c-a0ea-4eef-9851-9bdbe8619e58" providerId="ADAL" clId="{298CC335-43E8-497A-92EF-F6294183AD0B}" dt="2025-09-15T11:22:09.311" v="855" actId="20577"/>
          <ac:spMkLst>
            <pc:docMk/>
            <pc:sldMk cId="76818099" sldId="603"/>
            <ac:spMk id="30" creationId="{73794A2B-8046-342E-EB19-60FAF2C53F7F}"/>
          </ac:spMkLst>
        </pc:spChg>
        <pc:spChg chg="mod">
          <ac:chgData name="Adam Brown (Astrea Central)" userId="e4577f1c-a0ea-4eef-9851-9bdbe8619e58" providerId="ADAL" clId="{298CC335-43E8-497A-92EF-F6294183AD0B}" dt="2025-09-15T11:22:07.199" v="853" actId="20577"/>
          <ac:spMkLst>
            <pc:docMk/>
            <pc:sldMk cId="76818099" sldId="603"/>
            <ac:spMk id="31" creationId="{00744D1B-D6FC-BDE9-692E-F20ABED8E328}"/>
          </ac:spMkLst>
        </pc:spChg>
        <pc:spChg chg="mod">
          <ac:chgData name="Adam Brown (Astrea Central)" userId="e4577f1c-a0ea-4eef-9851-9bdbe8619e58" providerId="ADAL" clId="{298CC335-43E8-497A-92EF-F6294183AD0B}" dt="2025-09-15T11:22:06.054" v="850" actId="20577"/>
          <ac:spMkLst>
            <pc:docMk/>
            <pc:sldMk cId="76818099" sldId="603"/>
            <ac:spMk id="32" creationId="{8F546FD3-5A2B-7340-11CB-EFF31C4C03D9}"/>
          </ac:spMkLst>
        </pc:spChg>
        <pc:spChg chg="mod">
          <ac:chgData name="Adam Brown (Astrea Central)" userId="e4577f1c-a0ea-4eef-9851-9bdbe8619e58" providerId="ADAL" clId="{298CC335-43E8-497A-92EF-F6294183AD0B}" dt="2025-09-15T11:22:03.752" v="847" actId="20577"/>
          <ac:spMkLst>
            <pc:docMk/>
            <pc:sldMk cId="76818099" sldId="603"/>
            <ac:spMk id="33" creationId="{685CA4BF-1885-7324-5010-7675AF052815}"/>
          </ac:spMkLst>
        </pc:spChg>
        <pc:spChg chg="del">
          <ac:chgData name="Adam Brown (Astrea Central)" userId="e4577f1c-a0ea-4eef-9851-9bdbe8619e58" providerId="ADAL" clId="{298CC335-43E8-497A-92EF-F6294183AD0B}" dt="2025-09-15T11:22:11.585" v="856" actId="478"/>
          <ac:spMkLst>
            <pc:docMk/>
            <pc:sldMk cId="76818099" sldId="603"/>
            <ac:spMk id="54" creationId="{B1BC490E-EAFD-CDE2-04D0-752D7A07A754}"/>
          </ac:spMkLst>
        </pc:spChg>
        <pc:spChg chg="del">
          <ac:chgData name="Adam Brown (Astrea Central)" userId="e4577f1c-a0ea-4eef-9851-9bdbe8619e58" providerId="ADAL" clId="{298CC335-43E8-497A-92EF-F6294183AD0B}" dt="2025-09-15T11:22:13.232" v="857" actId="478"/>
          <ac:spMkLst>
            <pc:docMk/>
            <pc:sldMk cId="76818099" sldId="603"/>
            <ac:spMk id="55" creationId="{08065AA6-AD24-4299-4146-BC90EE4DE320}"/>
          </ac:spMkLst>
        </pc:spChg>
        <pc:spChg chg="del">
          <ac:chgData name="Adam Brown (Astrea Central)" userId="e4577f1c-a0ea-4eef-9851-9bdbe8619e58" providerId="ADAL" clId="{298CC335-43E8-497A-92EF-F6294183AD0B}" dt="2025-09-15T11:22:15.767" v="858" actId="478"/>
          <ac:spMkLst>
            <pc:docMk/>
            <pc:sldMk cId="76818099" sldId="603"/>
            <ac:spMk id="56" creationId="{26431A69-D64F-EA3D-C770-A9BC0290FC5B}"/>
          </ac:spMkLst>
        </pc:spChg>
        <pc:graphicFrameChg chg="modGraphic">
          <ac:chgData name="Adam Brown (Astrea Central)" userId="e4577f1c-a0ea-4eef-9851-9bdbe8619e58" providerId="ADAL" clId="{298CC335-43E8-497A-92EF-F6294183AD0B}" dt="2025-09-15T11:21:39.174" v="829" actId="6549"/>
          <ac:graphicFrameMkLst>
            <pc:docMk/>
            <pc:sldMk cId="76818099" sldId="603"/>
            <ac:graphicFrameMk id="5" creationId="{A6FA9233-D427-6566-F6FF-FDC666638A22}"/>
          </ac:graphicFrameMkLst>
        </pc:graphicFrameChg>
      </pc:sldChg>
      <pc:sldChg chg="modSp mod">
        <pc:chgData name="Adam Brown (Astrea Central)" userId="e4577f1c-a0ea-4eef-9851-9bdbe8619e58" providerId="ADAL" clId="{298CC335-43E8-497A-92EF-F6294183AD0B}" dt="2025-09-15T10:49:24.543" v="619" actId="20577"/>
        <pc:sldMkLst>
          <pc:docMk/>
          <pc:sldMk cId="1617582283" sldId="604"/>
        </pc:sldMkLst>
        <pc:graphicFrameChg chg="mod modGraphic">
          <ac:chgData name="Adam Brown (Astrea Central)" userId="e4577f1c-a0ea-4eef-9851-9bdbe8619e58" providerId="ADAL" clId="{298CC335-43E8-497A-92EF-F6294183AD0B}" dt="2025-09-15T10:49:24.543" v="619" actId="20577"/>
          <ac:graphicFrameMkLst>
            <pc:docMk/>
            <pc:sldMk cId="1617582283" sldId="604"/>
            <ac:graphicFrameMk id="3" creationId="{00000000-0000-0000-0000-000000000000}"/>
          </ac:graphicFrameMkLst>
        </pc:graphicFrameChg>
      </pc:sldChg>
      <pc:sldChg chg="modSp mod">
        <pc:chgData name="Adam Brown (Astrea Central)" userId="e4577f1c-a0ea-4eef-9851-9bdbe8619e58" providerId="ADAL" clId="{298CC335-43E8-497A-92EF-F6294183AD0B}" dt="2025-09-15T11:31:05.576" v="1380" actId="20577"/>
        <pc:sldMkLst>
          <pc:docMk/>
          <pc:sldMk cId="1257912426" sldId="605"/>
        </pc:sldMkLst>
        <pc:graphicFrameChg chg="mod modGraphic">
          <ac:chgData name="Adam Brown (Astrea Central)" userId="e4577f1c-a0ea-4eef-9851-9bdbe8619e58" providerId="ADAL" clId="{298CC335-43E8-497A-92EF-F6294183AD0B}" dt="2025-09-15T11:31:05.576" v="1380" actId="20577"/>
          <ac:graphicFrameMkLst>
            <pc:docMk/>
            <pc:sldMk cId="1257912426" sldId="605"/>
            <ac:graphicFrameMk id="13" creationId="{00000000-0000-0000-0000-000000000000}"/>
          </ac:graphicFrameMkLst>
        </pc:graphicFrameChg>
      </pc:sldChg>
      <pc:sldChg chg="delSp modSp mod">
        <pc:chgData name="Adam Brown (Astrea Central)" userId="e4577f1c-a0ea-4eef-9851-9bdbe8619e58" providerId="ADAL" clId="{298CC335-43E8-497A-92EF-F6294183AD0B}" dt="2025-09-15T11:22:53.890" v="872"/>
        <pc:sldMkLst>
          <pc:docMk/>
          <pc:sldMk cId="1849326464" sldId="607"/>
        </pc:sldMkLst>
        <pc:spChg chg="del">
          <ac:chgData name="Adam Brown (Astrea Central)" userId="e4577f1c-a0ea-4eef-9851-9bdbe8619e58" providerId="ADAL" clId="{298CC335-43E8-497A-92EF-F6294183AD0B}" dt="2025-09-15T11:22:40.361" v="865" actId="478"/>
          <ac:spMkLst>
            <pc:docMk/>
            <pc:sldMk cId="1849326464" sldId="607"/>
            <ac:spMk id="6" creationId="{B23F47AE-1826-4234-8EED-EB83F1462477}"/>
          </ac:spMkLst>
        </pc:spChg>
        <pc:spChg chg="del">
          <ac:chgData name="Adam Brown (Astrea Central)" userId="e4577f1c-a0ea-4eef-9851-9bdbe8619e58" providerId="ADAL" clId="{298CC335-43E8-497A-92EF-F6294183AD0B}" dt="2025-09-15T11:22:42.167" v="866" actId="478"/>
          <ac:spMkLst>
            <pc:docMk/>
            <pc:sldMk cId="1849326464" sldId="607"/>
            <ac:spMk id="7" creationId="{F852B33E-88B1-B189-3AB0-CD107DC624A2}"/>
          </ac:spMkLst>
        </pc:spChg>
        <pc:spChg chg="del">
          <ac:chgData name="Adam Brown (Astrea Central)" userId="e4577f1c-a0ea-4eef-9851-9bdbe8619e58" providerId="ADAL" clId="{298CC335-43E8-497A-92EF-F6294183AD0B}" dt="2025-09-15T11:22:45.080" v="867" actId="478"/>
          <ac:spMkLst>
            <pc:docMk/>
            <pc:sldMk cId="1849326464" sldId="607"/>
            <ac:spMk id="8" creationId="{BA382209-4113-EB2F-2E41-D3F8D408C06A}"/>
          </ac:spMkLst>
        </pc:spChg>
        <pc:spChg chg="del">
          <ac:chgData name="Adam Brown (Astrea Central)" userId="e4577f1c-a0ea-4eef-9851-9bdbe8619e58" providerId="ADAL" clId="{298CC335-43E8-497A-92EF-F6294183AD0B}" dt="2025-09-15T11:22:50.599" v="869" actId="478"/>
          <ac:spMkLst>
            <pc:docMk/>
            <pc:sldMk cId="1849326464" sldId="607"/>
            <ac:spMk id="10" creationId="{9AAE4243-4765-6986-D485-7E003C7A09F8}"/>
          </ac:spMkLst>
        </pc:spChg>
        <pc:spChg chg="del mod">
          <ac:chgData name="Adam Brown (Astrea Central)" userId="e4577f1c-a0ea-4eef-9851-9bdbe8619e58" providerId="ADAL" clId="{298CC335-43E8-497A-92EF-F6294183AD0B}" dt="2025-09-15T11:22:53.890" v="872"/>
          <ac:spMkLst>
            <pc:docMk/>
            <pc:sldMk cId="1849326464" sldId="607"/>
            <ac:spMk id="11" creationId="{C9AF9311-C03B-8EC0-8660-18116029F4F2}"/>
          </ac:spMkLst>
        </pc:spChg>
        <pc:spChg chg="del">
          <ac:chgData name="Adam Brown (Astrea Central)" userId="e4577f1c-a0ea-4eef-9851-9bdbe8619e58" providerId="ADAL" clId="{298CC335-43E8-497A-92EF-F6294183AD0B}" dt="2025-09-15T11:22:47.543" v="868" actId="478"/>
          <ac:spMkLst>
            <pc:docMk/>
            <pc:sldMk cId="1849326464" sldId="607"/>
            <ac:spMk id="12" creationId="{F26C223A-A4E7-EEF1-D9E4-1AB84002A90A}"/>
          </ac:spMkLst>
        </pc:spChg>
        <pc:graphicFrameChg chg="modGraphic">
          <ac:chgData name="Adam Brown (Astrea Central)" userId="e4577f1c-a0ea-4eef-9851-9bdbe8619e58" providerId="ADAL" clId="{298CC335-43E8-497A-92EF-F6294183AD0B}" dt="2025-09-15T11:22:37.771" v="864" actId="6549"/>
          <ac:graphicFrameMkLst>
            <pc:docMk/>
            <pc:sldMk cId="1849326464" sldId="607"/>
            <ac:graphicFrameMk id="22" creationId="{328080A1-4AD8-DD92-912B-5E906DC23343}"/>
          </ac:graphicFrameMkLst>
        </pc:graphicFrameChg>
      </pc:sldChg>
      <pc:sldChg chg="delSp modSp mod">
        <pc:chgData name="Adam Brown (Astrea Central)" userId="e4577f1c-a0ea-4eef-9851-9bdbe8619e58" providerId="ADAL" clId="{298CC335-43E8-497A-92EF-F6294183AD0B}" dt="2025-09-15T11:23:46.271" v="898" actId="478"/>
        <pc:sldMkLst>
          <pc:docMk/>
          <pc:sldMk cId="2486596901" sldId="611"/>
        </pc:sldMkLst>
        <pc:spChg chg="del">
          <ac:chgData name="Adam Brown (Astrea Central)" userId="e4577f1c-a0ea-4eef-9851-9bdbe8619e58" providerId="ADAL" clId="{298CC335-43E8-497A-92EF-F6294183AD0B}" dt="2025-09-15T11:23:23.943" v="878" actId="478"/>
          <ac:spMkLst>
            <pc:docMk/>
            <pc:sldMk cId="2486596901" sldId="611"/>
            <ac:spMk id="2" creationId="{1F2497A3-9423-5D39-7625-C94AC66DC2D2}"/>
          </ac:spMkLst>
        </pc:spChg>
        <pc:spChg chg="del">
          <ac:chgData name="Adam Brown (Astrea Central)" userId="e4577f1c-a0ea-4eef-9851-9bdbe8619e58" providerId="ADAL" clId="{298CC335-43E8-497A-92EF-F6294183AD0B}" dt="2025-09-15T11:23:25.342" v="879" actId="478"/>
          <ac:spMkLst>
            <pc:docMk/>
            <pc:sldMk cId="2486596901" sldId="611"/>
            <ac:spMk id="3" creationId="{22D0C48F-8868-3586-CB19-E6B774F99DB1}"/>
          </ac:spMkLst>
        </pc:spChg>
        <pc:spChg chg="del">
          <ac:chgData name="Adam Brown (Astrea Central)" userId="e4577f1c-a0ea-4eef-9851-9bdbe8619e58" providerId="ADAL" clId="{298CC335-43E8-497A-92EF-F6294183AD0B}" dt="2025-09-15T11:23:37.894" v="895" actId="478"/>
          <ac:spMkLst>
            <pc:docMk/>
            <pc:sldMk cId="2486596901" sldId="611"/>
            <ac:spMk id="5" creationId="{B6D59326-FFC2-F1C8-BD75-91C228103972}"/>
          </ac:spMkLst>
        </pc:spChg>
        <pc:spChg chg="del">
          <ac:chgData name="Adam Brown (Astrea Central)" userId="e4577f1c-a0ea-4eef-9851-9bdbe8619e58" providerId="ADAL" clId="{298CC335-43E8-497A-92EF-F6294183AD0B}" dt="2025-09-15T11:23:39.554" v="896" actId="478"/>
          <ac:spMkLst>
            <pc:docMk/>
            <pc:sldMk cId="2486596901" sldId="611"/>
            <ac:spMk id="6" creationId="{DC32C16C-984B-A020-E4B8-AD05453263CC}"/>
          </ac:spMkLst>
        </pc:spChg>
        <pc:spChg chg="del">
          <ac:chgData name="Adam Brown (Astrea Central)" userId="e4577f1c-a0ea-4eef-9851-9bdbe8619e58" providerId="ADAL" clId="{298CC335-43E8-497A-92EF-F6294183AD0B}" dt="2025-09-15T11:23:41.263" v="897" actId="478"/>
          <ac:spMkLst>
            <pc:docMk/>
            <pc:sldMk cId="2486596901" sldId="611"/>
            <ac:spMk id="7" creationId="{83B43AE7-2603-F47F-6168-F857EDB9DC94}"/>
          </ac:spMkLst>
        </pc:spChg>
        <pc:spChg chg="del">
          <ac:chgData name="Adam Brown (Astrea Central)" userId="e4577f1c-a0ea-4eef-9851-9bdbe8619e58" providerId="ADAL" clId="{298CC335-43E8-497A-92EF-F6294183AD0B}" dt="2025-09-15T11:23:46.271" v="898" actId="478"/>
          <ac:spMkLst>
            <pc:docMk/>
            <pc:sldMk cId="2486596901" sldId="611"/>
            <ac:spMk id="8" creationId="{997DBC7F-E3D8-43AA-DB49-98F067FD8257}"/>
          </ac:spMkLst>
        </pc:spChg>
        <pc:graphicFrameChg chg="mod">
          <ac:chgData name="Adam Brown (Astrea Central)" userId="e4577f1c-a0ea-4eef-9851-9bdbe8619e58" providerId="ADAL" clId="{298CC335-43E8-497A-92EF-F6294183AD0B}" dt="2025-09-15T11:23:35.613" v="894" actId="20577"/>
          <ac:graphicFrameMkLst>
            <pc:docMk/>
            <pc:sldMk cId="2486596901" sldId="611"/>
            <ac:graphicFrameMk id="51" creationId="{9FE1B132-7A82-C919-25BF-A1C394D090A3}"/>
          </ac:graphicFrameMkLst>
        </pc:graphicFrameChg>
      </pc:sldChg>
      <pc:sldChg chg="delSp modSp mod">
        <pc:chgData name="Adam Brown (Astrea Central)" userId="e4577f1c-a0ea-4eef-9851-9bdbe8619e58" providerId="ADAL" clId="{298CC335-43E8-497A-92EF-F6294183AD0B}" dt="2025-09-15T11:17:39.713" v="746" actId="478"/>
        <pc:sldMkLst>
          <pc:docMk/>
          <pc:sldMk cId="3771127931" sldId="634"/>
        </pc:sldMkLst>
        <pc:spChg chg="del mod">
          <ac:chgData name="Adam Brown (Astrea Central)" userId="e4577f1c-a0ea-4eef-9851-9bdbe8619e58" providerId="ADAL" clId="{298CC335-43E8-497A-92EF-F6294183AD0B}" dt="2025-09-15T11:17:34.668" v="744"/>
          <ac:spMkLst>
            <pc:docMk/>
            <pc:sldMk cId="3771127931" sldId="634"/>
            <ac:spMk id="2" creationId="{E8A28592-DAA4-1B2E-67D0-80BF1F214445}"/>
          </ac:spMkLst>
        </pc:spChg>
        <pc:spChg chg="del">
          <ac:chgData name="Adam Brown (Astrea Central)" userId="e4577f1c-a0ea-4eef-9851-9bdbe8619e58" providerId="ADAL" clId="{298CC335-43E8-497A-92EF-F6294183AD0B}" dt="2025-09-15T11:17:34.663" v="742" actId="478"/>
          <ac:spMkLst>
            <pc:docMk/>
            <pc:sldMk cId="3771127931" sldId="634"/>
            <ac:spMk id="3" creationId="{828F7B04-88B8-CA9F-495F-3837BBDC3A4D}"/>
          </ac:spMkLst>
        </pc:spChg>
        <pc:spChg chg="del">
          <ac:chgData name="Adam Brown (Astrea Central)" userId="e4577f1c-a0ea-4eef-9851-9bdbe8619e58" providerId="ADAL" clId="{298CC335-43E8-497A-92EF-F6294183AD0B}" dt="2025-09-15T11:17:36.418" v="745" actId="478"/>
          <ac:spMkLst>
            <pc:docMk/>
            <pc:sldMk cId="3771127931" sldId="634"/>
            <ac:spMk id="24" creationId="{3CCF9D64-9A3F-FB80-144B-912673C6E326}"/>
          </ac:spMkLst>
        </pc:spChg>
        <pc:spChg chg="del">
          <ac:chgData name="Adam Brown (Astrea Central)" userId="e4577f1c-a0ea-4eef-9851-9bdbe8619e58" providerId="ADAL" clId="{298CC335-43E8-497A-92EF-F6294183AD0B}" dt="2025-09-15T11:17:39.713" v="746" actId="478"/>
          <ac:spMkLst>
            <pc:docMk/>
            <pc:sldMk cId="3771127931" sldId="634"/>
            <ac:spMk id="31" creationId="{98406700-1C35-B417-4027-6B46E2CA5F17}"/>
          </ac:spMkLst>
        </pc:spChg>
        <pc:spChg chg="del">
          <ac:chgData name="Adam Brown (Astrea Central)" userId="e4577f1c-a0ea-4eef-9851-9bdbe8619e58" providerId="ADAL" clId="{298CC335-43E8-497A-92EF-F6294183AD0B}" dt="2025-09-15T11:17:39.713" v="746" actId="478"/>
          <ac:spMkLst>
            <pc:docMk/>
            <pc:sldMk cId="3771127931" sldId="634"/>
            <ac:spMk id="32" creationId="{0F24629C-5425-9FC1-AE7C-67E6D3FC20F8}"/>
          </ac:spMkLst>
        </pc:spChg>
        <pc:spChg chg="del">
          <ac:chgData name="Adam Brown (Astrea Central)" userId="e4577f1c-a0ea-4eef-9851-9bdbe8619e58" providerId="ADAL" clId="{298CC335-43E8-497A-92EF-F6294183AD0B}" dt="2025-09-15T11:17:39.713" v="746" actId="478"/>
          <ac:spMkLst>
            <pc:docMk/>
            <pc:sldMk cId="3771127931" sldId="634"/>
            <ac:spMk id="33" creationId="{6BF583D1-084A-1F9C-5147-06E647FF43E6}"/>
          </ac:spMkLst>
        </pc:spChg>
      </pc:sldChg>
      <pc:sldChg chg="addSp delSp mod">
        <pc:chgData name="Adam Brown (Astrea Central)" userId="e4577f1c-a0ea-4eef-9851-9bdbe8619e58" providerId="ADAL" clId="{298CC335-43E8-497A-92EF-F6294183AD0B}" dt="2025-09-15T11:16:17.228" v="702" actId="478"/>
        <pc:sldMkLst>
          <pc:docMk/>
          <pc:sldMk cId="2820528885" sldId="750"/>
        </pc:sldMkLst>
        <pc:spChg chg="add del">
          <ac:chgData name="Adam Brown (Astrea Central)" userId="e4577f1c-a0ea-4eef-9851-9bdbe8619e58" providerId="ADAL" clId="{298CC335-43E8-497A-92EF-F6294183AD0B}" dt="2025-09-15T11:16:17.228" v="702" actId="478"/>
          <ac:spMkLst>
            <pc:docMk/>
            <pc:sldMk cId="2820528885" sldId="750"/>
            <ac:spMk id="7" creationId="{FFFE49C1-BC46-A7A8-FCCF-4FE26725B9E5}"/>
          </ac:spMkLst>
        </pc:spChg>
        <pc:spChg chg="add del">
          <ac:chgData name="Adam Brown (Astrea Central)" userId="e4577f1c-a0ea-4eef-9851-9bdbe8619e58" providerId="ADAL" clId="{298CC335-43E8-497A-92EF-F6294183AD0B}" dt="2025-09-15T11:16:17.228" v="702" actId="478"/>
          <ac:spMkLst>
            <pc:docMk/>
            <pc:sldMk cId="2820528885" sldId="750"/>
            <ac:spMk id="8" creationId="{93D57249-320A-7826-ED68-B64C599DA9A2}"/>
          </ac:spMkLst>
        </pc:spChg>
        <pc:spChg chg="add del">
          <ac:chgData name="Adam Brown (Astrea Central)" userId="e4577f1c-a0ea-4eef-9851-9bdbe8619e58" providerId="ADAL" clId="{298CC335-43E8-497A-92EF-F6294183AD0B}" dt="2025-09-15T11:16:17.228" v="702" actId="478"/>
          <ac:spMkLst>
            <pc:docMk/>
            <pc:sldMk cId="2820528885" sldId="750"/>
            <ac:spMk id="10" creationId="{C35469AB-A695-4011-AFFC-0809D5BEFC43}"/>
          </ac:spMkLst>
        </pc:spChg>
        <pc:spChg chg="add del">
          <ac:chgData name="Adam Brown (Astrea Central)" userId="e4577f1c-a0ea-4eef-9851-9bdbe8619e58" providerId="ADAL" clId="{298CC335-43E8-497A-92EF-F6294183AD0B}" dt="2025-09-15T11:16:17.228" v="702" actId="478"/>
          <ac:spMkLst>
            <pc:docMk/>
            <pc:sldMk cId="2820528885" sldId="750"/>
            <ac:spMk id="13" creationId="{4771A247-35C4-0E46-2AAC-BCE73E17C02B}"/>
          </ac:spMkLst>
        </pc:spChg>
        <pc:spChg chg="add del">
          <ac:chgData name="Adam Brown (Astrea Central)" userId="e4577f1c-a0ea-4eef-9851-9bdbe8619e58" providerId="ADAL" clId="{298CC335-43E8-497A-92EF-F6294183AD0B}" dt="2025-09-15T11:16:17.228" v="702" actId="478"/>
          <ac:spMkLst>
            <pc:docMk/>
            <pc:sldMk cId="2820528885" sldId="750"/>
            <ac:spMk id="15" creationId="{85073E26-F4FE-BE1B-2003-571B456F435A}"/>
          </ac:spMkLst>
        </pc:spChg>
        <pc:spChg chg="add del">
          <ac:chgData name="Adam Brown (Astrea Central)" userId="e4577f1c-a0ea-4eef-9851-9bdbe8619e58" providerId="ADAL" clId="{298CC335-43E8-497A-92EF-F6294183AD0B}" dt="2025-09-15T11:16:17.228" v="702" actId="478"/>
          <ac:spMkLst>
            <pc:docMk/>
            <pc:sldMk cId="2820528885" sldId="750"/>
            <ac:spMk id="16" creationId="{E07FA4D6-420C-4F0D-32B6-F21D1C8B1FB9}"/>
          </ac:spMkLst>
        </pc:spChg>
        <pc:spChg chg="add del">
          <ac:chgData name="Adam Brown (Astrea Central)" userId="e4577f1c-a0ea-4eef-9851-9bdbe8619e58" providerId="ADAL" clId="{298CC335-43E8-497A-92EF-F6294183AD0B}" dt="2025-09-15T11:16:17.228" v="702" actId="478"/>
          <ac:spMkLst>
            <pc:docMk/>
            <pc:sldMk cId="2820528885" sldId="750"/>
            <ac:spMk id="17" creationId="{2D7A19B9-50B2-46A1-979F-CDF8FFC0C91A}"/>
          </ac:spMkLst>
        </pc:spChg>
        <pc:spChg chg="add del">
          <ac:chgData name="Adam Brown (Astrea Central)" userId="e4577f1c-a0ea-4eef-9851-9bdbe8619e58" providerId="ADAL" clId="{298CC335-43E8-497A-92EF-F6294183AD0B}" dt="2025-09-15T11:16:17.228" v="702" actId="478"/>
          <ac:spMkLst>
            <pc:docMk/>
            <pc:sldMk cId="2820528885" sldId="750"/>
            <ac:spMk id="18" creationId="{C3DEA202-BF13-41E7-4A7C-536F9C9AF767}"/>
          </ac:spMkLst>
        </pc:spChg>
        <pc:spChg chg="add del">
          <ac:chgData name="Adam Brown (Astrea Central)" userId="e4577f1c-a0ea-4eef-9851-9bdbe8619e58" providerId="ADAL" clId="{298CC335-43E8-497A-92EF-F6294183AD0B}" dt="2025-09-15T11:16:17.228" v="702" actId="478"/>
          <ac:spMkLst>
            <pc:docMk/>
            <pc:sldMk cId="2820528885" sldId="750"/>
            <ac:spMk id="19" creationId="{7C7581FA-0992-1D1E-AAAD-D442BE277DF8}"/>
          </ac:spMkLst>
        </pc:spChg>
        <pc:spChg chg="add del">
          <ac:chgData name="Adam Brown (Astrea Central)" userId="e4577f1c-a0ea-4eef-9851-9bdbe8619e58" providerId="ADAL" clId="{298CC335-43E8-497A-92EF-F6294183AD0B}" dt="2025-09-15T11:16:17.228" v="702" actId="478"/>
          <ac:spMkLst>
            <pc:docMk/>
            <pc:sldMk cId="2820528885" sldId="750"/>
            <ac:spMk id="21" creationId="{4CC7D9FD-8C75-261A-1CF9-24B647E8142D}"/>
          </ac:spMkLst>
        </pc:spChg>
      </pc:sldChg>
      <pc:sldChg chg="delSp mod">
        <pc:chgData name="Adam Brown (Astrea Central)" userId="e4577f1c-a0ea-4eef-9851-9bdbe8619e58" providerId="ADAL" clId="{298CC335-43E8-497A-92EF-F6294183AD0B}" dt="2025-09-15T11:16:25.008" v="703" actId="478"/>
        <pc:sldMkLst>
          <pc:docMk/>
          <pc:sldMk cId="105983789" sldId="751"/>
        </pc:sldMkLst>
        <pc:spChg chg="del">
          <ac:chgData name="Adam Brown (Astrea Central)" userId="e4577f1c-a0ea-4eef-9851-9bdbe8619e58" providerId="ADAL" clId="{298CC335-43E8-497A-92EF-F6294183AD0B}" dt="2025-09-15T11:16:25.008" v="703" actId="478"/>
          <ac:spMkLst>
            <pc:docMk/>
            <pc:sldMk cId="105983789" sldId="751"/>
            <ac:spMk id="3" creationId="{9C61F077-2DE5-DBA1-2F93-0DE6DC3FFCDC}"/>
          </ac:spMkLst>
        </pc:spChg>
        <pc:spChg chg="del">
          <ac:chgData name="Adam Brown (Astrea Central)" userId="e4577f1c-a0ea-4eef-9851-9bdbe8619e58" providerId="ADAL" clId="{298CC335-43E8-497A-92EF-F6294183AD0B}" dt="2025-09-15T11:16:25.008" v="703" actId="478"/>
          <ac:spMkLst>
            <pc:docMk/>
            <pc:sldMk cId="105983789" sldId="751"/>
            <ac:spMk id="5" creationId="{B9B53AA7-BF2C-B110-A044-7C4441FCBBBA}"/>
          </ac:spMkLst>
        </pc:spChg>
        <pc:spChg chg="del">
          <ac:chgData name="Adam Brown (Astrea Central)" userId="e4577f1c-a0ea-4eef-9851-9bdbe8619e58" providerId="ADAL" clId="{298CC335-43E8-497A-92EF-F6294183AD0B}" dt="2025-09-15T11:16:25.008" v="703" actId="478"/>
          <ac:spMkLst>
            <pc:docMk/>
            <pc:sldMk cId="105983789" sldId="751"/>
            <ac:spMk id="7" creationId="{2A57D441-27B9-CAF9-43C0-1EE3CF86FD9C}"/>
          </ac:spMkLst>
        </pc:spChg>
        <pc:spChg chg="del">
          <ac:chgData name="Adam Brown (Astrea Central)" userId="e4577f1c-a0ea-4eef-9851-9bdbe8619e58" providerId="ADAL" clId="{298CC335-43E8-497A-92EF-F6294183AD0B}" dt="2025-09-15T11:16:25.008" v="703" actId="478"/>
          <ac:spMkLst>
            <pc:docMk/>
            <pc:sldMk cId="105983789" sldId="751"/>
            <ac:spMk id="13" creationId="{36040DF8-F0AA-D138-F091-FF26F8ECF056}"/>
          </ac:spMkLst>
        </pc:spChg>
        <pc:spChg chg="del">
          <ac:chgData name="Adam Brown (Astrea Central)" userId="e4577f1c-a0ea-4eef-9851-9bdbe8619e58" providerId="ADAL" clId="{298CC335-43E8-497A-92EF-F6294183AD0B}" dt="2025-09-15T11:16:25.008" v="703" actId="478"/>
          <ac:spMkLst>
            <pc:docMk/>
            <pc:sldMk cId="105983789" sldId="751"/>
            <ac:spMk id="14" creationId="{1964F1F8-8C3F-5C53-5071-5902C6FFC0F2}"/>
          </ac:spMkLst>
        </pc:spChg>
      </pc:sldChg>
      <pc:sldChg chg="delSp mod">
        <pc:chgData name="Adam Brown (Astrea Central)" userId="e4577f1c-a0ea-4eef-9851-9bdbe8619e58" providerId="ADAL" clId="{298CC335-43E8-497A-92EF-F6294183AD0B}" dt="2025-09-15T11:16:47.863" v="723" actId="478"/>
        <pc:sldMkLst>
          <pc:docMk/>
          <pc:sldMk cId="1705740215" sldId="761"/>
        </pc:sldMkLst>
        <pc:spChg chg="del">
          <ac:chgData name="Adam Brown (Astrea Central)" userId="e4577f1c-a0ea-4eef-9851-9bdbe8619e58" providerId="ADAL" clId="{298CC335-43E8-497A-92EF-F6294183AD0B}" dt="2025-09-15T11:16:47.863" v="723" actId="478"/>
          <ac:spMkLst>
            <pc:docMk/>
            <pc:sldMk cId="1705740215" sldId="761"/>
            <ac:spMk id="2" creationId="{98F0090F-3A56-973A-1544-0F3E33679D60}"/>
          </ac:spMkLst>
        </pc:spChg>
        <pc:spChg chg="del">
          <ac:chgData name="Adam Brown (Astrea Central)" userId="e4577f1c-a0ea-4eef-9851-9bdbe8619e58" providerId="ADAL" clId="{298CC335-43E8-497A-92EF-F6294183AD0B}" dt="2025-09-15T11:16:47.863" v="723" actId="478"/>
          <ac:spMkLst>
            <pc:docMk/>
            <pc:sldMk cId="1705740215" sldId="761"/>
            <ac:spMk id="12" creationId="{01F4A568-3439-1849-44B0-F67C8DA61D8F}"/>
          </ac:spMkLst>
        </pc:spChg>
        <pc:spChg chg="del">
          <ac:chgData name="Adam Brown (Astrea Central)" userId="e4577f1c-a0ea-4eef-9851-9bdbe8619e58" providerId="ADAL" clId="{298CC335-43E8-497A-92EF-F6294183AD0B}" dt="2025-09-15T11:16:47.863" v="723" actId="478"/>
          <ac:spMkLst>
            <pc:docMk/>
            <pc:sldMk cId="1705740215" sldId="761"/>
            <ac:spMk id="13" creationId="{93C7FF67-9E18-B843-FE37-70523B28A286}"/>
          </ac:spMkLst>
        </pc:spChg>
        <pc:spChg chg="del">
          <ac:chgData name="Adam Brown (Astrea Central)" userId="e4577f1c-a0ea-4eef-9851-9bdbe8619e58" providerId="ADAL" clId="{298CC335-43E8-497A-92EF-F6294183AD0B}" dt="2025-09-15T11:16:47.863" v="723" actId="478"/>
          <ac:spMkLst>
            <pc:docMk/>
            <pc:sldMk cId="1705740215" sldId="761"/>
            <ac:spMk id="15" creationId="{6A9849E3-61F0-C3ED-9F3F-5A65DB5DACCE}"/>
          </ac:spMkLst>
        </pc:spChg>
        <pc:spChg chg="del">
          <ac:chgData name="Adam Brown (Astrea Central)" userId="e4577f1c-a0ea-4eef-9851-9bdbe8619e58" providerId="ADAL" clId="{298CC335-43E8-497A-92EF-F6294183AD0B}" dt="2025-09-15T11:16:47.863" v="723" actId="478"/>
          <ac:spMkLst>
            <pc:docMk/>
            <pc:sldMk cId="1705740215" sldId="761"/>
            <ac:spMk id="17" creationId="{D5B5B9EE-973E-4B00-DD40-011AAA25CF29}"/>
          </ac:spMkLst>
        </pc:spChg>
        <pc:spChg chg="del">
          <ac:chgData name="Adam Brown (Astrea Central)" userId="e4577f1c-a0ea-4eef-9851-9bdbe8619e58" providerId="ADAL" clId="{298CC335-43E8-497A-92EF-F6294183AD0B}" dt="2025-09-15T11:16:47.863" v="723" actId="478"/>
          <ac:spMkLst>
            <pc:docMk/>
            <pc:sldMk cId="1705740215" sldId="761"/>
            <ac:spMk id="18" creationId="{C518E4B5-9F29-F3D8-A93B-0F274D86931F}"/>
          </ac:spMkLst>
        </pc:spChg>
        <pc:spChg chg="del">
          <ac:chgData name="Adam Brown (Astrea Central)" userId="e4577f1c-a0ea-4eef-9851-9bdbe8619e58" providerId="ADAL" clId="{298CC335-43E8-497A-92EF-F6294183AD0B}" dt="2025-09-15T11:16:47.863" v="723" actId="478"/>
          <ac:spMkLst>
            <pc:docMk/>
            <pc:sldMk cId="1705740215" sldId="761"/>
            <ac:spMk id="19" creationId="{42AF42BF-332A-07F0-A59C-245CB7843E53}"/>
          </ac:spMkLst>
        </pc:spChg>
        <pc:spChg chg="del">
          <ac:chgData name="Adam Brown (Astrea Central)" userId="e4577f1c-a0ea-4eef-9851-9bdbe8619e58" providerId="ADAL" clId="{298CC335-43E8-497A-92EF-F6294183AD0B}" dt="2025-09-15T11:16:47.863" v="723" actId="478"/>
          <ac:spMkLst>
            <pc:docMk/>
            <pc:sldMk cId="1705740215" sldId="761"/>
            <ac:spMk id="21" creationId="{24B929C6-DE53-7A84-178E-CF0006A10115}"/>
          </ac:spMkLst>
        </pc:spChg>
        <pc:spChg chg="del">
          <ac:chgData name="Adam Brown (Astrea Central)" userId="e4577f1c-a0ea-4eef-9851-9bdbe8619e58" providerId="ADAL" clId="{298CC335-43E8-497A-92EF-F6294183AD0B}" dt="2025-09-15T11:16:47.863" v="723" actId="478"/>
          <ac:spMkLst>
            <pc:docMk/>
            <pc:sldMk cId="1705740215" sldId="761"/>
            <ac:spMk id="23" creationId="{534FC956-FA33-7D1E-F4C6-985559B8B9A2}"/>
          </ac:spMkLst>
        </pc:spChg>
        <pc:spChg chg="del">
          <ac:chgData name="Adam Brown (Astrea Central)" userId="e4577f1c-a0ea-4eef-9851-9bdbe8619e58" providerId="ADAL" clId="{298CC335-43E8-497A-92EF-F6294183AD0B}" dt="2025-09-15T11:16:47.863" v="723" actId="478"/>
          <ac:spMkLst>
            <pc:docMk/>
            <pc:sldMk cId="1705740215" sldId="761"/>
            <ac:spMk id="24" creationId="{D8EE17CE-5A24-47AE-80CD-AA1EA7DDBF18}"/>
          </ac:spMkLst>
        </pc:spChg>
      </pc:sldChg>
      <pc:sldChg chg="delSp mod">
        <pc:chgData name="Adam Brown (Astrea Central)" userId="e4577f1c-a0ea-4eef-9851-9bdbe8619e58" providerId="ADAL" clId="{298CC335-43E8-497A-92EF-F6294183AD0B}" dt="2025-09-15T11:16:53.262" v="724" actId="478"/>
        <pc:sldMkLst>
          <pc:docMk/>
          <pc:sldMk cId="2741417538" sldId="764"/>
        </pc:sldMkLst>
        <pc:spChg chg="del">
          <ac:chgData name="Adam Brown (Astrea Central)" userId="e4577f1c-a0ea-4eef-9851-9bdbe8619e58" providerId="ADAL" clId="{298CC335-43E8-497A-92EF-F6294183AD0B}" dt="2025-09-15T11:16:53.262" v="724" actId="478"/>
          <ac:spMkLst>
            <pc:docMk/>
            <pc:sldMk cId="2741417538" sldId="764"/>
            <ac:spMk id="4" creationId="{260EA4A2-4133-956A-6873-9D1E186B08E4}"/>
          </ac:spMkLst>
        </pc:spChg>
        <pc:spChg chg="del">
          <ac:chgData name="Adam Brown (Astrea Central)" userId="e4577f1c-a0ea-4eef-9851-9bdbe8619e58" providerId="ADAL" clId="{298CC335-43E8-497A-92EF-F6294183AD0B}" dt="2025-09-15T11:16:53.262" v="724" actId="478"/>
          <ac:spMkLst>
            <pc:docMk/>
            <pc:sldMk cId="2741417538" sldId="764"/>
            <ac:spMk id="6" creationId="{08853425-2139-9B93-7FCC-5F334F661450}"/>
          </ac:spMkLst>
        </pc:spChg>
        <pc:spChg chg="del">
          <ac:chgData name="Adam Brown (Astrea Central)" userId="e4577f1c-a0ea-4eef-9851-9bdbe8619e58" providerId="ADAL" clId="{298CC335-43E8-497A-92EF-F6294183AD0B}" dt="2025-09-15T11:16:53.262" v="724" actId="478"/>
          <ac:spMkLst>
            <pc:docMk/>
            <pc:sldMk cId="2741417538" sldId="764"/>
            <ac:spMk id="7" creationId="{F1CA529F-DE22-0512-1F55-9E1D18F4C55B}"/>
          </ac:spMkLst>
        </pc:spChg>
        <pc:spChg chg="del">
          <ac:chgData name="Adam Brown (Astrea Central)" userId="e4577f1c-a0ea-4eef-9851-9bdbe8619e58" providerId="ADAL" clId="{298CC335-43E8-497A-92EF-F6294183AD0B}" dt="2025-09-15T11:16:53.262" v="724" actId="478"/>
          <ac:spMkLst>
            <pc:docMk/>
            <pc:sldMk cId="2741417538" sldId="764"/>
            <ac:spMk id="8" creationId="{137C5BEA-CD74-24BD-A07E-7E359DECC13F}"/>
          </ac:spMkLst>
        </pc:spChg>
      </pc:sldChg>
      <pc:sldChg chg="delSp mod">
        <pc:chgData name="Adam Brown (Astrea Central)" userId="e4577f1c-a0ea-4eef-9851-9bdbe8619e58" providerId="ADAL" clId="{298CC335-43E8-497A-92EF-F6294183AD0B}" dt="2025-09-15T11:16:59.473" v="725" actId="478"/>
        <pc:sldMkLst>
          <pc:docMk/>
          <pc:sldMk cId="721518159" sldId="765"/>
        </pc:sldMkLst>
        <pc:spChg chg="del">
          <ac:chgData name="Adam Brown (Astrea Central)" userId="e4577f1c-a0ea-4eef-9851-9bdbe8619e58" providerId="ADAL" clId="{298CC335-43E8-497A-92EF-F6294183AD0B}" dt="2025-09-15T11:16:59.473" v="725" actId="478"/>
          <ac:spMkLst>
            <pc:docMk/>
            <pc:sldMk cId="721518159" sldId="765"/>
            <ac:spMk id="3" creationId="{5075A2FC-C2DC-716C-469C-B1B838DECF68}"/>
          </ac:spMkLst>
        </pc:spChg>
        <pc:spChg chg="del">
          <ac:chgData name="Adam Brown (Astrea Central)" userId="e4577f1c-a0ea-4eef-9851-9bdbe8619e58" providerId="ADAL" clId="{298CC335-43E8-497A-92EF-F6294183AD0B}" dt="2025-09-15T11:16:59.473" v="725" actId="478"/>
          <ac:spMkLst>
            <pc:docMk/>
            <pc:sldMk cId="721518159" sldId="765"/>
            <ac:spMk id="4" creationId="{E0B5E864-5E0B-FA9C-9E49-32ED16BC0C8A}"/>
          </ac:spMkLst>
        </pc:spChg>
        <pc:spChg chg="del">
          <ac:chgData name="Adam Brown (Astrea Central)" userId="e4577f1c-a0ea-4eef-9851-9bdbe8619e58" providerId="ADAL" clId="{298CC335-43E8-497A-92EF-F6294183AD0B}" dt="2025-09-15T11:16:59.473" v="725" actId="478"/>
          <ac:spMkLst>
            <pc:docMk/>
            <pc:sldMk cId="721518159" sldId="765"/>
            <ac:spMk id="6" creationId="{D6A329DD-0558-4FE6-EFC7-60F8AFA9A46F}"/>
          </ac:spMkLst>
        </pc:spChg>
        <pc:spChg chg="del">
          <ac:chgData name="Adam Brown (Astrea Central)" userId="e4577f1c-a0ea-4eef-9851-9bdbe8619e58" providerId="ADAL" clId="{298CC335-43E8-497A-92EF-F6294183AD0B}" dt="2025-09-15T11:16:59.473" v="725" actId="478"/>
          <ac:spMkLst>
            <pc:docMk/>
            <pc:sldMk cId="721518159" sldId="765"/>
            <ac:spMk id="7" creationId="{EAFDE679-E1EE-191A-88B2-16A8C429C328}"/>
          </ac:spMkLst>
        </pc:spChg>
      </pc:sldChg>
      <pc:sldChg chg="delSp mod">
        <pc:chgData name="Adam Brown (Astrea Central)" userId="e4577f1c-a0ea-4eef-9851-9bdbe8619e58" providerId="ADAL" clId="{298CC335-43E8-497A-92EF-F6294183AD0B}" dt="2025-09-15T13:22:03.525" v="1734" actId="478"/>
        <pc:sldMkLst>
          <pc:docMk/>
          <pc:sldMk cId="3624233750" sldId="796"/>
        </pc:sldMkLst>
        <pc:spChg chg="del">
          <ac:chgData name="Adam Brown (Astrea Central)" userId="e4577f1c-a0ea-4eef-9851-9bdbe8619e58" providerId="ADAL" clId="{298CC335-43E8-497A-92EF-F6294183AD0B}" dt="2025-09-15T13:21:57.325" v="1731" actId="478"/>
          <ac:spMkLst>
            <pc:docMk/>
            <pc:sldMk cId="3624233750" sldId="796"/>
            <ac:spMk id="2" creationId="{18C0E740-8A5D-64B3-A356-9B0E53F15003}"/>
          </ac:spMkLst>
        </pc:spChg>
        <pc:spChg chg="del">
          <ac:chgData name="Adam Brown (Astrea Central)" userId="e4577f1c-a0ea-4eef-9851-9bdbe8619e58" providerId="ADAL" clId="{298CC335-43E8-497A-92EF-F6294183AD0B}" dt="2025-09-15T13:21:57.325" v="1731" actId="478"/>
          <ac:spMkLst>
            <pc:docMk/>
            <pc:sldMk cId="3624233750" sldId="796"/>
            <ac:spMk id="5" creationId="{B4DECECA-DF13-4EA7-C019-25E2E3132C9F}"/>
          </ac:spMkLst>
        </pc:spChg>
        <pc:spChg chg="del">
          <ac:chgData name="Adam Brown (Astrea Central)" userId="e4577f1c-a0ea-4eef-9851-9bdbe8619e58" providerId="ADAL" clId="{298CC335-43E8-497A-92EF-F6294183AD0B}" dt="2025-09-15T13:21:57.325" v="1731" actId="478"/>
          <ac:spMkLst>
            <pc:docMk/>
            <pc:sldMk cId="3624233750" sldId="796"/>
            <ac:spMk id="6" creationId="{8E51F8BD-80B3-59E4-B455-9E2B6BABE5B6}"/>
          </ac:spMkLst>
        </pc:spChg>
        <pc:spChg chg="del">
          <ac:chgData name="Adam Brown (Astrea Central)" userId="e4577f1c-a0ea-4eef-9851-9bdbe8619e58" providerId="ADAL" clId="{298CC335-43E8-497A-92EF-F6294183AD0B}" dt="2025-09-15T13:21:59.173" v="1732" actId="478"/>
          <ac:spMkLst>
            <pc:docMk/>
            <pc:sldMk cId="3624233750" sldId="796"/>
            <ac:spMk id="10" creationId="{3A777A48-54C9-6603-E5C3-8392DEB44D99}"/>
          </ac:spMkLst>
        </pc:spChg>
        <pc:spChg chg="del">
          <ac:chgData name="Adam Brown (Astrea Central)" userId="e4577f1c-a0ea-4eef-9851-9bdbe8619e58" providerId="ADAL" clId="{298CC335-43E8-497A-92EF-F6294183AD0B}" dt="2025-09-15T13:21:59.173" v="1732" actId="478"/>
          <ac:spMkLst>
            <pc:docMk/>
            <pc:sldMk cId="3624233750" sldId="796"/>
            <ac:spMk id="11" creationId="{554C9D04-B957-7EEB-3BA2-D1B3CE796CA1}"/>
          </ac:spMkLst>
        </pc:spChg>
        <pc:spChg chg="del">
          <ac:chgData name="Adam Brown (Astrea Central)" userId="e4577f1c-a0ea-4eef-9851-9bdbe8619e58" providerId="ADAL" clId="{298CC335-43E8-497A-92EF-F6294183AD0B}" dt="2025-09-15T13:21:59.173" v="1732" actId="478"/>
          <ac:spMkLst>
            <pc:docMk/>
            <pc:sldMk cId="3624233750" sldId="796"/>
            <ac:spMk id="12" creationId="{7938C320-406B-1873-391B-78F89C4F7E0E}"/>
          </ac:spMkLst>
        </pc:spChg>
        <pc:spChg chg="del">
          <ac:chgData name="Adam Brown (Astrea Central)" userId="e4577f1c-a0ea-4eef-9851-9bdbe8619e58" providerId="ADAL" clId="{298CC335-43E8-497A-92EF-F6294183AD0B}" dt="2025-09-15T13:22:01.069" v="1733" actId="478"/>
          <ac:spMkLst>
            <pc:docMk/>
            <pc:sldMk cId="3624233750" sldId="796"/>
            <ac:spMk id="13" creationId="{2007D62C-20CC-0D51-8FA4-C180AF078F1B}"/>
          </ac:spMkLst>
        </pc:spChg>
        <pc:spChg chg="del">
          <ac:chgData name="Adam Brown (Astrea Central)" userId="e4577f1c-a0ea-4eef-9851-9bdbe8619e58" providerId="ADAL" clId="{298CC335-43E8-497A-92EF-F6294183AD0B}" dt="2025-09-15T13:22:01.069" v="1733" actId="478"/>
          <ac:spMkLst>
            <pc:docMk/>
            <pc:sldMk cId="3624233750" sldId="796"/>
            <ac:spMk id="14" creationId="{A67886A0-74BC-BAE5-FF92-2844AC2019FD}"/>
          </ac:spMkLst>
        </pc:spChg>
        <pc:spChg chg="del">
          <ac:chgData name="Adam Brown (Astrea Central)" userId="e4577f1c-a0ea-4eef-9851-9bdbe8619e58" providerId="ADAL" clId="{298CC335-43E8-497A-92EF-F6294183AD0B}" dt="2025-09-15T13:22:01.069" v="1733" actId="478"/>
          <ac:spMkLst>
            <pc:docMk/>
            <pc:sldMk cId="3624233750" sldId="796"/>
            <ac:spMk id="15" creationId="{EB4286F9-84C1-1410-C998-89A770EBA9D2}"/>
          </ac:spMkLst>
        </pc:spChg>
        <pc:spChg chg="del">
          <ac:chgData name="Adam Brown (Astrea Central)" userId="e4577f1c-a0ea-4eef-9851-9bdbe8619e58" providerId="ADAL" clId="{298CC335-43E8-497A-92EF-F6294183AD0B}" dt="2025-09-15T13:22:03.525" v="1734" actId="478"/>
          <ac:spMkLst>
            <pc:docMk/>
            <pc:sldMk cId="3624233750" sldId="796"/>
            <ac:spMk id="16" creationId="{1F44EA9B-9F54-7A3F-320E-15A48663F41C}"/>
          </ac:spMkLst>
        </pc:spChg>
        <pc:spChg chg="del">
          <ac:chgData name="Adam Brown (Astrea Central)" userId="e4577f1c-a0ea-4eef-9851-9bdbe8619e58" providerId="ADAL" clId="{298CC335-43E8-497A-92EF-F6294183AD0B}" dt="2025-09-15T13:22:03.525" v="1734" actId="478"/>
          <ac:spMkLst>
            <pc:docMk/>
            <pc:sldMk cId="3624233750" sldId="796"/>
            <ac:spMk id="17" creationId="{EB91367E-F84F-047F-B903-83BA2893161E}"/>
          </ac:spMkLst>
        </pc:spChg>
        <pc:spChg chg="del">
          <ac:chgData name="Adam Brown (Astrea Central)" userId="e4577f1c-a0ea-4eef-9851-9bdbe8619e58" providerId="ADAL" clId="{298CC335-43E8-497A-92EF-F6294183AD0B}" dt="2025-09-15T13:22:03.525" v="1734" actId="478"/>
          <ac:spMkLst>
            <pc:docMk/>
            <pc:sldMk cId="3624233750" sldId="796"/>
            <ac:spMk id="18" creationId="{CEF95B81-7226-9928-3755-CFCA3D66B21F}"/>
          </ac:spMkLst>
        </pc:spChg>
      </pc:sldChg>
      <pc:sldChg chg="delSp modSp mod">
        <pc:chgData name="Adam Brown (Astrea Central)" userId="e4577f1c-a0ea-4eef-9851-9bdbe8619e58" providerId="ADAL" clId="{298CC335-43E8-497A-92EF-F6294183AD0B}" dt="2025-09-15T13:20:02.509" v="1691" actId="478"/>
        <pc:sldMkLst>
          <pc:docMk/>
          <pc:sldMk cId="3786559436" sldId="820"/>
        </pc:sldMkLst>
        <pc:spChg chg="del">
          <ac:chgData name="Adam Brown (Astrea Central)" userId="e4577f1c-a0ea-4eef-9851-9bdbe8619e58" providerId="ADAL" clId="{298CC335-43E8-497A-92EF-F6294183AD0B}" dt="2025-09-15T13:19:19.358" v="1658" actId="478"/>
          <ac:spMkLst>
            <pc:docMk/>
            <pc:sldMk cId="3786559436" sldId="820"/>
            <ac:spMk id="2" creationId="{534D84FA-30CE-F95E-6072-BFBCC127B7DC}"/>
          </ac:spMkLst>
        </pc:spChg>
        <pc:spChg chg="del">
          <ac:chgData name="Adam Brown (Astrea Central)" userId="e4577f1c-a0ea-4eef-9851-9bdbe8619e58" providerId="ADAL" clId="{298CC335-43E8-497A-92EF-F6294183AD0B}" dt="2025-09-15T13:19:19.358" v="1658" actId="478"/>
          <ac:spMkLst>
            <pc:docMk/>
            <pc:sldMk cId="3786559436" sldId="820"/>
            <ac:spMk id="6" creationId="{18D9E2A2-181D-5EAB-3E9E-047067515ABD}"/>
          </ac:spMkLst>
        </pc:spChg>
        <pc:spChg chg="del">
          <ac:chgData name="Adam Brown (Astrea Central)" userId="e4577f1c-a0ea-4eef-9851-9bdbe8619e58" providerId="ADAL" clId="{298CC335-43E8-497A-92EF-F6294183AD0B}" dt="2025-09-15T13:19:19.358" v="1658" actId="478"/>
          <ac:spMkLst>
            <pc:docMk/>
            <pc:sldMk cId="3786559436" sldId="820"/>
            <ac:spMk id="8" creationId="{E1A3DB9E-79DE-D132-6932-27FBD7F8C085}"/>
          </ac:spMkLst>
        </pc:spChg>
        <pc:spChg chg="del">
          <ac:chgData name="Adam Brown (Astrea Central)" userId="e4577f1c-a0ea-4eef-9851-9bdbe8619e58" providerId="ADAL" clId="{298CC335-43E8-497A-92EF-F6294183AD0B}" dt="2025-09-15T13:19:19.358" v="1658" actId="478"/>
          <ac:spMkLst>
            <pc:docMk/>
            <pc:sldMk cId="3786559436" sldId="820"/>
            <ac:spMk id="10" creationId="{697F802A-2707-526B-B8CD-76AA5524A0BD}"/>
          </ac:spMkLst>
        </pc:spChg>
        <pc:spChg chg="del">
          <ac:chgData name="Adam Brown (Astrea Central)" userId="e4577f1c-a0ea-4eef-9851-9bdbe8619e58" providerId="ADAL" clId="{298CC335-43E8-497A-92EF-F6294183AD0B}" dt="2025-09-15T13:19:19.358" v="1658" actId="478"/>
          <ac:spMkLst>
            <pc:docMk/>
            <pc:sldMk cId="3786559436" sldId="820"/>
            <ac:spMk id="11" creationId="{6599C35F-3E56-2C00-AFAC-21F1134EBA95}"/>
          </ac:spMkLst>
        </pc:spChg>
        <pc:spChg chg="del">
          <ac:chgData name="Adam Brown (Astrea Central)" userId="e4577f1c-a0ea-4eef-9851-9bdbe8619e58" providerId="ADAL" clId="{298CC335-43E8-497A-92EF-F6294183AD0B}" dt="2025-09-15T13:19:19.358" v="1658" actId="478"/>
          <ac:spMkLst>
            <pc:docMk/>
            <pc:sldMk cId="3786559436" sldId="820"/>
            <ac:spMk id="13" creationId="{3D6E0509-E71D-A640-17F0-8170F49ECE78}"/>
          </ac:spMkLst>
        </pc:spChg>
        <pc:spChg chg="del">
          <ac:chgData name="Adam Brown (Astrea Central)" userId="e4577f1c-a0ea-4eef-9851-9bdbe8619e58" providerId="ADAL" clId="{298CC335-43E8-497A-92EF-F6294183AD0B}" dt="2025-09-15T13:19:19.358" v="1658" actId="478"/>
          <ac:spMkLst>
            <pc:docMk/>
            <pc:sldMk cId="3786559436" sldId="820"/>
            <ac:spMk id="14" creationId="{EE05ED63-F71D-51ED-D6F1-C546C3B23893}"/>
          </ac:spMkLst>
        </pc:spChg>
        <pc:spChg chg="del">
          <ac:chgData name="Adam Brown (Astrea Central)" userId="e4577f1c-a0ea-4eef-9851-9bdbe8619e58" providerId="ADAL" clId="{298CC335-43E8-497A-92EF-F6294183AD0B}" dt="2025-09-15T13:19:19.358" v="1658" actId="478"/>
          <ac:spMkLst>
            <pc:docMk/>
            <pc:sldMk cId="3786559436" sldId="820"/>
            <ac:spMk id="15" creationId="{79E18F98-38C5-34DF-36D1-D0AFACB1FC48}"/>
          </ac:spMkLst>
        </pc:spChg>
        <pc:spChg chg="del">
          <ac:chgData name="Adam Brown (Astrea Central)" userId="e4577f1c-a0ea-4eef-9851-9bdbe8619e58" providerId="ADAL" clId="{298CC335-43E8-497A-92EF-F6294183AD0B}" dt="2025-09-15T13:19:26.422" v="1662" actId="478"/>
          <ac:spMkLst>
            <pc:docMk/>
            <pc:sldMk cId="3786559436" sldId="820"/>
            <ac:spMk id="16" creationId="{2D10204C-3ED7-6770-F5DA-9A7868718611}"/>
          </ac:spMkLst>
        </pc:spChg>
        <pc:spChg chg="del mod">
          <ac:chgData name="Adam Brown (Astrea Central)" userId="e4577f1c-a0ea-4eef-9851-9bdbe8619e58" providerId="ADAL" clId="{298CC335-43E8-497A-92EF-F6294183AD0B}" dt="2025-09-15T13:19:22.939" v="1661"/>
          <ac:spMkLst>
            <pc:docMk/>
            <pc:sldMk cId="3786559436" sldId="820"/>
            <ac:spMk id="24" creationId="{930A71CC-0B48-643A-6FE5-8C4C6C22FC45}"/>
          </ac:spMkLst>
        </pc:spChg>
        <pc:spChg chg="del">
          <ac:chgData name="Adam Brown (Astrea Central)" userId="e4577f1c-a0ea-4eef-9851-9bdbe8619e58" providerId="ADAL" clId="{298CC335-43E8-497A-92EF-F6294183AD0B}" dt="2025-09-15T13:19:34.878" v="1664" actId="478"/>
          <ac:spMkLst>
            <pc:docMk/>
            <pc:sldMk cId="3786559436" sldId="820"/>
            <ac:spMk id="29" creationId="{B63955EC-A292-A400-F263-22ACB0897BBC}"/>
          </ac:spMkLst>
        </pc:spChg>
        <pc:spChg chg="del">
          <ac:chgData name="Adam Brown (Astrea Central)" userId="e4577f1c-a0ea-4eef-9851-9bdbe8619e58" providerId="ADAL" clId="{298CC335-43E8-497A-92EF-F6294183AD0B}" dt="2025-09-15T13:19:31.326" v="1663" actId="478"/>
          <ac:spMkLst>
            <pc:docMk/>
            <pc:sldMk cId="3786559436" sldId="820"/>
            <ac:spMk id="30" creationId="{2C813501-D016-BCDA-9A31-8B1BDE5911AB}"/>
          </ac:spMkLst>
        </pc:spChg>
        <pc:spChg chg="del">
          <ac:chgData name="Adam Brown (Astrea Central)" userId="e4577f1c-a0ea-4eef-9851-9bdbe8619e58" providerId="ADAL" clId="{298CC335-43E8-497A-92EF-F6294183AD0B}" dt="2025-09-15T13:19:31.326" v="1663" actId="478"/>
          <ac:spMkLst>
            <pc:docMk/>
            <pc:sldMk cId="3786559436" sldId="820"/>
            <ac:spMk id="32" creationId="{8B1A177C-35CC-ECE8-E4BC-B1B098697EFE}"/>
          </ac:spMkLst>
        </pc:spChg>
        <pc:spChg chg="del">
          <ac:chgData name="Adam Brown (Astrea Central)" userId="e4577f1c-a0ea-4eef-9851-9bdbe8619e58" providerId="ADAL" clId="{298CC335-43E8-497A-92EF-F6294183AD0B}" dt="2025-09-15T13:19:31.326" v="1663" actId="478"/>
          <ac:spMkLst>
            <pc:docMk/>
            <pc:sldMk cId="3786559436" sldId="820"/>
            <ac:spMk id="33" creationId="{6B022715-C0CF-A770-23F2-88E97D1890DE}"/>
          </ac:spMkLst>
        </pc:spChg>
        <pc:spChg chg="del">
          <ac:chgData name="Adam Brown (Astrea Central)" userId="e4577f1c-a0ea-4eef-9851-9bdbe8619e58" providerId="ADAL" clId="{298CC335-43E8-497A-92EF-F6294183AD0B}" dt="2025-09-15T13:19:31.326" v="1663" actId="478"/>
          <ac:spMkLst>
            <pc:docMk/>
            <pc:sldMk cId="3786559436" sldId="820"/>
            <ac:spMk id="35" creationId="{011DCCFF-5C66-E9B0-D8C3-A4E1AF11DD8B}"/>
          </ac:spMkLst>
        </pc:spChg>
        <pc:spChg chg="del">
          <ac:chgData name="Adam Brown (Astrea Central)" userId="e4577f1c-a0ea-4eef-9851-9bdbe8619e58" providerId="ADAL" clId="{298CC335-43E8-497A-92EF-F6294183AD0B}" dt="2025-09-15T13:19:31.326" v="1663" actId="478"/>
          <ac:spMkLst>
            <pc:docMk/>
            <pc:sldMk cId="3786559436" sldId="820"/>
            <ac:spMk id="36" creationId="{3AE3AF56-584E-695F-4692-0C706BED46AB}"/>
          </ac:spMkLst>
        </pc:spChg>
        <pc:spChg chg="del">
          <ac:chgData name="Adam Brown (Astrea Central)" userId="e4577f1c-a0ea-4eef-9851-9bdbe8619e58" providerId="ADAL" clId="{298CC335-43E8-497A-92EF-F6294183AD0B}" dt="2025-09-15T13:19:31.326" v="1663" actId="478"/>
          <ac:spMkLst>
            <pc:docMk/>
            <pc:sldMk cId="3786559436" sldId="820"/>
            <ac:spMk id="37" creationId="{C5F4785B-EFB6-8F05-F68E-9C334598FC7A}"/>
          </ac:spMkLst>
        </pc:spChg>
        <pc:spChg chg="del">
          <ac:chgData name="Adam Brown (Astrea Central)" userId="e4577f1c-a0ea-4eef-9851-9bdbe8619e58" providerId="ADAL" clId="{298CC335-43E8-497A-92EF-F6294183AD0B}" dt="2025-09-15T13:20:02.509" v="1691" actId="478"/>
          <ac:spMkLst>
            <pc:docMk/>
            <pc:sldMk cId="3786559436" sldId="820"/>
            <ac:spMk id="38" creationId="{57785D36-06CC-A145-8087-38CA18A31473}"/>
          </ac:spMkLst>
        </pc:spChg>
        <pc:spChg chg="del">
          <ac:chgData name="Adam Brown (Astrea Central)" userId="e4577f1c-a0ea-4eef-9851-9bdbe8619e58" providerId="ADAL" clId="{298CC335-43E8-497A-92EF-F6294183AD0B}" dt="2025-09-15T13:19:57.997" v="1690" actId="478"/>
          <ac:spMkLst>
            <pc:docMk/>
            <pc:sldMk cId="3786559436" sldId="820"/>
            <ac:spMk id="39" creationId="{ECE45CC7-C822-D007-659A-259BC5CA2C4F}"/>
          </ac:spMkLst>
        </pc:spChg>
        <pc:spChg chg="del">
          <ac:chgData name="Adam Brown (Astrea Central)" userId="e4577f1c-a0ea-4eef-9851-9bdbe8619e58" providerId="ADAL" clId="{298CC335-43E8-497A-92EF-F6294183AD0B}" dt="2025-09-15T13:19:31.326" v="1663" actId="478"/>
          <ac:spMkLst>
            <pc:docMk/>
            <pc:sldMk cId="3786559436" sldId="820"/>
            <ac:spMk id="40" creationId="{8B71BEF9-CC1C-72A3-F33B-E5E97628DB0F}"/>
          </ac:spMkLst>
        </pc:spChg>
        <pc:spChg chg="del">
          <ac:chgData name="Adam Brown (Astrea Central)" userId="e4577f1c-a0ea-4eef-9851-9bdbe8619e58" providerId="ADAL" clId="{298CC335-43E8-497A-92EF-F6294183AD0B}" dt="2025-09-15T13:19:31.326" v="1663" actId="478"/>
          <ac:spMkLst>
            <pc:docMk/>
            <pc:sldMk cId="3786559436" sldId="820"/>
            <ac:spMk id="41" creationId="{E17A09B7-C5BC-F9FA-3C8D-BB1A80401B9F}"/>
          </ac:spMkLst>
        </pc:spChg>
        <pc:spChg chg="del">
          <ac:chgData name="Adam Brown (Astrea Central)" userId="e4577f1c-a0ea-4eef-9851-9bdbe8619e58" providerId="ADAL" clId="{298CC335-43E8-497A-92EF-F6294183AD0B}" dt="2025-09-15T13:19:31.326" v="1663" actId="478"/>
          <ac:spMkLst>
            <pc:docMk/>
            <pc:sldMk cId="3786559436" sldId="820"/>
            <ac:spMk id="43" creationId="{B0F46621-4477-CD8E-E33F-7DEAC3CE281B}"/>
          </ac:spMkLst>
        </pc:spChg>
        <pc:spChg chg="del">
          <ac:chgData name="Adam Brown (Astrea Central)" userId="e4577f1c-a0ea-4eef-9851-9bdbe8619e58" providerId="ADAL" clId="{298CC335-43E8-497A-92EF-F6294183AD0B}" dt="2025-09-15T13:19:31.326" v="1663" actId="478"/>
          <ac:spMkLst>
            <pc:docMk/>
            <pc:sldMk cId="3786559436" sldId="820"/>
            <ac:spMk id="44" creationId="{B7D95AC6-C4FE-D644-6A50-ADACB0E7C736}"/>
          </ac:spMkLst>
        </pc:spChg>
        <pc:graphicFrameChg chg="mod">
          <ac:chgData name="Adam Brown (Astrea Central)" userId="e4577f1c-a0ea-4eef-9851-9bdbe8619e58" providerId="ADAL" clId="{298CC335-43E8-497A-92EF-F6294183AD0B}" dt="2025-09-15T13:19:55.353" v="1689" actId="20577"/>
          <ac:graphicFrameMkLst>
            <pc:docMk/>
            <pc:sldMk cId="3786559436" sldId="820"/>
            <ac:graphicFrameMk id="7" creationId="{A7108AAA-BBC4-AF14-4C73-E7F170E6B58C}"/>
          </ac:graphicFrameMkLst>
        </pc:graphicFrameChg>
      </pc:sldChg>
      <pc:sldChg chg="delSp mod">
        <pc:chgData name="Adam Brown (Astrea Central)" userId="e4577f1c-a0ea-4eef-9851-9bdbe8619e58" providerId="ADAL" clId="{298CC335-43E8-497A-92EF-F6294183AD0B}" dt="2025-09-15T13:20:48.437" v="1707" actId="478"/>
        <pc:sldMkLst>
          <pc:docMk/>
          <pc:sldMk cId="2636512546" sldId="822"/>
        </pc:sldMkLst>
        <pc:spChg chg="del">
          <ac:chgData name="Adam Brown (Astrea Central)" userId="e4577f1c-a0ea-4eef-9851-9bdbe8619e58" providerId="ADAL" clId="{298CC335-43E8-497A-92EF-F6294183AD0B}" dt="2025-09-15T13:20:45.277" v="1705" actId="478"/>
          <ac:spMkLst>
            <pc:docMk/>
            <pc:sldMk cId="2636512546" sldId="822"/>
            <ac:spMk id="15" creationId="{F99F4058-CBC4-1DC8-30AA-9FF8F15F3781}"/>
          </ac:spMkLst>
        </pc:spChg>
        <pc:spChg chg="del">
          <ac:chgData name="Adam Brown (Astrea Central)" userId="e4577f1c-a0ea-4eef-9851-9bdbe8619e58" providerId="ADAL" clId="{298CC335-43E8-497A-92EF-F6294183AD0B}" dt="2025-09-15T13:20:46.397" v="1706" actId="478"/>
          <ac:spMkLst>
            <pc:docMk/>
            <pc:sldMk cId="2636512546" sldId="822"/>
            <ac:spMk id="16" creationId="{AB9A8035-E24A-3548-9C50-0DBF14D46540}"/>
          </ac:spMkLst>
        </pc:spChg>
        <pc:spChg chg="del">
          <ac:chgData name="Adam Brown (Astrea Central)" userId="e4577f1c-a0ea-4eef-9851-9bdbe8619e58" providerId="ADAL" clId="{298CC335-43E8-497A-92EF-F6294183AD0B}" dt="2025-09-15T13:20:48.437" v="1707" actId="478"/>
          <ac:spMkLst>
            <pc:docMk/>
            <pc:sldMk cId="2636512546" sldId="822"/>
            <ac:spMk id="17" creationId="{852F3A84-CB0E-0F60-3162-D327B513D2AB}"/>
          </ac:spMkLst>
        </pc:spChg>
        <pc:spChg chg="del">
          <ac:chgData name="Adam Brown (Astrea Central)" userId="e4577f1c-a0ea-4eef-9851-9bdbe8619e58" providerId="ADAL" clId="{298CC335-43E8-497A-92EF-F6294183AD0B}" dt="2025-09-15T13:20:40.301" v="1703" actId="478"/>
          <ac:spMkLst>
            <pc:docMk/>
            <pc:sldMk cId="2636512546" sldId="822"/>
            <ac:spMk id="18" creationId="{8CBA7206-58F6-CF0F-58B6-7495C4C4A52B}"/>
          </ac:spMkLst>
        </pc:spChg>
        <pc:spChg chg="del">
          <ac:chgData name="Adam Brown (Astrea Central)" userId="e4577f1c-a0ea-4eef-9851-9bdbe8619e58" providerId="ADAL" clId="{298CC335-43E8-497A-92EF-F6294183AD0B}" dt="2025-09-15T13:20:40.301" v="1703" actId="478"/>
          <ac:spMkLst>
            <pc:docMk/>
            <pc:sldMk cId="2636512546" sldId="822"/>
            <ac:spMk id="19" creationId="{6AE9D88A-1142-6D05-8A8E-70B057B3EF35}"/>
          </ac:spMkLst>
        </pc:spChg>
        <pc:spChg chg="del">
          <ac:chgData name="Adam Brown (Astrea Central)" userId="e4577f1c-a0ea-4eef-9851-9bdbe8619e58" providerId="ADAL" clId="{298CC335-43E8-497A-92EF-F6294183AD0B}" dt="2025-09-15T13:20:42.949" v="1704" actId="478"/>
          <ac:spMkLst>
            <pc:docMk/>
            <pc:sldMk cId="2636512546" sldId="822"/>
            <ac:spMk id="20" creationId="{A112B23B-D04B-AF82-A7D4-1CF21161A5DF}"/>
          </ac:spMkLst>
        </pc:spChg>
        <pc:spChg chg="del">
          <ac:chgData name="Adam Brown (Astrea Central)" userId="e4577f1c-a0ea-4eef-9851-9bdbe8619e58" providerId="ADAL" clId="{298CC335-43E8-497A-92EF-F6294183AD0B}" dt="2025-09-15T13:20:42.949" v="1704" actId="478"/>
          <ac:spMkLst>
            <pc:docMk/>
            <pc:sldMk cId="2636512546" sldId="822"/>
            <ac:spMk id="21" creationId="{DBF13690-7D02-E9B8-7AA3-300A05CE9024}"/>
          </ac:spMkLst>
        </pc:spChg>
        <pc:spChg chg="del">
          <ac:chgData name="Adam Brown (Astrea Central)" userId="e4577f1c-a0ea-4eef-9851-9bdbe8619e58" providerId="ADAL" clId="{298CC335-43E8-497A-92EF-F6294183AD0B}" dt="2025-09-15T13:20:37.429" v="1701" actId="478"/>
          <ac:spMkLst>
            <pc:docMk/>
            <pc:sldMk cId="2636512546" sldId="822"/>
            <ac:spMk id="30" creationId="{1850BB59-4153-847D-FA2A-C1292455FC6E}"/>
          </ac:spMkLst>
        </pc:spChg>
        <pc:spChg chg="del">
          <ac:chgData name="Adam Brown (Astrea Central)" userId="e4577f1c-a0ea-4eef-9851-9bdbe8619e58" providerId="ADAL" clId="{298CC335-43E8-497A-92EF-F6294183AD0B}" dt="2025-09-15T13:20:38.397" v="1702" actId="478"/>
          <ac:spMkLst>
            <pc:docMk/>
            <pc:sldMk cId="2636512546" sldId="822"/>
            <ac:spMk id="31" creationId="{10C04012-42CC-2B89-B15E-0B33243E739F}"/>
          </ac:spMkLst>
        </pc:spChg>
        <pc:spChg chg="del">
          <ac:chgData name="Adam Brown (Astrea Central)" userId="e4577f1c-a0ea-4eef-9851-9bdbe8619e58" providerId="ADAL" clId="{298CC335-43E8-497A-92EF-F6294183AD0B}" dt="2025-09-15T13:20:35.628" v="1700" actId="478"/>
          <ac:spMkLst>
            <pc:docMk/>
            <pc:sldMk cId="2636512546" sldId="822"/>
            <ac:spMk id="32" creationId="{D2232833-E557-EA22-2B21-03C16E00220B}"/>
          </ac:spMkLst>
        </pc:spChg>
        <pc:spChg chg="del">
          <ac:chgData name="Adam Brown (Astrea Central)" userId="e4577f1c-a0ea-4eef-9851-9bdbe8619e58" providerId="ADAL" clId="{298CC335-43E8-497A-92EF-F6294183AD0B}" dt="2025-09-15T13:20:35.628" v="1700" actId="478"/>
          <ac:spMkLst>
            <pc:docMk/>
            <pc:sldMk cId="2636512546" sldId="822"/>
            <ac:spMk id="33" creationId="{EF29A0E8-4C95-1B85-2774-92E4BDCB045F}"/>
          </ac:spMkLst>
        </pc:spChg>
        <pc:spChg chg="del">
          <ac:chgData name="Adam Brown (Astrea Central)" userId="e4577f1c-a0ea-4eef-9851-9bdbe8619e58" providerId="ADAL" clId="{298CC335-43E8-497A-92EF-F6294183AD0B}" dt="2025-09-15T13:20:35.628" v="1700" actId="478"/>
          <ac:spMkLst>
            <pc:docMk/>
            <pc:sldMk cId="2636512546" sldId="822"/>
            <ac:spMk id="34" creationId="{3F64AB1A-9F7A-1018-7C80-58B43E2FDF56}"/>
          </ac:spMkLst>
        </pc:spChg>
        <pc:spChg chg="del">
          <ac:chgData name="Adam Brown (Astrea Central)" userId="e4577f1c-a0ea-4eef-9851-9bdbe8619e58" providerId="ADAL" clId="{298CC335-43E8-497A-92EF-F6294183AD0B}" dt="2025-09-15T13:20:35.628" v="1700" actId="478"/>
          <ac:spMkLst>
            <pc:docMk/>
            <pc:sldMk cId="2636512546" sldId="822"/>
            <ac:spMk id="35" creationId="{ED9F868F-4395-1D99-B490-03753933E03D}"/>
          </ac:spMkLst>
        </pc:spChg>
        <pc:spChg chg="del">
          <ac:chgData name="Adam Brown (Astrea Central)" userId="e4577f1c-a0ea-4eef-9851-9bdbe8619e58" providerId="ADAL" clId="{298CC335-43E8-497A-92EF-F6294183AD0B}" dt="2025-09-15T13:20:33.717" v="1699" actId="478"/>
          <ac:spMkLst>
            <pc:docMk/>
            <pc:sldMk cId="2636512546" sldId="822"/>
            <ac:spMk id="36" creationId="{F5CA87B1-4116-EBE5-111D-0F44B2924D9F}"/>
          </ac:spMkLst>
        </pc:spChg>
        <pc:spChg chg="del">
          <ac:chgData name="Adam Brown (Astrea Central)" userId="e4577f1c-a0ea-4eef-9851-9bdbe8619e58" providerId="ADAL" clId="{298CC335-43E8-497A-92EF-F6294183AD0B}" dt="2025-09-15T13:20:33.717" v="1699" actId="478"/>
          <ac:spMkLst>
            <pc:docMk/>
            <pc:sldMk cId="2636512546" sldId="822"/>
            <ac:spMk id="37" creationId="{98ECAB5E-37DE-DC3B-CBED-BEB88747F64D}"/>
          </ac:spMkLst>
        </pc:spChg>
        <pc:spChg chg="del">
          <ac:chgData name="Adam Brown (Astrea Central)" userId="e4577f1c-a0ea-4eef-9851-9bdbe8619e58" providerId="ADAL" clId="{298CC335-43E8-497A-92EF-F6294183AD0B}" dt="2025-09-15T13:20:33.717" v="1699" actId="478"/>
          <ac:spMkLst>
            <pc:docMk/>
            <pc:sldMk cId="2636512546" sldId="822"/>
            <ac:spMk id="38" creationId="{53B5D554-B4DA-1E0B-897B-256E823F002B}"/>
          </ac:spMkLst>
        </pc:spChg>
        <pc:spChg chg="del">
          <ac:chgData name="Adam Brown (Astrea Central)" userId="e4577f1c-a0ea-4eef-9851-9bdbe8619e58" providerId="ADAL" clId="{298CC335-43E8-497A-92EF-F6294183AD0B}" dt="2025-09-15T13:20:33.717" v="1699" actId="478"/>
          <ac:spMkLst>
            <pc:docMk/>
            <pc:sldMk cId="2636512546" sldId="822"/>
            <ac:spMk id="39" creationId="{28923EE5-E3EA-FB71-4893-42FA339AEB59}"/>
          </ac:spMkLst>
        </pc:spChg>
        <pc:spChg chg="del">
          <ac:chgData name="Adam Brown (Astrea Central)" userId="e4577f1c-a0ea-4eef-9851-9bdbe8619e58" providerId="ADAL" clId="{298CC335-43E8-497A-92EF-F6294183AD0B}" dt="2025-09-15T13:20:33.717" v="1699" actId="478"/>
          <ac:spMkLst>
            <pc:docMk/>
            <pc:sldMk cId="2636512546" sldId="822"/>
            <ac:spMk id="40" creationId="{9A6617E9-1028-0F92-E6FC-AEC3735A69B7}"/>
          </ac:spMkLst>
        </pc:spChg>
        <pc:spChg chg="del">
          <ac:chgData name="Adam Brown (Astrea Central)" userId="e4577f1c-a0ea-4eef-9851-9bdbe8619e58" providerId="ADAL" clId="{298CC335-43E8-497A-92EF-F6294183AD0B}" dt="2025-09-15T13:20:33.717" v="1699" actId="478"/>
          <ac:spMkLst>
            <pc:docMk/>
            <pc:sldMk cId="2636512546" sldId="822"/>
            <ac:spMk id="41" creationId="{C0D50A27-64B3-41D2-410C-95AD980B1AD7}"/>
          </ac:spMkLst>
        </pc:spChg>
        <pc:spChg chg="del">
          <ac:chgData name="Adam Brown (Astrea Central)" userId="e4577f1c-a0ea-4eef-9851-9bdbe8619e58" providerId="ADAL" clId="{298CC335-43E8-497A-92EF-F6294183AD0B}" dt="2025-09-15T13:20:33.717" v="1699" actId="478"/>
          <ac:spMkLst>
            <pc:docMk/>
            <pc:sldMk cId="2636512546" sldId="822"/>
            <ac:spMk id="42" creationId="{E3D618CB-7522-F76F-3195-F6FF9FE9D9E4}"/>
          </ac:spMkLst>
        </pc:spChg>
        <pc:spChg chg="del">
          <ac:chgData name="Adam Brown (Astrea Central)" userId="e4577f1c-a0ea-4eef-9851-9bdbe8619e58" providerId="ADAL" clId="{298CC335-43E8-497A-92EF-F6294183AD0B}" dt="2025-09-15T13:20:33.717" v="1699" actId="478"/>
          <ac:spMkLst>
            <pc:docMk/>
            <pc:sldMk cId="2636512546" sldId="822"/>
            <ac:spMk id="43" creationId="{0F0B2905-5CF7-867A-AFEC-E86D1A789CA9}"/>
          </ac:spMkLst>
        </pc:spChg>
      </pc:sldChg>
      <pc:sldChg chg="delSp mod">
        <pc:chgData name="Adam Brown (Astrea Central)" userId="e4577f1c-a0ea-4eef-9851-9bdbe8619e58" providerId="ADAL" clId="{298CC335-43E8-497A-92EF-F6294183AD0B}" dt="2025-09-15T13:21:32.652" v="1720" actId="478"/>
        <pc:sldMkLst>
          <pc:docMk/>
          <pc:sldMk cId="990989979" sldId="823"/>
        </pc:sldMkLst>
        <pc:spChg chg="del">
          <ac:chgData name="Adam Brown (Astrea Central)" userId="e4577f1c-a0ea-4eef-9851-9bdbe8619e58" providerId="ADAL" clId="{298CC335-43E8-497A-92EF-F6294183AD0B}" dt="2025-09-15T13:21:32.652" v="1720" actId="478"/>
          <ac:spMkLst>
            <pc:docMk/>
            <pc:sldMk cId="990989979" sldId="823"/>
            <ac:spMk id="2" creationId="{F97DEE49-2F2E-AA87-3F1B-5C17A8AEC3BC}"/>
          </ac:spMkLst>
        </pc:spChg>
        <pc:spChg chg="del">
          <ac:chgData name="Adam Brown (Astrea Central)" userId="e4577f1c-a0ea-4eef-9851-9bdbe8619e58" providerId="ADAL" clId="{298CC335-43E8-497A-92EF-F6294183AD0B}" dt="2025-09-15T13:21:32.652" v="1720" actId="478"/>
          <ac:spMkLst>
            <pc:docMk/>
            <pc:sldMk cId="990989979" sldId="823"/>
            <ac:spMk id="5" creationId="{EA2E9B38-E8CC-DEF2-AEC7-984BD1451366}"/>
          </ac:spMkLst>
        </pc:spChg>
        <pc:spChg chg="del">
          <ac:chgData name="Adam Brown (Astrea Central)" userId="e4577f1c-a0ea-4eef-9851-9bdbe8619e58" providerId="ADAL" clId="{298CC335-43E8-497A-92EF-F6294183AD0B}" dt="2025-09-15T13:21:32.652" v="1720" actId="478"/>
          <ac:spMkLst>
            <pc:docMk/>
            <pc:sldMk cId="990989979" sldId="823"/>
            <ac:spMk id="7" creationId="{0F635FF6-8594-3580-4E10-E8EDEEB91026}"/>
          </ac:spMkLst>
        </pc:spChg>
        <pc:spChg chg="del">
          <ac:chgData name="Adam Brown (Astrea Central)" userId="e4577f1c-a0ea-4eef-9851-9bdbe8619e58" providerId="ADAL" clId="{298CC335-43E8-497A-92EF-F6294183AD0B}" dt="2025-09-15T13:21:30.797" v="1719" actId="478"/>
          <ac:spMkLst>
            <pc:docMk/>
            <pc:sldMk cId="990989979" sldId="823"/>
            <ac:spMk id="11" creationId="{1C1AC4E7-9899-ED60-9476-7FDAAF3DEB67}"/>
          </ac:spMkLst>
        </pc:spChg>
        <pc:spChg chg="del">
          <ac:chgData name="Adam Brown (Astrea Central)" userId="e4577f1c-a0ea-4eef-9851-9bdbe8619e58" providerId="ADAL" clId="{298CC335-43E8-497A-92EF-F6294183AD0B}" dt="2025-09-15T13:21:30.797" v="1719" actId="478"/>
          <ac:spMkLst>
            <pc:docMk/>
            <pc:sldMk cId="990989979" sldId="823"/>
            <ac:spMk id="12" creationId="{80502FB0-BEEA-AE09-8A95-FA974FD9ED57}"/>
          </ac:spMkLst>
        </pc:spChg>
        <pc:spChg chg="del">
          <ac:chgData name="Adam Brown (Astrea Central)" userId="e4577f1c-a0ea-4eef-9851-9bdbe8619e58" providerId="ADAL" clId="{298CC335-43E8-497A-92EF-F6294183AD0B}" dt="2025-09-15T13:21:30.797" v="1719" actId="478"/>
          <ac:spMkLst>
            <pc:docMk/>
            <pc:sldMk cId="990989979" sldId="823"/>
            <ac:spMk id="13" creationId="{5BE0E38D-5758-7D96-9296-A0877E118757}"/>
          </ac:spMkLst>
        </pc:spChg>
        <pc:spChg chg="del">
          <ac:chgData name="Adam Brown (Astrea Central)" userId="e4577f1c-a0ea-4eef-9851-9bdbe8619e58" providerId="ADAL" clId="{298CC335-43E8-497A-92EF-F6294183AD0B}" dt="2025-09-15T13:21:30.797" v="1719" actId="478"/>
          <ac:spMkLst>
            <pc:docMk/>
            <pc:sldMk cId="990989979" sldId="823"/>
            <ac:spMk id="15" creationId="{4847B79A-F2B3-384C-2A4B-B29632E5E090}"/>
          </ac:spMkLst>
        </pc:spChg>
        <pc:spChg chg="del">
          <ac:chgData name="Adam Brown (Astrea Central)" userId="e4577f1c-a0ea-4eef-9851-9bdbe8619e58" providerId="ADAL" clId="{298CC335-43E8-497A-92EF-F6294183AD0B}" dt="2025-09-15T13:21:30.797" v="1719" actId="478"/>
          <ac:spMkLst>
            <pc:docMk/>
            <pc:sldMk cId="990989979" sldId="823"/>
            <ac:spMk id="16" creationId="{F4E9FD98-992E-01DC-43EB-256AA40DEB8C}"/>
          </ac:spMkLst>
        </pc:spChg>
        <pc:spChg chg="del">
          <ac:chgData name="Adam Brown (Astrea Central)" userId="e4577f1c-a0ea-4eef-9851-9bdbe8619e58" providerId="ADAL" clId="{298CC335-43E8-497A-92EF-F6294183AD0B}" dt="2025-09-15T13:21:30.797" v="1719" actId="478"/>
          <ac:spMkLst>
            <pc:docMk/>
            <pc:sldMk cId="990989979" sldId="823"/>
            <ac:spMk id="17" creationId="{F2BE2787-2970-4138-D239-4A1D98057238}"/>
          </ac:spMkLst>
        </pc:spChg>
        <pc:spChg chg="del">
          <ac:chgData name="Adam Brown (Astrea Central)" userId="e4577f1c-a0ea-4eef-9851-9bdbe8619e58" providerId="ADAL" clId="{298CC335-43E8-497A-92EF-F6294183AD0B}" dt="2025-09-15T13:21:30.797" v="1719" actId="478"/>
          <ac:spMkLst>
            <pc:docMk/>
            <pc:sldMk cId="990989979" sldId="823"/>
            <ac:spMk id="18" creationId="{8EB4B14C-C07F-24A5-4AED-EEDA857AF707}"/>
          </ac:spMkLst>
        </pc:spChg>
        <pc:spChg chg="del">
          <ac:chgData name="Adam Brown (Astrea Central)" userId="e4577f1c-a0ea-4eef-9851-9bdbe8619e58" providerId="ADAL" clId="{298CC335-43E8-497A-92EF-F6294183AD0B}" dt="2025-09-15T13:21:30.797" v="1719" actId="478"/>
          <ac:spMkLst>
            <pc:docMk/>
            <pc:sldMk cId="990989979" sldId="823"/>
            <ac:spMk id="19" creationId="{0134D897-0621-F0F6-B2A3-5618D428700D}"/>
          </ac:spMkLst>
        </pc:spChg>
        <pc:spChg chg="del">
          <ac:chgData name="Adam Brown (Astrea Central)" userId="e4577f1c-a0ea-4eef-9851-9bdbe8619e58" providerId="ADAL" clId="{298CC335-43E8-497A-92EF-F6294183AD0B}" dt="2025-09-15T13:21:30.797" v="1719" actId="478"/>
          <ac:spMkLst>
            <pc:docMk/>
            <pc:sldMk cId="990989979" sldId="823"/>
            <ac:spMk id="20" creationId="{268D5BA7-2979-A99D-DF88-D6CFF94E6609}"/>
          </ac:spMkLst>
        </pc:spChg>
      </pc:sldChg>
      <pc:sldChg chg="delSp mod">
        <pc:chgData name="Adam Brown (Astrea Central)" userId="e4577f1c-a0ea-4eef-9851-9bdbe8619e58" providerId="ADAL" clId="{298CC335-43E8-497A-92EF-F6294183AD0B}" dt="2025-09-15T13:21:41.108" v="1723" actId="478"/>
        <pc:sldMkLst>
          <pc:docMk/>
          <pc:sldMk cId="1943235173" sldId="826"/>
        </pc:sldMkLst>
        <pc:spChg chg="del">
          <ac:chgData name="Adam Brown (Astrea Central)" userId="e4577f1c-a0ea-4eef-9851-9bdbe8619e58" providerId="ADAL" clId="{298CC335-43E8-497A-92EF-F6294183AD0B}" dt="2025-09-15T13:21:38.861" v="1722" actId="478"/>
          <ac:spMkLst>
            <pc:docMk/>
            <pc:sldMk cId="1943235173" sldId="826"/>
            <ac:spMk id="2" creationId="{6D78664A-BCF1-DE21-FB4E-CE6C1001A6AF}"/>
          </ac:spMkLst>
        </pc:spChg>
        <pc:spChg chg="del">
          <ac:chgData name="Adam Brown (Astrea Central)" userId="e4577f1c-a0ea-4eef-9851-9bdbe8619e58" providerId="ADAL" clId="{298CC335-43E8-497A-92EF-F6294183AD0B}" dt="2025-09-15T13:21:38.861" v="1722" actId="478"/>
          <ac:spMkLst>
            <pc:docMk/>
            <pc:sldMk cId="1943235173" sldId="826"/>
            <ac:spMk id="3" creationId="{ADD14E33-E17C-6010-5613-B7EAEE2BA562}"/>
          </ac:spMkLst>
        </pc:spChg>
        <pc:spChg chg="del">
          <ac:chgData name="Adam Brown (Astrea Central)" userId="e4577f1c-a0ea-4eef-9851-9bdbe8619e58" providerId="ADAL" clId="{298CC335-43E8-497A-92EF-F6294183AD0B}" dt="2025-09-15T13:21:38.861" v="1722" actId="478"/>
          <ac:spMkLst>
            <pc:docMk/>
            <pc:sldMk cId="1943235173" sldId="826"/>
            <ac:spMk id="4" creationId="{4A5EE31D-8C9B-DA8F-CFED-F935122AB022}"/>
          </ac:spMkLst>
        </pc:spChg>
        <pc:spChg chg="del">
          <ac:chgData name="Adam Brown (Astrea Central)" userId="e4577f1c-a0ea-4eef-9851-9bdbe8619e58" providerId="ADAL" clId="{298CC335-43E8-497A-92EF-F6294183AD0B}" dt="2025-09-15T13:21:41.108" v="1723" actId="478"/>
          <ac:spMkLst>
            <pc:docMk/>
            <pc:sldMk cId="1943235173" sldId="826"/>
            <ac:spMk id="5" creationId="{9ED218F7-B660-271D-E1A0-5CC2B563F756}"/>
          </ac:spMkLst>
        </pc:spChg>
        <pc:spChg chg="del">
          <ac:chgData name="Adam Brown (Astrea Central)" userId="e4577f1c-a0ea-4eef-9851-9bdbe8619e58" providerId="ADAL" clId="{298CC335-43E8-497A-92EF-F6294183AD0B}" dt="2025-09-15T13:21:41.108" v="1723" actId="478"/>
          <ac:spMkLst>
            <pc:docMk/>
            <pc:sldMk cId="1943235173" sldId="826"/>
            <ac:spMk id="6" creationId="{8E88E744-AF97-1945-378D-D6E08C61B604}"/>
          </ac:spMkLst>
        </pc:spChg>
        <pc:spChg chg="del">
          <ac:chgData name="Adam Brown (Astrea Central)" userId="e4577f1c-a0ea-4eef-9851-9bdbe8619e58" providerId="ADAL" clId="{298CC335-43E8-497A-92EF-F6294183AD0B}" dt="2025-09-15T13:21:41.108" v="1723" actId="478"/>
          <ac:spMkLst>
            <pc:docMk/>
            <pc:sldMk cId="1943235173" sldId="826"/>
            <ac:spMk id="7" creationId="{69CAF704-B40B-AC4F-72C8-C6467622DAE1}"/>
          </ac:spMkLst>
        </pc:spChg>
        <pc:spChg chg="del">
          <ac:chgData name="Adam Brown (Astrea Central)" userId="e4577f1c-a0ea-4eef-9851-9bdbe8619e58" providerId="ADAL" clId="{298CC335-43E8-497A-92EF-F6294183AD0B}" dt="2025-09-15T13:21:41.108" v="1723" actId="478"/>
          <ac:spMkLst>
            <pc:docMk/>
            <pc:sldMk cId="1943235173" sldId="826"/>
            <ac:spMk id="8" creationId="{52F7076E-12C7-FA8C-2567-4A48F3C9E0EC}"/>
          </ac:spMkLst>
        </pc:spChg>
        <pc:spChg chg="del">
          <ac:chgData name="Adam Brown (Astrea Central)" userId="e4577f1c-a0ea-4eef-9851-9bdbe8619e58" providerId="ADAL" clId="{298CC335-43E8-497A-92EF-F6294183AD0B}" dt="2025-09-15T13:21:41.108" v="1723" actId="478"/>
          <ac:spMkLst>
            <pc:docMk/>
            <pc:sldMk cId="1943235173" sldId="826"/>
            <ac:spMk id="9" creationId="{E74B583C-D290-15CD-2B27-96CE7270BE57}"/>
          </ac:spMkLst>
        </pc:spChg>
        <pc:spChg chg="del">
          <ac:chgData name="Adam Brown (Astrea Central)" userId="e4577f1c-a0ea-4eef-9851-9bdbe8619e58" providerId="ADAL" clId="{298CC335-43E8-497A-92EF-F6294183AD0B}" dt="2025-09-15T13:21:41.108" v="1723" actId="478"/>
          <ac:spMkLst>
            <pc:docMk/>
            <pc:sldMk cId="1943235173" sldId="826"/>
            <ac:spMk id="10" creationId="{B5A618D7-65BA-4912-A4F2-DF962469E60D}"/>
          </ac:spMkLst>
        </pc:spChg>
        <pc:spChg chg="del">
          <ac:chgData name="Adam Brown (Astrea Central)" userId="e4577f1c-a0ea-4eef-9851-9bdbe8619e58" providerId="ADAL" clId="{298CC335-43E8-497A-92EF-F6294183AD0B}" dt="2025-09-15T13:21:41.108" v="1723" actId="478"/>
          <ac:spMkLst>
            <pc:docMk/>
            <pc:sldMk cId="1943235173" sldId="826"/>
            <ac:spMk id="11" creationId="{BB5614D2-B191-2061-F2BB-67DB8B6735DA}"/>
          </ac:spMkLst>
        </pc:spChg>
        <pc:spChg chg="del">
          <ac:chgData name="Adam Brown (Astrea Central)" userId="e4577f1c-a0ea-4eef-9851-9bdbe8619e58" providerId="ADAL" clId="{298CC335-43E8-497A-92EF-F6294183AD0B}" dt="2025-09-15T13:21:41.108" v="1723" actId="478"/>
          <ac:spMkLst>
            <pc:docMk/>
            <pc:sldMk cId="1943235173" sldId="826"/>
            <ac:spMk id="12" creationId="{115AAAEB-C46F-83EF-2C01-A373BA15B106}"/>
          </ac:spMkLst>
        </pc:spChg>
        <pc:spChg chg="del">
          <ac:chgData name="Adam Brown (Astrea Central)" userId="e4577f1c-a0ea-4eef-9851-9bdbe8619e58" providerId="ADAL" clId="{298CC335-43E8-497A-92EF-F6294183AD0B}" dt="2025-09-15T13:21:41.108" v="1723" actId="478"/>
          <ac:spMkLst>
            <pc:docMk/>
            <pc:sldMk cId="1943235173" sldId="826"/>
            <ac:spMk id="13" creationId="{D7D432FB-B421-253A-9F5F-DE35C719DA41}"/>
          </ac:spMkLst>
        </pc:spChg>
        <pc:spChg chg="del">
          <ac:chgData name="Adam Brown (Astrea Central)" userId="e4577f1c-a0ea-4eef-9851-9bdbe8619e58" providerId="ADAL" clId="{298CC335-43E8-497A-92EF-F6294183AD0B}" dt="2025-09-15T13:21:37.356" v="1721" actId="478"/>
          <ac:spMkLst>
            <pc:docMk/>
            <pc:sldMk cId="1943235173" sldId="826"/>
            <ac:spMk id="14" creationId="{59915FA2-A317-DCEE-28EA-CF251931B1F0}"/>
          </ac:spMkLst>
        </pc:spChg>
        <pc:spChg chg="del">
          <ac:chgData name="Adam Brown (Astrea Central)" userId="e4577f1c-a0ea-4eef-9851-9bdbe8619e58" providerId="ADAL" clId="{298CC335-43E8-497A-92EF-F6294183AD0B}" dt="2025-09-15T13:21:37.356" v="1721" actId="478"/>
          <ac:spMkLst>
            <pc:docMk/>
            <pc:sldMk cId="1943235173" sldId="826"/>
            <ac:spMk id="15" creationId="{71CE293F-C138-DFA5-A96F-E5EDAD590F48}"/>
          </ac:spMkLst>
        </pc:spChg>
        <pc:spChg chg="del">
          <ac:chgData name="Adam Brown (Astrea Central)" userId="e4577f1c-a0ea-4eef-9851-9bdbe8619e58" providerId="ADAL" clId="{298CC335-43E8-497A-92EF-F6294183AD0B}" dt="2025-09-15T13:21:37.356" v="1721" actId="478"/>
          <ac:spMkLst>
            <pc:docMk/>
            <pc:sldMk cId="1943235173" sldId="826"/>
            <ac:spMk id="16" creationId="{6F3B5D61-D13D-DF1C-0F8F-FAF3A087087B}"/>
          </ac:spMkLst>
        </pc:spChg>
      </pc:sldChg>
      <pc:sldChg chg="delSp mod">
        <pc:chgData name="Adam Brown (Astrea Central)" userId="e4577f1c-a0ea-4eef-9851-9bdbe8619e58" providerId="ADAL" clId="{298CC335-43E8-497A-92EF-F6294183AD0B}" dt="2025-09-15T13:18:45.504" v="1648" actId="478"/>
        <pc:sldMkLst>
          <pc:docMk/>
          <pc:sldMk cId="2692183026" sldId="1167"/>
        </pc:sldMkLst>
        <pc:spChg chg="del">
          <ac:chgData name="Adam Brown (Astrea Central)" userId="e4577f1c-a0ea-4eef-9851-9bdbe8619e58" providerId="ADAL" clId="{298CC335-43E8-497A-92EF-F6294183AD0B}" dt="2025-09-15T13:18:26.007" v="1642" actId="478"/>
          <ac:spMkLst>
            <pc:docMk/>
            <pc:sldMk cId="2692183026" sldId="1167"/>
            <ac:spMk id="2" creationId="{B33EADC2-5AF0-1682-2EAD-503477C4B4D7}"/>
          </ac:spMkLst>
        </pc:spChg>
        <pc:spChg chg="del">
          <ac:chgData name="Adam Brown (Astrea Central)" userId="e4577f1c-a0ea-4eef-9851-9bdbe8619e58" providerId="ADAL" clId="{298CC335-43E8-497A-92EF-F6294183AD0B}" dt="2025-09-15T13:18:26.007" v="1642" actId="478"/>
          <ac:spMkLst>
            <pc:docMk/>
            <pc:sldMk cId="2692183026" sldId="1167"/>
            <ac:spMk id="3" creationId="{7B7C2288-9FFD-DB1E-E5F0-61AFA201F792}"/>
          </ac:spMkLst>
        </pc:spChg>
        <pc:spChg chg="del">
          <ac:chgData name="Adam Brown (Astrea Central)" userId="e4577f1c-a0ea-4eef-9851-9bdbe8619e58" providerId="ADAL" clId="{298CC335-43E8-497A-92EF-F6294183AD0B}" dt="2025-09-15T13:18:26.007" v="1642" actId="478"/>
          <ac:spMkLst>
            <pc:docMk/>
            <pc:sldMk cId="2692183026" sldId="1167"/>
            <ac:spMk id="4" creationId="{D319D028-FFE2-32D1-3B2C-F0C733D48F11}"/>
          </ac:spMkLst>
        </pc:spChg>
        <pc:spChg chg="del">
          <ac:chgData name="Adam Brown (Astrea Central)" userId="e4577f1c-a0ea-4eef-9851-9bdbe8619e58" providerId="ADAL" clId="{298CC335-43E8-497A-92EF-F6294183AD0B}" dt="2025-09-15T13:18:27.932" v="1643" actId="478"/>
          <ac:spMkLst>
            <pc:docMk/>
            <pc:sldMk cId="2692183026" sldId="1167"/>
            <ac:spMk id="5" creationId="{51D5D499-D7C4-F8CE-E536-7CB1CD540941}"/>
          </ac:spMkLst>
        </pc:spChg>
        <pc:spChg chg="del">
          <ac:chgData name="Adam Brown (Astrea Central)" userId="e4577f1c-a0ea-4eef-9851-9bdbe8619e58" providerId="ADAL" clId="{298CC335-43E8-497A-92EF-F6294183AD0B}" dt="2025-09-15T13:18:27.932" v="1643" actId="478"/>
          <ac:spMkLst>
            <pc:docMk/>
            <pc:sldMk cId="2692183026" sldId="1167"/>
            <ac:spMk id="6" creationId="{3BC96425-5908-D59F-0433-B62CEA64F357}"/>
          </ac:spMkLst>
        </pc:spChg>
        <pc:spChg chg="del">
          <ac:chgData name="Adam Brown (Astrea Central)" userId="e4577f1c-a0ea-4eef-9851-9bdbe8619e58" providerId="ADAL" clId="{298CC335-43E8-497A-92EF-F6294183AD0B}" dt="2025-09-15T13:18:27.932" v="1643" actId="478"/>
          <ac:spMkLst>
            <pc:docMk/>
            <pc:sldMk cId="2692183026" sldId="1167"/>
            <ac:spMk id="7" creationId="{87082410-6AF7-F4CB-D4EB-CBB5CF0DEDD6}"/>
          </ac:spMkLst>
        </pc:spChg>
        <pc:spChg chg="del">
          <ac:chgData name="Adam Brown (Astrea Central)" userId="e4577f1c-a0ea-4eef-9851-9bdbe8619e58" providerId="ADAL" clId="{298CC335-43E8-497A-92EF-F6294183AD0B}" dt="2025-09-15T13:18:33.629" v="1645" actId="478"/>
          <ac:spMkLst>
            <pc:docMk/>
            <pc:sldMk cId="2692183026" sldId="1167"/>
            <ac:spMk id="8" creationId="{2FC50683-765A-A636-4931-9CBA0A33E696}"/>
          </ac:spMkLst>
        </pc:spChg>
        <pc:spChg chg="del">
          <ac:chgData name="Adam Brown (Astrea Central)" userId="e4577f1c-a0ea-4eef-9851-9bdbe8619e58" providerId="ADAL" clId="{298CC335-43E8-497A-92EF-F6294183AD0B}" dt="2025-09-15T13:18:33.629" v="1645" actId="478"/>
          <ac:spMkLst>
            <pc:docMk/>
            <pc:sldMk cId="2692183026" sldId="1167"/>
            <ac:spMk id="12" creationId="{767C1D8F-B1CA-61DB-5422-378910F79B3E}"/>
          </ac:spMkLst>
        </pc:spChg>
        <pc:spChg chg="del">
          <ac:chgData name="Adam Brown (Astrea Central)" userId="e4577f1c-a0ea-4eef-9851-9bdbe8619e58" providerId="ADAL" clId="{298CC335-43E8-497A-92EF-F6294183AD0B}" dt="2025-09-15T13:18:33.629" v="1645" actId="478"/>
          <ac:spMkLst>
            <pc:docMk/>
            <pc:sldMk cId="2692183026" sldId="1167"/>
            <ac:spMk id="13" creationId="{418375F2-459F-1158-6E0B-FFFEE4680EE5}"/>
          </ac:spMkLst>
        </pc:spChg>
        <pc:spChg chg="del">
          <ac:chgData name="Adam Brown (Astrea Central)" userId="e4577f1c-a0ea-4eef-9851-9bdbe8619e58" providerId="ADAL" clId="{298CC335-43E8-497A-92EF-F6294183AD0B}" dt="2025-09-15T13:18:33.629" v="1645" actId="478"/>
          <ac:spMkLst>
            <pc:docMk/>
            <pc:sldMk cId="2692183026" sldId="1167"/>
            <ac:spMk id="15" creationId="{A9E48A98-0B46-2D9D-37A1-972058AE92E6}"/>
          </ac:spMkLst>
        </pc:spChg>
        <pc:spChg chg="del">
          <ac:chgData name="Adam Brown (Astrea Central)" userId="e4577f1c-a0ea-4eef-9851-9bdbe8619e58" providerId="ADAL" clId="{298CC335-43E8-497A-92EF-F6294183AD0B}" dt="2025-09-15T13:18:36.076" v="1646" actId="478"/>
          <ac:spMkLst>
            <pc:docMk/>
            <pc:sldMk cId="2692183026" sldId="1167"/>
            <ac:spMk id="16" creationId="{DC3CFB58-5293-5D26-12B6-4666D60BAA0C}"/>
          </ac:spMkLst>
        </pc:spChg>
        <pc:spChg chg="del">
          <ac:chgData name="Adam Brown (Astrea Central)" userId="e4577f1c-a0ea-4eef-9851-9bdbe8619e58" providerId="ADAL" clId="{298CC335-43E8-497A-92EF-F6294183AD0B}" dt="2025-09-15T13:18:36.076" v="1646" actId="478"/>
          <ac:spMkLst>
            <pc:docMk/>
            <pc:sldMk cId="2692183026" sldId="1167"/>
            <ac:spMk id="17" creationId="{8DA2CF24-336B-FC10-B3DE-E5E29C53F379}"/>
          </ac:spMkLst>
        </pc:spChg>
        <pc:spChg chg="del">
          <ac:chgData name="Adam Brown (Astrea Central)" userId="e4577f1c-a0ea-4eef-9851-9bdbe8619e58" providerId="ADAL" clId="{298CC335-43E8-497A-92EF-F6294183AD0B}" dt="2025-09-15T13:18:36.076" v="1646" actId="478"/>
          <ac:spMkLst>
            <pc:docMk/>
            <pc:sldMk cId="2692183026" sldId="1167"/>
            <ac:spMk id="18" creationId="{1841AC4E-B23F-29E7-545D-1581FE197B49}"/>
          </ac:spMkLst>
        </pc:spChg>
        <pc:spChg chg="del">
          <ac:chgData name="Adam Brown (Astrea Central)" userId="e4577f1c-a0ea-4eef-9851-9bdbe8619e58" providerId="ADAL" clId="{298CC335-43E8-497A-92EF-F6294183AD0B}" dt="2025-09-15T13:18:36.076" v="1646" actId="478"/>
          <ac:spMkLst>
            <pc:docMk/>
            <pc:sldMk cId="2692183026" sldId="1167"/>
            <ac:spMk id="19" creationId="{F5F5D2E2-1068-ECE0-EA81-2942692AC08C}"/>
          </ac:spMkLst>
        </pc:spChg>
        <pc:spChg chg="del">
          <ac:chgData name="Adam Brown (Astrea Central)" userId="e4577f1c-a0ea-4eef-9851-9bdbe8619e58" providerId="ADAL" clId="{298CC335-43E8-497A-92EF-F6294183AD0B}" dt="2025-09-15T13:18:38.155" v="1647" actId="478"/>
          <ac:spMkLst>
            <pc:docMk/>
            <pc:sldMk cId="2692183026" sldId="1167"/>
            <ac:spMk id="20" creationId="{177FAA58-EFD2-8EF5-A6FF-DD0880743F4A}"/>
          </ac:spMkLst>
        </pc:spChg>
        <pc:spChg chg="del">
          <ac:chgData name="Adam Brown (Astrea Central)" userId="e4577f1c-a0ea-4eef-9851-9bdbe8619e58" providerId="ADAL" clId="{298CC335-43E8-497A-92EF-F6294183AD0B}" dt="2025-09-15T13:18:38.155" v="1647" actId="478"/>
          <ac:spMkLst>
            <pc:docMk/>
            <pc:sldMk cId="2692183026" sldId="1167"/>
            <ac:spMk id="21" creationId="{D3EF8A3C-FDC5-A240-FBE5-96257F32A82C}"/>
          </ac:spMkLst>
        </pc:spChg>
        <pc:spChg chg="del">
          <ac:chgData name="Adam Brown (Astrea Central)" userId="e4577f1c-a0ea-4eef-9851-9bdbe8619e58" providerId="ADAL" clId="{298CC335-43E8-497A-92EF-F6294183AD0B}" dt="2025-09-15T13:18:38.155" v="1647" actId="478"/>
          <ac:spMkLst>
            <pc:docMk/>
            <pc:sldMk cId="2692183026" sldId="1167"/>
            <ac:spMk id="22" creationId="{85E1E166-95A6-D40C-7DAB-217F0CA77411}"/>
          </ac:spMkLst>
        </pc:spChg>
        <pc:spChg chg="del">
          <ac:chgData name="Adam Brown (Astrea Central)" userId="e4577f1c-a0ea-4eef-9851-9bdbe8619e58" providerId="ADAL" clId="{298CC335-43E8-497A-92EF-F6294183AD0B}" dt="2025-09-15T13:18:38.155" v="1647" actId="478"/>
          <ac:spMkLst>
            <pc:docMk/>
            <pc:sldMk cId="2692183026" sldId="1167"/>
            <ac:spMk id="23" creationId="{6654DDAC-BB29-D84C-569D-CFE120D3E5AE}"/>
          </ac:spMkLst>
        </pc:spChg>
        <pc:spChg chg="del">
          <ac:chgData name="Adam Brown (Astrea Central)" userId="e4577f1c-a0ea-4eef-9851-9bdbe8619e58" providerId="ADAL" clId="{298CC335-43E8-497A-92EF-F6294183AD0B}" dt="2025-09-15T13:18:45.504" v="1648" actId="478"/>
          <ac:spMkLst>
            <pc:docMk/>
            <pc:sldMk cId="2692183026" sldId="1167"/>
            <ac:spMk id="24" creationId="{F49C007A-7B9A-E563-F6D9-718C23AE98E0}"/>
          </ac:spMkLst>
        </pc:spChg>
        <pc:spChg chg="del">
          <ac:chgData name="Adam Brown (Astrea Central)" userId="e4577f1c-a0ea-4eef-9851-9bdbe8619e58" providerId="ADAL" clId="{298CC335-43E8-497A-92EF-F6294183AD0B}" dt="2025-09-15T13:18:45.504" v="1648" actId="478"/>
          <ac:spMkLst>
            <pc:docMk/>
            <pc:sldMk cId="2692183026" sldId="1167"/>
            <ac:spMk id="25" creationId="{8FC357F9-131D-1446-36F5-84D0AB9A2EF1}"/>
          </ac:spMkLst>
        </pc:spChg>
        <pc:spChg chg="del">
          <ac:chgData name="Adam Brown (Astrea Central)" userId="e4577f1c-a0ea-4eef-9851-9bdbe8619e58" providerId="ADAL" clId="{298CC335-43E8-497A-92EF-F6294183AD0B}" dt="2025-09-15T13:18:45.504" v="1648" actId="478"/>
          <ac:spMkLst>
            <pc:docMk/>
            <pc:sldMk cId="2692183026" sldId="1167"/>
            <ac:spMk id="26" creationId="{AA7396DB-6870-6670-3FAD-9328B863BE0A}"/>
          </ac:spMkLst>
        </pc:spChg>
        <pc:spChg chg="del">
          <ac:chgData name="Adam Brown (Astrea Central)" userId="e4577f1c-a0ea-4eef-9851-9bdbe8619e58" providerId="ADAL" clId="{298CC335-43E8-497A-92EF-F6294183AD0B}" dt="2025-09-15T13:18:45.504" v="1648" actId="478"/>
          <ac:spMkLst>
            <pc:docMk/>
            <pc:sldMk cId="2692183026" sldId="1167"/>
            <ac:spMk id="27" creationId="{8CDEBA9F-8814-F8EA-4628-03C1B7D4386E}"/>
          </ac:spMkLst>
        </pc:spChg>
        <pc:spChg chg="del">
          <ac:chgData name="Adam Brown (Astrea Central)" userId="e4577f1c-a0ea-4eef-9851-9bdbe8619e58" providerId="ADAL" clId="{298CC335-43E8-497A-92EF-F6294183AD0B}" dt="2025-09-15T13:18:29.445" v="1644" actId="478"/>
          <ac:spMkLst>
            <pc:docMk/>
            <pc:sldMk cId="2692183026" sldId="1167"/>
            <ac:spMk id="31" creationId="{6AD0F43E-998C-AD49-0A5B-9EE95A69146B}"/>
          </ac:spMkLst>
        </pc:spChg>
        <pc:spChg chg="del">
          <ac:chgData name="Adam Brown (Astrea Central)" userId="e4577f1c-a0ea-4eef-9851-9bdbe8619e58" providerId="ADAL" clId="{298CC335-43E8-497A-92EF-F6294183AD0B}" dt="2025-09-15T13:18:29.445" v="1644" actId="478"/>
          <ac:spMkLst>
            <pc:docMk/>
            <pc:sldMk cId="2692183026" sldId="1167"/>
            <ac:spMk id="32" creationId="{C428D0E8-526C-EDA0-8BD1-B365BF0B9F21}"/>
          </ac:spMkLst>
        </pc:spChg>
        <pc:spChg chg="del">
          <ac:chgData name="Adam Brown (Astrea Central)" userId="e4577f1c-a0ea-4eef-9851-9bdbe8619e58" providerId="ADAL" clId="{298CC335-43E8-497A-92EF-F6294183AD0B}" dt="2025-09-15T13:18:29.445" v="1644" actId="478"/>
          <ac:spMkLst>
            <pc:docMk/>
            <pc:sldMk cId="2692183026" sldId="1167"/>
            <ac:spMk id="33" creationId="{6FA7D7DB-4DB1-5C53-2E4B-E5801DCC37F3}"/>
          </ac:spMkLst>
        </pc:spChg>
      </pc:sldChg>
      <pc:sldChg chg="delSp mod">
        <pc:chgData name="Adam Brown (Astrea Central)" userId="e4577f1c-a0ea-4eef-9851-9bdbe8619e58" providerId="ADAL" clId="{298CC335-43E8-497A-92EF-F6294183AD0B}" dt="2025-09-15T13:20:18.614" v="1695" actId="478"/>
        <pc:sldMkLst>
          <pc:docMk/>
          <pc:sldMk cId="248081511" sldId="1168"/>
        </pc:sldMkLst>
        <pc:spChg chg="del">
          <ac:chgData name="Adam Brown (Astrea Central)" userId="e4577f1c-a0ea-4eef-9851-9bdbe8619e58" providerId="ADAL" clId="{298CC335-43E8-497A-92EF-F6294183AD0B}" dt="2025-09-15T13:20:18.614" v="1695" actId="478"/>
          <ac:spMkLst>
            <pc:docMk/>
            <pc:sldMk cId="248081511" sldId="1168"/>
            <ac:spMk id="9" creationId="{C1BD8F70-8F2A-6421-0133-178B1DC8E961}"/>
          </ac:spMkLst>
        </pc:spChg>
        <pc:spChg chg="del">
          <ac:chgData name="Adam Brown (Astrea Central)" userId="e4577f1c-a0ea-4eef-9851-9bdbe8619e58" providerId="ADAL" clId="{298CC335-43E8-497A-92EF-F6294183AD0B}" dt="2025-09-15T13:20:18.614" v="1695" actId="478"/>
          <ac:spMkLst>
            <pc:docMk/>
            <pc:sldMk cId="248081511" sldId="1168"/>
            <ac:spMk id="10" creationId="{7DD64A1C-ADBB-C074-864A-52B4E5AF5F3C}"/>
          </ac:spMkLst>
        </pc:spChg>
        <pc:spChg chg="del">
          <ac:chgData name="Adam Brown (Astrea Central)" userId="e4577f1c-a0ea-4eef-9851-9bdbe8619e58" providerId="ADAL" clId="{298CC335-43E8-497A-92EF-F6294183AD0B}" dt="2025-09-15T13:20:18.614" v="1695" actId="478"/>
          <ac:spMkLst>
            <pc:docMk/>
            <pc:sldMk cId="248081511" sldId="1168"/>
            <ac:spMk id="11" creationId="{E8EF0997-39C5-06E6-BF55-995CD741085D}"/>
          </ac:spMkLst>
        </pc:spChg>
        <pc:spChg chg="del">
          <ac:chgData name="Adam Brown (Astrea Central)" userId="e4577f1c-a0ea-4eef-9851-9bdbe8619e58" providerId="ADAL" clId="{298CC335-43E8-497A-92EF-F6294183AD0B}" dt="2025-09-15T13:20:18.614" v="1695" actId="478"/>
          <ac:spMkLst>
            <pc:docMk/>
            <pc:sldMk cId="248081511" sldId="1168"/>
            <ac:spMk id="13" creationId="{314637B1-C920-3120-DD4C-54911217C9AA}"/>
          </ac:spMkLst>
        </pc:spChg>
        <pc:spChg chg="del">
          <ac:chgData name="Adam Brown (Astrea Central)" userId="e4577f1c-a0ea-4eef-9851-9bdbe8619e58" providerId="ADAL" clId="{298CC335-43E8-497A-92EF-F6294183AD0B}" dt="2025-09-15T13:20:18.614" v="1695" actId="478"/>
          <ac:spMkLst>
            <pc:docMk/>
            <pc:sldMk cId="248081511" sldId="1168"/>
            <ac:spMk id="16" creationId="{07DBFCAD-56F3-801B-77AA-354D56942FDA}"/>
          </ac:spMkLst>
        </pc:spChg>
        <pc:spChg chg="del">
          <ac:chgData name="Adam Brown (Astrea Central)" userId="e4577f1c-a0ea-4eef-9851-9bdbe8619e58" providerId="ADAL" clId="{298CC335-43E8-497A-92EF-F6294183AD0B}" dt="2025-09-15T13:20:18.614" v="1695" actId="478"/>
          <ac:spMkLst>
            <pc:docMk/>
            <pc:sldMk cId="248081511" sldId="1168"/>
            <ac:spMk id="19" creationId="{3D3C39E9-99BA-AD9F-7449-790E2B7D693E}"/>
          </ac:spMkLst>
        </pc:spChg>
        <pc:spChg chg="del">
          <ac:chgData name="Adam Brown (Astrea Central)" userId="e4577f1c-a0ea-4eef-9851-9bdbe8619e58" providerId="ADAL" clId="{298CC335-43E8-497A-92EF-F6294183AD0B}" dt="2025-09-15T13:20:18.614" v="1695" actId="478"/>
          <ac:spMkLst>
            <pc:docMk/>
            <pc:sldMk cId="248081511" sldId="1168"/>
            <ac:spMk id="21" creationId="{CF8DE736-2C0E-C63C-248B-D56A3396350C}"/>
          </ac:spMkLst>
        </pc:spChg>
        <pc:spChg chg="del">
          <ac:chgData name="Adam Brown (Astrea Central)" userId="e4577f1c-a0ea-4eef-9851-9bdbe8619e58" providerId="ADAL" clId="{298CC335-43E8-497A-92EF-F6294183AD0B}" dt="2025-09-15T13:20:18.614" v="1695" actId="478"/>
          <ac:spMkLst>
            <pc:docMk/>
            <pc:sldMk cId="248081511" sldId="1168"/>
            <ac:spMk id="22" creationId="{AF32CC27-B32E-2F78-D221-FED7741D9E52}"/>
          </ac:spMkLst>
        </pc:spChg>
        <pc:spChg chg="del">
          <ac:chgData name="Adam Brown (Astrea Central)" userId="e4577f1c-a0ea-4eef-9851-9bdbe8619e58" providerId="ADAL" clId="{298CC335-43E8-497A-92EF-F6294183AD0B}" dt="2025-09-15T13:20:18.614" v="1695" actId="478"/>
          <ac:spMkLst>
            <pc:docMk/>
            <pc:sldMk cId="248081511" sldId="1168"/>
            <ac:spMk id="23" creationId="{3B46ACD4-BE0F-6147-D697-94C723943742}"/>
          </ac:spMkLst>
        </pc:spChg>
        <pc:spChg chg="del">
          <ac:chgData name="Adam Brown (Astrea Central)" userId="e4577f1c-a0ea-4eef-9851-9bdbe8619e58" providerId="ADAL" clId="{298CC335-43E8-497A-92EF-F6294183AD0B}" dt="2025-09-15T13:20:18.614" v="1695" actId="478"/>
          <ac:spMkLst>
            <pc:docMk/>
            <pc:sldMk cId="248081511" sldId="1168"/>
            <ac:spMk id="24" creationId="{F5CF9B7F-CE61-35EB-7142-9D32EA508A98}"/>
          </ac:spMkLst>
        </pc:spChg>
        <pc:spChg chg="del">
          <ac:chgData name="Adam Brown (Astrea Central)" userId="e4577f1c-a0ea-4eef-9851-9bdbe8619e58" providerId="ADAL" clId="{298CC335-43E8-497A-92EF-F6294183AD0B}" dt="2025-09-15T13:20:15.996" v="1694" actId="478"/>
          <ac:spMkLst>
            <pc:docMk/>
            <pc:sldMk cId="248081511" sldId="1168"/>
            <ac:spMk id="25" creationId="{CED67B66-1B0F-A922-AF87-2519779750AB}"/>
          </ac:spMkLst>
        </pc:spChg>
        <pc:spChg chg="del">
          <ac:chgData name="Adam Brown (Astrea Central)" userId="e4577f1c-a0ea-4eef-9851-9bdbe8619e58" providerId="ADAL" clId="{298CC335-43E8-497A-92EF-F6294183AD0B}" dt="2025-09-15T13:20:15.996" v="1694" actId="478"/>
          <ac:spMkLst>
            <pc:docMk/>
            <pc:sldMk cId="248081511" sldId="1168"/>
            <ac:spMk id="26" creationId="{B31281E8-9A05-8D5E-5C79-B437507C5E1F}"/>
          </ac:spMkLst>
        </pc:spChg>
        <pc:spChg chg="del">
          <ac:chgData name="Adam Brown (Astrea Central)" userId="e4577f1c-a0ea-4eef-9851-9bdbe8619e58" providerId="ADAL" clId="{298CC335-43E8-497A-92EF-F6294183AD0B}" dt="2025-09-15T13:20:15.996" v="1694" actId="478"/>
          <ac:spMkLst>
            <pc:docMk/>
            <pc:sldMk cId="248081511" sldId="1168"/>
            <ac:spMk id="27" creationId="{470B5B13-185B-27EE-D76B-8E31FFAC9514}"/>
          </ac:spMkLst>
        </pc:spChg>
        <pc:spChg chg="del">
          <ac:chgData name="Adam Brown (Astrea Central)" userId="e4577f1c-a0ea-4eef-9851-9bdbe8619e58" providerId="ADAL" clId="{298CC335-43E8-497A-92EF-F6294183AD0B}" dt="2025-09-15T13:20:15.996" v="1694" actId="478"/>
          <ac:spMkLst>
            <pc:docMk/>
            <pc:sldMk cId="248081511" sldId="1168"/>
            <ac:spMk id="31" creationId="{845C86E1-3F5C-5684-EB1F-B44B7F9715F2}"/>
          </ac:spMkLst>
        </pc:spChg>
        <pc:spChg chg="del">
          <ac:chgData name="Adam Brown (Astrea Central)" userId="e4577f1c-a0ea-4eef-9851-9bdbe8619e58" providerId="ADAL" clId="{298CC335-43E8-497A-92EF-F6294183AD0B}" dt="2025-09-15T13:20:15.996" v="1694" actId="478"/>
          <ac:spMkLst>
            <pc:docMk/>
            <pc:sldMk cId="248081511" sldId="1168"/>
            <ac:spMk id="32" creationId="{5325BE3C-AF61-2F86-166D-0B106578F704}"/>
          </ac:spMkLst>
        </pc:spChg>
        <pc:spChg chg="del">
          <ac:chgData name="Adam Brown (Astrea Central)" userId="e4577f1c-a0ea-4eef-9851-9bdbe8619e58" providerId="ADAL" clId="{298CC335-43E8-497A-92EF-F6294183AD0B}" dt="2025-09-15T13:20:15.996" v="1694" actId="478"/>
          <ac:spMkLst>
            <pc:docMk/>
            <pc:sldMk cId="248081511" sldId="1168"/>
            <ac:spMk id="33" creationId="{AF8BA307-5F6B-56B3-B4D8-721297B846BA}"/>
          </ac:spMkLst>
        </pc:spChg>
      </pc:sldChg>
      <pc:sldChg chg="delSp mod">
        <pc:chgData name="Adam Brown (Astrea Central)" userId="e4577f1c-a0ea-4eef-9851-9bdbe8619e58" providerId="ADAL" clId="{298CC335-43E8-497A-92EF-F6294183AD0B}" dt="2025-09-15T13:21:18.677" v="1716" actId="478"/>
        <pc:sldMkLst>
          <pc:docMk/>
          <pc:sldMk cId="3736762328" sldId="1169"/>
        </pc:sldMkLst>
        <pc:spChg chg="del">
          <ac:chgData name="Adam Brown (Astrea Central)" userId="e4577f1c-a0ea-4eef-9851-9bdbe8619e58" providerId="ADAL" clId="{298CC335-43E8-497A-92EF-F6294183AD0B}" dt="2025-09-15T13:21:18.677" v="1716" actId="478"/>
          <ac:spMkLst>
            <pc:docMk/>
            <pc:sldMk cId="3736762328" sldId="1169"/>
            <ac:spMk id="2" creationId="{F60248D7-905F-AFFD-AB9A-2D02135ADD95}"/>
          </ac:spMkLst>
        </pc:spChg>
        <pc:spChg chg="del">
          <ac:chgData name="Adam Brown (Astrea Central)" userId="e4577f1c-a0ea-4eef-9851-9bdbe8619e58" providerId="ADAL" clId="{298CC335-43E8-497A-92EF-F6294183AD0B}" dt="2025-09-15T13:21:18.677" v="1716" actId="478"/>
          <ac:spMkLst>
            <pc:docMk/>
            <pc:sldMk cId="3736762328" sldId="1169"/>
            <ac:spMk id="9" creationId="{86B1C050-A0EA-ABB3-131E-497C95EDA423}"/>
          </ac:spMkLst>
        </pc:spChg>
        <pc:spChg chg="del">
          <ac:chgData name="Adam Brown (Astrea Central)" userId="e4577f1c-a0ea-4eef-9851-9bdbe8619e58" providerId="ADAL" clId="{298CC335-43E8-497A-92EF-F6294183AD0B}" dt="2025-09-15T13:21:18.677" v="1716" actId="478"/>
          <ac:spMkLst>
            <pc:docMk/>
            <pc:sldMk cId="3736762328" sldId="1169"/>
            <ac:spMk id="10" creationId="{473FC3EC-3DAB-6B46-478F-B84DCBF6AB94}"/>
          </ac:spMkLst>
        </pc:spChg>
      </pc:sldChg>
      <pc:sldChg chg="delSp modSp mod">
        <pc:chgData name="Adam Brown (Astrea Central)" userId="e4577f1c-a0ea-4eef-9851-9bdbe8619e58" providerId="ADAL" clId="{298CC335-43E8-497A-92EF-F6294183AD0B}" dt="2025-09-15T13:21:11.477" v="1715" actId="478"/>
        <pc:sldMkLst>
          <pc:docMk/>
          <pc:sldMk cId="3041216556" sldId="1171"/>
        </pc:sldMkLst>
        <pc:spChg chg="del">
          <ac:chgData name="Adam Brown (Astrea Central)" userId="e4577f1c-a0ea-4eef-9851-9bdbe8619e58" providerId="ADAL" clId="{298CC335-43E8-497A-92EF-F6294183AD0B}" dt="2025-09-15T13:21:02.920" v="1711" actId="478"/>
          <ac:spMkLst>
            <pc:docMk/>
            <pc:sldMk cId="3041216556" sldId="1171"/>
            <ac:spMk id="2" creationId="{0DD96944-9664-B43F-716A-1DC80D607E71}"/>
          </ac:spMkLst>
        </pc:spChg>
        <pc:spChg chg="del">
          <ac:chgData name="Adam Brown (Astrea Central)" userId="e4577f1c-a0ea-4eef-9851-9bdbe8619e58" providerId="ADAL" clId="{298CC335-43E8-497A-92EF-F6294183AD0B}" dt="2025-09-15T13:21:07.142" v="1712" actId="478"/>
          <ac:spMkLst>
            <pc:docMk/>
            <pc:sldMk cId="3041216556" sldId="1171"/>
            <ac:spMk id="5" creationId="{2D586B2C-B6A0-6D44-8DE6-A2EE600D795A}"/>
          </ac:spMkLst>
        </pc:spChg>
        <pc:spChg chg="del">
          <ac:chgData name="Adam Brown (Astrea Central)" userId="e4577f1c-a0ea-4eef-9851-9bdbe8619e58" providerId="ADAL" clId="{298CC335-43E8-497A-92EF-F6294183AD0B}" dt="2025-09-15T13:21:11.477" v="1715" actId="478"/>
          <ac:spMkLst>
            <pc:docMk/>
            <pc:sldMk cId="3041216556" sldId="1171"/>
            <ac:spMk id="6" creationId="{FC332F9D-2659-3842-5E0A-95FDD90C8866}"/>
          </ac:spMkLst>
        </pc:spChg>
        <pc:spChg chg="del mod">
          <ac:chgData name="Adam Brown (Astrea Central)" userId="e4577f1c-a0ea-4eef-9851-9bdbe8619e58" providerId="ADAL" clId="{298CC335-43E8-497A-92EF-F6294183AD0B}" dt="2025-09-15T13:21:00.413" v="1710" actId="478"/>
          <ac:spMkLst>
            <pc:docMk/>
            <pc:sldMk cId="3041216556" sldId="1171"/>
            <ac:spMk id="10" creationId="{262A5DBF-4347-BCF1-D23C-5E99BAB0121C}"/>
          </ac:spMkLst>
        </pc:spChg>
        <pc:spChg chg="del">
          <ac:chgData name="Adam Brown (Astrea Central)" userId="e4577f1c-a0ea-4eef-9851-9bdbe8619e58" providerId="ADAL" clId="{298CC335-43E8-497A-92EF-F6294183AD0B}" dt="2025-09-15T13:21:08.373" v="1713" actId="478"/>
          <ac:spMkLst>
            <pc:docMk/>
            <pc:sldMk cId="3041216556" sldId="1171"/>
            <ac:spMk id="11" creationId="{79C4ED79-5BA6-92F0-75EF-9B2631807741}"/>
          </ac:spMkLst>
        </pc:spChg>
        <pc:spChg chg="del">
          <ac:chgData name="Adam Brown (Astrea Central)" userId="e4577f1c-a0ea-4eef-9851-9bdbe8619e58" providerId="ADAL" clId="{298CC335-43E8-497A-92EF-F6294183AD0B}" dt="2025-09-15T13:21:09.957" v="1714" actId="478"/>
          <ac:spMkLst>
            <pc:docMk/>
            <pc:sldMk cId="3041216556" sldId="1171"/>
            <ac:spMk id="12" creationId="{96C505E5-7861-9805-1F46-B0CD07EC1F95}"/>
          </ac:spMkLst>
        </pc:spChg>
      </pc:sldChg>
      <pc:sldChg chg="delSp mod">
        <pc:chgData name="Adam Brown (Astrea Central)" userId="e4577f1c-a0ea-4eef-9851-9bdbe8619e58" providerId="ADAL" clId="{298CC335-43E8-497A-92EF-F6294183AD0B}" dt="2025-09-15T13:21:26.702" v="1718" actId="478"/>
        <pc:sldMkLst>
          <pc:docMk/>
          <pc:sldMk cId="3478272523" sldId="1172"/>
        </pc:sldMkLst>
        <pc:spChg chg="del">
          <ac:chgData name="Adam Brown (Astrea Central)" userId="e4577f1c-a0ea-4eef-9851-9bdbe8619e58" providerId="ADAL" clId="{298CC335-43E8-497A-92EF-F6294183AD0B}" dt="2025-09-15T13:21:26.702" v="1718" actId="478"/>
          <ac:spMkLst>
            <pc:docMk/>
            <pc:sldMk cId="3478272523" sldId="1172"/>
            <ac:spMk id="2" creationId="{D94595B3-9141-D6B4-EF63-9364585113FE}"/>
          </ac:spMkLst>
        </pc:spChg>
        <pc:spChg chg="del">
          <ac:chgData name="Adam Brown (Astrea Central)" userId="e4577f1c-a0ea-4eef-9851-9bdbe8619e58" providerId="ADAL" clId="{298CC335-43E8-497A-92EF-F6294183AD0B}" dt="2025-09-15T13:21:26.702" v="1718" actId="478"/>
          <ac:spMkLst>
            <pc:docMk/>
            <pc:sldMk cId="3478272523" sldId="1172"/>
            <ac:spMk id="3" creationId="{FA25DC53-BD57-03AB-15CA-6EED000A407E}"/>
          </ac:spMkLst>
        </pc:spChg>
        <pc:spChg chg="del">
          <ac:chgData name="Adam Brown (Astrea Central)" userId="e4577f1c-a0ea-4eef-9851-9bdbe8619e58" providerId="ADAL" clId="{298CC335-43E8-497A-92EF-F6294183AD0B}" dt="2025-09-15T13:21:26.702" v="1718" actId="478"/>
          <ac:spMkLst>
            <pc:docMk/>
            <pc:sldMk cId="3478272523" sldId="1172"/>
            <ac:spMk id="7" creationId="{AAE32FEC-88AD-B0F6-CB62-1ADB4E30FFF0}"/>
          </ac:spMkLst>
        </pc:spChg>
        <pc:spChg chg="del">
          <ac:chgData name="Adam Brown (Astrea Central)" userId="e4577f1c-a0ea-4eef-9851-9bdbe8619e58" providerId="ADAL" clId="{298CC335-43E8-497A-92EF-F6294183AD0B}" dt="2025-09-15T13:21:26.702" v="1718" actId="478"/>
          <ac:spMkLst>
            <pc:docMk/>
            <pc:sldMk cId="3478272523" sldId="1172"/>
            <ac:spMk id="8" creationId="{2AEFF4CF-5916-DF83-DD69-7AEB853AE456}"/>
          </ac:spMkLst>
        </pc:spChg>
        <pc:spChg chg="del">
          <ac:chgData name="Adam Brown (Astrea Central)" userId="e4577f1c-a0ea-4eef-9851-9bdbe8619e58" providerId="ADAL" clId="{298CC335-43E8-497A-92EF-F6294183AD0B}" dt="2025-09-15T13:21:26.702" v="1718" actId="478"/>
          <ac:spMkLst>
            <pc:docMk/>
            <pc:sldMk cId="3478272523" sldId="1172"/>
            <ac:spMk id="9" creationId="{C4449DB6-C2E6-98A6-E6B9-67049173DA25}"/>
          </ac:spMkLst>
        </pc:spChg>
        <pc:spChg chg="del">
          <ac:chgData name="Adam Brown (Astrea Central)" userId="e4577f1c-a0ea-4eef-9851-9bdbe8619e58" providerId="ADAL" clId="{298CC335-43E8-497A-92EF-F6294183AD0B}" dt="2025-09-15T13:21:26.702" v="1718" actId="478"/>
          <ac:spMkLst>
            <pc:docMk/>
            <pc:sldMk cId="3478272523" sldId="1172"/>
            <ac:spMk id="10" creationId="{5FD852C3-1B80-886D-7C92-97B379FAC614}"/>
          </ac:spMkLst>
        </pc:spChg>
        <pc:spChg chg="del">
          <ac:chgData name="Adam Brown (Astrea Central)" userId="e4577f1c-a0ea-4eef-9851-9bdbe8619e58" providerId="ADAL" clId="{298CC335-43E8-497A-92EF-F6294183AD0B}" dt="2025-09-15T13:21:26.702" v="1718" actId="478"/>
          <ac:spMkLst>
            <pc:docMk/>
            <pc:sldMk cId="3478272523" sldId="1172"/>
            <ac:spMk id="11" creationId="{E2566048-69D9-C993-BA30-AD612010BCDB}"/>
          </ac:spMkLst>
        </pc:spChg>
        <pc:spChg chg="del">
          <ac:chgData name="Adam Brown (Astrea Central)" userId="e4577f1c-a0ea-4eef-9851-9bdbe8619e58" providerId="ADAL" clId="{298CC335-43E8-497A-92EF-F6294183AD0B}" dt="2025-09-15T13:21:26.702" v="1718" actId="478"/>
          <ac:spMkLst>
            <pc:docMk/>
            <pc:sldMk cId="3478272523" sldId="1172"/>
            <ac:spMk id="12" creationId="{2C1DA0D1-2CE2-A391-0D4E-F5A94354BEE0}"/>
          </ac:spMkLst>
        </pc:spChg>
      </pc:sldChg>
      <pc:sldChg chg="delSp mod">
        <pc:chgData name="Adam Brown (Astrea Central)" userId="e4577f1c-a0ea-4eef-9851-9bdbe8619e58" providerId="ADAL" clId="{298CC335-43E8-497A-92EF-F6294183AD0B}" dt="2025-09-15T13:21:53.629" v="1730" actId="478"/>
        <pc:sldMkLst>
          <pc:docMk/>
          <pc:sldMk cId="2216248988" sldId="1173"/>
        </pc:sldMkLst>
        <pc:spChg chg="del">
          <ac:chgData name="Adam Brown (Astrea Central)" userId="e4577f1c-a0ea-4eef-9851-9bdbe8619e58" providerId="ADAL" clId="{298CC335-43E8-497A-92EF-F6294183AD0B}" dt="2025-09-15T13:21:48.830" v="1727" actId="478"/>
          <ac:spMkLst>
            <pc:docMk/>
            <pc:sldMk cId="2216248988" sldId="1173"/>
            <ac:spMk id="2" creationId="{D3613BC6-12DE-E3D8-EDA7-0E56F198DA25}"/>
          </ac:spMkLst>
        </pc:spChg>
        <pc:spChg chg="del">
          <ac:chgData name="Adam Brown (Astrea Central)" userId="e4577f1c-a0ea-4eef-9851-9bdbe8619e58" providerId="ADAL" clId="{298CC335-43E8-497A-92EF-F6294183AD0B}" dt="2025-09-15T13:21:47.712" v="1726" actId="478"/>
          <ac:spMkLst>
            <pc:docMk/>
            <pc:sldMk cId="2216248988" sldId="1173"/>
            <ac:spMk id="3" creationId="{9CE1207A-95E3-C4B5-9E2B-6C23E9288CC5}"/>
          </ac:spMkLst>
        </pc:spChg>
        <pc:spChg chg="del">
          <ac:chgData name="Adam Brown (Astrea Central)" userId="e4577f1c-a0ea-4eef-9851-9bdbe8619e58" providerId="ADAL" clId="{298CC335-43E8-497A-92EF-F6294183AD0B}" dt="2025-09-15T13:21:46.062" v="1725" actId="478"/>
          <ac:spMkLst>
            <pc:docMk/>
            <pc:sldMk cId="2216248988" sldId="1173"/>
            <ac:spMk id="4" creationId="{E30CBC60-0C6C-C8DC-A4F7-EB1A2C65E403}"/>
          </ac:spMkLst>
        </pc:spChg>
        <pc:spChg chg="del">
          <ac:chgData name="Adam Brown (Astrea Central)" userId="e4577f1c-a0ea-4eef-9851-9bdbe8619e58" providerId="ADAL" clId="{298CC335-43E8-497A-92EF-F6294183AD0B}" dt="2025-09-15T13:21:44.494" v="1724" actId="478"/>
          <ac:spMkLst>
            <pc:docMk/>
            <pc:sldMk cId="2216248988" sldId="1173"/>
            <ac:spMk id="5" creationId="{789F0695-DBA9-F89F-04F7-690A8280161E}"/>
          </ac:spMkLst>
        </pc:spChg>
        <pc:spChg chg="del">
          <ac:chgData name="Adam Brown (Astrea Central)" userId="e4577f1c-a0ea-4eef-9851-9bdbe8619e58" providerId="ADAL" clId="{298CC335-43E8-497A-92EF-F6294183AD0B}" dt="2025-09-15T13:21:50.910" v="1728" actId="478"/>
          <ac:spMkLst>
            <pc:docMk/>
            <pc:sldMk cId="2216248988" sldId="1173"/>
            <ac:spMk id="7" creationId="{C3A40514-ACC9-0E21-52E4-FB1A478BFAA4}"/>
          </ac:spMkLst>
        </pc:spChg>
        <pc:spChg chg="del">
          <ac:chgData name="Adam Brown (Astrea Central)" userId="e4577f1c-a0ea-4eef-9851-9bdbe8619e58" providerId="ADAL" clId="{298CC335-43E8-497A-92EF-F6294183AD0B}" dt="2025-09-15T13:21:51.949" v="1729" actId="478"/>
          <ac:spMkLst>
            <pc:docMk/>
            <pc:sldMk cId="2216248988" sldId="1173"/>
            <ac:spMk id="8" creationId="{199395A5-7229-03B0-F02F-4B0FEC3DEA02}"/>
          </ac:spMkLst>
        </pc:spChg>
        <pc:spChg chg="del">
          <ac:chgData name="Adam Brown (Astrea Central)" userId="e4577f1c-a0ea-4eef-9851-9bdbe8619e58" providerId="ADAL" clId="{298CC335-43E8-497A-92EF-F6294183AD0B}" dt="2025-09-15T13:21:53.629" v="1730" actId="478"/>
          <ac:spMkLst>
            <pc:docMk/>
            <pc:sldMk cId="2216248988" sldId="1173"/>
            <ac:spMk id="12" creationId="{C2D6B89F-D88A-7EEB-5FF0-E0FECF339FA8}"/>
          </ac:spMkLst>
        </pc:spChg>
      </pc:sldChg>
      <pc:sldChg chg="delSp mod">
        <pc:chgData name="Adam Brown (Astrea Central)" userId="e4577f1c-a0ea-4eef-9851-9bdbe8619e58" providerId="ADAL" clId="{298CC335-43E8-497A-92EF-F6294183AD0B}" dt="2025-09-15T13:22:12.350" v="1738" actId="478"/>
        <pc:sldMkLst>
          <pc:docMk/>
          <pc:sldMk cId="2128076458" sldId="1175"/>
        </pc:sldMkLst>
        <pc:spChg chg="del">
          <ac:chgData name="Adam Brown (Astrea Central)" userId="e4577f1c-a0ea-4eef-9851-9bdbe8619e58" providerId="ADAL" clId="{298CC335-43E8-497A-92EF-F6294183AD0B}" dt="2025-09-15T13:22:07.182" v="1735" actId="478"/>
          <ac:spMkLst>
            <pc:docMk/>
            <pc:sldMk cId="2128076458" sldId="1175"/>
            <ac:spMk id="2" creationId="{18BC457F-8F2F-4D83-71B6-2CCC4C6CAF85}"/>
          </ac:spMkLst>
        </pc:spChg>
        <pc:spChg chg="del">
          <ac:chgData name="Adam Brown (Astrea Central)" userId="e4577f1c-a0ea-4eef-9851-9bdbe8619e58" providerId="ADAL" clId="{298CC335-43E8-497A-92EF-F6294183AD0B}" dt="2025-09-15T13:22:07.182" v="1735" actId="478"/>
          <ac:spMkLst>
            <pc:docMk/>
            <pc:sldMk cId="2128076458" sldId="1175"/>
            <ac:spMk id="5" creationId="{ECB369A2-C2C7-CFAA-B933-73CE22FBA5A4}"/>
          </ac:spMkLst>
        </pc:spChg>
        <pc:spChg chg="del">
          <ac:chgData name="Adam Brown (Astrea Central)" userId="e4577f1c-a0ea-4eef-9851-9bdbe8619e58" providerId="ADAL" clId="{298CC335-43E8-497A-92EF-F6294183AD0B}" dt="2025-09-15T13:22:07.182" v="1735" actId="478"/>
          <ac:spMkLst>
            <pc:docMk/>
            <pc:sldMk cId="2128076458" sldId="1175"/>
            <ac:spMk id="9" creationId="{39C9F9EB-BAD0-1577-BD58-04F17F30EF46}"/>
          </ac:spMkLst>
        </pc:spChg>
        <pc:spChg chg="del">
          <ac:chgData name="Adam Brown (Astrea Central)" userId="e4577f1c-a0ea-4eef-9851-9bdbe8619e58" providerId="ADAL" clId="{298CC335-43E8-497A-92EF-F6294183AD0B}" dt="2025-09-15T13:22:08.895" v="1736" actId="478"/>
          <ac:spMkLst>
            <pc:docMk/>
            <pc:sldMk cId="2128076458" sldId="1175"/>
            <ac:spMk id="17" creationId="{6A1E5018-0E04-949F-1B1C-90677B48A310}"/>
          </ac:spMkLst>
        </pc:spChg>
        <pc:spChg chg="del">
          <ac:chgData name="Adam Brown (Astrea Central)" userId="e4577f1c-a0ea-4eef-9851-9bdbe8619e58" providerId="ADAL" clId="{298CC335-43E8-497A-92EF-F6294183AD0B}" dt="2025-09-15T13:22:08.895" v="1736" actId="478"/>
          <ac:spMkLst>
            <pc:docMk/>
            <pc:sldMk cId="2128076458" sldId="1175"/>
            <ac:spMk id="18" creationId="{20610826-58F6-1814-8E2D-248DA421448E}"/>
          </ac:spMkLst>
        </pc:spChg>
        <pc:spChg chg="del">
          <ac:chgData name="Adam Brown (Astrea Central)" userId="e4577f1c-a0ea-4eef-9851-9bdbe8619e58" providerId="ADAL" clId="{298CC335-43E8-497A-92EF-F6294183AD0B}" dt="2025-09-15T13:22:08.895" v="1736" actId="478"/>
          <ac:spMkLst>
            <pc:docMk/>
            <pc:sldMk cId="2128076458" sldId="1175"/>
            <ac:spMk id="20" creationId="{0B3F49D9-D5EC-B194-9BDD-B63326275BC4}"/>
          </ac:spMkLst>
        </pc:spChg>
        <pc:spChg chg="del">
          <ac:chgData name="Adam Brown (Astrea Central)" userId="e4577f1c-a0ea-4eef-9851-9bdbe8619e58" providerId="ADAL" clId="{298CC335-43E8-497A-92EF-F6294183AD0B}" dt="2025-09-15T13:22:10.486" v="1737" actId="478"/>
          <ac:spMkLst>
            <pc:docMk/>
            <pc:sldMk cId="2128076458" sldId="1175"/>
            <ac:spMk id="21" creationId="{F188A4DD-2717-9795-F6B4-E5A6B169FAC1}"/>
          </ac:spMkLst>
        </pc:spChg>
        <pc:spChg chg="del">
          <ac:chgData name="Adam Brown (Astrea Central)" userId="e4577f1c-a0ea-4eef-9851-9bdbe8619e58" providerId="ADAL" clId="{298CC335-43E8-497A-92EF-F6294183AD0B}" dt="2025-09-15T13:22:10.486" v="1737" actId="478"/>
          <ac:spMkLst>
            <pc:docMk/>
            <pc:sldMk cId="2128076458" sldId="1175"/>
            <ac:spMk id="22" creationId="{F661909D-2120-55B3-201D-D6EFB7BD6566}"/>
          </ac:spMkLst>
        </pc:spChg>
        <pc:spChg chg="del">
          <ac:chgData name="Adam Brown (Astrea Central)" userId="e4577f1c-a0ea-4eef-9851-9bdbe8619e58" providerId="ADAL" clId="{298CC335-43E8-497A-92EF-F6294183AD0B}" dt="2025-09-15T13:22:10.486" v="1737" actId="478"/>
          <ac:spMkLst>
            <pc:docMk/>
            <pc:sldMk cId="2128076458" sldId="1175"/>
            <ac:spMk id="23" creationId="{300CA845-F070-2985-0707-E5332BECDEED}"/>
          </ac:spMkLst>
        </pc:spChg>
        <pc:spChg chg="del">
          <ac:chgData name="Adam Brown (Astrea Central)" userId="e4577f1c-a0ea-4eef-9851-9bdbe8619e58" providerId="ADAL" clId="{298CC335-43E8-497A-92EF-F6294183AD0B}" dt="2025-09-15T13:22:12.350" v="1738" actId="478"/>
          <ac:spMkLst>
            <pc:docMk/>
            <pc:sldMk cId="2128076458" sldId="1175"/>
            <ac:spMk id="24" creationId="{0169DAEC-C3EB-D24E-7EC5-12FF68B4E138}"/>
          </ac:spMkLst>
        </pc:spChg>
        <pc:spChg chg="del">
          <ac:chgData name="Adam Brown (Astrea Central)" userId="e4577f1c-a0ea-4eef-9851-9bdbe8619e58" providerId="ADAL" clId="{298CC335-43E8-497A-92EF-F6294183AD0B}" dt="2025-09-15T13:22:12.350" v="1738" actId="478"/>
          <ac:spMkLst>
            <pc:docMk/>
            <pc:sldMk cId="2128076458" sldId="1175"/>
            <ac:spMk id="25" creationId="{8E460B54-5B39-02B6-90D7-D8B380F163E1}"/>
          </ac:spMkLst>
        </pc:spChg>
        <pc:spChg chg="del">
          <ac:chgData name="Adam Brown (Astrea Central)" userId="e4577f1c-a0ea-4eef-9851-9bdbe8619e58" providerId="ADAL" clId="{298CC335-43E8-497A-92EF-F6294183AD0B}" dt="2025-09-15T13:22:12.350" v="1738" actId="478"/>
          <ac:spMkLst>
            <pc:docMk/>
            <pc:sldMk cId="2128076458" sldId="1175"/>
            <ac:spMk id="26" creationId="{10742DD7-A0DD-460A-6110-8F171B113835}"/>
          </ac:spMkLst>
        </pc:spChg>
      </pc:sldChg>
      <pc:sldChg chg="delSp mod">
        <pc:chgData name="Adam Brown (Astrea Central)" userId="e4577f1c-a0ea-4eef-9851-9bdbe8619e58" providerId="ADAL" clId="{298CC335-43E8-497A-92EF-F6294183AD0B}" dt="2025-09-15T13:22:31.389" v="1747" actId="478"/>
        <pc:sldMkLst>
          <pc:docMk/>
          <pc:sldMk cId="2467498060" sldId="1177"/>
        </pc:sldMkLst>
        <pc:spChg chg="del">
          <ac:chgData name="Adam Brown (Astrea Central)" userId="e4577f1c-a0ea-4eef-9851-9bdbe8619e58" providerId="ADAL" clId="{298CC335-43E8-497A-92EF-F6294183AD0B}" dt="2025-09-15T13:22:26.213" v="1744" actId="478"/>
          <ac:spMkLst>
            <pc:docMk/>
            <pc:sldMk cId="2467498060" sldId="1177"/>
            <ac:spMk id="6" creationId="{9A620E34-90BE-A3CB-904C-F4BB1132542F}"/>
          </ac:spMkLst>
        </pc:spChg>
        <pc:spChg chg="del">
          <ac:chgData name="Adam Brown (Astrea Central)" userId="e4577f1c-a0ea-4eef-9851-9bdbe8619e58" providerId="ADAL" clId="{298CC335-43E8-497A-92EF-F6294183AD0B}" dt="2025-09-15T13:22:26.213" v="1744" actId="478"/>
          <ac:spMkLst>
            <pc:docMk/>
            <pc:sldMk cId="2467498060" sldId="1177"/>
            <ac:spMk id="7" creationId="{31D997D7-ACE9-96C7-1E44-8BF99F088465}"/>
          </ac:spMkLst>
        </pc:spChg>
        <pc:spChg chg="del">
          <ac:chgData name="Adam Brown (Astrea Central)" userId="e4577f1c-a0ea-4eef-9851-9bdbe8619e58" providerId="ADAL" clId="{298CC335-43E8-497A-92EF-F6294183AD0B}" dt="2025-09-15T13:22:26.213" v="1744" actId="478"/>
          <ac:spMkLst>
            <pc:docMk/>
            <pc:sldMk cId="2467498060" sldId="1177"/>
            <ac:spMk id="9" creationId="{E669AE71-26B6-1E19-CF40-D72E3B35D10B}"/>
          </ac:spMkLst>
        </pc:spChg>
        <pc:spChg chg="del">
          <ac:chgData name="Adam Brown (Astrea Central)" userId="e4577f1c-a0ea-4eef-9851-9bdbe8619e58" providerId="ADAL" clId="{298CC335-43E8-497A-92EF-F6294183AD0B}" dt="2025-09-15T13:22:27.927" v="1745" actId="478"/>
          <ac:spMkLst>
            <pc:docMk/>
            <pc:sldMk cId="2467498060" sldId="1177"/>
            <ac:spMk id="10" creationId="{87CAF7F2-EE60-0424-62DB-E5215C6E3313}"/>
          </ac:spMkLst>
        </pc:spChg>
        <pc:spChg chg="del">
          <ac:chgData name="Adam Brown (Astrea Central)" userId="e4577f1c-a0ea-4eef-9851-9bdbe8619e58" providerId="ADAL" clId="{298CC335-43E8-497A-92EF-F6294183AD0B}" dt="2025-09-15T13:22:27.927" v="1745" actId="478"/>
          <ac:spMkLst>
            <pc:docMk/>
            <pc:sldMk cId="2467498060" sldId="1177"/>
            <ac:spMk id="11" creationId="{8267C31E-299A-A3CF-00DB-C34FEB69EAE3}"/>
          </ac:spMkLst>
        </pc:spChg>
        <pc:spChg chg="del">
          <ac:chgData name="Adam Brown (Astrea Central)" userId="e4577f1c-a0ea-4eef-9851-9bdbe8619e58" providerId="ADAL" clId="{298CC335-43E8-497A-92EF-F6294183AD0B}" dt="2025-09-15T13:22:27.927" v="1745" actId="478"/>
          <ac:spMkLst>
            <pc:docMk/>
            <pc:sldMk cId="2467498060" sldId="1177"/>
            <ac:spMk id="12" creationId="{6EFD5624-2F98-85C3-EE9E-17F09EC92D61}"/>
          </ac:spMkLst>
        </pc:spChg>
        <pc:spChg chg="del">
          <ac:chgData name="Adam Brown (Astrea Central)" userId="e4577f1c-a0ea-4eef-9851-9bdbe8619e58" providerId="ADAL" clId="{298CC335-43E8-497A-92EF-F6294183AD0B}" dt="2025-09-15T13:22:29.645" v="1746" actId="478"/>
          <ac:spMkLst>
            <pc:docMk/>
            <pc:sldMk cId="2467498060" sldId="1177"/>
            <ac:spMk id="13" creationId="{ED1041B7-9780-127F-9178-1076B8BA7C6A}"/>
          </ac:spMkLst>
        </pc:spChg>
        <pc:spChg chg="del">
          <ac:chgData name="Adam Brown (Astrea Central)" userId="e4577f1c-a0ea-4eef-9851-9bdbe8619e58" providerId="ADAL" clId="{298CC335-43E8-497A-92EF-F6294183AD0B}" dt="2025-09-15T13:22:29.645" v="1746" actId="478"/>
          <ac:spMkLst>
            <pc:docMk/>
            <pc:sldMk cId="2467498060" sldId="1177"/>
            <ac:spMk id="14" creationId="{A62DF010-5546-91ED-D530-13285E090F35}"/>
          </ac:spMkLst>
        </pc:spChg>
        <pc:spChg chg="del">
          <ac:chgData name="Adam Brown (Astrea Central)" userId="e4577f1c-a0ea-4eef-9851-9bdbe8619e58" providerId="ADAL" clId="{298CC335-43E8-497A-92EF-F6294183AD0B}" dt="2025-09-15T13:22:29.645" v="1746" actId="478"/>
          <ac:spMkLst>
            <pc:docMk/>
            <pc:sldMk cId="2467498060" sldId="1177"/>
            <ac:spMk id="15" creationId="{18F0E215-B607-640D-58A4-693B6D6A1E7B}"/>
          </ac:spMkLst>
        </pc:spChg>
        <pc:spChg chg="del">
          <ac:chgData name="Adam Brown (Astrea Central)" userId="e4577f1c-a0ea-4eef-9851-9bdbe8619e58" providerId="ADAL" clId="{298CC335-43E8-497A-92EF-F6294183AD0B}" dt="2025-09-15T13:22:31.389" v="1747" actId="478"/>
          <ac:spMkLst>
            <pc:docMk/>
            <pc:sldMk cId="2467498060" sldId="1177"/>
            <ac:spMk id="16" creationId="{9802DB38-F52F-FF80-096C-4C15D713154F}"/>
          </ac:spMkLst>
        </pc:spChg>
        <pc:spChg chg="del">
          <ac:chgData name="Adam Brown (Astrea Central)" userId="e4577f1c-a0ea-4eef-9851-9bdbe8619e58" providerId="ADAL" clId="{298CC335-43E8-497A-92EF-F6294183AD0B}" dt="2025-09-15T13:22:31.389" v="1747" actId="478"/>
          <ac:spMkLst>
            <pc:docMk/>
            <pc:sldMk cId="2467498060" sldId="1177"/>
            <ac:spMk id="17" creationId="{EDD0D687-2C10-A899-1427-03EE6D42505F}"/>
          </ac:spMkLst>
        </pc:spChg>
        <pc:spChg chg="del">
          <ac:chgData name="Adam Brown (Astrea Central)" userId="e4577f1c-a0ea-4eef-9851-9bdbe8619e58" providerId="ADAL" clId="{298CC335-43E8-497A-92EF-F6294183AD0B}" dt="2025-09-15T13:22:31.389" v="1747" actId="478"/>
          <ac:spMkLst>
            <pc:docMk/>
            <pc:sldMk cId="2467498060" sldId="1177"/>
            <ac:spMk id="18" creationId="{D5EA5423-0DA3-E86D-AE7F-FA3B18289E3C}"/>
          </ac:spMkLst>
        </pc:spChg>
      </pc:sldChg>
      <pc:sldChg chg="delSp mod">
        <pc:chgData name="Adam Brown (Astrea Central)" userId="e4577f1c-a0ea-4eef-9851-9bdbe8619e58" providerId="ADAL" clId="{298CC335-43E8-497A-92EF-F6294183AD0B}" dt="2025-09-15T13:22:39.813" v="1750" actId="478"/>
        <pc:sldMkLst>
          <pc:docMk/>
          <pc:sldMk cId="1100087889" sldId="1178"/>
        </pc:sldMkLst>
        <pc:spChg chg="del">
          <ac:chgData name="Adam Brown (Astrea Central)" userId="e4577f1c-a0ea-4eef-9851-9bdbe8619e58" providerId="ADAL" clId="{298CC335-43E8-497A-92EF-F6294183AD0B}" dt="2025-09-15T13:22:35.525" v="1748" actId="478"/>
          <ac:spMkLst>
            <pc:docMk/>
            <pc:sldMk cId="1100087889" sldId="1178"/>
            <ac:spMk id="2" creationId="{5CC2D1B3-A248-4EA3-D403-8523DCC6C7DD}"/>
          </ac:spMkLst>
        </pc:spChg>
        <pc:spChg chg="del">
          <ac:chgData name="Adam Brown (Astrea Central)" userId="e4577f1c-a0ea-4eef-9851-9bdbe8619e58" providerId="ADAL" clId="{298CC335-43E8-497A-92EF-F6294183AD0B}" dt="2025-09-15T13:22:35.525" v="1748" actId="478"/>
          <ac:spMkLst>
            <pc:docMk/>
            <pc:sldMk cId="1100087889" sldId="1178"/>
            <ac:spMk id="6" creationId="{E6D1C354-7687-BA6B-7C5A-95E5294F3D9D}"/>
          </ac:spMkLst>
        </pc:spChg>
        <pc:spChg chg="del">
          <ac:chgData name="Adam Brown (Astrea Central)" userId="e4577f1c-a0ea-4eef-9851-9bdbe8619e58" providerId="ADAL" clId="{298CC335-43E8-497A-92EF-F6294183AD0B}" dt="2025-09-15T13:22:35.525" v="1748" actId="478"/>
          <ac:spMkLst>
            <pc:docMk/>
            <pc:sldMk cId="1100087889" sldId="1178"/>
            <ac:spMk id="7" creationId="{A63512B2-6624-8C3A-3D65-62185FA45221}"/>
          </ac:spMkLst>
        </pc:spChg>
        <pc:spChg chg="del">
          <ac:chgData name="Adam Brown (Astrea Central)" userId="e4577f1c-a0ea-4eef-9851-9bdbe8619e58" providerId="ADAL" clId="{298CC335-43E8-497A-92EF-F6294183AD0B}" dt="2025-09-15T13:22:37.486" v="1749" actId="478"/>
          <ac:spMkLst>
            <pc:docMk/>
            <pc:sldMk cId="1100087889" sldId="1178"/>
            <ac:spMk id="9" creationId="{50A01494-9BA8-D312-54BE-5C828DE1126B}"/>
          </ac:spMkLst>
        </pc:spChg>
        <pc:spChg chg="del">
          <ac:chgData name="Adam Brown (Astrea Central)" userId="e4577f1c-a0ea-4eef-9851-9bdbe8619e58" providerId="ADAL" clId="{298CC335-43E8-497A-92EF-F6294183AD0B}" dt="2025-09-15T13:22:37.486" v="1749" actId="478"/>
          <ac:spMkLst>
            <pc:docMk/>
            <pc:sldMk cId="1100087889" sldId="1178"/>
            <ac:spMk id="10" creationId="{7C43002D-5C9B-914B-C632-66E3C74A8C93}"/>
          </ac:spMkLst>
        </pc:spChg>
        <pc:spChg chg="del">
          <ac:chgData name="Adam Brown (Astrea Central)" userId="e4577f1c-a0ea-4eef-9851-9bdbe8619e58" providerId="ADAL" clId="{298CC335-43E8-497A-92EF-F6294183AD0B}" dt="2025-09-15T13:22:37.486" v="1749" actId="478"/>
          <ac:spMkLst>
            <pc:docMk/>
            <pc:sldMk cId="1100087889" sldId="1178"/>
            <ac:spMk id="11" creationId="{303D8F8D-2850-AB65-F934-61478243C187}"/>
          </ac:spMkLst>
        </pc:spChg>
        <pc:spChg chg="del">
          <ac:chgData name="Adam Brown (Astrea Central)" userId="e4577f1c-a0ea-4eef-9851-9bdbe8619e58" providerId="ADAL" clId="{298CC335-43E8-497A-92EF-F6294183AD0B}" dt="2025-09-15T13:22:39.813" v="1750" actId="478"/>
          <ac:spMkLst>
            <pc:docMk/>
            <pc:sldMk cId="1100087889" sldId="1178"/>
            <ac:spMk id="12" creationId="{A54226E6-81E1-C790-06C3-2EA902BDBA20}"/>
          </ac:spMkLst>
        </pc:spChg>
        <pc:spChg chg="del">
          <ac:chgData name="Adam Brown (Astrea Central)" userId="e4577f1c-a0ea-4eef-9851-9bdbe8619e58" providerId="ADAL" clId="{298CC335-43E8-497A-92EF-F6294183AD0B}" dt="2025-09-15T13:22:39.813" v="1750" actId="478"/>
          <ac:spMkLst>
            <pc:docMk/>
            <pc:sldMk cId="1100087889" sldId="1178"/>
            <ac:spMk id="13" creationId="{949DC2EF-353F-DC9D-D806-991119F23203}"/>
          </ac:spMkLst>
        </pc:spChg>
        <pc:spChg chg="del">
          <ac:chgData name="Adam Brown (Astrea Central)" userId="e4577f1c-a0ea-4eef-9851-9bdbe8619e58" providerId="ADAL" clId="{298CC335-43E8-497A-92EF-F6294183AD0B}" dt="2025-09-15T13:22:39.813" v="1750" actId="478"/>
          <ac:spMkLst>
            <pc:docMk/>
            <pc:sldMk cId="1100087889" sldId="1178"/>
            <ac:spMk id="14" creationId="{225CE993-D63B-3ABD-D8B2-70C59C7E8E67}"/>
          </ac:spMkLst>
        </pc:spChg>
        <pc:spChg chg="del">
          <ac:chgData name="Adam Brown (Astrea Central)" userId="e4577f1c-a0ea-4eef-9851-9bdbe8619e58" providerId="ADAL" clId="{298CC335-43E8-497A-92EF-F6294183AD0B}" dt="2025-09-15T13:22:39.813" v="1750" actId="478"/>
          <ac:spMkLst>
            <pc:docMk/>
            <pc:sldMk cId="1100087889" sldId="1178"/>
            <ac:spMk id="15" creationId="{8E12ED1C-212D-B3C3-B3CE-9AEC8EB45D2B}"/>
          </ac:spMkLst>
        </pc:spChg>
        <pc:spChg chg="del">
          <ac:chgData name="Adam Brown (Astrea Central)" userId="e4577f1c-a0ea-4eef-9851-9bdbe8619e58" providerId="ADAL" clId="{298CC335-43E8-497A-92EF-F6294183AD0B}" dt="2025-09-15T13:22:39.813" v="1750" actId="478"/>
          <ac:spMkLst>
            <pc:docMk/>
            <pc:sldMk cId="1100087889" sldId="1178"/>
            <ac:spMk id="16" creationId="{2F123E05-8DEE-CABF-4FB2-1630900246CC}"/>
          </ac:spMkLst>
        </pc:spChg>
        <pc:spChg chg="del">
          <ac:chgData name="Adam Brown (Astrea Central)" userId="e4577f1c-a0ea-4eef-9851-9bdbe8619e58" providerId="ADAL" clId="{298CC335-43E8-497A-92EF-F6294183AD0B}" dt="2025-09-15T13:22:39.813" v="1750" actId="478"/>
          <ac:spMkLst>
            <pc:docMk/>
            <pc:sldMk cId="1100087889" sldId="1178"/>
            <ac:spMk id="17" creationId="{66CAD3F8-FCF8-A652-121E-13F3D90F9553}"/>
          </ac:spMkLst>
        </pc:spChg>
        <pc:spChg chg="del">
          <ac:chgData name="Adam Brown (Astrea Central)" userId="e4577f1c-a0ea-4eef-9851-9bdbe8619e58" providerId="ADAL" clId="{298CC335-43E8-497A-92EF-F6294183AD0B}" dt="2025-09-15T13:22:39.813" v="1750" actId="478"/>
          <ac:spMkLst>
            <pc:docMk/>
            <pc:sldMk cId="1100087889" sldId="1178"/>
            <ac:spMk id="18" creationId="{4360879E-7EE0-97A1-2505-826982A74161}"/>
          </ac:spMkLst>
        </pc:spChg>
        <pc:spChg chg="del">
          <ac:chgData name="Adam Brown (Astrea Central)" userId="e4577f1c-a0ea-4eef-9851-9bdbe8619e58" providerId="ADAL" clId="{298CC335-43E8-497A-92EF-F6294183AD0B}" dt="2025-09-15T13:22:39.813" v="1750" actId="478"/>
          <ac:spMkLst>
            <pc:docMk/>
            <pc:sldMk cId="1100087889" sldId="1178"/>
            <ac:spMk id="24" creationId="{FE6EB805-D9D2-9A23-8610-8364F95FA1AD}"/>
          </ac:spMkLst>
        </pc:spChg>
        <pc:spChg chg="del">
          <ac:chgData name="Adam Brown (Astrea Central)" userId="e4577f1c-a0ea-4eef-9851-9bdbe8619e58" providerId="ADAL" clId="{298CC335-43E8-497A-92EF-F6294183AD0B}" dt="2025-09-15T13:22:39.813" v="1750" actId="478"/>
          <ac:spMkLst>
            <pc:docMk/>
            <pc:sldMk cId="1100087889" sldId="1178"/>
            <ac:spMk id="25" creationId="{FC970752-8364-F41B-1EBC-08B91BB38D4E}"/>
          </ac:spMkLst>
        </pc:spChg>
      </pc:sldChg>
      <pc:sldChg chg="delSp mod">
        <pc:chgData name="Adam Brown (Astrea Central)" userId="e4577f1c-a0ea-4eef-9851-9bdbe8619e58" providerId="ADAL" clId="{298CC335-43E8-497A-92EF-F6294183AD0B}" dt="2025-09-15T13:22:23.294" v="1743" actId="478"/>
        <pc:sldMkLst>
          <pc:docMk/>
          <pc:sldMk cId="2469184529" sldId="1179"/>
        </pc:sldMkLst>
        <pc:spChg chg="del">
          <ac:chgData name="Adam Brown (Astrea Central)" userId="e4577f1c-a0ea-4eef-9851-9bdbe8619e58" providerId="ADAL" clId="{298CC335-43E8-497A-92EF-F6294183AD0B}" dt="2025-09-15T13:22:18.029" v="1740" actId="478"/>
          <ac:spMkLst>
            <pc:docMk/>
            <pc:sldMk cId="2469184529" sldId="1179"/>
            <ac:spMk id="2" creationId="{57EE8DC3-3110-2F39-20B2-117073605864}"/>
          </ac:spMkLst>
        </pc:spChg>
        <pc:spChg chg="del">
          <ac:chgData name="Adam Brown (Astrea Central)" userId="e4577f1c-a0ea-4eef-9851-9bdbe8619e58" providerId="ADAL" clId="{298CC335-43E8-497A-92EF-F6294183AD0B}" dt="2025-09-15T13:22:18.029" v="1740" actId="478"/>
          <ac:spMkLst>
            <pc:docMk/>
            <pc:sldMk cId="2469184529" sldId="1179"/>
            <ac:spMk id="5" creationId="{2943F390-F58A-614E-E234-B552894B4851}"/>
          </ac:spMkLst>
        </pc:spChg>
        <pc:spChg chg="del">
          <ac:chgData name="Adam Brown (Astrea Central)" userId="e4577f1c-a0ea-4eef-9851-9bdbe8619e58" providerId="ADAL" clId="{298CC335-43E8-497A-92EF-F6294183AD0B}" dt="2025-09-15T13:22:18.029" v="1740" actId="478"/>
          <ac:spMkLst>
            <pc:docMk/>
            <pc:sldMk cId="2469184529" sldId="1179"/>
            <ac:spMk id="6" creationId="{E8D05D9E-201B-411A-FAE6-E2CB4DA2B806}"/>
          </ac:spMkLst>
        </pc:spChg>
        <pc:spChg chg="del">
          <ac:chgData name="Adam Brown (Astrea Central)" userId="e4577f1c-a0ea-4eef-9851-9bdbe8619e58" providerId="ADAL" clId="{298CC335-43E8-497A-92EF-F6294183AD0B}" dt="2025-09-15T13:22:16.261" v="1739" actId="478"/>
          <ac:spMkLst>
            <pc:docMk/>
            <pc:sldMk cId="2469184529" sldId="1179"/>
            <ac:spMk id="7" creationId="{9ECCE4E9-2BED-3582-28BA-F305EC61D06C}"/>
          </ac:spMkLst>
        </pc:spChg>
        <pc:spChg chg="del">
          <ac:chgData name="Adam Brown (Astrea Central)" userId="e4577f1c-a0ea-4eef-9851-9bdbe8619e58" providerId="ADAL" clId="{298CC335-43E8-497A-92EF-F6294183AD0B}" dt="2025-09-15T13:22:16.261" v="1739" actId="478"/>
          <ac:spMkLst>
            <pc:docMk/>
            <pc:sldMk cId="2469184529" sldId="1179"/>
            <ac:spMk id="9" creationId="{F89ABBD5-1068-EF86-9ABF-18A80C9510E5}"/>
          </ac:spMkLst>
        </pc:spChg>
        <pc:spChg chg="del">
          <ac:chgData name="Adam Brown (Astrea Central)" userId="e4577f1c-a0ea-4eef-9851-9bdbe8619e58" providerId="ADAL" clId="{298CC335-43E8-497A-92EF-F6294183AD0B}" dt="2025-09-15T13:22:16.261" v="1739" actId="478"/>
          <ac:spMkLst>
            <pc:docMk/>
            <pc:sldMk cId="2469184529" sldId="1179"/>
            <ac:spMk id="11" creationId="{AE162532-5575-B11C-376E-B4CFA050EEA3}"/>
          </ac:spMkLst>
        </pc:spChg>
        <pc:spChg chg="del">
          <ac:chgData name="Adam Brown (Astrea Central)" userId="e4577f1c-a0ea-4eef-9851-9bdbe8619e58" providerId="ADAL" clId="{298CC335-43E8-497A-92EF-F6294183AD0B}" dt="2025-09-15T13:22:19.846" v="1741" actId="478"/>
          <ac:spMkLst>
            <pc:docMk/>
            <pc:sldMk cId="2469184529" sldId="1179"/>
            <ac:spMk id="12" creationId="{0506E74D-263C-9D98-F3A0-034357030660}"/>
          </ac:spMkLst>
        </pc:spChg>
        <pc:spChg chg="del">
          <ac:chgData name="Adam Brown (Astrea Central)" userId="e4577f1c-a0ea-4eef-9851-9bdbe8619e58" providerId="ADAL" clId="{298CC335-43E8-497A-92EF-F6294183AD0B}" dt="2025-09-15T13:22:19.846" v="1741" actId="478"/>
          <ac:spMkLst>
            <pc:docMk/>
            <pc:sldMk cId="2469184529" sldId="1179"/>
            <ac:spMk id="14" creationId="{1F1E22A5-5DB1-258F-1463-5EBBCCA324D4}"/>
          </ac:spMkLst>
        </pc:spChg>
        <pc:spChg chg="del">
          <ac:chgData name="Adam Brown (Astrea Central)" userId="e4577f1c-a0ea-4eef-9851-9bdbe8619e58" providerId="ADAL" clId="{298CC335-43E8-497A-92EF-F6294183AD0B}" dt="2025-09-15T13:22:19.846" v="1741" actId="478"/>
          <ac:spMkLst>
            <pc:docMk/>
            <pc:sldMk cId="2469184529" sldId="1179"/>
            <ac:spMk id="15" creationId="{530972AC-4C61-0575-4A58-722AF4C6B0FD}"/>
          </ac:spMkLst>
        </pc:spChg>
        <pc:spChg chg="del">
          <ac:chgData name="Adam Brown (Astrea Central)" userId="e4577f1c-a0ea-4eef-9851-9bdbe8619e58" providerId="ADAL" clId="{298CC335-43E8-497A-92EF-F6294183AD0B}" dt="2025-09-15T13:22:21.414" v="1742" actId="478"/>
          <ac:spMkLst>
            <pc:docMk/>
            <pc:sldMk cId="2469184529" sldId="1179"/>
            <ac:spMk id="16" creationId="{52983DD4-80E8-E6D8-13AA-E7857158006B}"/>
          </ac:spMkLst>
        </pc:spChg>
        <pc:spChg chg="del">
          <ac:chgData name="Adam Brown (Astrea Central)" userId="e4577f1c-a0ea-4eef-9851-9bdbe8619e58" providerId="ADAL" clId="{298CC335-43E8-497A-92EF-F6294183AD0B}" dt="2025-09-15T13:22:21.414" v="1742" actId="478"/>
          <ac:spMkLst>
            <pc:docMk/>
            <pc:sldMk cId="2469184529" sldId="1179"/>
            <ac:spMk id="17" creationId="{5ABBF02E-D209-EA96-66B9-3BD818BF20CC}"/>
          </ac:spMkLst>
        </pc:spChg>
        <pc:spChg chg="del">
          <ac:chgData name="Adam Brown (Astrea Central)" userId="e4577f1c-a0ea-4eef-9851-9bdbe8619e58" providerId="ADAL" clId="{298CC335-43E8-497A-92EF-F6294183AD0B}" dt="2025-09-15T13:22:21.414" v="1742" actId="478"/>
          <ac:spMkLst>
            <pc:docMk/>
            <pc:sldMk cId="2469184529" sldId="1179"/>
            <ac:spMk id="18" creationId="{8C246B98-A5D4-8B8A-9527-94A709DF6456}"/>
          </ac:spMkLst>
        </pc:spChg>
        <pc:spChg chg="del">
          <ac:chgData name="Adam Brown (Astrea Central)" userId="e4577f1c-a0ea-4eef-9851-9bdbe8619e58" providerId="ADAL" clId="{298CC335-43E8-497A-92EF-F6294183AD0B}" dt="2025-09-15T13:22:23.294" v="1743" actId="478"/>
          <ac:spMkLst>
            <pc:docMk/>
            <pc:sldMk cId="2469184529" sldId="1179"/>
            <ac:spMk id="19" creationId="{1A91BB52-114C-5816-8589-7B0E5E9D8523}"/>
          </ac:spMkLst>
        </pc:spChg>
        <pc:spChg chg="del">
          <ac:chgData name="Adam Brown (Astrea Central)" userId="e4577f1c-a0ea-4eef-9851-9bdbe8619e58" providerId="ADAL" clId="{298CC335-43E8-497A-92EF-F6294183AD0B}" dt="2025-09-15T13:22:23.294" v="1743" actId="478"/>
          <ac:spMkLst>
            <pc:docMk/>
            <pc:sldMk cId="2469184529" sldId="1179"/>
            <ac:spMk id="20" creationId="{0464B81F-A7BD-A62F-3E48-DDEEAB356846}"/>
          </ac:spMkLst>
        </pc:spChg>
        <pc:spChg chg="del">
          <ac:chgData name="Adam Brown (Astrea Central)" userId="e4577f1c-a0ea-4eef-9851-9bdbe8619e58" providerId="ADAL" clId="{298CC335-43E8-497A-92EF-F6294183AD0B}" dt="2025-09-15T13:22:23.294" v="1743" actId="478"/>
          <ac:spMkLst>
            <pc:docMk/>
            <pc:sldMk cId="2469184529" sldId="1179"/>
            <ac:spMk id="21" creationId="{42856091-4145-6D68-1490-929B49716384}"/>
          </ac:spMkLst>
        </pc:spChg>
      </pc:sldChg>
      <pc:sldChg chg="delSp mod">
        <pc:chgData name="Adam Brown (Astrea Central)" userId="e4577f1c-a0ea-4eef-9851-9bdbe8619e58" providerId="ADAL" clId="{298CC335-43E8-497A-92EF-F6294183AD0B}" dt="2025-09-15T13:22:54.085" v="1759" actId="478"/>
        <pc:sldMkLst>
          <pc:docMk/>
          <pc:sldMk cId="402085223" sldId="1180"/>
        </pc:sldMkLst>
        <pc:spChg chg="del">
          <ac:chgData name="Adam Brown (Astrea Central)" userId="e4577f1c-a0ea-4eef-9851-9bdbe8619e58" providerId="ADAL" clId="{298CC335-43E8-497A-92EF-F6294183AD0B}" dt="2025-09-15T13:22:43.734" v="1752" actId="478"/>
          <ac:spMkLst>
            <pc:docMk/>
            <pc:sldMk cId="402085223" sldId="1180"/>
            <ac:spMk id="2" creationId="{9A2464D8-9D4F-511A-BE00-3DC9FA5AD771}"/>
          </ac:spMkLst>
        </pc:spChg>
        <pc:spChg chg="del">
          <ac:chgData name="Adam Brown (Astrea Central)" userId="e4577f1c-a0ea-4eef-9851-9bdbe8619e58" providerId="ADAL" clId="{298CC335-43E8-497A-92EF-F6294183AD0B}" dt="2025-09-15T13:22:42.717" v="1751" actId="478"/>
          <ac:spMkLst>
            <pc:docMk/>
            <pc:sldMk cId="402085223" sldId="1180"/>
            <ac:spMk id="3" creationId="{E9C35E4F-45F8-81BD-E110-19E108456528}"/>
          </ac:spMkLst>
        </pc:spChg>
        <pc:spChg chg="del">
          <ac:chgData name="Adam Brown (Astrea Central)" userId="e4577f1c-a0ea-4eef-9851-9bdbe8619e58" providerId="ADAL" clId="{298CC335-43E8-497A-92EF-F6294183AD0B}" dt="2025-09-15T13:22:44.933" v="1753" actId="478"/>
          <ac:spMkLst>
            <pc:docMk/>
            <pc:sldMk cId="402085223" sldId="1180"/>
            <ac:spMk id="5" creationId="{6B6D9347-50EA-C680-1F5C-AE9B90C9AE37}"/>
          </ac:spMkLst>
        </pc:spChg>
        <pc:spChg chg="del">
          <ac:chgData name="Adam Brown (Astrea Central)" userId="e4577f1c-a0ea-4eef-9851-9bdbe8619e58" providerId="ADAL" clId="{298CC335-43E8-497A-92EF-F6294183AD0B}" dt="2025-09-15T13:22:46.262" v="1754" actId="478"/>
          <ac:spMkLst>
            <pc:docMk/>
            <pc:sldMk cId="402085223" sldId="1180"/>
            <ac:spMk id="6" creationId="{D1B575B5-D7C0-C1CB-59B4-32CFB8E1A5E7}"/>
          </ac:spMkLst>
        </pc:spChg>
        <pc:spChg chg="del">
          <ac:chgData name="Adam Brown (Astrea Central)" userId="e4577f1c-a0ea-4eef-9851-9bdbe8619e58" providerId="ADAL" clId="{298CC335-43E8-497A-92EF-F6294183AD0B}" dt="2025-09-15T13:22:49.061" v="1755" actId="478"/>
          <ac:spMkLst>
            <pc:docMk/>
            <pc:sldMk cId="402085223" sldId="1180"/>
            <ac:spMk id="8" creationId="{5813419D-134D-EFC9-6FA5-A465DC21299E}"/>
          </ac:spMkLst>
        </pc:spChg>
        <pc:spChg chg="del">
          <ac:chgData name="Adam Brown (Astrea Central)" userId="e4577f1c-a0ea-4eef-9851-9bdbe8619e58" providerId="ADAL" clId="{298CC335-43E8-497A-92EF-F6294183AD0B}" dt="2025-09-15T13:22:50.253" v="1756" actId="478"/>
          <ac:spMkLst>
            <pc:docMk/>
            <pc:sldMk cId="402085223" sldId="1180"/>
            <ac:spMk id="9" creationId="{70BEB6CA-08D5-C722-999C-E26DB9C18319}"/>
          </ac:spMkLst>
        </pc:spChg>
        <pc:spChg chg="del">
          <ac:chgData name="Adam Brown (Astrea Central)" userId="e4577f1c-a0ea-4eef-9851-9bdbe8619e58" providerId="ADAL" clId="{298CC335-43E8-497A-92EF-F6294183AD0B}" dt="2025-09-15T13:22:54.085" v="1759" actId="478"/>
          <ac:spMkLst>
            <pc:docMk/>
            <pc:sldMk cId="402085223" sldId="1180"/>
            <ac:spMk id="10" creationId="{389BC929-8D2C-635D-75DA-313D96EF3D15}"/>
          </ac:spMkLst>
        </pc:spChg>
        <pc:spChg chg="del">
          <ac:chgData name="Adam Brown (Astrea Central)" userId="e4577f1c-a0ea-4eef-9851-9bdbe8619e58" providerId="ADAL" clId="{298CC335-43E8-497A-92EF-F6294183AD0B}" dt="2025-09-15T13:22:52.932" v="1758" actId="478"/>
          <ac:spMkLst>
            <pc:docMk/>
            <pc:sldMk cId="402085223" sldId="1180"/>
            <ac:spMk id="11" creationId="{F5ABD3E3-3D54-2D51-500F-5C84C6A7E9F3}"/>
          </ac:spMkLst>
        </pc:spChg>
        <pc:spChg chg="del">
          <ac:chgData name="Adam Brown (Astrea Central)" userId="e4577f1c-a0ea-4eef-9851-9bdbe8619e58" providerId="ADAL" clId="{298CC335-43E8-497A-92EF-F6294183AD0B}" dt="2025-09-15T13:22:51.502" v="1757" actId="478"/>
          <ac:spMkLst>
            <pc:docMk/>
            <pc:sldMk cId="402085223" sldId="1180"/>
            <ac:spMk id="12" creationId="{8AE14604-C8D9-C602-461D-E690E95E612D}"/>
          </ac:spMkLst>
        </pc:spChg>
      </pc:sldChg>
      <pc:sldChg chg="delSp modSp mod">
        <pc:chgData name="Adam Brown (Astrea Central)" userId="e4577f1c-a0ea-4eef-9851-9bdbe8619e58" providerId="ADAL" clId="{298CC335-43E8-497A-92EF-F6294183AD0B}" dt="2025-09-15T11:24:15.231" v="907" actId="478"/>
        <pc:sldMkLst>
          <pc:docMk/>
          <pc:sldMk cId="2615987597" sldId="1190"/>
        </pc:sldMkLst>
        <pc:spChg chg="del">
          <ac:chgData name="Adam Brown (Astrea Central)" userId="e4577f1c-a0ea-4eef-9851-9bdbe8619e58" providerId="ADAL" clId="{298CC335-43E8-497A-92EF-F6294183AD0B}" dt="2025-09-15T11:23:57.089" v="899" actId="478"/>
          <ac:spMkLst>
            <pc:docMk/>
            <pc:sldMk cId="2615987597" sldId="1190"/>
            <ac:spMk id="8" creationId="{AF48DEE6-649C-0963-B0A7-78384DD71757}"/>
          </ac:spMkLst>
        </pc:spChg>
        <pc:spChg chg="del">
          <ac:chgData name="Adam Brown (Astrea Central)" userId="e4577f1c-a0ea-4eef-9851-9bdbe8619e58" providerId="ADAL" clId="{298CC335-43E8-497A-92EF-F6294183AD0B}" dt="2025-09-15T11:24:06.623" v="903" actId="478"/>
          <ac:spMkLst>
            <pc:docMk/>
            <pc:sldMk cId="2615987597" sldId="1190"/>
            <ac:spMk id="9" creationId="{03B63E5D-E9D2-3C9A-34AC-DA071965D82F}"/>
          </ac:spMkLst>
        </pc:spChg>
        <pc:spChg chg="mod">
          <ac:chgData name="Adam Brown (Astrea Central)" userId="e4577f1c-a0ea-4eef-9851-9bdbe8619e58" providerId="ADAL" clId="{298CC335-43E8-497A-92EF-F6294183AD0B}" dt="2025-09-15T11:24:12.254" v="906" actId="1076"/>
          <ac:spMkLst>
            <pc:docMk/>
            <pc:sldMk cId="2615987597" sldId="1190"/>
            <ac:spMk id="10" creationId="{1A4A9A4A-5E53-5A38-53C0-4AA38848E0BD}"/>
          </ac:spMkLst>
        </pc:spChg>
        <pc:spChg chg="del">
          <ac:chgData name="Adam Brown (Astrea Central)" userId="e4577f1c-a0ea-4eef-9851-9bdbe8619e58" providerId="ADAL" clId="{298CC335-43E8-497A-92EF-F6294183AD0B}" dt="2025-09-15T11:23:59.384" v="900" actId="478"/>
          <ac:spMkLst>
            <pc:docMk/>
            <pc:sldMk cId="2615987597" sldId="1190"/>
            <ac:spMk id="11" creationId="{1BC9C806-DD1B-F9C3-EBB6-B686FDA1452E}"/>
          </ac:spMkLst>
        </pc:spChg>
        <pc:spChg chg="del">
          <ac:chgData name="Adam Brown (Astrea Central)" userId="e4577f1c-a0ea-4eef-9851-9bdbe8619e58" providerId="ADAL" clId="{298CC335-43E8-497A-92EF-F6294183AD0B}" dt="2025-09-15T11:24:00.759" v="901" actId="478"/>
          <ac:spMkLst>
            <pc:docMk/>
            <pc:sldMk cId="2615987597" sldId="1190"/>
            <ac:spMk id="12" creationId="{81A3A949-3FE9-A152-1233-BFB30B4B6F49}"/>
          </ac:spMkLst>
        </pc:spChg>
        <pc:spChg chg="del">
          <ac:chgData name="Adam Brown (Astrea Central)" userId="e4577f1c-a0ea-4eef-9851-9bdbe8619e58" providerId="ADAL" clId="{298CC335-43E8-497A-92EF-F6294183AD0B}" dt="2025-09-15T11:24:01.552" v="902" actId="478"/>
          <ac:spMkLst>
            <pc:docMk/>
            <pc:sldMk cId="2615987597" sldId="1190"/>
            <ac:spMk id="13" creationId="{EE8576CC-BCFF-DFF2-7718-FD7C1B3D6802}"/>
          </ac:spMkLst>
        </pc:spChg>
        <pc:spChg chg="del">
          <ac:chgData name="Adam Brown (Astrea Central)" userId="e4577f1c-a0ea-4eef-9851-9bdbe8619e58" providerId="ADAL" clId="{298CC335-43E8-497A-92EF-F6294183AD0B}" dt="2025-09-15T11:24:15.231" v="907" actId="478"/>
          <ac:spMkLst>
            <pc:docMk/>
            <pc:sldMk cId="2615987597" sldId="1190"/>
            <ac:spMk id="14" creationId="{E855653B-FCED-6017-11E6-73A415859534}"/>
          </ac:spMkLst>
        </pc:spChg>
        <pc:spChg chg="del">
          <ac:chgData name="Adam Brown (Astrea Central)" userId="e4577f1c-a0ea-4eef-9851-9bdbe8619e58" providerId="ADAL" clId="{298CC335-43E8-497A-92EF-F6294183AD0B}" dt="2025-09-15T11:24:06.623" v="903" actId="478"/>
          <ac:spMkLst>
            <pc:docMk/>
            <pc:sldMk cId="2615987597" sldId="1190"/>
            <ac:spMk id="15" creationId="{3289609F-CF97-D572-FB07-2BD29478D027}"/>
          </ac:spMkLst>
        </pc:spChg>
        <pc:spChg chg="del">
          <ac:chgData name="Adam Brown (Astrea Central)" userId="e4577f1c-a0ea-4eef-9851-9bdbe8619e58" providerId="ADAL" clId="{298CC335-43E8-497A-92EF-F6294183AD0B}" dt="2025-09-15T11:24:15.231" v="907" actId="478"/>
          <ac:spMkLst>
            <pc:docMk/>
            <pc:sldMk cId="2615987597" sldId="1190"/>
            <ac:spMk id="16" creationId="{111CCCBA-18CB-488B-D043-DE7994C53622}"/>
          </ac:spMkLst>
        </pc:spChg>
        <pc:spChg chg="del">
          <ac:chgData name="Adam Brown (Astrea Central)" userId="e4577f1c-a0ea-4eef-9851-9bdbe8619e58" providerId="ADAL" clId="{298CC335-43E8-497A-92EF-F6294183AD0B}" dt="2025-09-15T11:24:06.623" v="903" actId="478"/>
          <ac:spMkLst>
            <pc:docMk/>
            <pc:sldMk cId="2615987597" sldId="1190"/>
            <ac:spMk id="17" creationId="{85690CE7-7128-269C-92DA-EF6AD547EC23}"/>
          </ac:spMkLst>
        </pc:spChg>
        <pc:spChg chg="del">
          <ac:chgData name="Adam Brown (Astrea Central)" userId="e4577f1c-a0ea-4eef-9851-9bdbe8619e58" providerId="ADAL" clId="{298CC335-43E8-497A-92EF-F6294183AD0B}" dt="2025-09-15T11:24:15.231" v="907" actId="478"/>
          <ac:spMkLst>
            <pc:docMk/>
            <pc:sldMk cId="2615987597" sldId="1190"/>
            <ac:spMk id="22" creationId="{52F91DDD-085D-AB33-0D10-0C988614534A}"/>
          </ac:spMkLst>
        </pc:spChg>
        <pc:spChg chg="del">
          <ac:chgData name="Adam Brown (Astrea Central)" userId="e4577f1c-a0ea-4eef-9851-9bdbe8619e58" providerId="ADAL" clId="{298CC335-43E8-497A-92EF-F6294183AD0B}" dt="2025-09-15T11:24:15.231" v="907" actId="478"/>
          <ac:spMkLst>
            <pc:docMk/>
            <pc:sldMk cId="2615987597" sldId="1190"/>
            <ac:spMk id="23" creationId="{410C283F-93E3-3171-1D17-608344DA4CEF}"/>
          </ac:spMkLst>
        </pc:spChg>
        <pc:spChg chg="del">
          <ac:chgData name="Adam Brown (Astrea Central)" userId="e4577f1c-a0ea-4eef-9851-9bdbe8619e58" providerId="ADAL" clId="{298CC335-43E8-497A-92EF-F6294183AD0B}" dt="2025-09-15T11:24:15.231" v="907" actId="478"/>
          <ac:spMkLst>
            <pc:docMk/>
            <pc:sldMk cId="2615987597" sldId="1190"/>
            <ac:spMk id="24" creationId="{DEBC336A-5E13-5E77-8773-8388C0A1887C}"/>
          </ac:spMkLst>
        </pc:spChg>
        <pc:spChg chg="del">
          <ac:chgData name="Adam Brown (Astrea Central)" userId="e4577f1c-a0ea-4eef-9851-9bdbe8619e58" providerId="ADAL" clId="{298CC335-43E8-497A-92EF-F6294183AD0B}" dt="2025-09-15T11:24:09.464" v="905" actId="478"/>
          <ac:spMkLst>
            <pc:docMk/>
            <pc:sldMk cId="2615987597" sldId="1190"/>
            <ac:spMk id="25" creationId="{32E991F2-1F43-DB69-1049-D27E4D72FEBD}"/>
          </ac:spMkLst>
        </pc:spChg>
        <pc:spChg chg="del">
          <ac:chgData name="Adam Brown (Astrea Central)" userId="e4577f1c-a0ea-4eef-9851-9bdbe8619e58" providerId="ADAL" clId="{298CC335-43E8-497A-92EF-F6294183AD0B}" dt="2025-09-15T11:24:08.216" v="904" actId="478"/>
          <ac:spMkLst>
            <pc:docMk/>
            <pc:sldMk cId="2615987597" sldId="1190"/>
            <ac:spMk id="26" creationId="{287B420A-5D40-B140-C6DC-FF0DA4385911}"/>
          </ac:spMkLst>
        </pc:spChg>
      </pc:sldChg>
      <pc:sldChg chg="modSp mod">
        <pc:chgData name="Adam Brown (Astrea Central)" userId="e4577f1c-a0ea-4eef-9851-9bdbe8619e58" providerId="ADAL" clId="{298CC335-43E8-497A-92EF-F6294183AD0B}" dt="2025-09-15T11:25:55.494" v="1153" actId="207"/>
        <pc:sldMkLst>
          <pc:docMk/>
          <pc:sldMk cId="3242687722" sldId="1191"/>
        </pc:sldMkLst>
        <pc:graphicFrameChg chg="mod modGraphic">
          <ac:chgData name="Adam Brown (Astrea Central)" userId="e4577f1c-a0ea-4eef-9851-9bdbe8619e58" providerId="ADAL" clId="{298CC335-43E8-497A-92EF-F6294183AD0B}" dt="2025-09-15T11:25:55.494" v="1153" actId="207"/>
          <ac:graphicFrameMkLst>
            <pc:docMk/>
            <pc:sldMk cId="3242687722" sldId="1191"/>
            <ac:graphicFrameMk id="5" creationId="{A86012BD-8457-7CDF-A364-0199BC0EF182}"/>
          </ac:graphicFrameMkLst>
        </pc:graphicFrameChg>
      </pc:sldChg>
      <pc:sldChg chg="delSp modSp mod">
        <pc:chgData name="Adam Brown (Astrea Central)" userId="e4577f1c-a0ea-4eef-9851-9bdbe8619e58" providerId="ADAL" clId="{298CC335-43E8-497A-92EF-F6294183AD0B}" dt="2025-09-15T11:26:26.550" v="1162" actId="478"/>
        <pc:sldMkLst>
          <pc:docMk/>
          <pc:sldMk cId="2873416194" sldId="1192"/>
        </pc:sldMkLst>
        <pc:spChg chg="mod">
          <ac:chgData name="Adam Brown (Astrea Central)" userId="e4577f1c-a0ea-4eef-9851-9bdbe8619e58" providerId="ADAL" clId="{298CC335-43E8-497A-92EF-F6294183AD0B}" dt="2025-09-15T11:26:07.977" v="1156" actId="1076"/>
          <ac:spMkLst>
            <pc:docMk/>
            <pc:sldMk cId="2873416194" sldId="1192"/>
            <ac:spMk id="2" creationId="{00000000-0000-0000-0000-000000000000}"/>
          </ac:spMkLst>
        </pc:spChg>
        <pc:spChg chg="del">
          <ac:chgData name="Adam Brown (Astrea Central)" userId="e4577f1c-a0ea-4eef-9851-9bdbe8619e58" providerId="ADAL" clId="{298CC335-43E8-497A-92EF-F6294183AD0B}" dt="2025-09-15T11:26:11.974" v="1157" actId="478"/>
          <ac:spMkLst>
            <pc:docMk/>
            <pc:sldMk cId="2873416194" sldId="1192"/>
            <ac:spMk id="5" creationId="{1E55FA11-86F5-2EFD-9F05-3A6A68B82BED}"/>
          </ac:spMkLst>
        </pc:spChg>
        <pc:spChg chg="del">
          <ac:chgData name="Adam Brown (Astrea Central)" userId="e4577f1c-a0ea-4eef-9851-9bdbe8619e58" providerId="ADAL" clId="{298CC335-43E8-497A-92EF-F6294183AD0B}" dt="2025-09-15T11:26:11.974" v="1157" actId="478"/>
          <ac:spMkLst>
            <pc:docMk/>
            <pc:sldMk cId="2873416194" sldId="1192"/>
            <ac:spMk id="14" creationId="{1DA8E045-DCD9-CB3C-2BD9-697AC9B5B4DD}"/>
          </ac:spMkLst>
        </pc:spChg>
        <pc:spChg chg="del">
          <ac:chgData name="Adam Brown (Astrea Central)" userId="e4577f1c-a0ea-4eef-9851-9bdbe8619e58" providerId="ADAL" clId="{298CC335-43E8-497A-92EF-F6294183AD0B}" dt="2025-09-15T11:26:04.903" v="1154" actId="478"/>
          <ac:spMkLst>
            <pc:docMk/>
            <pc:sldMk cId="2873416194" sldId="1192"/>
            <ac:spMk id="16" creationId="{D68B066B-B244-5FEC-A4E4-AC2C622B1185}"/>
          </ac:spMkLst>
        </pc:spChg>
        <pc:spChg chg="del">
          <ac:chgData name="Adam Brown (Astrea Central)" userId="e4577f1c-a0ea-4eef-9851-9bdbe8619e58" providerId="ADAL" clId="{298CC335-43E8-497A-92EF-F6294183AD0B}" dt="2025-09-15T11:26:04.903" v="1154" actId="478"/>
          <ac:spMkLst>
            <pc:docMk/>
            <pc:sldMk cId="2873416194" sldId="1192"/>
            <ac:spMk id="17" creationId="{5B34EC54-C147-9A57-436B-7F033E48195C}"/>
          </ac:spMkLst>
        </pc:spChg>
        <pc:spChg chg="del">
          <ac:chgData name="Adam Brown (Astrea Central)" userId="e4577f1c-a0ea-4eef-9851-9bdbe8619e58" providerId="ADAL" clId="{298CC335-43E8-497A-92EF-F6294183AD0B}" dt="2025-09-15T11:26:04.903" v="1154" actId="478"/>
          <ac:spMkLst>
            <pc:docMk/>
            <pc:sldMk cId="2873416194" sldId="1192"/>
            <ac:spMk id="18" creationId="{55A8BC9E-5FCF-A970-3BFF-D1BE1FFFD172}"/>
          </ac:spMkLst>
        </pc:spChg>
        <pc:spChg chg="del">
          <ac:chgData name="Adam Brown (Astrea Central)" userId="e4577f1c-a0ea-4eef-9851-9bdbe8619e58" providerId="ADAL" clId="{298CC335-43E8-497A-92EF-F6294183AD0B}" dt="2025-09-15T11:26:04.903" v="1154" actId="478"/>
          <ac:spMkLst>
            <pc:docMk/>
            <pc:sldMk cId="2873416194" sldId="1192"/>
            <ac:spMk id="19" creationId="{9E3436DF-FF9D-8CF3-880B-52FBD572B7D7}"/>
          </ac:spMkLst>
        </pc:spChg>
        <pc:spChg chg="del">
          <ac:chgData name="Adam Brown (Astrea Central)" userId="e4577f1c-a0ea-4eef-9851-9bdbe8619e58" providerId="ADAL" clId="{298CC335-43E8-497A-92EF-F6294183AD0B}" dt="2025-09-15T11:26:04.903" v="1154" actId="478"/>
          <ac:spMkLst>
            <pc:docMk/>
            <pc:sldMk cId="2873416194" sldId="1192"/>
            <ac:spMk id="20" creationId="{6885AC2D-E724-DADC-F10C-FEF95030A9B7}"/>
          </ac:spMkLst>
        </pc:spChg>
        <pc:spChg chg="del">
          <ac:chgData name="Adam Brown (Astrea Central)" userId="e4577f1c-a0ea-4eef-9851-9bdbe8619e58" providerId="ADAL" clId="{298CC335-43E8-497A-92EF-F6294183AD0B}" dt="2025-09-15T11:26:11.974" v="1157" actId="478"/>
          <ac:spMkLst>
            <pc:docMk/>
            <pc:sldMk cId="2873416194" sldId="1192"/>
            <ac:spMk id="21" creationId="{14B77D8B-0B06-6D78-F3AD-CF9E54E52E53}"/>
          </ac:spMkLst>
        </pc:spChg>
        <pc:spChg chg="del">
          <ac:chgData name="Adam Brown (Astrea Central)" userId="e4577f1c-a0ea-4eef-9851-9bdbe8619e58" providerId="ADAL" clId="{298CC335-43E8-497A-92EF-F6294183AD0B}" dt="2025-09-15T11:26:11.974" v="1157" actId="478"/>
          <ac:spMkLst>
            <pc:docMk/>
            <pc:sldMk cId="2873416194" sldId="1192"/>
            <ac:spMk id="24" creationId="{80127274-2F6E-BC2E-607B-DF55B7CC19F2}"/>
          </ac:spMkLst>
        </pc:spChg>
        <pc:spChg chg="del">
          <ac:chgData name="Adam Brown (Astrea Central)" userId="e4577f1c-a0ea-4eef-9851-9bdbe8619e58" providerId="ADAL" clId="{298CC335-43E8-497A-92EF-F6294183AD0B}" dt="2025-09-15T11:26:11.974" v="1157" actId="478"/>
          <ac:spMkLst>
            <pc:docMk/>
            <pc:sldMk cId="2873416194" sldId="1192"/>
            <ac:spMk id="25" creationId="{830E55E3-A1A3-78F4-0D28-89B77CE15E02}"/>
          </ac:spMkLst>
        </pc:spChg>
        <pc:spChg chg="del">
          <ac:chgData name="Adam Brown (Astrea Central)" userId="e4577f1c-a0ea-4eef-9851-9bdbe8619e58" providerId="ADAL" clId="{298CC335-43E8-497A-92EF-F6294183AD0B}" dt="2025-09-15T11:26:24.537" v="1160" actId="478"/>
          <ac:spMkLst>
            <pc:docMk/>
            <pc:sldMk cId="2873416194" sldId="1192"/>
            <ac:spMk id="27" creationId="{1A7366D0-45BC-6971-0A86-AD50FE9463D0}"/>
          </ac:spMkLst>
        </pc:spChg>
        <pc:spChg chg="del">
          <ac:chgData name="Adam Brown (Astrea Central)" userId="e4577f1c-a0ea-4eef-9851-9bdbe8619e58" providerId="ADAL" clId="{298CC335-43E8-497A-92EF-F6294183AD0B}" dt="2025-09-15T11:26:17.830" v="1159" actId="478"/>
          <ac:spMkLst>
            <pc:docMk/>
            <pc:sldMk cId="2873416194" sldId="1192"/>
            <ac:spMk id="29" creationId="{99813CAF-B0C6-53E6-EE3F-49B644971EAF}"/>
          </ac:spMkLst>
        </pc:spChg>
        <pc:spChg chg="del">
          <ac:chgData name="Adam Brown (Astrea Central)" userId="e4577f1c-a0ea-4eef-9851-9bdbe8619e58" providerId="ADAL" clId="{298CC335-43E8-497A-92EF-F6294183AD0B}" dt="2025-09-15T11:26:24.537" v="1160" actId="478"/>
          <ac:spMkLst>
            <pc:docMk/>
            <pc:sldMk cId="2873416194" sldId="1192"/>
            <ac:spMk id="33" creationId="{428EDB15-5981-43F9-02F7-7EC58950B455}"/>
          </ac:spMkLst>
        </pc:spChg>
        <pc:spChg chg="del">
          <ac:chgData name="Adam Brown (Astrea Central)" userId="e4577f1c-a0ea-4eef-9851-9bdbe8619e58" providerId="ADAL" clId="{298CC335-43E8-497A-92EF-F6294183AD0B}" dt="2025-09-15T11:26:25.855" v="1161" actId="478"/>
          <ac:spMkLst>
            <pc:docMk/>
            <pc:sldMk cId="2873416194" sldId="1192"/>
            <ac:spMk id="34" creationId="{6DAD9670-139E-9ECD-469C-C6737C31E16E}"/>
          </ac:spMkLst>
        </pc:spChg>
        <pc:spChg chg="del">
          <ac:chgData name="Adam Brown (Astrea Central)" userId="e4577f1c-a0ea-4eef-9851-9bdbe8619e58" providerId="ADAL" clId="{298CC335-43E8-497A-92EF-F6294183AD0B}" dt="2025-09-15T11:26:26.550" v="1162" actId="478"/>
          <ac:spMkLst>
            <pc:docMk/>
            <pc:sldMk cId="2873416194" sldId="1192"/>
            <ac:spMk id="35" creationId="{C90F8E43-62D1-2675-474E-023C28B0E287}"/>
          </ac:spMkLst>
        </pc:spChg>
        <pc:spChg chg="del">
          <ac:chgData name="Adam Brown (Astrea Central)" userId="e4577f1c-a0ea-4eef-9851-9bdbe8619e58" providerId="ADAL" clId="{298CC335-43E8-497A-92EF-F6294183AD0B}" dt="2025-09-15T11:26:24.537" v="1160" actId="478"/>
          <ac:spMkLst>
            <pc:docMk/>
            <pc:sldMk cId="2873416194" sldId="1192"/>
            <ac:spMk id="36" creationId="{6E618570-7EF4-B1CE-0FD2-6FE02C7D1B77}"/>
          </ac:spMkLst>
        </pc:spChg>
        <pc:spChg chg="del">
          <ac:chgData name="Adam Brown (Astrea Central)" userId="e4577f1c-a0ea-4eef-9851-9bdbe8619e58" providerId="ADAL" clId="{298CC335-43E8-497A-92EF-F6294183AD0B}" dt="2025-09-15T11:26:15.384" v="1158" actId="478"/>
          <ac:spMkLst>
            <pc:docMk/>
            <pc:sldMk cId="2873416194" sldId="1192"/>
            <ac:spMk id="37" creationId="{D6505B40-3C8A-6CB1-7972-F144076106D9}"/>
          </ac:spMkLst>
        </pc:spChg>
        <pc:spChg chg="del">
          <ac:chgData name="Adam Brown (Astrea Central)" userId="e4577f1c-a0ea-4eef-9851-9bdbe8619e58" providerId="ADAL" clId="{298CC335-43E8-497A-92EF-F6294183AD0B}" dt="2025-09-15T11:26:15.384" v="1158" actId="478"/>
          <ac:spMkLst>
            <pc:docMk/>
            <pc:sldMk cId="2873416194" sldId="1192"/>
            <ac:spMk id="38" creationId="{CF12864C-A908-0ABD-8729-4B9A7D9FB42C}"/>
          </ac:spMkLst>
        </pc:spChg>
        <pc:spChg chg="del">
          <ac:chgData name="Adam Brown (Astrea Central)" userId="e4577f1c-a0ea-4eef-9851-9bdbe8619e58" providerId="ADAL" clId="{298CC335-43E8-497A-92EF-F6294183AD0B}" dt="2025-09-15T11:26:15.384" v="1158" actId="478"/>
          <ac:spMkLst>
            <pc:docMk/>
            <pc:sldMk cId="2873416194" sldId="1192"/>
            <ac:spMk id="39" creationId="{C0D04938-523F-8E86-D110-45B3922436D6}"/>
          </ac:spMkLst>
        </pc:spChg>
        <pc:spChg chg="del">
          <ac:chgData name="Adam Brown (Astrea Central)" userId="e4577f1c-a0ea-4eef-9851-9bdbe8619e58" providerId="ADAL" clId="{298CC335-43E8-497A-92EF-F6294183AD0B}" dt="2025-09-15T11:26:15.384" v="1158" actId="478"/>
          <ac:spMkLst>
            <pc:docMk/>
            <pc:sldMk cId="2873416194" sldId="1192"/>
            <ac:spMk id="40" creationId="{0F81B9F6-BF56-5BAF-CD75-2228DF033A0F}"/>
          </ac:spMkLst>
        </pc:spChg>
      </pc:sldChg>
      <pc:sldChg chg="modSp mod">
        <pc:chgData name="Adam Brown (Astrea Central)" userId="e4577f1c-a0ea-4eef-9851-9bdbe8619e58" providerId="ADAL" clId="{298CC335-43E8-497A-92EF-F6294183AD0B}" dt="2025-09-15T11:27:16.095" v="1226" actId="20577"/>
        <pc:sldMkLst>
          <pc:docMk/>
          <pc:sldMk cId="332504451" sldId="1193"/>
        </pc:sldMkLst>
        <pc:graphicFrameChg chg="mod modGraphic">
          <ac:chgData name="Adam Brown (Astrea Central)" userId="e4577f1c-a0ea-4eef-9851-9bdbe8619e58" providerId="ADAL" clId="{298CC335-43E8-497A-92EF-F6294183AD0B}" dt="2025-09-15T11:27:16.095" v="1226" actId="20577"/>
          <ac:graphicFrameMkLst>
            <pc:docMk/>
            <pc:sldMk cId="332504451" sldId="1193"/>
            <ac:graphicFrameMk id="43" creationId="{694C39EF-AB1B-8DD4-7EA7-7AE8DDD7BA2A}"/>
          </ac:graphicFrameMkLst>
        </pc:graphicFrameChg>
      </pc:sldChg>
      <pc:sldChg chg="modSp mod">
        <pc:chgData name="Adam Brown (Astrea Central)" userId="e4577f1c-a0ea-4eef-9851-9bdbe8619e58" providerId="ADAL" clId="{298CC335-43E8-497A-92EF-F6294183AD0B}" dt="2025-09-15T11:27:48.279" v="1280" actId="20577"/>
        <pc:sldMkLst>
          <pc:docMk/>
          <pc:sldMk cId="1623580324" sldId="1194"/>
        </pc:sldMkLst>
        <pc:graphicFrameChg chg="mod">
          <ac:chgData name="Adam Brown (Astrea Central)" userId="e4577f1c-a0ea-4eef-9851-9bdbe8619e58" providerId="ADAL" clId="{298CC335-43E8-497A-92EF-F6294183AD0B}" dt="2025-09-15T11:27:32.520" v="1258" actId="20577"/>
          <ac:graphicFrameMkLst>
            <pc:docMk/>
            <pc:sldMk cId="1623580324" sldId="1194"/>
            <ac:graphicFrameMk id="6" creationId="{2567A2E8-621D-095E-133E-C84E3045CD1E}"/>
          </ac:graphicFrameMkLst>
        </pc:graphicFrameChg>
        <pc:graphicFrameChg chg="modGraphic">
          <ac:chgData name="Adam Brown (Astrea Central)" userId="e4577f1c-a0ea-4eef-9851-9bdbe8619e58" providerId="ADAL" clId="{298CC335-43E8-497A-92EF-F6294183AD0B}" dt="2025-09-15T11:27:48.279" v="1280" actId="20577"/>
          <ac:graphicFrameMkLst>
            <pc:docMk/>
            <pc:sldMk cId="1623580324" sldId="1194"/>
            <ac:graphicFrameMk id="9" creationId="{ECF6A838-A5AE-8124-5A8D-76526BA4BAB4}"/>
          </ac:graphicFrameMkLst>
        </pc:graphicFrameChg>
      </pc:sldChg>
      <pc:sldChg chg="modSp mod">
        <pc:chgData name="Adam Brown (Astrea Central)" userId="e4577f1c-a0ea-4eef-9851-9bdbe8619e58" providerId="ADAL" clId="{298CC335-43E8-497A-92EF-F6294183AD0B}" dt="2025-09-15T11:28:15.400" v="1324" actId="20577"/>
        <pc:sldMkLst>
          <pc:docMk/>
          <pc:sldMk cId="4029879049" sldId="1195"/>
        </pc:sldMkLst>
        <pc:graphicFrameChg chg="mod modGraphic">
          <ac:chgData name="Adam Brown (Astrea Central)" userId="e4577f1c-a0ea-4eef-9851-9bdbe8619e58" providerId="ADAL" clId="{298CC335-43E8-497A-92EF-F6294183AD0B}" dt="2025-09-15T11:28:15.400" v="1324" actId="20577"/>
          <ac:graphicFrameMkLst>
            <pc:docMk/>
            <pc:sldMk cId="4029879049" sldId="1195"/>
            <ac:graphicFrameMk id="2" creationId="{C71A43CA-4C91-9B96-14D6-2BFBF14EC20D}"/>
          </ac:graphicFrameMkLst>
        </pc:graphicFrameChg>
      </pc:sldChg>
      <pc:sldChg chg="modSp mod">
        <pc:chgData name="Adam Brown (Astrea Central)" userId="e4577f1c-a0ea-4eef-9851-9bdbe8619e58" providerId="ADAL" clId="{298CC335-43E8-497A-92EF-F6294183AD0B}" dt="2025-09-15T11:28:55.122" v="1347" actId="20577"/>
        <pc:sldMkLst>
          <pc:docMk/>
          <pc:sldMk cId="2907401783" sldId="1196"/>
        </pc:sldMkLst>
        <pc:graphicFrameChg chg="mod">
          <ac:chgData name="Adam Brown (Astrea Central)" userId="e4577f1c-a0ea-4eef-9851-9bdbe8619e58" providerId="ADAL" clId="{298CC335-43E8-497A-92EF-F6294183AD0B}" dt="2025-09-15T11:28:36.347" v="1336" actId="20577"/>
          <ac:graphicFrameMkLst>
            <pc:docMk/>
            <pc:sldMk cId="2907401783" sldId="1196"/>
            <ac:graphicFrameMk id="7" creationId="{A80AC612-CCD7-8329-0198-C92A43F525D3}"/>
          </ac:graphicFrameMkLst>
        </pc:graphicFrameChg>
        <pc:graphicFrameChg chg="mod">
          <ac:chgData name="Adam Brown (Astrea Central)" userId="e4577f1c-a0ea-4eef-9851-9bdbe8619e58" providerId="ADAL" clId="{298CC335-43E8-497A-92EF-F6294183AD0B}" dt="2025-09-15T11:28:55.122" v="1347" actId="20577"/>
          <ac:graphicFrameMkLst>
            <pc:docMk/>
            <pc:sldMk cId="2907401783" sldId="1196"/>
            <ac:graphicFrameMk id="9" creationId="{B23068E9-55EB-9B93-FAB3-9D246B6E5FD1}"/>
          </ac:graphicFrameMkLst>
        </pc:graphicFrameChg>
      </pc:sldChg>
      <pc:sldChg chg="modSp">
        <pc:chgData name="Adam Brown (Astrea Central)" userId="e4577f1c-a0ea-4eef-9851-9bdbe8619e58" providerId="ADAL" clId="{298CC335-43E8-497A-92EF-F6294183AD0B}" dt="2025-09-15T11:30:09.825" v="1362" actId="20577"/>
        <pc:sldMkLst>
          <pc:docMk/>
          <pc:sldMk cId="2407786857" sldId="1197"/>
        </pc:sldMkLst>
        <pc:graphicFrameChg chg="mod">
          <ac:chgData name="Adam Brown (Astrea Central)" userId="e4577f1c-a0ea-4eef-9851-9bdbe8619e58" providerId="ADAL" clId="{298CC335-43E8-497A-92EF-F6294183AD0B}" dt="2025-09-15T11:29:53.383" v="1353" actId="20577"/>
          <ac:graphicFrameMkLst>
            <pc:docMk/>
            <pc:sldMk cId="2407786857" sldId="1197"/>
            <ac:graphicFrameMk id="5" creationId="{984E88F2-330D-66EF-7D91-EEFBBDE030E8}"/>
          </ac:graphicFrameMkLst>
        </pc:graphicFrameChg>
        <pc:graphicFrameChg chg="mod">
          <ac:chgData name="Adam Brown (Astrea Central)" userId="e4577f1c-a0ea-4eef-9851-9bdbe8619e58" providerId="ADAL" clId="{298CC335-43E8-497A-92EF-F6294183AD0B}" dt="2025-09-15T11:30:09.825" v="1362" actId="20577"/>
          <ac:graphicFrameMkLst>
            <pc:docMk/>
            <pc:sldMk cId="2407786857" sldId="1197"/>
            <ac:graphicFrameMk id="6" creationId="{4217F4CD-628F-DA8F-D51E-5FD36B1C3B8E}"/>
          </ac:graphicFrameMkLst>
        </pc:graphicFrameChg>
      </pc:sldChg>
      <pc:sldChg chg="del">
        <pc:chgData name="Adam Brown (Astrea Central)" userId="e4577f1c-a0ea-4eef-9851-9bdbe8619e58" providerId="ADAL" clId="{298CC335-43E8-497A-92EF-F6294183AD0B}" dt="2025-09-15T11:30:19.664" v="1363" actId="47"/>
        <pc:sldMkLst>
          <pc:docMk/>
          <pc:sldMk cId="1810991691" sldId="1198"/>
        </pc:sldMkLst>
      </pc:sldChg>
      <pc:sldChg chg="modSp mod">
        <pc:chgData name="Adam Brown (Astrea Central)" userId="e4577f1c-a0ea-4eef-9851-9bdbe8619e58" providerId="ADAL" clId="{298CC335-43E8-497A-92EF-F6294183AD0B}" dt="2025-09-15T11:32:08.756" v="1404" actId="20577"/>
        <pc:sldMkLst>
          <pc:docMk/>
          <pc:sldMk cId="3296569283" sldId="1199"/>
        </pc:sldMkLst>
        <pc:graphicFrameChg chg="mod">
          <ac:chgData name="Adam Brown (Astrea Central)" userId="e4577f1c-a0ea-4eef-9851-9bdbe8619e58" providerId="ADAL" clId="{298CC335-43E8-497A-92EF-F6294183AD0B}" dt="2025-09-15T11:31:50.604" v="1392" actId="20577"/>
          <ac:graphicFrameMkLst>
            <pc:docMk/>
            <pc:sldMk cId="3296569283" sldId="1199"/>
            <ac:graphicFrameMk id="9" creationId="{7E04FF43-1FCA-18EC-02DC-508DA39B753B}"/>
          </ac:graphicFrameMkLst>
        </pc:graphicFrameChg>
        <pc:graphicFrameChg chg="mod modGraphic">
          <ac:chgData name="Adam Brown (Astrea Central)" userId="e4577f1c-a0ea-4eef-9851-9bdbe8619e58" providerId="ADAL" clId="{298CC335-43E8-497A-92EF-F6294183AD0B}" dt="2025-09-15T11:32:08.756" v="1404" actId="20577"/>
          <ac:graphicFrameMkLst>
            <pc:docMk/>
            <pc:sldMk cId="3296569283" sldId="1199"/>
            <ac:graphicFrameMk id="10" creationId="{ED69CCCF-9AAF-DA97-B834-8F69A7796111}"/>
          </ac:graphicFrameMkLst>
        </pc:graphicFrameChg>
      </pc:sldChg>
      <pc:sldChg chg="modSp mod">
        <pc:chgData name="Adam Brown (Astrea Central)" userId="e4577f1c-a0ea-4eef-9851-9bdbe8619e58" providerId="ADAL" clId="{298CC335-43E8-497A-92EF-F6294183AD0B}" dt="2025-09-15T13:13:47.672" v="1444" actId="20577"/>
        <pc:sldMkLst>
          <pc:docMk/>
          <pc:sldMk cId="2718422913" sldId="1200"/>
        </pc:sldMkLst>
        <pc:graphicFrameChg chg="modGraphic">
          <ac:chgData name="Adam Brown (Astrea Central)" userId="e4577f1c-a0ea-4eef-9851-9bdbe8619e58" providerId="ADAL" clId="{298CC335-43E8-497A-92EF-F6294183AD0B}" dt="2025-09-15T13:13:02.963" v="1417" actId="20577"/>
          <ac:graphicFrameMkLst>
            <pc:docMk/>
            <pc:sldMk cId="2718422913" sldId="1200"/>
            <ac:graphicFrameMk id="5" creationId="{1D813E9E-B589-907A-42F5-CCF54E5F4C64}"/>
          </ac:graphicFrameMkLst>
        </pc:graphicFrameChg>
        <pc:graphicFrameChg chg="mod">
          <ac:chgData name="Adam Brown (Astrea Central)" userId="e4577f1c-a0ea-4eef-9851-9bdbe8619e58" providerId="ADAL" clId="{298CC335-43E8-497A-92EF-F6294183AD0B}" dt="2025-09-15T13:13:47.672" v="1444" actId="20577"/>
          <ac:graphicFrameMkLst>
            <pc:docMk/>
            <pc:sldMk cId="2718422913" sldId="1200"/>
            <ac:graphicFrameMk id="7" creationId="{29744896-E187-849E-C721-8EF36AEC5B56}"/>
          </ac:graphicFrameMkLst>
        </pc:graphicFrameChg>
      </pc:sldChg>
      <pc:sldChg chg="delSp modSp mod">
        <pc:chgData name="Adam Brown (Astrea Central)" userId="e4577f1c-a0ea-4eef-9851-9bdbe8619e58" providerId="ADAL" clId="{298CC335-43E8-497A-92EF-F6294183AD0B}" dt="2025-09-15T13:14:12.126" v="1458" actId="478"/>
        <pc:sldMkLst>
          <pc:docMk/>
          <pc:sldMk cId="3350024278" sldId="1201"/>
        </pc:sldMkLst>
        <pc:spChg chg="del">
          <ac:chgData name="Adam Brown (Astrea Central)" userId="e4577f1c-a0ea-4eef-9851-9bdbe8619e58" providerId="ADAL" clId="{298CC335-43E8-497A-92EF-F6294183AD0B}" dt="2025-09-15T13:14:06.479" v="1455" actId="478"/>
          <ac:spMkLst>
            <pc:docMk/>
            <pc:sldMk cId="3350024278" sldId="1201"/>
            <ac:spMk id="2" creationId="{0784856A-88B4-2E29-6986-747C267292BC}"/>
          </ac:spMkLst>
        </pc:spChg>
        <pc:spChg chg="del">
          <ac:chgData name="Adam Brown (Astrea Central)" userId="e4577f1c-a0ea-4eef-9851-9bdbe8619e58" providerId="ADAL" clId="{298CC335-43E8-497A-92EF-F6294183AD0B}" dt="2025-09-15T13:14:08.581" v="1456" actId="478"/>
          <ac:spMkLst>
            <pc:docMk/>
            <pc:sldMk cId="3350024278" sldId="1201"/>
            <ac:spMk id="6" creationId="{01FB2F7F-FE7F-960F-B14F-98AAF1598220}"/>
          </ac:spMkLst>
        </pc:spChg>
        <pc:spChg chg="del">
          <ac:chgData name="Adam Brown (Astrea Central)" userId="e4577f1c-a0ea-4eef-9851-9bdbe8619e58" providerId="ADAL" clId="{298CC335-43E8-497A-92EF-F6294183AD0B}" dt="2025-09-15T13:14:12.126" v="1458" actId="478"/>
          <ac:spMkLst>
            <pc:docMk/>
            <pc:sldMk cId="3350024278" sldId="1201"/>
            <ac:spMk id="7" creationId="{C4769EA2-E6F1-603A-FE32-287741B86EDC}"/>
          </ac:spMkLst>
        </pc:spChg>
        <pc:spChg chg="del">
          <ac:chgData name="Adam Brown (Astrea Central)" userId="e4577f1c-a0ea-4eef-9851-9bdbe8619e58" providerId="ADAL" clId="{298CC335-43E8-497A-92EF-F6294183AD0B}" dt="2025-09-15T13:14:12.126" v="1458" actId="478"/>
          <ac:spMkLst>
            <pc:docMk/>
            <pc:sldMk cId="3350024278" sldId="1201"/>
            <ac:spMk id="9" creationId="{39279A46-0E6F-6A6C-A139-9DD43FD187E1}"/>
          </ac:spMkLst>
        </pc:spChg>
        <pc:spChg chg="del">
          <ac:chgData name="Adam Brown (Astrea Central)" userId="e4577f1c-a0ea-4eef-9851-9bdbe8619e58" providerId="ADAL" clId="{298CC335-43E8-497A-92EF-F6294183AD0B}" dt="2025-09-15T13:14:10.349" v="1457" actId="478"/>
          <ac:spMkLst>
            <pc:docMk/>
            <pc:sldMk cId="3350024278" sldId="1201"/>
            <ac:spMk id="10" creationId="{0F57E5A7-02ED-E4E4-BBB5-9EAD0DA7C119}"/>
          </ac:spMkLst>
        </pc:spChg>
        <pc:spChg chg="del">
          <ac:chgData name="Adam Brown (Astrea Central)" userId="e4577f1c-a0ea-4eef-9851-9bdbe8619e58" providerId="ADAL" clId="{298CC335-43E8-497A-92EF-F6294183AD0B}" dt="2025-09-15T13:14:10.349" v="1457" actId="478"/>
          <ac:spMkLst>
            <pc:docMk/>
            <pc:sldMk cId="3350024278" sldId="1201"/>
            <ac:spMk id="11" creationId="{172B40E4-2643-53C5-AA63-E22035086EE8}"/>
          </ac:spMkLst>
        </pc:spChg>
        <pc:spChg chg="del">
          <ac:chgData name="Adam Brown (Astrea Central)" userId="e4577f1c-a0ea-4eef-9851-9bdbe8619e58" providerId="ADAL" clId="{298CC335-43E8-497A-92EF-F6294183AD0B}" dt="2025-09-15T13:14:08.581" v="1456" actId="478"/>
          <ac:spMkLst>
            <pc:docMk/>
            <pc:sldMk cId="3350024278" sldId="1201"/>
            <ac:spMk id="12" creationId="{FA22E93F-CF19-6743-CBC5-D6731327D00E}"/>
          </ac:spMkLst>
        </pc:spChg>
        <pc:spChg chg="del">
          <ac:chgData name="Adam Brown (Astrea Central)" userId="e4577f1c-a0ea-4eef-9851-9bdbe8619e58" providerId="ADAL" clId="{298CC335-43E8-497A-92EF-F6294183AD0B}" dt="2025-09-15T13:14:08.581" v="1456" actId="478"/>
          <ac:spMkLst>
            <pc:docMk/>
            <pc:sldMk cId="3350024278" sldId="1201"/>
            <ac:spMk id="13" creationId="{56413186-1457-EB81-5FA6-1F97F673D07F}"/>
          </ac:spMkLst>
        </pc:spChg>
        <pc:spChg chg="del">
          <ac:chgData name="Adam Brown (Astrea Central)" userId="e4577f1c-a0ea-4eef-9851-9bdbe8619e58" providerId="ADAL" clId="{298CC335-43E8-497A-92EF-F6294183AD0B}" dt="2025-09-15T13:14:12.126" v="1458" actId="478"/>
          <ac:spMkLst>
            <pc:docMk/>
            <pc:sldMk cId="3350024278" sldId="1201"/>
            <ac:spMk id="14" creationId="{A45BDA22-B326-01A7-0B69-63EB4EC4EA80}"/>
          </ac:spMkLst>
        </pc:spChg>
        <pc:spChg chg="del">
          <ac:chgData name="Adam Brown (Astrea Central)" userId="e4577f1c-a0ea-4eef-9851-9bdbe8619e58" providerId="ADAL" clId="{298CC335-43E8-497A-92EF-F6294183AD0B}" dt="2025-09-15T13:14:10.349" v="1457" actId="478"/>
          <ac:spMkLst>
            <pc:docMk/>
            <pc:sldMk cId="3350024278" sldId="1201"/>
            <ac:spMk id="15" creationId="{26BAAD32-727A-21DC-8E49-7F66D69BB180}"/>
          </ac:spMkLst>
        </pc:spChg>
        <pc:spChg chg="del mod">
          <ac:chgData name="Adam Brown (Astrea Central)" userId="e4577f1c-a0ea-4eef-9851-9bdbe8619e58" providerId="ADAL" clId="{298CC335-43E8-497A-92EF-F6294183AD0B}" dt="2025-09-15T13:14:04.659" v="1454" actId="478"/>
          <ac:spMkLst>
            <pc:docMk/>
            <pc:sldMk cId="3350024278" sldId="1201"/>
            <ac:spMk id="16" creationId="{AF544FB6-DF1E-83E7-B950-F165D4D8270A}"/>
          </ac:spMkLst>
        </pc:spChg>
        <pc:spChg chg="del">
          <ac:chgData name="Adam Brown (Astrea Central)" userId="e4577f1c-a0ea-4eef-9851-9bdbe8619e58" providerId="ADAL" clId="{298CC335-43E8-497A-92EF-F6294183AD0B}" dt="2025-09-15T13:14:06.479" v="1455" actId="478"/>
          <ac:spMkLst>
            <pc:docMk/>
            <pc:sldMk cId="3350024278" sldId="1201"/>
            <ac:spMk id="17" creationId="{5D864648-9600-E0F0-7868-10C9758764B9}"/>
          </ac:spMkLst>
        </pc:spChg>
        <pc:graphicFrameChg chg="mod modGraphic">
          <ac:chgData name="Adam Brown (Astrea Central)" userId="e4577f1c-a0ea-4eef-9851-9bdbe8619e58" providerId="ADAL" clId="{298CC335-43E8-497A-92EF-F6294183AD0B}" dt="2025-09-15T13:14:03.060" v="1452" actId="20577"/>
          <ac:graphicFrameMkLst>
            <pc:docMk/>
            <pc:sldMk cId="3350024278" sldId="1201"/>
            <ac:graphicFrameMk id="3" creationId="{EC03714A-84F3-0BD0-922E-360B393A9B8A}"/>
          </ac:graphicFrameMkLst>
        </pc:graphicFrameChg>
      </pc:sldChg>
      <pc:sldChg chg="modSp mod">
        <pc:chgData name="Adam Brown (Astrea Central)" userId="e4577f1c-a0ea-4eef-9851-9bdbe8619e58" providerId="ADAL" clId="{298CC335-43E8-497A-92EF-F6294183AD0B}" dt="2025-09-15T13:14:50.369" v="1478" actId="20577"/>
        <pc:sldMkLst>
          <pc:docMk/>
          <pc:sldMk cId="328340208" sldId="1203"/>
        </pc:sldMkLst>
        <pc:graphicFrameChg chg="modGraphic">
          <ac:chgData name="Adam Brown (Astrea Central)" userId="e4577f1c-a0ea-4eef-9851-9bdbe8619e58" providerId="ADAL" clId="{298CC335-43E8-497A-92EF-F6294183AD0B}" dt="2025-09-15T13:14:50.369" v="1478" actId="20577"/>
          <ac:graphicFrameMkLst>
            <pc:docMk/>
            <pc:sldMk cId="328340208" sldId="1203"/>
            <ac:graphicFrameMk id="7" creationId="{7BE0B1B7-291E-CAD3-48A8-8CF28A5C4135}"/>
          </ac:graphicFrameMkLst>
        </pc:graphicFrameChg>
      </pc:sldChg>
      <pc:sldChg chg="modSp mod">
        <pc:chgData name="Adam Brown (Astrea Central)" userId="e4577f1c-a0ea-4eef-9851-9bdbe8619e58" providerId="ADAL" clId="{298CC335-43E8-497A-92EF-F6294183AD0B}" dt="2025-09-15T13:15:27.909" v="1506" actId="20577"/>
        <pc:sldMkLst>
          <pc:docMk/>
          <pc:sldMk cId="187822960" sldId="1204"/>
        </pc:sldMkLst>
        <pc:graphicFrameChg chg="modGraphic">
          <ac:chgData name="Adam Brown (Astrea Central)" userId="e4577f1c-a0ea-4eef-9851-9bdbe8619e58" providerId="ADAL" clId="{298CC335-43E8-497A-92EF-F6294183AD0B}" dt="2025-09-15T13:15:07.877" v="1490" actId="20577"/>
          <ac:graphicFrameMkLst>
            <pc:docMk/>
            <pc:sldMk cId="187822960" sldId="1204"/>
            <ac:graphicFrameMk id="8" creationId="{ED784F5F-4027-C9D0-1754-1FB00ED7667A}"/>
          </ac:graphicFrameMkLst>
        </pc:graphicFrameChg>
        <pc:graphicFrameChg chg="modGraphic">
          <ac:chgData name="Adam Brown (Astrea Central)" userId="e4577f1c-a0ea-4eef-9851-9bdbe8619e58" providerId="ADAL" clId="{298CC335-43E8-497A-92EF-F6294183AD0B}" dt="2025-09-15T13:15:27.909" v="1506" actId="20577"/>
          <ac:graphicFrameMkLst>
            <pc:docMk/>
            <pc:sldMk cId="187822960" sldId="1204"/>
            <ac:graphicFrameMk id="18" creationId="{EB06C8A3-62CC-AB47-0428-85FDEA6D552E}"/>
          </ac:graphicFrameMkLst>
        </pc:graphicFrameChg>
      </pc:sldChg>
      <pc:sldChg chg="modSp mod">
        <pc:chgData name="Adam Brown (Astrea Central)" userId="e4577f1c-a0ea-4eef-9851-9bdbe8619e58" providerId="ADAL" clId="{298CC335-43E8-497A-92EF-F6294183AD0B}" dt="2025-09-15T13:16:19.917" v="1572" actId="20577"/>
        <pc:sldMkLst>
          <pc:docMk/>
          <pc:sldMk cId="3337100019" sldId="1210"/>
        </pc:sldMkLst>
        <pc:graphicFrameChg chg="mod modGraphic">
          <ac:chgData name="Adam Brown (Astrea Central)" userId="e4577f1c-a0ea-4eef-9851-9bdbe8619e58" providerId="ADAL" clId="{298CC335-43E8-497A-92EF-F6294183AD0B}" dt="2025-09-15T13:16:19.917" v="1572" actId="20577"/>
          <ac:graphicFrameMkLst>
            <pc:docMk/>
            <pc:sldMk cId="3337100019" sldId="1210"/>
            <ac:graphicFrameMk id="11" creationId="{90FFBC89-598E-E10A-0EF5-DDD9820B1BFE}"/>
          </ac:graphicFrameMkLst>
        </pc:graphicFrameChg>
      </pc:sldChg>
      <pc:sldChg chg="modSp mod">
        <pc:chgData name="Adam Brown (Astrea Central)" userId="e4577f1c-a0ea-4eef-9851-9bdbe8619e58" providerId="ADAL" clId="{298CC335-43E8-497A-92EF-F6294183AD0B}" dt="2025-09-15T13:17:01.539" v="1597" actId="20577"/>
        <pc:sldMkLst>
          <pc:docMk/>
          <pc:sldMk cId="3810112837" sldId="1211"/>
        </pc:sldMkLst>
        <pc:graphicFrameChg chg="modGraphic">
          <ac:chgData name="Adam Brown (Astrea Central)" userId="e4577f1c-a0ea-4eef-9851-9bdbe8619e58" providerId="ADAL" clId="{298CC335-43E8-497A-92EF-F6294183AD0B}" dt="2025-09-15T13:16:33.183" v="1580" actId="6549"/>
          <ac:graphicFrameMkLst>
            <pc:docMk/>
            <pc:sldMk cId="3810112837" sldId="1211"/>
            <ac:graphicFrameMk id="5" creationId="{95313773-FD17-971C-301F-2BBC2CBBF630}"/>
          </ac:graphicFrameMkLst>
        </pc:graphicFrameChg>
        <pc:graphicFrameChg chg="mod">
          <ac:chgData name="Adam Brown (Astrea Central)" userId="e4577f1c-a0ea-4eef-9851-9bdbe8619e58" providerId="ADAL" clId="{298CC335-43E8-497A-92EF-F6294183AD0B}" dt="2025-09-15T13:17:01.539" v="1597" actId="20577"/>
          <ac:graphicFrameMkLst>
            <pc:docMk/>
            <pc:sldMk cId="3810112837" sldId="1211"/>
            <ac:graphicFrameMk id="8" creationId="{3A91CD0A-F7F6-7559-1867-CA37A6435DE3}"/>
          </ac:graphicFrameMkLst>
        </pc:graphicFrameChg>
        <pc:graphicFrameChg chg="mod">
          <ac:chgData name="Adam Brown (Astrea Central)" userId="e4577f1c-a0ea-4eef-9851-9bdbe8619e58" providerId="ADAL" clId="{298CC335-43E8-497A-92EF-F6294183AD0B}" dt="2025-09-15T13:16:42.495" v="1589" actId="20577"/>
          <ac:graphicFrameMkLst>
            <pc:docMk/>
            <pc:sldMk cId="3810112837" sldId="1211"/>
            <ac:graphicFrameMk id="377" creationId="{00000000-0000-0000-0000-000000000000}"/>
          </ac:graphicFrameMkLst>
        </pc:graphicFrameChg>
      </pc:sldChg>
      <pc:sldChg chg="modSp mod">
        <pc:chgData name="Adam Brown (Astrea Central)" userId="e4577f1c-a0ea-4eef-9851-9bdbe8619e58" providerId="ADAL" clId="{298CC335-43E8-497A-92EF-F6294183AD0B}" dt="2025-09-15T13:18:02.236" v="1633" actId="20577"/>
        <pc:sldMkLst>
          <pc:docMk/>
          <pc:sldMk cId="3016650432" sldId="1212"/>
        </pc:sldMkLst>
        <pc:graphicFrameChg chg="mod">
          <ac:chgData name="Adam Brown (Astrea Central)" userId="e4577f1c-a0ea-4eef-9851-9bdbe8619e58" providerId="ADAL" clId="{298CC335-43E8-497A-92EF-F6294183AD0B}" dt="2025-09-15T13:17:15.656" v="1603" actId="20577"/>
          <ac:graphicFrameMkLst>
            <pc:docMk/>
            <pc:sldMk cId="3016650432" sldId="1212"/>
            <ac:graphicFrameMk id="2" creationId="{00000000-0000-0000-0000-000000000000}"/>
          </ac:graphicFrameMkLst>
        </pc:graphicFrameChg>
        <pc:graphicFrameChg chg="mod">
          <ac:chgData name="Adam Brown (Astrea Central)" userId="e4577f1c-a0ea-4eef-9851-9bdbe8619e58" providerId="ADAL" clId="{298CC335-43E8-497A-92EF-F6294183AD0B}" dt="2025-09-15T13:17:29.822" v="1611" actId="20577"/>
          <ac:graphicFrameMkLst>
            <pc:docMk/>
            <pc:sldMk cId="3016650432" sldId="1212"/>
            <ac:graphicFrameMk id="4" creationId="{D8305C52-A1FB-55A9-0158-2B11DA344AC8}"/>
          </ac:graphicFrameMkLst>
        </pc:graphicFrameChg>
        <pc:graphicFrameChg chg="mod">
          <ac:chgData name="Adam Brown (Astrea Central)" userId="e4577f1c-a0ea-4eef-9851-9bdbe8619e58" providerId="ADAL" clId="{298CC335-43E8-497A-92EF-F6294183AD0B}" dt="2025-09-15T13:18:02.236" v="1633" actId="20577"/>
          <ac:graphicFrameMkLst>
            <pc:docMk/>
            <pc:sldMk cId="3016650432" sldId="1212"/>
            <ac:graphicFrameMk id="11" creationId="{4E622EA3-DBF7-D9C5-8AEB-6E9D466B08B6}"/>
          </ac:graphicFrameMkLst>
        </pc:graphicFrameChg>
      </pc:sldChg>
      <pc:sldChg chg="delSp mod">
        <pc:chgData name="Adam Brown (Astrea Central)" userId="e4577f1c-a0ea-4eef-9851-9bdbe8619e58" providerId="ADAL" clId="{298CC335-43E8-497A-92EF-F6294183AD0B}" dt="2025-09-15T13:18:21.590" v="1641" actId="478"/>
        <pc:sldMkLst>
          <pc:docMk/>
          <pc:sldMk cId="2823046277" sldId="1224"/>
        </pc:sldMkLst>
        <pc:spChg chg="del">
          <ac:chgData name="Adam Brown (Astrea Central)" userId="e4577f1c-a0ea-4eef-9851-9bdbe8619e58" providerId="ADAL" clId="{298CC335-43E8-497A-92EF-F6294183AD0B}" dt="2025-09-15T13:18:13.822" v="1639" actId="478"/>
          <ac:spMkLst>
            <pc:docMk/>
            <pc:sldMk cId="2823046277" sldId="1224"/>
            <ac:spMk id="2" creationId="{5EC8BAE8-5814-96E4-DE7E-0C8BBE141FF0}"/>
          </ac:spMkLst>
        </pc:spChg>
        <pc:spChg chg="del">
          <ac:chgData name="Adam Brown (Astrea Central)" userId="e4577f1c-a0ea-4eef-9851-9bdbe8619e58" providerId="ADAL" clId="{298CC335-43E8-497A-92EF-F6294183AD0B}" dt="2025-09-15T13:18:13.822" v="1639" actId="478"/>
          <ac:spMkLst>
            <pc:docMk/>
            <pc:sldMk cId="2823046277" sldId="1224"/>
            <ac:spMk id="17" creationId="{35BCE51E-4D02-31C5-0829-6AD99B136A62}"/>
          </ac:spMkLst>
        </pc:spChg>
        <pc:spChg chg="del">
          <ac:chgData name="Adam Brown (Astrea Central)" userId="e4577f1c-a0ea-4eef-9851-9bdbe8619e58" providerId="ADAL" clId="{298CC335-43E8-497A-92EF-F6294183AD0B}" dt="2025-09-15T13:18:13.822" v="1639" actId="478"/>
          <ac:spMkLst>
            <pc:docMk/>
            <pc:sldMk cId="2823046277" sldId="1224"/>
            <ac:spMk id="18" creationId="{F92F9120-DFD6-A726-3F83-D83FD8EE24E0}"/>
          </ac:spMkLst>
        </pc:spChg>
        <pc:spChg chg="del">
          <ac:chgData name="Adam Brown (Astrea Central)" userId="e4577f1c-a0ea-4eef-9851-9bdbe8619e58" providerId="ADAL" clId="{298CC335-43E8-497A-92EF-F6294183AD0B}" dt="2025-09-15T13:18:13.822" v="1639" actId="478"/>
          <ac:spMkLst>
            <pc:docMk/>
            <pc:sldMk cId="2823046277" sldId="1224"/>
            <ac:spMk id="21" creationId="{E11F9FAB-80E7-161B-3A65-A5A1804B37A6}"/>
          </ac:spMkLst>
        </pc:spChg>
        <pc:spChg chg="del">
          <ac:chgData name="Adam Brown (Astrea Central)" userId="e4577f1c-a0ea-4eef-9851-9bdbe8619e58" providerId="ADAL" clId="{298CC335-43E8-497A-92EF-F6294183AD0B}" dt="2025-09-15T13:18:13.822" v="1639" actId="478"/>
          <ac:spMkLst>
            <pc:docMk/>
            <pc:sldMk cId="2823046277" sldId="1224"/>
            <ac:spMk id="22" creationId="{43A1B361-8759-934B-5D21-15ED29FFAEAF}"/>
          </ac:spMkLst>
        </pc:spChg>
        <pc:spChg chg="del">
          <ac:chgData name="Adam Brown (Astrea Central)" userId="e4577f1c-a0ea-4eef-9851-9bdbe8619e58" providerId="ADAL" clId="{298CC335-43E8-497A-92EF-F6294183AD0B}" dt="2025-09-15T13:18:19.365" v="1640" actId="478"/>
          <ac:spMkLst>
            <pc:docMk/>
            <pc:sldMk cId="2823046277" sldId="1224"/>
            <ac:spMk id="23" creationId="{92A330CD-26A6-BB1D-D7EA-8523DBE27E12}"/>
          </ac:spMkLst>
        </pc:spChg>
        <pc:spChg chg="del">
          <ac:chgData name="Adam Brown (Astrea Central)" userId="e4577f1c-a0ea-4eef-9851-9bdbe8619e58" providerId="ADAL" clId="{298CC335-43E8-497A-92EF-F6294183AD0B}" dt="2025-09-15T13:18:19.365" v="1640" actId="478"/>
          <ac:spMkLst>
            <pc:docMk/>
            <pc:sldMk cId="2823046277" sldId="1224"/>
            <ac:spMk id="24" creationId="{85530FC7-7DF8-2561-2814-479EF820D6AE}"/>
          </ac:spMkLst>
        </pc:spChg>
        <pc:spChg chg="del">
          <ac:chgData name="Adam Brown (Astrea Central)" userId="e4577f1c-a0ea-4eef-9851-9bdbe8619e58" providerId="ADAL" clId="{298CC335-43E8-497A-92EF-F6294183AD0B}" dt="2025-09-15T13:18:19.365" v="1640" actId="478"/>
          <ac:spMkLst>
            <pc:docMk/>
            <pc:sldMk cId="2823046277" sldId="1224"/>
            <ac:spMk id="25" creationId="{1F54DEF7-3156-CFD3-93A9-07270028E29F}"/>
          </ac:spMkLst>
        </pc:spChg>
        <pc:spChg chg="del">
          <ac:chgData name="Adam Brown (Astrea Central)" userId="e4577f1c-a0ea-4eef-9851-9bdbe8619e58" providerId="ADAL" clId="{298CC335-43E8-497A-92EF-F6294183AD0B}" dt="2025-09-15T13:18:19.365" v="1640" actId="478"/>
          <ac:spMkLst>
            <pc:docMk/>
            <pc:sldMk cId="2823046277" sldId="1224"/>
            <ac:spMk id="26" creationId="{D9F43522-52FB-E5C6-DA97-D04BAD8FF0D2}"/>
          </ac:spMkLst>
        </pc:spChg>
        <pc:spChg chg="del">
          <ac:chgData name="Adam Brown (Astrea Central)" userId="e4577f1c-a0ea-4eef-9851-9bdbe8619e58" providerId="ADAL" clId="{298CC335-43E8-497A-92EF-F6294183AD0B}" dt="2025-09-15T13:18:19.365" v="1640" actId="478"/>
          <ac:spMkLst>
            <pc:docMk/>
            <pc:sldMk cId="2823046277" sldId="1224"/>
            <ac:spMk id="27" creationId="{7DA16E77-A48B-7A09-3E02-17209944776C}"/>
          </ac:spMkLst>
        </pc:spChg>
        <pc:spChg chg="del">
          <ac:chgData name="Adam Brown (Astrea Central)" userId="e4577f1c-a0ea-4eef-9851-9bdbe8619e58" providerId="ADAL" clId="{298CC335-43E8-497A-92EF-F6294183AD0B}" dt="2025-09-15T13:18:21.590" v="1641" actId="478"/>
          <ac:spMkLst>
            <pc:docMk/>
            <pc:sldMk cId="2823046277" sldId="1224"/>
            <ac:spMk id="28" creationId="{4BE677E1-FE0E-6BEC-52E8-BE34662EF672}"/>
          </ac:spMkLst>
        </pc:spChg>
        <pc:spChg chg="del">
          <ac:chgData name="Adam Brown (Astrea Central)" userId="e4577f1c-a0ea-4eef-9851-9bdbe8619e58" providerId="ADAL" clId="{298CC335-43E8-497A-92EF-F6294183AD0B}" dt="2025-09-15T13:18:21.590" v="1641" actId="478"/>
          <ac:spMkLst>
            <pc:docMk/>
            <pc:sldMk cId="2823046277" sldId="1224"/>
            <ac:spMk id="33" creationId="{D9A4CAA3-CD97-4EA1-C9ED-6D149D505857}"/>
          </ac:spMkLst>
        </pc:spChg>
        <pc:spChg chg="del">
          <ac:chgData name="Adam Brown (Astrea Central)" userId="e4577f1c-a0ea-4eef-9851-9bdbe8619e58" providerId="ADAL" clId="{298CC335-43E8-497A-92EF-F6294183AD0B}" dt="2025-09-15T13:18:21.590" v="1641" actId="478"/>
          <ac:spMkLst>
            <pc:docMk/>
            <pc:sldMk cId="2823046277" sldId="1224"/>
            <ac:spMk id="34" creationId="{DAADFA27-F578-37F6-CA1F-4E2D943F3798}"/>
          </ac:spMkLst>
        </pc:spChg>
        <pc:spChg chg="del">
          <ac:chgData name="Adam Brown (Astrea Central)" userId="e4577f1c-a0ea-4eef-9851-9bdbe8619e58" providerId="ADAL" clId="{298CC335-43E8-497A-92EF-F6294183AD0B}" dt="2025-09-15T13:18:21.590" v="1641" actId="478"/>
          <ac:spMkLst>
            <pc:docMk/>
            <pc:sldMk cId="2823046277" sldId="1224"/>
            <ac:spMk id="35" creationId="{5AA0D844-2D2B-F124-A7C4-3347F2FFA49A}"/>
          </ac:spMkLst>
        </pc:spChg>
        <pc:spChg chg="del">
          <ac:chgData name="Adam Brown (Astrea Central)" userId="e4577f1c-a0ea-4eef-9851-9bdbe8619e58" providerId="ADAL" clId="{298CC335-43E8-497A-92EF-F6294183AD0B}" dt="2025-09-15T13:18:21.590" v="1641" actId="478"/>
          <ac:spMkLst>
            <pc:docMk/>
            <pc:sldMk cId="2823046277" sldId="1224"/>
            <ac:spMk id="36" creationId="{A8EA1A15-67B3-DEDF-6AFA-553440F983DB}"/>
          </ac:spMkLst>
        </pc:spChg>
      </pc:sldChg>
      <pc:sldChg chg="delSp modSp mod">
        <pc:chgData name="Adam Brown (Astrea Central)" userId="e4577f1c-a0ea-4eef-9851-9bdbe8619e58" providerId="ADAL" clId="{298CC335-43E8-497A-92EF-F6294183AD0B}" dt="2025-09-15T13:19:04.800" v="1655" actId="478"/>
        <pc:sldMkLst>
          <pc:docMk/>
          <pc:sldMk cId="1766625398" sldId="1225"/>
        </pc:sldMkLst>
        <pc:spChg chg="del">
          <ac:chgData name="Adam Brown (Astrea Central)" userId="e4577f1c-a0ea-4eef-9851-9bdbe8619e58" providerId="ADAL" clId="{298CC335-43E8-497A-92EF-F6294183AD0B}" dt="2025-09-15T13:18:52.408" v="1649" actId="478"/>
          <ac:spMkLst>
            <pc:docMk/>
            <pc:sldMk cId="1766625398" sldId="1225"/>
            <ac:spMk id="2" creationId="{971D0721-32A2-3929-8B03-A5FD9AD906D7}"/>
          </ac:spMkLst>
        </pc:spChg>
        <pc:spChg chg="del">
          <ac:chgData name="Adam Brown (Astrea Central)" userId="e4577f1c-a0ea-4eef-9851-9bdbe8619e58" providerId="ADAL" clId="{298CC335-43E8-497A-92EF-F6294183AD0B}" dt="2025-09-15T13:18:52.408" v="1649" actId="478"/>
          <ac:spMkLst>
            <pc:docMk/>
            <pc:sldMk cId="1766625398" sldId="1225"/>
            <ac:spMk id="3" creationId="{5C742B77-4F89-720E-C713-D2349F173DDE}"/>
          </ac:spMkLst>
        </pc:spChg>
        <pc:spChg chg="del mod">
          <ac:chgData name="Adam Brown (Astrea Central)" userId="e4577f1c-a0ea-4eef-9851-9bdbe8619e58" providerId="ADAL" clId="{298CC335-43E8-497A-92EF-F6294183AD0B}" dt="2025-09-15T13:18:55.612" v="1651" actId="478"/>
          <ac:spMkLst>
            <pc:docMk/>
            <pc:sldMk cId="1766625398" sldId="1225"/>
            <ac:spMk id="7" creationId="{D5DC5044-3A30-8790-4210-40091218075C}"/>
          </ac:spMkLst>
        </pc:spChg>
        <pc:spChg chg="del">
          <ac:chgData name="Adam Brown (Astrea Central)" userId="e4577f1c-a0ea-4eef-9851-9bdbe8619e58" providerId="ADAL" clId="{298CC335-43E8-497A-92EF-F6294183AD0B}" dt="2025-09-15T13:18:57.453" v="1652" actId="478"/>
          <ac:spMkLst>
            <pc:docMk/>
            <pc:sldMk cId="1766625398" sldId="1225"/>
            <ac:spMk id="8" creationId="{33DF5EC5-3256-AB41-7308-F384909D2B34}"/>
          </ac:spMkLst>
        </pc:spChg>
        <pc:spChg chg="del">
          <ac:chgData name="Adam Brown (Astrea Central)" userId="e4577f1c-a0ea-4eef-9851-9bdbe8619e58" providerId="ADAL" clId="{298CC335-43E8-497A-92EF-F6294183AD0B}" dt="2025-09-15T13:18:57.453" v="1652" actId="478"/>
          <ac:spMkLst>
            <pc:docMk/>
            <pc:sldMk cId="1766625398" sldId="1225"/>
            <ac:spMk id="10" creationId="{44573FBA-C5D7-2B5F-F40F-D0105660EC94}"/>
          </ac:spMkLst>
        </pc:spChg>
        <pc:spChg chg="del">
          <ac:chgData name="Adam Brown (Astrea Central)" userId="e4577f1c-a0ea-4eef-9851-9bdbe8619e58" providerId="ADAL" clId="{298CC335-43E8-497A-92EF-F6294183AD0B}" dt="2025-09-15T13:18:57.453" v="1652" actId="478"/>
          <ac:spMkLst>
            <pc:docMk/>
            <pc:sldMk cId="1766625398" sldId="1225"/>
            <ac:spMk id="11" creationId="{2D14786E-6A0C-5388-1E98-C45C7458DE77}"/>
          </ac:spMkLst>
        </pc:spChg>
        <pc:spChg chg="del">
          <ac:chgData name="Adam Brown (Astrea Central)" userId="e4577f1c-a0ea-4eef-9851-9bdbe8619e58" providerId="ADAL" clId="{298CC335-43E8-497A-92EF-F6294183AD0B}" dt="2025-09-15T13:18:59.397" v="1653" actId="478"/>
          <ac:spMkLst>
            <pc:docMk/>
            <pc:sldMk cId="1766625398" sldId="1225"/>
            <ac:spMk id="12" creationId="{8E884078-2F4D-2802-2441-809B97FB0434}"/>
          </ac:spMkLst>
        </pc:spChg>
        <pc:spChg chg="del">
          <ac:chgData name="Adam Brown (Astrea Central)" userId="e4577f1c-a0ea-4eef-9851-9bdbe8619e58" providerId="ADAL" clId="{298CC335-43E8-497A-92EF-F6294183AD0B}" dt="2025-09-15T13:18:59.397" v="1653" actId="478"/>
          <ac:spMkLst>
            <pc:docMk/>
            <pc:sldMk cId="1766625398" sldId="1225"/>
            <ac:spMk id="13" creationId="{D0882177-50CC-5913-A28B-6140969104C6}"/>
          </ac:spMkLst>
        </pc:spChg>
        <pc:spChg chg="del">
          <ac:chgData name="Adam Brown (Astrea Central)" userId="e4577f1c-a0ea-4eef-9851-9bdbe8619e58" providerId="ADAL" clId="{298CC335-43E8-497A-92EF-F6294183AD0B}" dt="2025-09-15T13:18:59.397" v="1653" actId="478"/>
          <ac:spMkLst>
            <pc:docMk/>
            <pc:sldMk cId="1766625398" sldId="1225"/>
            <ac:spMk id="14" creationId="{532FE519-9B83-0385-4639-750CFACF4ADB}"/>
          </ac:spMkLst>
        </pc:spChg>
        <pc:spChg chg="del">
          <ac:chgData name="Adam Brown (Astrea Central)" userId="e4577f1c-a0ea-4eef-9851-9bdbe8619e58" providerId="ADAL" clId="{298CC335-43E8-497A-92EF-F6294183AD0B}" dt="2025-09-15T13:19:02.229" v="1654" actId="478"/>
          <ac:spMkLst>
            <pc:docMk/>
            <pc:sldMk cId="1766625398" sldId="1225"/>
            <ac:spMk id="15" creationId="{658F52F1-AB1F-4CA5-3AC3-E35A0A34D22E}"/>
          </ac:spMkLst>
        </pc:spChg>
        <pc:spChg chg="del">
          <ac:chgData name="Adam Brown (Astrea Central)" userId="e4577f1c-a0ea-4eef-9851-9bdbe8619e58" providerId="ADAL" clId="{298CC335-43E8-497A-92EF-F6294183AD0B}" dt="2025-09-15T13:19:02.229" v="1654" actId="478"/>
          <ac:spMkLst>
            <pc:docMk/>
            <pc:sldMk cId="1766625398" sldId="1225"/>
            <ac:spMk id="16" creationId="{5693DED7-1C2D-651F-94B9-23DA680F0EBD}"/>
          </ac:spMkLst>
        </pc:spChg>
        <pc:spChg chg="del">
          <ac:chgData name="Adam Brown (Astrea Central)" userId="e4577f1c-a0ea-4eef-9851-9bdbe8619e58" providerId="ADAL" clId="{298CC335-43E8-497A-92EF-F6294183AD0B}" dt="2025-09-15T13:19:02.229" v="1654" actId="478"/>
          <ac:spMkLst>
            <pc:docMk/>
            <pc:sldMk cId="1766625398" sldId="1225"/>
            <ac:spMk id="17" creationId="{06EF6694-9B19-A5CE-9DC1-7A3DDD59DCB5}"/>
          </ac:spMkLst>
        </pc:spChg>
        <pc:spChg chg="del">
          <ac:chgData name="Adam Brown (Astrea Central)" userId="e4577f1c-a0ea-4eef-9851-9bdbe8619e58" providerId="ADAL" clId="{298CC335-43E8-497A-92EF-F6294183AD0B}" dt="2025-09-15T13:19:02.229" v="1654" actId="478"/>
          <ac:spMkLst>
            <pc:docMk/>
            <pc:sldMk cId="1766625398" sldId="1225"/>
            <ac:spMk id="18" creationId="{CA1F1A3E-9F6C-54F2-AF76-8B992A088A73}"/>
          </ac:spMkLst>
        </pc:spChg>
        <pc:spChg chg="del">
          <ac:chgData name="Adam Brown (Astrea Central)" userId="e4577f1c-a0ea-4eef-9851-9bdbe8619e58" providerId="ADAL" clId="{298CC335-43E8-497A-92EF-F6294183AD0B}" dt="2025-09-15T13:19:02.229" v="1654" actId="478"/>
          <ac:spMkLst>
            <pc:docMk/>
            <pc:sldMk cId="1766625398" sldId="1225"/>
            <ac:spMk id="19" creationId="{93529B73-C65A-B0B6-BAD1-0AF8EC25FEA1}"/>
          </ac:spMkLst>
        </pc:spChg>
        <pc:spChg chg="del">
          <ac:chgData name="Adam Brown (Astrea Central)" userId="e4577f1c-a0ea-4eef-9851-9bdbe8619e58" providerId="ADAL" clId="{298CC335-43E8-497A-92EF-F6294183AD0B}" dt="2025-09-15T13:19:02.229" v="1654" actId="478"/>
          <ac:spMkLst>
            <pc:docMk/>
            <pc:sldMk cId="1766625398" sldId="1225"/>
            <ac:spMk id="20" creationId="{58E5F102-DED9-318A-0218-A3AC932C50AD}"/>
          </ac:spMkLst>
        </pc:spChg>
        <pc:spChg chg="del">
          <ac:chgData name="Adam Brown (Astrea Central)" userId="e4577f1c-a0ea-4eef-9851-9bdbe8619e58" providerId="ADAL" clId="{298CC335-43E8-497A-92EF-F6294183AD0B}" dt="2025-09-15T13:19:02.229" v="1654" actId="478"/>
          <ac:spMkLst>
            <pc:docMk/>
            <pc:sldMk cId="1766625398" sldId="1225"/>
            <ac:spMk id="21" creationId="{9CBF38D9-B0AB-D937-57A5-CCF6D5986DD7}"/>
          </ac:spMkLst>
        </pc:spChg>
        <pc:spChg chg="del">
          <ac:chgData name="Adam Brown (Astrea Central)" userId="e4577f1c-a0ea-4eef-9851-9bdbe8619e58" providerId="ADAL" clId="{298CC335-43E8-497A-92EF-F6294183AD0B}" dt="2025-09-15T13:19:02.229" v="1654" actId="478"/>
          <ac:spMkLst>
            <pc:docMk/>
            <pc:sldMk cId="1766625398" sldId="1225"/>
            <ac:spMk id="22" creationId="{C06D8122-3092-E39F-068A-73C5E2C390E7}"/>
          </ac:spMkLst>
        </pc:spChg>
        <pc:spChg chg="del">
          <ac:chgData name="Adam Brown (Astrea Central)" userId="e4577f1c-a0ea-4eef-9851-9bdbe8619e58" providerId="ADAL" clId="{298CC335-43E8-497A-92EF-F6294183AD0B}" dt="2025-09-15T13:19:04.800" v="1655" actId="478"/>
          <ac:spMkLst>
            <pc:docMk/>
            <pc:sldMk cId="1766625398" sldId="1225"/>
            <ac:spMk id="23" creationId="{40B343BC-BEF2-BBFE-7D31-5C6DFFF952C5}"/>
          </ac:spMkLst>
        </pc:spChg>
        <pc:spChg chg="del">
          <ac:chgData name="Adam Brown (Astrea Central)" userId="e4577f1c-a0ea-4eef-9851-9bdbe8619e58" providerId="ADAL" clId="{298CC335-43E8-497A-92EF-F6294183AD0B}" dt="2025-09-15T13:19:04.800" v="1655" actId="478"/>
          <ac:spMkLst>
            <pc:docMk/>
            <pc:sldMk cId="1766625398" sldId="1225"/>
            <ac:spMk id="24" creationId="{19361DCD-76BD-E41B-42E1-D64683F7B0A7}"/>
          </ac:spMkLst>
        </pc:spChg>
        <pc:spChg chg="del">
          <ac:chgData name="Adam Brown (Astrea Central)" userId="e4577f1c-a0ea-4eef-9851-9bdbe8619e58" providerId="ADAL" clId="{298CC335-43E8-497A-92EF-F6294183AD0B}" dt="2025-09-15T13:19:04.800" v="1655" actId="478"/>
          <ac:spMkLst>
            <pc:docMk/>
            <pc:sldMk cId="1766625398" sldId="1225"/>
            <ac:spMk id="25" creationId="{28D3A37D-F6C7-E391-A369-C67FD92B7F18}"/>
          </ac:spMkLst>
        </pc:spChg>
        <pc:spChg chg="del">
          <ac:chgData name="Adam Brown (Astrea Central)" userId="e4577f1c-a0ea-4eef-9851-9bdbe8619e58" providerId="ADAL" clId="{298CC335-43E8-497A-92EF-F6294183AD0B}" dt="2025-09-15T13:19:04.800" v="1655" actId="478"/>
          <ac:spMkLst>
            <pc:docMk/>
            <pc:sldMk cId="1766625398" sldId="1225"/>
            <ac:spMk id="26" creationId="{13EA9AED-1C6A-8AD8-04D5-EBF142072180}"/>
          </ac:spMkLst>
        </pc:spChg>
        <pc:spChg chg="del">
          <ac:chgData name="Adam Brown (Astrea Central)" userId="e4577f1c-a0ea-4eef-9851-9bdbe8619e58" providerId="ADAL" clId="{298CC335-43E8-497A-92EF-F6294183AD0B}" dt="2025-09-15T13:19:04.800" v="1655" actId="478"/>
          <ac:spMkLst>
            <pc:docMk/>
            <pc:sldMk cId="1766625398" sldId="1225"/>
            <ac:spMk id="27" creationId="{2A08A184-DFE2-5958-94CB-D6C3D24A24B1}"/>
          </ac:spMkLst>
        </pc:spChg>
        <pc:spChg chg="del">
          <ac:chgData name="Adam Brown (Astrea Central)" userId="e4577f1c-a0ea-4eef-9851-9bdbe8619e58" providerId="ADAL" clId="{298CC335-43E8-497A-92EF-F6294183AD0B}" dt="2025-09-15T13:19:04.800" v="1655" actId="478"/>
          <ac:spMkLst>
            <pc:docMk/>
            <pc:sldMk cId="1766625398" sldId="1225"/>
            <ac:spMk id="28" creationId="{5F1595F5-A45E-96B4-068A-E668D096EC84}"/>
          </ac:spMkLst>
        </pc:spChg>
        <pc:spChg chg="del">
          <ac:chgData name="Adam Brown (Astrea Central)" userId="e4577f1c-a0ea-4eef-9851-9bdbe8619e58" providerId="ADAL" clId="{298CC335-43E8-497A-92EF-F6294183AD0B}" dt="2025-09-15T13:19:04.800" v="1655" actId="478"/>
          <ac:spMkLst>
            <pc:docMk/>
            <pc:sldMk cId="1766625398" sldId="1225"/>
            <ac:spMk id="29" creationId="{6738CF99-482C-14C3-5B94-C864FCA8CFC9}"/>
          </ac:spMkLst>
        </pc:spChg>
        <pc:spChg chg="del">
          <ac:chgData name="Adam Brown (Astrea Central)" userId="e4577f1c-a0ea-4eef-9851-9bdbe8619e58" providerId="ADAL" clId="{298CC335-43E8-497A-92EF-F6294183AD0B}" dt="2025-09-15T13:19:04.800" v="1655" actId="478"/>
          <ac:spMkLst>
            <pc:docMk/>
            <pc:sldMk cId="1766625398" sldId="1225"/>
            <ac:spMk id="30" creationId="{950A4F4F-F6AE-522E-350B-BA71E8A1929B}"/>
          </ac:spMkLst>
        </pc:spChg>
      </pc:sldChg>
      <pc:sldChg chg="delSp mod">
        <pc:chgData name="Adam Brown (Astrea Central)" userId="e4577f1c-a0ea-4eef-9851-9bdbe8619e58" providerId="ADAL" clId="{298CC335-43E8-497A-92EF-F6294183AD0B}" dt="2025-09-15T13:19:14.342" v="1657" actId="478"/>
        <pc:sldMkLst>
          <pc:docMk/>
          <pc:sldMk cId="1567395204" sldId="1226"/>
        </pc:sldMkLst>
        <pc:spChg chg="del">
          <ac:chgData name="Adam Brown (Astrea Central)" userId="e4577f1c-a0ea-4eef-9851-9bdbe8619e58" providerId="ADAL" clId="{298CC335-43E8-497A-92EF-F6294183AD0B}" dt="2025-09-15T13:19:10.911" v="1656" actId="478"/>
          <ac:spMkLst>
            <pc:docMk/>
            <pc:sldMk cId="1567395204" sldId="1226"/>
            <ac:spMk id="2" creationId="{77CB9C1D-A79F-29BF-8057-AC237810AE9C}"/>
          </ac:spMkLst>
        </pc:spChg>
        <pc:spChg chg="del">
          <ac:chgData name="Adam Brown (Astrea Central)" userId="e4577f1c-a0ea-4eef-9851-9bdbe8619e58" providerId="ADAL" clId="{298CC335-43E8-497A-92EF-F6294183AD0B}" dt="2025-09-15T13:19:10.911" v="1656" actId="478"/>
          <ac:spMkLst>
            <pc:docMk/>
            <pc:sldMk cId="1567395204" sldId="1226"/>
            <ac:spMk id="3" creationId="{18A24E4A-1CD8-7A0A-EF54-FC369328B16C}"/>
          </ac:spMkLst>
        </pc:spChg>
        <pc:spChg chg="del">
          <ac:chgData name="Adam Brown (Astrea Central)" userId="e4577f1c-a0ea-4eef-9851-9bdbe8619e58" providerId="ADAL" clId="{298CC335-43E8-497A-92EF-F6294183AD0B}" dt="2025-09-15T13:19:10.911" v="1656" actId="478"/>
          <ac:spMkLst>
            <pc:docMk/>
            <pc:sldMk cId="1567395204" sldId="1226"/>
            <ac:spMk id="7" creationId="{1E6D23A6-64A3-3741-D7BE-AE31B3675E10}"/>
          </ac:spMkLst>
        </pc:spChg>
        <pc:spChg chg="del">
          <ac:chgData name="Adam Brown (Astrea Central)" userId="e4577f1c-a0ea-4eef-9851-9bdbe8619e58" providerId="ADAL" clId="{298CC335-43E8-497A-92EF-F6294183AD0B}" dt="2025-09-15T13:19:10.911" v="1656" actId="478"/>
          <ac:spMkLst>
            <pc:docMk/>
            <pc:sldMk cId="1567395204" sldId="1226"/>
            <ac:spMk id="8" creationId="{C74FA178-556A-4EF2-60E5-797D5DF17DD0}"/>
          </ac:spMkLst>
        </pc:spChg>
        <pc:spChg chg="del">
          <ac:chgData name="Adam Brown (Astrea Central)" userId="e4577f1c-a0ea-4eef-9851-9bdbe8619e58" providerId="ADAL" clId="{298CC335-43E8-497A-92EF-F6294183AD0B}" dt="2025-09-15T13:19:10.911" v="1656" actId="478"/>
          <ac:spMkLst>
            <pc:docMk/>
            <pc:sldMk cId="1567395204" sldId="1226"/>
            <ac:spMk id="9" creationId="{ECA4FC02-AD09-E36E-171F-317BB7F6E08F}"/>
          </ac:spMkLst>
        </pc:spChg>
        <pc:spChg chg="del">
          <ac:chgData name="Adam Brown (Astrea Central)" userId="e4577f1c-a0ea-4eef-9851-9bdbe8619e58" providerId="ADAL" clId="{298CC335-43E8-497A-92EF-F6294183AD0B}" dt="2025-09-15T13:19:10.911" v="1656" actId="478"/>
          <ac:spMkLst>
            <pc:docMk/>
            <pc:sldMk cId="1567395204" sldId="1226"/>
            <ac:spMk id="10" creationId="{52E1209C-740D-0C34-F5E0-352143B5C274}"/>
          </ac:spMkLst>
        </pc:spChg>
        <pc:spChg chg="del">
          <ac:chgData name="Adam Brown (Astrea Central)" userId="e4577f1c-a0ea-4eef-9851-9bdbe8619e58" providerId="ADAL" clId="{298CC335-43E8-497A-92EF-F6294183AD0B}" dt="2025-09-15T13:19:10.911" v="1656" actId="478"/>
          <ac:spMkLst>
            <pc:docMk/>
            <pc:sldMk cId="1567395204" sldId="1226"/>
            <ac:spMk id="11" creationId="{94390577-8A2F-E799-6C21-C8C9FB4C2C7C}"/>
          </ac:spMkLst>
        </pc:spChg>
        <pc:spChg chg="del">
          <ac:chgData name="Adam Brown (Astrea Central)" userId="e4577f1c-a0ea-4eef-9851-9bdbe8619e58" providerId="ADAL" clId="{298CC335-43E8-497A-92EF-F6294183AD0B}" dt="2025-09-15T13:19:10.911" v="1656" actId="478"/>
          <ac:spMkLst>
            <pc:docMk/>
            <pc:sldMk cId="1567395204" sldId="1226"/>
            <ac:spMk id="12" creationId="{CCBCACCF-1C7A-D803-D418-0AF3E4B0097E}"/>
          </ac:spMkLst>
        </pc:spChg>
        <pc:spChg chg="del">
          <ac:chgData name="Adam Brown (Astrea Central)" userId="e4577f1c-a0ea-4eef-9851-9bdbe8619e58" providerId="ADAL" clId="{298CC335-43E8-497A-92EF-F6294183AD0B}" dt="2025-09-15T13:19:10.911" v="1656" actId="478"/>
          <ac:spMkLst>
            <pc:docMk/>
            <pc:sldMk cId="1567395204" sldId="1226"/>
            <ac:spMk id="13" creationId="{7F942AC5-AFE5-8951-3CFD-F5089222F0ED}"/>
          </ac:spMkLst>
        </pc:spChg>
        <pc:spChg chg="del">
          <ac:chgData name="Adam Brown (Astrea Central)" userId="e4577f1c-a0ea-4eef-9851-9bdbe8619e58" providerId="ADAL" clId="{298CC335-43E8-497A-92EF-F6294183AD0B}" dt="2025-09-15T13:19:14.342" v="1657" actId="478"/>
          <ac:spMkLst>
            <pc:docMk/>
            <pc:sldMk cId="1567395204" sldId="1226"/>
            <ac:spMk id="14" creationId="{5DE43F9A-D6FB-9A2B-8265-66EB4C72D15D}"/>
          </ac:spMkLst>
        </pc:spChg>
        <pc:spChg chg="del">
          <ac:chgData name="Adam Brown (Astrea Central)" userId="e4577f1c-a0ea-4eef-9851-9bdbe8619e58" providerId="ADAL" clId="{298CC335-43E8-497A-92EF-F6294183AD0B}" dt="2025-09-15T13:19:14.342" v="1657" actId="478"/>
          <ac:spMkLst>
            <pc:docMk/>
            <pc:sldMk cId="1567395204" sldId="1226"/>
            <ac:spMk id="17" creationId="{D9F405E8-5A89-3955-C42B-D9DC1DC71B3E}"/>
          </ac:spMkLst>
        </pc:spChg>
        <pc:spChg chg="del">
          <ac:chgData name="Adam Brown (Astrea Central)" userId="e4577f1c-a0ea-4eef-9851-9bdbe8619e58" providerId="ADAL" clId="{298CC335-43E8-497A-92EF-F6294183AD0B}" dt="2025-09-15T13:19:14.342" v="1657" actId="478"/>
          <ac:spMkLst>
            <pc:docMk/>
            <pc:sldMk cId="1567395204" sldId="1226"/>
            <ac:spMk id="18" creationId="{5754D934-49CB-FDC2-5632-176BEC9969AA}"/>
          </ac:spMkLst>
        </pc:spChg>
        <pc:spChg chg="del">
          <ac:chgData name="Adam Brown (Astrea Central)" userId="e4577f1c-a0ea-4eef-9851-9bdbe8619e58" providerId="ADAL" clId="{298CC335-43E8-497A-92EF-F6294183AD0B}" dt="2025-09-15T13:19:14.342" v="1657" actId="478"/>
          <ac:spMkLst>
            <pc:docMk/>
            <pc:sldMk cId="1567395204" sldId="1226"/>
            <ac:spMk id="21" creationId="{F00B1C81-5499-31E1-AFA0-4140248CB804}"/>
          </ac:spMkLst>
        </pc:spChg>
        <pc:spChg chg="del">
          <ac:chgData name="Adam Brown (Astrea Central)" userId="e4577f1c-a0ea-4eef-9851-9bdbe8619e58" providerId="ADAL" clId="{298CC335-43E8-497A-92EF-F6294183AD0B}" dt="2025-09-15T13:19:14.342" v="1657" actId="478"/>
          <ac:spMkLst>
            <pc:docMk/>
            <pc:sldMk cId="1567395204" sldId="1226"/>
            <ac:spMk id="22" creationId="{FC585262-B4DC-98C4-FCF9-8C1DC8D84BD7}"/>
          </ac:spMkLst>
        </pc:spChg>
        <pc:spChg chg="del">
          <ac:chgData name="Adam Brown (Astrea Central)" userId="e4577f1c-a0ea-4eef-9851-9bdbe8619e58" providerId="ADAL" clId="{298CC335-43E8-497A-92EF-F6294183AD0B}" dt="2025-09-15T13:19:14.342" v="1657" actId="478"/>
          <ac:spMkLst>
            <pc:docMk/>
            <pc:sldMk cId="1567395204" sldId="1226"/>
            <ac:spMk id="24" creationId="{BAF0C799-36EC-864B-4105-4A5A134F001C}"/>
          </ac:spMkLst>
        </pc:spChg>
        <pc:spChg chg="del">
          <ac:chgData name="Adam Brown (Astrea Central)" userId="e4577f1c-a0ea-4eef-9851-9bdbe8619e58" providerId="ADAL" clId="{298CC335-43E8-497A-92EF-F6294183AD0B}" dt="2025-09-15T13:19:14.342" v="1657" actId="478"/>
          <ac:spMkLst>
            <pc:docMk/>
            <pc:sldMk cId="1567395204" sldId="1226"/>
            <ac:spMk id="25" creationId="{C567AB4C-7A49-D288-C6CF-C9078F809DC5}"/>
          </ac:spMkLst>
        </pc:spChg>
        <pc:spChg chg="del">
          <ac:chgData name="Adam Brown (Astrea Central)" userId="e4577f1c-a0ea-4eef-9851-9bdbe8619e58" providerId="ADAL" clId="{298CC335-43E8-497A-92EF-F6294183AD0B}" dt="2025-09-15T13:19:14.342" v="1657" actId="478"/>
          <ac:spMkLst>
            <pc:docMk/>
            <pc:sldMk cId="1567395204" sldId="1226"/>
            <ac:spMk id="26" creationId="{CE7C88E1-3B0E-E3EA-21DA-A5E06E75EE33}"/>
          </ac:spMkLst>
        </pc:spChg>
        <pc:spChg chg="del">
          <ac:chgData name="Adam Brown (Astrea Central)" userId="e4577f1c-a0ea-4eef-9851-9bdbe8619e58" providerId="ADAL" clId="{298CC335-43E8-497A-92EF-F6294183AD0B}" dt="2025-09-15T13:19:14.342" v="1657" actId="478"/>
          <ac:spMkLst>
            <pc:docMk/>
            <pc:sldMk cId="1567395204" sldId="1226"/>
            <ac:spMk id="28" creationId="{31348679-E496-E218-8E12-85C1CE114B34}"/>
          </ac:spMkLst>
        </pc:spChg>
        <pc:spChg chg="del">
          <ac:chgData name="Adam Brown (Astrea Central)" userId="e4577f1c-a0ea-4eef-9851-9bdbe8619e58" providerId="ADAL" clId="{298CC335-43E8-497A-92EF-F6294183AD0B}" dt="2025-09-15T13:19:14.342" v="1657" actId="478"/>
          <ac:spMkLst>
            <pc:docMk/>
            <pc:sldMk cId="1567395204" sldId="1226"/>
            <ac:spMk id="29" creationId="{8FF4C32D-5784-68AE-13A4-42EA6598713A}"/>
          </ac:spMkLst>
        </pc:spChg>
      </pc:sldChg>
      <pc:sldChg chg="delSp mod">
        <pc:chgData name="Adam Brown (Astrea Central)" userId="e4577f1c-a0ea-4eef-9851-9bdbe8619e58" providerId="ADAL" clId="{298CC335-43E8-497A-92EF-F6294183AD0B}" dt="2025-09-15T13:20:10.806" v="1693" actId="478"/>
        <pc:sldMkLst>
          <pc:docMk/>
          <pc:sldMk cId="1733079440" sldId="1227"/>
        </pc:sldMkLst>
        <pc:spChg chg="del">
          <ac:chgData name="Adam Brown (Astrea Central)" userId="e4577f1c-a0ea-4eef-9851-9bdbe8619e58" providerId="ADAL" clId="{298CC335-43E8-497A-92EF-F6294183AD0B}" dt="2025-09-15T13:20:08.381" v="1692" actId="478"/>
          <ac:spMkLst>
            <pc:docMk/>
            <pc:sldMk cId="1733079440" sldId="1227"/>
            <ac:spMk id="4" creationId="{8A95F34B-B831-41DA-AACF-B279CACE9BA8}"/>
          </ac:spMkLst>
        </pc:spChg>
        <pc:spChg chg="del">
          <ac:chgData name="Adam Brown (Astrea Central)" userId="e4577f1c-a0ea-4eef-9851-9bdbe8619e58" providerId="ADAL" clId="{298CC335-43E8-497A-92EF-F6294183AD0B}" dt="2025-09-15T13:20:08.381" v="1692" actId="478"/>
          <ac:spMkLst>
            <pc:docMk/>
            <pc:sldMk cId="1733079440" sldId="1227"/>
            <ac:spMk id="5" creationId="{12D44F50-8F29-E987-88AE-52C07C4D05FA}"/>
          </ac:spMkLst>
        </pc:spChg>
        <pc:spChg chg="del">
          <ac:chgData name="Adam Brown (Astrea Central)" userId="e4577f1c-a0ea-4eef-9851-9bdbe8619e58" providerId="ADAL" clId="{298CC335-43E8-497A-92EF-F6294183AD0B}" dt="2025-09-15T13:20:08.381" v="1692" actId="478"/>
          <ac:spMkLst>
            <pc:docMk/>
            <pc:sldMk cId="1733079440" sldId="1227"/>
            <ac:spMk id="6" creationId="{09550266-FA00-C914-CE32-AB8D75F6DF6E}"/>
          </ac:spMkLst>
        </pc:spChg>
        <pc:spChg chg="del">
          <ac:chgData name="Adam Brown (Astrea Central)" userId="e4577f1c-a0ea-4eef-9851-9bdbe8619e58" providerId="ADAL" clId="{298CC335-43E8-497A-92EF-F6294183AD0B}" dt="2025-09-15T13:20:08.381" v="1692" actId="478"/>
          <ac:spMkLst>
            <pc:docMk/>
            <pc:sldMk cId="1733079440" sldId="1227"/>
            <ac:spMk id="8" creationId="{368699E7-E129-941F-15D0-83A66C0CE1A6}"/>
          </ac:spMkLst>
        </pc:spChg>
        <pc:spChg chg="del">
          <ac:chgData name="Adam Brown (Astrea Central)" userId="e4577f1c-a0ea-4eef-9851-9bdbe8619e58" providerId="ADAL" clId="{298CC335-43E8-497A-92EF-F6294183AD0B}" dt="2025-09-15T13:20:08.381" v="1692" actId="478"/>
          <ac:spMkLst>
            <pc:docMk/>
            <pc:sldMk cId="1733079440" sldId="1227"/>
            <ac:spMk id="9" creationId="{172D9128-4F42-EAEE-F642-96727C942224}"/>
          </ac:spMkLst>
        </pc:spChg>
        <pc:spChg chg="del">
          <ac:chgData name="Adam Brown (Astrea Central)" userId="e4577f1c-a0ea-4eef-9851-9bdbe8619e58" providerId="ADAL" clId="{298CC335-43E8-497A-92EF-F6294183AD0B}" dt="2025-09-15T13:20:08.381" v="1692" actId="478"/>
          <ac:spMkLst>
            <pc:docMk/>
            <pc:sldMk cId="1733079440" sldId="1227"/>
            <ac:spMk id="10" creationId="{7FF06CC6-ACE3-DBEB-10D6-9A576FE7FAA2}"/>
          </ac:spMkLst>
        </pc:spChg>
        <pc:spChg chg="del">
          <ac:chgData name="Adam Brown (Astrea Central)" userId="e4577f1c-a0ea-4eef-9851-9bdbe8619e58" providerId="ADAL" clId="{298CC335-43E8-497A-92EF-F6294183AD0B}" dt="2025-09-15T13:20:08.381" v="1692" actId="478"/>
          <ac:spMkLst>
            <pc:docMk/>
            <pc:sldMk cId="1733079440" sldId="1227"/>
            <ac:spMk id="11" creationId="{F13B9887-77BE-FBEC-DB2C-5C5B6E344097}"/>
          </ac:spMkLst>
        </pc:spChg>
        <pc:spChg chg="del">
          <ac:chgData name="Adam Brown (Astrea Central)" userId="e4577f1c-a0ea-4eef-9851-9bdbe8619e58" providerId="ADAL" clId="{298CC335-43E8-497A-92EF-F6294183AD0B}" dt="2025-09-15T13:20:08.381" v="1692" actId="478"/>
          <ac:spMkLst>
            <pc:docMk/>
            <pc:sldMk cId="1733079440" sldId="1227"/>
            <ac:spMk id="12" creationId="{A94E2A96-9D18-6DE5-3BEE-8CD2D6396700}"/>
          </ac:spMkLst>
        </pc:spChg>
        <pc:spChg chg="del">
          <ac:chgData name="Adam Brown (Astrea Central)" userId="e4577f1c-a0ea-4eef-9851-9bdbe8619e58" providerId="ADAL" clId="{298CC335-43E8-497A-92EF-F6294183AD0B}" dt="2025-09-15T13:20:08.381" v="1692" actId="478"/>
          <ac:spMkLst>
            <pc:docMk/>
            <pc:sldMk cId="1733079440" sldId="1227"/>
            <ac:spMk id="13" creationId="{F821E8F8-B6C2-EC2B-0BD4-FB106DDB7943}"/>
          </ac:spMkLst>
        </pc:spChg>
        <pc:spChg chg="del">
          <ac:chgData name="Adam Brown (Astrea Central)" userId="e4577f1c-a0ea-4eef-9851-9bdbe8619e58" providerId="ADAL" clId="{298CC335-43E8-497A-92EF-F6294183AD0B}" dt="2025-09-15T13:20:10.806" v="1693" actId="478"/>
          <ac:spMkLst>
            <pc:docMk/>
            <pc:sldMk cId="1733079440" sldId="1227"/>
            <ac:spMk id="14" creationId="{0226BDAC-EF28-47D8-679D-B3110BBCDD1E}"/>
          </ac:spMkLst>
        </pc:spChg>
        <pc:spChg chg="del">
          <ac:chgData name="Adam Brown (Astrea Central)" userId="e4577f1c-a0ea-4eef-9851-9bdbe8619e58" providerId="ADAL" clId="{298CC335-43E8-497A-92EF-F6294183AD0B}" dt="2025-09-15T13:20:10.806" v="1693" actId="478"/>
          <ac:spMkLst>
            <pc:docMk/>
            <pc:sldMk cId="1733079440" sldId="1227"/>
            <ac:spMk id="15" creationId="{8CA43997-228E-1FCA-D310-2564119F800B}"/>
          </ac:spMkLst>
        </pc:spChg>
        <pc:spChg chg="del">
          <ac:chgData name="Adam Brown (Astrea Central)" userId="e4577f1c-a0ea-4eef-9851-9bdbe8619e58" providerId="ADAL" clId="{298CC335-43E8-497A-92EF-F6294183AD0B}" dt="2025-09-15T13:20:10.806" v="1693" actId="478"/>
          <ac:spMkLst>
            <pc:docMk/>
            <pc:sldMk cId="1733079440" sldId="1227"/>
            <ac:spMk id="16" creationId="{91E6C80A-091F-5E5D-E0D7-3C0B4CC9F33C}"/>
          </ac:spMkLst>
        </pc:spChg>
        <pc:spChg chg="del">
          <ac:chgData name="Adam Brown (Astrea Central)" userId="e4577f1c-a0ea-4eef-9851-9bdbe8619e58" providerId="ADAL" clId="{298CC335-43E8-497A-92EF-F6294183AD0B}" dt="2025-09-15T13:20:10.806" v="1693" actId="478"/>
          <ac:spMkLst>
            <pc:docMk/>
            <pc:sldMk cId="1733079440" sldId="1227"/>
            <ac:spMk id="18" creationId="{B24F4E72-2255-D4BE-0A69-267957C25230}"/>
          </ac:spMkLst>
        </pc:spChg>
        <pc:spChg chg="del">
          <ac:chgData name="Adam Brown (Astrea Central)" userId="e4577f1c-a0ea-4eef-9851-9bdbe8619e58" providerId="ADAL" clId="{298CC335-43E8-497A-92EF-F6294183AD0B}" dt="2025-09-15T13:20:10.806" v="1693" actId="478"/>
          <ac:spMkLst>
            <pc:docMk/>
            <pc:sldMk cId="1733079440" sldId="1227"/>
            <ac:spMk id="19" creationId="{9E146FB6-CF70-FAB6-2BF2-13F093E847E4}"/>
          </ac:spMkLst>
        </pc:spChg>
        <pc:spChg chg="del">
          <ac:chgData name="Adam Brown (Astrea Central)" userId="e4577f1c-a0ea-4eef-9851-9bdbe8619e58" providerId="ADAL" clId="{298CC335-43E8-497A-92EF-F6294183AD0B}" dt="2025-09-15T13:20:10.806" v="1693" actId="478"/>
          <ac:spMkLst>
            <pc:docMk/>
            <pc:sldMk cId="1733079440" sldId="1227"/>
            <ac:spMk id="20" creationId="{D2136B37-476D-10F9-D5F4-4DF234237215}"/>
          </ac:spMkLst>
        </pc:spChg>
        <pc:spChg chg="del">
          <ac:chgData name="Adam Brown (Astrea Central)" userId="e4577f1c-a0ea-4eef-9851-9bdbe8619e58" providerId="ADAL" clId="{298CC335-43E8-497A-92EF-F6294183AD0B}" dt="2025-09-15T13:20:10.806" v="1693" actId="478"/>
          <ac:spMkLst>
            <pc:docMk/>
            <pc:sldMk cId="1733079440" sldId="1227"/>
            <ac:spMk id="21" creationId="{1D9106D0-1F5B-1C5C-F1C1-5DD5CF4AB751}"/>
          </ac:spMkLst>
        </pc:spChg>
        <pc:spChg chg="del">
          <ac:chgData name="Adam Brown (Astrea Central)" userId="e4577f1c-a0ea-4eef-9851-9bdbe8619e58" providerId="ADAL" clId="{298CC335-43E8-497A-92EF-F6294183AD0B}" dt="2025-09-15T13:20:10.806" v="1693" actId="478"/>
          <ac:spMkLst>
            <pc:docMk/>
            <pc:sldMk cId="1733079440" sldId="1227"/>
            <ac:spMk id="22" creationId="{FF801942-E1FC-98CB-9ECE-A853652931C1}"/>
          </ac:spMkLst>
        </pc:spChg>
        <pc:spChg chg="del">
          <ac:chgData name="Adam Brown (Astrea Central)" userId="e4577f1c-a0ea-4eef-9851-9bdbe8619e58" providerId="ADAL" clId="{298CC335-43E8-497A-92EF-F6294183AD0B}" dt="2025-09-15T13:20:10.806" v="1693" actId="478"/>
          <ac:spMkLst>
            <pc:docMk/>
            <pc:sldMk cId="1733079440" sldId="1227"/>
            <ac:spMk id="23" creationId="{3AE733D1-E0F9-75B2-15E1-FBA095A8CF0C}"/>
          </ac:spMkLst>
        </pc:spChg>
        <pc:spChg chg="del">
          <ac:chgData name="Adam Brown (Astrea Central)" userId="e4577f1c-a0ea-4eef-9851-9bdbe8619e58" providerId="ADAL" clId="{298CC335-43E8-497A-92EF-F6294183AD0B}" dt="2025-09-15T13:20:10.806" v="1693" actId="478"/>
          <ac:spMkLst>
            <pc:docMk/>
            <pc:sldMk cId="1733079440" sldId="1227"/>
            <ac:spMk id="24" creationId="{3006EECE-86BB-DBA1-9007-EA0B141909AA}"/>
          </ac:spMkLst>
        </pc:spChg>
      </pc:sldChg>
      <pc:sldChg chg="delSp mod">
        <pc:chgData name="Adam Brown (Astrea Central)" userId="e4577f1c-a0ea-4eef-9851-9bdbe8619e58" providerId="ADAL" clId="{298CC335-43E8-497A-92EF-F6294183AD0B}" dt="2025-09-15T13:20:29.061" v="1698" actId="478"/>
        <pc:sldMkLst>
          <pc:docMk/>
          <pc:sldMk cId="3664428990" sldId="1228"/>
        </pc:sldMkLst>
        <pc:spChg chg="del">
          <ac:chgData name="Adam Brown (Astrea Central)" userId="e4577f1c-a0ea-4eef-9851-9bdbe8619e58" providerId="ADAL" clId="{298CC335-43E8-497A-92EF-F6294183AD0B}" dt="2025-09-15T13:20:29.061" v="1698" actId="478"/>
          <ac:spMkLst>
            <pc:docMk/>
            <pc:sldMk cId="3664428990" sldId="1228"/>
            <ac:spMk id="2" creationId="{C4505393-2A04-A8EF-8C9A-4DE614A9FAD2}"/>
          </ac:spMkLst>
        </pc:spChg>
        <pc:spChg chg="del">
          <ac:chgData name="Adam Brown (Astrea Central)" userId="e4577f1c-a0ea-4eef-9851-9bdbe8619e58" providerId="ADAL" clId="{298CC335-43E8-497A-92EF-F6294183AD0B}" dt="2025-09-15T13:20:29.061" v="1698" actId="478"/>
          <ac:spMkLst>
            <pc:docMk/>
            <pc:sldMk cId="3664428990" sldId="1228"/>
            <ac:spMk id="4" creationId="{CBBD725B-10EE-855F-E506-7345EFFDCC76}"/>
          </ac:spMkLst>
        </pc:spChg>
        <pc:spChg chg="del">
          <ac:chgData name="Adam Brown (Astrea Central)" userId="e4577f1c-a0ea-4eef-9851-9bdbe8619e58" providerId="ADAL" clId="{298CC335-43E8-497A-92EF-F6294183AD0B}" dt="2025-09-15T13:20:29.061" v="1698" actId="478"/>
          <ac:spMkLst>
            <pc:docMk/>
            <pc:sldMk cId="3664428990" sldId="1228"/>
            <ac:spMk id="8" creationId="{92E72680-B63F-B03E-9932-0EA7557372AA}"/>
          </ac:spMkLst>
        </pc:spChg>
        <pc:spChg chg="del">
          <ac:chgData name="Adam Brown (Astrea Central)" userId="e4577f1c-a0ea-4eef-9851-9bdbe8619e58" providerId="ADAL" clId="{298CC335-43E8-497A-92EF-F6294183AD0B}" dt="2025-09-15T13:20:29.061" v="1698" actId="478"/>
          <ac:spMkLst>
            <pc:docMk/>
            <pc:sldMk cId="3664428990" sldId="1228"/>
            <ac:spMk id="9" creationId="{38260305-302E-9555-CF79-13EC950BB3E7}"/>
          </ac:spMkLst>
        </pc:spChg>
        <pc:spChg chg="del">
          <ac:chgData name="Adam Brown (Astrea Central)" userId="e4577f1c-a0ea-4eef-9851-9bdbe8619e58" providerId="ADAL" clId="{298CC335-43E8-497A-92EF-F6294183AD0B}" dt="2025-09-15T13:20:26.229" v="1697" actId="478"/>
          <ac:spMkLst>
            <pc:docMk/>
            <pc:sldMk cId="3664428990" sldId="1228"/>
            <ac:spMk id="11" creationId="{9C32B2A7-720E-55FD-0C85-E82A65327DB1}"/>
          </ac:spMkLst>
        </pc:spChg>
        <pc:spChg chg="del">
          <ac:chgData name="Adam Brown (Astrea Central)" userId="e4577f1c-a0ea-4eef-9851-9bdbe8619e58" providerId="ADAL" clId="{298CC335-43E8-497A-92EF-F6294183AD0B}" dt="2025-09-15T13:20:26.229" v="1697" actId="478"/>
          <ac:spMkLst>
            <pc:docMk/>
            <pc:sldMk cId="3664428990" sldId="1228"/>
            <ac:spMk id="12" creationId="{0E07506B-A81D-4A4E-18FB-4FA115641B84}"/>
          </ac:spMkLst>
        </pc:spChg>
        <pc:spChg chg="del">
          <ac:chgData name="Adam Brown (Astrea Central)" userId="e4577f1c-a0ea-4eef-9851-9bdbe8619e58" providerId="ADAL" clId="{298CC335-43E8-497A-92EF-F6294183AD0B}" dt="2025-09-15T13:20:26.229" v="1697" actId="478"/>
          <ac:spMkLst>
            <pc:docMk/>
            <pc:sldMk cId="3664428990" sldId="1228"/>
            <ac:spMk id="13" creationId="{B20AEF7D-4501-C4B1-84DD-0B83AD2A90D1}"/>
          </ac:spMkLst>
        </pc:spChg>
        <pc:spChg chg="del">
          <ac:chgData name="Adam Brown (Astrea Central)" userId="e4577f1c-a0ea-4eef-9851-9bdbe8619e58" providerId="ADAL" clId="{298CC335-43E8-497A-92EF-F6294183AD0B}" dt="2025-09-15T13:20:26.229" v="1697" actId="478"/>
          <ac:spMkLst>
            <pc:docMk/>
            <pc:sldMk cId="3664428990" sldId="1228"/>
            <ac:spMk id="14" creationId="{CA109B54-E183-10CD-2B9E-8559051EBE9D}"/>
          </ac:spMkLst>
        </pc:spChg>
        <pc:spChg chg="del">
          <ac:chgData name="Adam Brown (Astrea Central)" userId="e4577f1c-a0ea-4eef-9851-9bdbe8619e58" providerId="ADAL" clId="{298CC335-43E8-497A-92EF-F6294183AD0B}" dt="2025-09-15T13:20:23.849" v="1696" actId="478"/>
          <ac:spMkLst>
            <pc:docMk/>
            <pc:sldMk cId="3664428990" sldId="1228"/>
            <ac:spMk id="15" creationId="{93DAFF10-088B-B5E4-851B-6EC45963C29E}"/>
          </ac:spMkLst>
        </pc:spChg>
        <pc:spChg chg="del">
          <ac:chgData name="Adam Brown (Astrea Central)" userId="e4577f1c-a0ea-4eef-9851-9bdbe8619e58" providerId="ADAL" clId="{298CC335-43E8-497A-92EF-F6294183AD0B}" dt="2025-09-15T13:20:23.849" v="1696" actId="478"/>
          <ac:spMkLst>
            <pc:docMk/>
            <pc:sldMk cId="3664428990" sldId="1228"/>
            <ac:spMk id="16" creationId="{0C4B7C3D-D83E-7822-5E0F-FDB3CF3989B9}"/>
          </ac:spMkLst>
        </pc:spChg>
        <pc:spChg chg="del">
          <ac:chgData name="Adam Brown (Astrea Central)" userId="e4577f1c-a0ea-4eef-9851-9bdbe8619e58" providerId="ADAL" clId="{298CC335-43E8-497A-92EF-F6294183AD0B}" dt="2025-09-15T13:20:23.849" v="1696" actId="478"/>
          <ac:spMkLst>
            <pc:docMk/>
            <pc:sldMk cId="3664428990" sldId="1228"/>
            <ac:spMk id="17" creationId="{628051EE-50A1-BE7B-8C53-F1B3D02C986F}"/>
          </ac:spMkLst>
        </pc:spChg>
        <pc:spChg chg="del">
          <ac:chgData name="Adam Brown (Astrea Central)" userId="e4577f1c-a0ea-4eef-9851-9bdbe8619e58" providerId="ADAL" clId="{298CC335-43E8-497A-92EF-F6294183AD0B}" dt="2025-09-15T13:20:23.849" v="1696" actId="478"/>
          <ac:spMkLst>
            <pc:docMk/>
            <pc:sldMk cId="3664428990" sldId="1228"/>
            <ac:spMk id="18" creationId="{8393664D-AA07-4721-BFF2-92BBCB873D30}"/>
          </ac:spMkLst>
        </pc:spChg>
        <pc:spChg chg="del">
          <ac:chgData name="Adam Brown (Astrea Central)" userId="e4577f1c-a0ea-4eef-9851-9bdbe8619e58" providerId="ADAL" clId="{298CC335-43E8-497A-92EF-F6294183AD0B}" dt="2025-09-15T13:20:23.849" v="1696" actId="478"/>
          <ac:spMkLst>
            <pc:docMk/>
            <pc:sldMk cId="3664428990" sldId="1228"/>
            <ac:spMk id="19" creationId="{FDC3F20A-5CC3-B711-4262-AD0A754BA146}"/>
          </ac:spMkLst>
        </pc:spChg>
        <pc:spChg chg="del">
          <ac:chgData name="Adam Brown (Astrea Central)" userId="e4577f1c-a0ea-4eef-9851-9bdbe8619e58" providerId="ADAL" clId="{298CC335-43E8-497A-92EF-F6294183AD0B}" dt="2025-09-15T13:20:23.849" v="1696" actId="478"/>
          <ac:spMkLst>
            <pc:docMk/>
            <pc:sldMk cId="3664428990" sldId="1228"/>
            <ac:spMk id="20" creationId="{7DE2AC07-868C-13BF-D74C-1C31B66D0275}"/>
          </ac:spMkLst>
        </pc:spChg>
        <pc:spChg chg="del">
          <ac:chgData name="Adam Brown (Astrea Central)" userId="e4577f1c-a0ea-4eef-9851-9bdbe8619e58" providerId="ADAL" clId="{298CC335-43E8-497A-92EF-F6294183AD0B}" dt="2025-09-15T13:20:23.849" v="1696" actId="478"/>
          <ac:spMkLst>
            <pc:docMk/>
            <pc:sldMk cId="3664428990" sldId="1228"/>
            <ac:spMk id="21" creationId="{F779828E-3785-5766-9B20-7AC0988E7314}"/>
          </ac:spMkLst>
        </pc:spChg>
        <pc:spChg chg="del">
          <ac:chgData name="Adam Brown (Astrea Central)" userId="e4577f1c-a0ea-4eef-9851-9bdbe8619e58" providerId="ADAL" clId="{298CC335-43E8-497A-92EF-F6294183AD0B}" dt="2025-09-15T13:20:23.849" v="1696" actId="478"/>
          <ac:spMkLst>
            <pc:docMk/>
            <pc:sldMk cId="3664428990" sldId="1228"/>
            <ac:spMk id="22" creationId="{04143332-C608-2A54-2DC0-B715373F591B}"/>
          </ac:spMkLst>
        </pc:spChg>
        <pc:spChg chg="del">
          <ac:chgData name="Adam Brown (Astrea Central)" userId="e4577f1c-a0ea-4eef-9851-9bdbe8619e58" providerId="ADAL" clId="{298CC335-43E8-497A-92EF-F6294183AD0B}" dt="2025-09-15T13:20:23.849" v="1696" actId="478"/>
          <ac:spMkLst>
            <pc:docMk/>
            <pc:sldMk cId="3664428990" sldId="1228"/>
            <ac:spMk id="23" creationId="{36B6C75C-67DB-A7B0-C5F1-4261AA0D3630}"/>
          </ac:spMkLst>
        </pc:spChg>
        <pc:spChg chg="del">
          <ac:chgData name="Adam Brown (Astrea Central)" userId="e4577f1c-a0ea-4eef-9851-9bdbe8619e58" providerId="ADAL" clId="{298CC335-43E8-497A-92EF-F6294183AD0B}" dt="2025-09-15T13:20:26.229" v="1697" actId="478"/>
          <ac:spMkLst>
            <pc:docMk/>
            <pc:sldMk cId="3664428990" sldId="1228"/>
            <ac:spMk id="24" creationId="{BF1584B5-DA9A-F6DB-A292-9822897505C0}"/>
          </ac:spMkLst>
        </pc:spChg>
        <pc:spChg chg="del">
          <ac:chgData name="Adam Brown (Astrea Central)" userId="e4577f1c-a0ea-4eef-9851-9bdbe8619e58" providerId="ADAL" clId="{298CC335-43E8-497A-92EF-F6294183AD0B}" dt="2025-09-15T13:20:26.229" v="1697" actId="478"/>
          <ac:spMkLst>
            <pc:docMk/>
            <pc:sldMk cId="3664428990" sldId="1228"/>
            <ac:spMk id="27" creationId="{8252713E-BC7B-B913-313C-E1C24D619765}"/>
          </ac:spMkLst>
        </pc:spChg>
        <pc:spChg chg="del">
          <ac:chgData name="Adam Brown (Astrea Central)" userId="e4577f1c-a0ea-4eef-9851-9bdbe8619e58" providerId="ADAL" clId="{298CC335-43E8-497A-92EF-F6294183AD0B}" dt="2025-09-15T13:20:26.229" v="1697" actId="478"/>
          <ac:spMkLst>
            <pc:docMk/>
            <pc:sldMk cId="3664428990" sldId="1228"/>
            <ac:spMk id="28" creationId="{16BC55B9-1BCE-7426-BFCB-088F7CBED88B}"/>
          </ac:spMkLst>
        </pc:spChg>
        <pc:spChg chg="del">
          <ac:chgData name="Adam Brown (Astrea Central)" userId="e4577f1c-a0ea-4eef-9851-9bdbe8619e58" providerId="ADAL" clId="{298CC335-43E8-497A-92EF-F6294183AD0B}" dt="2025-09-15T13:20:26.229" v="1697" actId="478"/>
          <ac:spMkLst>
            <pc:docMk/>
            <pc:sldMk cId="3664428990" sldId="1228"/>
            <ac:spMk id="29" creationId="{22DE57B4-2C0D-95A2-B148-0DB4083A70A5}"/>
          </ac:spMkLst>
        </pc:spChg>
        <pc:spChg chg="del">
          <ac:chgData name="Adam Brown (Astrea Central)" userId="e4577f1c-a0ea-4eef-9851-9bdbe8619e58" providerId="ADAL" clId="{298CC335-43E8-497A-92EF-F6294183AD0B}" dt="2025-09-15T13:20:26.229" v="1697" actId="478"/>
          <ac:spMkLst>
            <pc:docMk/>
            <pc:sldMk cId="3664428990" sldId="1228"/>
            <ac:spMk id="30" creationId="{765BF58E-7AAA-C0A9-1E22-A2E39722ED9D}"/>
          </ac:spMkLst>
        </pc:spChg>
        <pc:spChg chg="del">
          <ac:chgData name="Adam Brown (Astrea Central)" userId="e4577f1c-a0ea-4eef-9851-9bdbe8619e58" providerId="ADAL" clId="{298CC335-43E8-497A-92EF-F6294183AD0B}" dt="2025-09-15T13:20:26.229" v="1697" actId="478"/>
          <ac:spMkLst>
            <pc:docMk/>
            <pc:sldMk cId="3664428990" sldId="1228"/>
            <ac:spMk id="31" creationId="{6913A852-5BE9-BEE6-C2E5-657C622E7B01}"/>
          </ac:spMkLst>
        </pc:spChg>
      </pc:sldChg>
      <pc:sldChg chg="delSp mod">
        <pc:chgData name="Adam Brown (Astrea Central)" userId="e4577f1c-a0ea-4eef-9851-9bdbe8619e58" providerId="ADAL" clId="{298CC335-43E8-497A-92EF-F6294183AD0B}" dt="2025-09-15T13:20:56.542" v="1708" actId="478"/>
        <pc:sldMkLst>
          <pc:docMk/>
          <pc:sldMk cId="1710199113" sldId="1229"/>
        </pc:sldMkLst>
        <pc:spChg chg="del">
          <ac:chgData name="Adam Brown (Astrea Central)" userId="e4577f1c-a0ea-4eef-9851-9bdbe8619e58" providerId="ADAL" clId="{298CC335-43E8-497A-92EF-F6294183AD0B}" dt="2025-09-15T13:20:56.542" v="1708" actId="478"/>
          <ac:spMkLst>
            <pc:docMk/>
            <pc:sldMk cId="1710199113" sldId="1229"/>
            <ac:spMk id="2" creationId="{6CFA1461-1D71-94A6-48B2-2609B2457089}"/>
          </ac:spMkLst>
        </pc:spChg>
        <pc:spChg chg="del">
          <ac:chgData name="Adam Brown (Astrea Central)" userId="e4577f1c-a0ea-4eef-9851-9bdbe8619e58" providerId="ADAL" clId="{298CC335-43E8-497A-92EF-F6294183AD0B}" dt="2025-09-15T13:20:56.542" v="1708" actId="478"/>
          <ac:spMkLst>
            <pc:docMk/>
            <pc:sldMk cId="1710199113" sldId="1229"/>
            <ac:spMk id="3" creationId="{AF3746B1-2A1C-B223-F9B4-8E1237323D87}"/>
          </ac:spMkLst>
        </pc:spChg>
        <pc:spChg chg="del">
          <ac:chgData name="Adam Brown (Astrea Central)" userId="e4577f1c-a0ea-4eef-9851-9bdbe8619e58" providerId="ADAL" clId="{298CC335-43E8-497A-92EF-F6294183AD0B}" dt="2025-09-15T13:20:56.542" v="1708" actId="478"/>
          <ac:spMkLst>
            <pc:docMk/>
            <pc:sldMk cId="1710199113" sldId="1229"/>
            <ac:spMk id="6" creationId="{2103CC68-FBD0-A8CB-19CF-24CA5EA1229A}"/>
          </ac:spMkLst>
        </pc:spChg>
        <pc:spChg chg="del">
          <ac:chgData name="Adam Brown (Astrea Central)" userId="e4577f1c-a0ea-4eef-9851-9bdbe8619e58" providerId="ADAL" clId="{298CC335-43E8-497A-92EF-F6294183AD0B}" dt="2025-09-15T13:20:56.542" v="1708" actId="478"/>
          <ac:spMkLst>
            <pc:docMk/>
            <pc:sldMk cId="1710199113" sldId="1229"/>
            <ac:spMk id="9" creationId="{48144819-71AC-2523-32EE-39184B99F046}"/>
          </ac:spMkLst>
        </pc:spChg>
        <pc:spChg chg="del">
          <ac:chgData name="Adam Brown (Astrea Central)" userId="e4577f1c-a0ea-4eef-9851-9bdbe8619e58" providerId="ADAL" clId="{298CC335-43E8-497A-92EF-F6294183AD0B}" dt="2025-09-15T13:20:56.542" v="1708" actId="478"/>
          <ac:spMkLst>
            <pc:docMk/>
            <pc:sldMk cId="1710199113" sldId="1229"/>
            <ac:spMk id="11" creationId="{F1907DB8-B78E-7C27-2C71-030C030C6FE2}"/>
          </ac:spMkLst>
        </pc:spChg>
        <pc:spChg chg="del">
          <ac:chgData name="Adam Brown (Astrea Central)" userId="e4577f1c-a0ea-4eef-9851-9bdbe8619e58" providerId="ADAL" clId="{298CC335-43E8-497A-92EF-F6294183AD0B}" dt="2025-09-15T13:20:56.542" v="1708" actId="478"/>
          <ac:spMkLst>
            <pc:docMk/>
            <pc:sldMk cId="1710199113" sldId="1229"/>
            <ac:spMk id="16" creationId="{65756148-8C58-251F-0D6D-448380D1C85B}"/>
          </ac:spMkLst>
        </pc:spChg>
        <pc:spChg chg="del">
          <ac:chgData name="Adam Brown (Astrea Central)" userId="e4577f1c-a0ea-4eef-9851-9bdbe8619e58" providerId="ADAL" clId="{298CC335-43E8-497A-92EF-F6294183AD0B}" dt="2025-09-15T13:20:56.542" v="1708" actId="478"/>
          <ac:spMkLst>
            <pc:docMk/>
            <pc:sldMk cId="1710199113" sldId="1229"/>
            <ac:spMk id="17" creationId="{9F1E7676-6FE1-E4E6-B796-8D9D941E0084}"/>
          </ac:spMkLst>
        </pc:spChg>
        <pc:spChg chg="del">
          <ac:chgData name="Adam Brown (Astrea Central)" userId="e4577f1c-a0ea-4eef-9851-9bdbe8619e58" providerId="ADAL" clId="{298CC335-43E8-497A-92EF-F6294183AD0B}" dt="2025-09-15T13:20:56.542" v="1708" actId="478"/>
          <ac:spMkLst>
            <pc:docMk/>
            <pc:sldMk cId="1710199113" sldId="1229"/>
            <ac:spMk id="19" creationId="{625A6422-CCD6-9CFA-71B6-9360A8DDFDAC}"/>
          </ac:spMkLst>
        </pc:spChg>
        <pc:spChg chg="del">
          <ac:chgData name="Adam Brown (Astrea Central)" userId="e4577f1c-a0ea-4eef-9851-9bdbe8619e58" providerId="ADAL" clId="{298CC335-43E8-497A-92EF-F6294183AD0B}" dt="2025-09-15T13:20:56.542" v="1708" actId="478"/>
          <ac:spMkLst>
            <pc:docMk/>
            <pc:sldMk cId="1710199113" sldId="1229"/>
            <ac:spMk id="20" creationId="{45B1918B-178B-1A64-661B-7E786CC4622B}"/>
          </ac:spMkLst>
        </pc:spChg>
        <pc:spChg chg="del">
          <ac:chgData name="Adam Brown (Astrea Central)" userId="e4577f1c-a0ea-4eef-9851-9bdbe8619e58" providerId="ADAL" clId="{298CC335-43E8-497A-92EF-F6294183AD0B}" dt="2025-09-15T13:20:56.542" v="1708" actId="478"/>
          <ac:spMkLst>
            <pc:docMk/>
            <pc:sldMk cId="1710199113" sldId="1229"/>
            <ac:spMk id="28" creationId="{C93CEC72-D6A8-7679-A6F3-DBECE36C6D94}"/>
          </ac:spMkLst>
        </pc:spChg>
      </pc:sldChg>
      <pc:sldChg chg="delSp mod">
        <pc:chgData name="Adam Brown (Astrea Central)" userId="e4577f1c-a0ea-4eef-9851-9bdbe8619e58" providerId="ADAL" clId="{298CC335-43E8-497A-92EF-F6294183AD0B}" dt="2025-09-15T13:21:23.094" v="1717" actId="478"/>
        <pc:sldMkLst>
          <pc:docMk/>
          <pc:sldMk cId="1420111636" sldId="1230"/>
        </pc:sldMkLst>
        <pc:spChg chg="del">
          <ac:chgData name="Adam Brown (Astrea Central)" userId="e4577f1c-a0ea-4eef-9851-9bdbe8619e58" providerId="ADAL" clId="{298CC335-43E8-497A-92EF-F6294183AD0B}" dt="2025-09-15T13:21:23.094" v="1717" actId="478"/>
          <ac:spMkLst>
            <pc:docMk/>
            <pc:sldMk cId="1420111636" sldId="1230"/>
            <ac:spMk id="2" creationId="{3D70ED08-4085-4A59-63F7-FC258101F8C7}"/>
          </ac:spMkLst>
        </pc:spChg>
        <pc:spChg chg="del">
          <ac:chgData name="Adam Brown (Astrea Central)" userId="e4577f1c-a0ea-4eef-9851-9bdbe8619e58" providerId="ADAL" clId="{298CC335-43E8-497A-92EF-F6294183AD0B}" dt="2025-09-15T13:21:23.094" v="1717" actId="478"/>
          <ac:spMkLst>
            <pc:docMk/>
            <pc:sldMk cId="1420111636" sldId="1230"/>
            <ac:spMk id="5" creationId="{A384AC2D-2CB2-99D6-E8BE-A934BC7F1DE3}"/>
          </ac:spMkLst>
        </pc:spChg>
        <pc:spChg chg="del">
          <ac:chgData name="Adam Brown (Astrea Central)" userId="e4577f1c-a0ea-4eef-9851-9bdbe8619e58" providerId="ADAL" clId="{298CC335-43E8-497A-92EF-F6294183AD0B}" dt="2025-09-15T13:21:23.094" v="1717" actId="478"/>
          <ac:spMkLst>
            <pc:docMk/>
            <pc:sldMk cId="1420111636" sldId="1230"/>
            <ac:spMk id="7" creationId="{678FA443-D217-1E40-F1C0-97895C8F459F}"/>
          </ac:spMkLst>
        </pc:spChg>
        <pc:spChg chg="del">
          <ac:chgData name="Adam Brown (Astrea Central)" userId="e4577f1c-a0ea-4eef-9851-9bdbe8619e58" providerId="ADAL" clId="{298CC335-43E8-497A-92EF-F6294183AD0B}" dt="2025-09-15T13:21:23.094" v="1717" actId="478"/>
          <ac:spMkLst>
            <pc:docMk/>
            <pc:sldMk cId="1420111636" sldId="1230"/>
            <ac:spMk id="8" creationId="{B4BF8664-9E81-BF64-52C2-DF220AA4F1C5}"/>
          </ac:spMkLst>
        </pc:spChg>
        <pc:spChg chg="del">
          <ac:chgData name="Adam Brown (Astrea Central)" userId="e4577f1c-a0ea-4eef-9851-9bdbe8619e58" providerId="ADAL" clId="{298CC335-43E8-497A-92EF-F6294183AD0B}" dt="2025-09-15T13:21:23.094" v="1717" actId="478"/>
          <ac:spMkLst>
            <pc:docMk/>
            <pc:sldMk cId="1420111636" sldId="1230"/>
            <ac:spMk id="10" creationId="{21A8631A-F6B5-EC2D-2065-47F57783CB94}"/>
          </ac:spMkLst>
        </pc:spChg>
        <pc:spChg chg="del">
          <ac:chgData name="Adam Brown (Astrea Central)" userId="e4577f1c-a0ea-4eef-9851-9bdbe8619e58" providerId="ADAL" clId="{298CC335-43E8-497A-92EF-F6294183AD0B}" dt="2025-09-15T13:21:23.094" v="1717" actId="478"/>
          <ac:spMkLst>
            <pc:docMk/>
            <pc:sldMk cId="1420111636" sldId="1230"/>
            <ac:spMk id="11" creationId="{2B83A0F9-8FEA-FEE1-0C0F-51012597257E}"/>
          </ac:spMkLst>
        </pc:spChg>
        <pc:spChg chg="del">
          <ac:chgData name="Adam Brown (Astrea Central)" userId="e4577f1c-a0ea-4eef-9851-9bdbe8619e58" providerId="ADAL" clId="{298CC335-43E8-497A-92EF-F6294183AD0B}" dt="2025-09-15T13:21:23.094" v="1717" actId="478"/>
          <ac:spMkLst>
            <pc:docMk/>
            <pc:sldMk cId="1420111636" sldId="1230"/>
            <ac:spMk id="12" creationId="{C11F46A8-EDDA-2933-B8FC-39CA670ECC11}"/>
          </ac:spMkLst>
        </pc:spChg>
        <pc:spChg chg="del">
          <ac:chgData name="Adam Brown (Astrea Central)" userId="e4577f1c-a0ea-4eef-9851-9bdbe8619e58" providerId="ADAL" clId="{298CC335-43E8-497A-92EF-F6294183AD0B}" dt="2025-09-15T13:21:23.094" v="1717" actId="478"/>
          <ac:spMkLst>
            <pc:docMk/>
            <pc:sldMk cId="1420111636" sldId="1230"/>
            <ac:spMk id="13" creationId="{DB75F9B6-2600-BB77-2766-3F004368EC32}"/>
          </ac:spMkLst>
        </pc:spChg>
        <pc:spChg chg="del">
          <ac:chgData name="Adam Brown (Astrea Central)" userId="e4577f1c-a0ea-4eef-9851-9bdbe8619e58" providerId="ADAL" clId="{298CC335-43E8-497A-92EF-F6294183AD0B}" dt="2025-09-15T13:21:23.094" v="1717" actId="478"/>
          <ac:spMkLst>
            <pc:docMk/>
            <pc:sldMk cId="1420111636" sldId="1230"/>
            <ac:spMk id="14" creationId="{617C9FAC-1003-F196-B0B7-756607744FBA}"/>
          </ac:spMkLst>
        </pc:spChg>
        <pc:spChg chg="del">
          <ac:chgData name="Adam Brown (Astrea Central)" userId="e4577f1c-a0ea-4eef-9851-9bdbe8619e58" providerId="ADAL" clId="{298CC335-43E8-497A-92EF-F6294183AD0B}" dt="2025-09-15T13:21:23.094" v="1717" actId="478"/>
          <ac:spMkLst>
            <pc:docMk/>
            <pc:sldMk cId="1420111636" sldId="1230"/>
            <ac:spMk id="15" creationId="{A533E982-7E0D-70A0-9C47-256069C8E0E0}"/>
          </ac:spMkLst>
        </pc:spChg>
      </pc:sldChg>
      <pc:sldChg chg="modSp mod">
        <pc:chgData name="Adam Brown (Astrea Central)" userId="e4577f1c-a0ea-4eef-9851-9bdbe8619e58" providerId="ADAL" clId="{298CC335-43E8-497A-92EF-F6294183AD0B}" dt="2025-09-15T10:49:06.096" v="614" actId="20577"/>
        <pc:sldMkLst>
          <pc:docMk/>
          <pc:sldMk cId="149822979" sldId="1231"/>
        </pc:sldMkLst>
        <pc:graphicFrameChg chg="modGraphic">
          <ac:chgData name="Adam Brown (Astrea Central)" userId="e4577f1c-a0ea-4eef-9851-9bdbe8619e58" providerId="ADAL" clId="{298CC335-43E8-497A-92EF-F6294183AD0B}" dt="2025-09-15T10:49:06.096" v="614" actId="20577"/>
          <ac:graphicFrameMkLst>
            <pc:docMk/>
            <pc:sldMk cId="149822979" sldId="1231"/>
            <ac:graphicFrameMk id="8" creationId="{C004E945-695E-AF10-6C4E-FA0C7CB55FF4}"/>
          </ac:graphicFrameMkLst>
        </pc:graphicFrameChg>
      </pc:sldChg>
      <pc:sldChg chg="modSp mod">
        <pc:chgData name="Adam Brown (Astrea Central)" userId="e4577f1c-a0ea-4eef-9851-9bdbe8619e58" providerId="ADAL" clId="{298CC335-43E8-497A-92EF-F6294183AD0B}" dt="2025-09-15T11:15:52.599" v="697" actId="20577"/>
        <pc:sldMkLst>
          <pc:docMk/>
          <pc:sldMk cId="1210998565" sldId="1233"/>
        </pc:sldMkLst>
        <pc:graphicFrameChg chg="modGraphic">
          <ac:chgData name="Adam Brown (Astrea Central)" userId="e4577f1c-a0ea-4eef-9851-9bdbe8619e58" providerId="ADAL" clId="{298CC335-43E8-497A-92EF-F6294183AD0B}" dt="2025-09-15T11:15:52.599" v="697" actId="20577"/>
          <ac:graphicFrameMkLst>
            <pc:docMk/>
            <pc:sldMk cId="1210998565" sldId="1233"/>
            <ac:graphicFrameMk id="107" creationId="{00000000-0000-0000-0000-000000000000}"/>
          </ac:graphicFrameMkLst>
        </pc:graphicFrameChg>
      </pc:sldChg>
      <pc:sldChg chg="modSp mod">
        <pc:chgData name="Adam Brown (Astrea Central)" userId="e4577f1c-a0ea-4eef-9851-9bdbe8619e58" providerId="ADAL" clId="{298CC335-43E8-497A-92EF-F6294183AD0B}" dt="2025-09-15T11:16:43.873" v="722" actId="20577"/>
        <pc:sldMkLst>
          <pc:docMk/>
          <pc:sldMk cId="733169967" sldId="1235"/>
        </pc:sldMkLst>
        <pc:graphicFrameChg chg="modGraphic">
          <ac:chgData name="Adam Brown (Astrea Central)" userId="e4577f1c-a0ea-4eef-9851-9bdbe8619e58" providerId="ADAL" clId="{298CC335-43E8-497A-92EF-F6294183AD0B}" dt="2025-09-15T11:16:43.873" v="722" actId="20577"/>
          <ac:graphicFrameMkLst>
            <pc:docMk/>
            <pc:sldMk cId="733169967" sldId="1235"/>
            <ac:graphicFrameMk id="37" creationId="{66DD2EF5-FCD5-6D75-A5C7-2871B5E78C14}"/>
          </ac:graphicFrameMkLst>
        </pc:graphicFrameChg>
      </pc:sldChg>
      <pc:sldChg chg="delSp modSp mod">
        <pc:chgData name="Adam Brown (Astrea Central)" userId="e4577f1c-a0ea-4eef-9851-9bdbe8619e58" providerId="ADAL" clId="{298CC335-43E8-497A-92EF-F6294183AD0B}" dt="2025-09-15T13:26:28.161" v="1861" actId="6549"/>
        <pc:sldMkLst>
          <pc:docMk/>
          <pc:sldMk cId="2936956160" sldId="2717"/>
        </pc:sldMkLst>
        <pc:spChg chg="del">
          <ac:chgData name="Adam Brown (Astrea Central)" userId="e4577f1c-a0ea-4eef-9851-9bdbe8619e58" providerId="ADAL" clId="{298CC335-43E8-497A-92EF-F6294183AD0B}" dt="2025-09-15T13:26:20.141" v="1858" actId="478"/>
          <ac:spMkLst>
            <pc:docMk/>
            <pc:sldMk cId="2936956160" sldId="2717"/>
            <ac:spMk id="20" creationId="{14127478-2E36-4EC4-275A-E731BF846FE0}"/>
          </ac:spMkLst>
        </pc:spChg>
        <pc:spChg chg="del">
          <ac:chgData name="Adam Brown (Astrea Central)" userId="e4577f1c-a0ea-4eef-9851-9bdbe8619e58" providerId="ADAL" clId="{298CC335-43E8-497A-92EF-F6294183AD0B}" dt="2025-09-15T13:26:18.365" v="1857" actId="478"/>
          <ac:spMkLst>
            <pc:docMk/>
            <pc:sldMk cId="2936956160" sldId="2717"/>
            <ac:spMk id="21" creationId="{ADB24EEE-848A-B937-398B-326F07B43D0B}"/>
          </ac:spMkLst>
        </pc:spChg>
        <pc:spChg chg="del">
          <ac:chgData name="Adam Brown (Astrea Central)" userId="e4577f1c-a0ea-4eef-9851-9bdbe8619e58" providerId="ADAL" clId="{298CC335-43E8-497A-92EF-F6294183AD0B}" dt="2025-09-15T13:26:18.365" v="1857" actId="478"/>
          <ac:spMkLst>
            <pc:docMk/>
            <pc:sldMk cId="2936956160" sldId="2717"/>
            <ac:spMk id="22" creationId="{A168DCA1-B98F-4355-A269-FDBB92138672}"/>
          </ac:spMkLst>
        </pc:spChg>
        <pc:spChg chg="del">
          <ac:chgData name="Adam Brown (Astrea Central)" userId="e4577f1c-a0ea-4eef-9851-9bdbe8619e58" providerId="ADAL" clId="{298CC335-43E8-497A-92EF-F6294183AD0B}" dt="2025-09-15T13:26:22.596" v="1859" actId="478"/>
          <ac:spMkLst>
            <pc:docMk/>
            <pc:sldMk cId="2936956160" sldId="2717"/>
            <ac:spMk id="27" creationId="{12EB17ED-2850-CE33-7672-2B1F88C9FF47}"/>
          </ac:spMkLst>
        </pc:spChg>
        <pc:spChg chg="del">
          <ac:chgData name="Adam Brown (Astrea Central)" userId="e4577f1c-a0ea-4eef-9851-9bdbe8619e58" providerId="ADAL" clId="{298CC335-43E8-497A-92EF-F6294183AD0B}" dt="2025-09-15T13:26:22.596" v="1859" actId="478"/>
          <ac:spMkLst>
            <pc:docMk/>
            <pc:sldMk cId="2936956160" sldId="2717"/>
            <ac:spMk id="28" creationId="{B522E0E8-F368-18F2-7A61-E310A0150CB8}"/>
          </ac:spMkLst>
        </pc:spChg>
        <pc:spChg chg="del">
          <ac:chgData name="Adam Brown (Astrea Central)" userId="e4577f1c-a0ea-4eef-9851-9bdbe8619e58" providerId="ADAL" clId="{298CC335-43E8-497A-92EF-F6294183AD0B}" dt="2025-09-15T13:26:22.596" v="1859" actId="478"/>
          <ac:spMkLst>
            <pc:docMk/>
            <pc:sldMk cId="2936956160" sldId="2717"/>
            <ac:spMk id="29" creationId="{E1E950DB-ADD4-B351-0F8C-FB45C9D4CEA4}"/>
          </ac:spMkLst>
        </pc:spChg>
        <pc:graphicFrameChg chg="modGraphic">
          <ac:chgData name="Adam Brown (Astrea Central)" userId="e4577f1c-a0ea-4eef-9851-9bdbe8619e58" providerId="ADAL" clId="{298CC335-43E8-497A-92EF-F6294183AD0B}" dt="2025-09-15T13:26:28.161" v="1861" actId="6549"/>
          <ac:graphicFrameMkLst>
            <pc:docMk/>
            <pc:sldMk cId="2936956160" sldId="2717"/>
            <ac:graphicFrameMk id="30" creationId="{790031C9-629D-16B0-9152-7ADBE8DD103E}"/>
          </ac:graphicFrameMkLst>
        </pc:graphicFrameChg>
      </pc:sldChg>
      <pc:sldChg chg="delSp mod">
        <pc:chgData name="Adam Brown (Astrea Central)" userId="e4577f1c-a0ea-4eef-9851-9bdbe8619e58" providerId="ADAL" clId="{298CC335-43E8-497A-92EF-F6294183AD0B}" dt="2025-09-15T13:26:52.172" v="1870" actId="478"/>
        <pc:sldMkLst>
          <pc:docMk/>
          <pc:sldMk cId="2276136011" sldId="2724"/>
        </pc:sldMkLst>
        <pc:spChg chg="del">
          <ac:chgData name="Adam Brown (Astrea Central)" userId="e4577f1c-a0ea-4eef-9851-9bdbe8619e58" providerId="ADAL" clId="{298CC335-43E8-497A-92EF-F6294183AD0B}" dt="2025-09-15T13:26:34.884" v="1863" actId="478"/>
          <ac:spMkLst>
            <pc:docMk/>
            <pc:sldMk cId="2276136011" sldId="2724"/>
            <ac:spMk id="38" creationId="{F37B9E10-2C8B-C959-A28D-706D08363273}"/>
          </ac:spMkLst>
        </pc:spChg>
        <pc:spChg chg="del">
          <ac:chgData name="Adam Brown (Astrea Central)" userId="e4577f1c-a0ea-4eef-9851-9bdbe8619e58" providerId="ADAL" clId="{298CC335-43E8-497A-92EF-F6294183AD0B}" dt="2025-09-15T13:26:32.949" v="1862" actId="478"/>
          <ac:spMkLst>
            <pc:docMk/>
            <pc:sldMk cId="2276136011" sldId="2724"/>
            <ac:spMk id="40" creationId="{FA2A871A-82A5-2789-7EED-1B3536AF1957}"/>
          </ac:spMkLst>
        </pc:spChg>
        <pc:spChg chg="del">
          <ac:chgData name="Adam Brown (Astrea Central)" userId="e4577f1c-a0ea-4eef-9851-9bdbe8619e58" providerId="ADAL" clId="{298CC335-43E8-497A-92EF-F6294183AD0B}" dt="2025-09-15T13:26:32.949" v="1862" actId="478"/>
          <ac:spMkLst>
            <pc:docMk/>
            <pc:sldMk cId="2276136011" sldId="2724"/>
            <ac:spMk id="42" creationId="{0ADC2489-B5FE-03F5-851D-5BB9977F05CA}"/>
          </ac:spMkLst>
        </pc:spChg>
        <pc:spChg chg="del">
          <ac:chgData name="Adam Brown (Astrea Central)" userId="e4577f1c-a0ea-4eef-9851-9bdbe8619e58" providerId="ADAL" clId="{298CC335-43E8-497A-92EF-F6294183AD0B}" dt="2025-09-15T13:26:38.747" v="1864" actId="478"/>
          <ac:spMkLst>
            <pc:docMk/>
            <pc:sldMk cId="2276136011" sldId="2724"/>
            <ac:spMk id="45" creationId="{87966674-0005-F013-8AFF-9FDB9DFFF613}"/>
          </ac:spMkLst>
        </pc:spChg>
        <pc:spChg chg="del">
          <ac:chgData name="Adam Brown (Astrea Central)" userId="e4577f1c-a0ea-4eef-9851-9bdbe8619e58" providerId="ADAL" clId="{298CC335-43E8-497A-92EF-F6294183AD0B}" dt="2025-09-15T13:26:38.747" v="1864" actId="478"/>
          <ac:spMkLst>
            <pc:docMk/>
            <pc:sldMk cId="2276136011" sldId="2724"/>
            <ac:spMk id="46" creationId="{AA16218D-E89C-E65A-5560-ED01875B9610}"/>
          </ac:spMkLst>
        </pc:spChg>
        <pc:spChg chg="del">
          <ac:chgData name="Adam Brown (Astrea Central)" userId="e4577f1c-a0ea-4eef-9851-9bdbe8619e58" providerId="ADAL" clId="{298CC335-43E8-497A-92EF-F6294183AD0B}" dt="2025-09-15T13:26:38.747" v="1864" actId="478"/>
          <ac:spMkLst>
            <pc:docMk/>
            <pc:sldMk cId="2276136011" sldId="2724"/>
            <ac:spMk id="52" creationId="{EBF4C566-AC9B-7BC3-9D58-96D277911936}"/>
          </ac:spMkLst>
        </pc:spChg>
        <pc:spChg chg="del">
          <ac:chgData name="Adam Brown (Astrea Central)" userId="e4577f1c-a0ea-4eef-9851-9bdbe8619e58" providerId="ADAL" clId="{298CC335-43E8-497A-92EF-F6294183AD0B}" dt="2025-09-15T13:26:38.747" v="1864" actId="478"/>
          <ac:spMkLst>
            <pc:docMk/>
            <pc:sldMk cId="2276136011" sldId="2724"/>
            <ac:spMk id="53" creationId="{45DDDCF0-2758-0B96-B221-5E6E5374806E}"/>
          </ac:spMkLst>
        </pc:spChg>
        <pc:spChg chg="del">
          <ac:chgData name="Adam Brown (Astrea Central)" userId="e4577f1c-a0ea-4eef-9851-9bdbe8619e58" providerId="ADAL" clId="{298CC335-43E8-497A-92EF-F6294183AD0B}" dt="2025-09-15T13:26:42.652" v="1865" actId="478"/>
          <ac:spMkLst>
            <pc:docMk/>
            <pc:sldMk cId="2276136011" sldId="2724"/>
            <ac:spMk id="54" creationId="{4C02860F-29CD-A01B-10CC-DB9269A167C0}"/>
          </ac:spMkLst>
        </pc:spChg>
        <pc:spChg chg="del">
          <ac:chgData name="Adam Brown (Astrea Central)" userId="e4577f1c-a0ea-4eef-9851-9bdbe8619e58" providerId="ADAL" clId="{298CC335-43E8-497A-92EF-F6294183AD0B}" dt="2025-09-15T13:26:42.652" v="1865" actId="478"/>
          <ac:spMkLst>
            <pc:docMk/>
            <pc:sldMk cId="2276136011" sldId="2724"/>
            <ac:spMk id="55" creationId="{858A3F3F-D0F2-C25E-F17C-79266600E776}"/>
          </ac:spMkLst>
        </pc:spChg>
        <pc:spChg chg="del">
          <ac:chgData name="Adam Brown (Astrea Central)" userId="e4577f1c-a0ea-4eef-9851-9bdbe8619e58" providerId="ADAL" clId="{298CC335-43E8-497A-92EF-F6294183AD0B}" dt="2025-09-15T13:26:42.652" v="1865" actId="478"/>
          <ac:spMkLst>
            <pc:docMk/>
            <pc:sldMk cId="2276136011" sldId="2724"/>
            <ac:spMk id="56" creationId="{93FF5D70-2327-9F62-C0AB-1538A6A51CA6}"/>
          </ac:spMkLst>
        </pc:spChg>
        <pc:spChg chg="del">
          <ac:chgData name="Adam Brown (Astrea Central)" userId="e4577f1c-a0ea-4eef-9851-9bdbe8619e58" providerId="ADAL" clId="{298CC335-43E8-497A-92EF-F6294183AD0B}" dt="2025-09-15T13:26:46.470" v="1867" actId="478"/>
          <ac:spMkLst>
            <pc:docMk/>
            <pc:sldMk cId="2276136011" sldId="2724"/>
            <ac:spMk id="57" creationId="{64748793-C425-8ABB-98FF-8BC61BFF8A43}"/>
          </ac:spMkLst>
        </pc:spChg>
        <pc:spChg chg="del">
          <ac:chgData name="Adam Brown (Astrea Central)" userId="e4577f1c-a0ea-4eef-9851-9bdbe8619e58" providerId="ADAL" clId="{298CC335-43E8-497A-92EF-F6294183AD0B}" dt="2025-09-15T13:26:46.470" v="1867" actId="478"/>
          <ac:spMkLst>
            <pc:docMk/>
            <pc:sldMk cId="2276136011" sldId="2724"/>
            <ac:spMk id="58" creationId="{BF14B4E0-E9C4-282A-6063-F34EEF45EE97}"/>
          </ac:spMkLst>
        </pc:spChg>
        <pc:spChg chg="del">
          <ac:chgData name="Adam Brown (Astrea Central)" userId="e4577f1c-a0ea-4eef-9851-9bdbe8619e58" providerId="ADAL" clId="{298CC335-43E8-497A-92EF-F6294183AD0B}" dt="2025-09-15T13:26:46.470" v="1867" actId="478"/>
          <ac:spMkLst>
            <pc:docMk/>
            <pc:sldMk cId="2276136011" sldId="2724"/>
            <ac:spMk id="59" creationId="{A9F6EB2C-C861-AA79-2D63-FE7DE695A254}"/>
          </ac:spMkLst>
        </pc:spChg>
        <pc:spChg chg="del">
          <ac:chgData name="Adam Brown (Astrea Central)" userId="e4577f1c-a0ea-4eef-9851-9bdbe8619e58" providerId="ADAL" clId="{298CC335-43E8-497A-92EF-F6294183AD0B}" dt="2025-09-15T13:26:50.461" v="1869" actId="478"/>
          <ac:spMkLst>
            <pc:docMk/>
            <pc:sldMk cId="2276136011" sldId="2724"/>
            <ac:spMk id="60" creationId="{2D937658-B2C3-AF73-99FD-822C3D0DA393}"/>
          </ac:spMkLst>
        </pc:spChg>
        <pc:spChg chg="del">
          <ac:chgData name="Adam Brown (Astrea Central)" userId="e4577f1c-a0ea-4eef-9851-9bdbe8619e58" providerId="ADAL" clId="{298CC335-43E8-497A-92EF-F6294183AD0B}" dt="2025-09-15T13:26:50.461" v="1869" actId="478"/>
          <ac:spMkLst>
            <pc:docMk/>
            <pc:sldMk cId="2276136011" sldId="2724"/>
            <ac:spMk id="61" creationId="{7BC62C50-1948-6862-F4D0-4433F6D772FA}"/>
          </ac:spMkLst>
        </pc:spChg>
        <pc:spChg chg="del">
          <ac:chgData name="Adam Brown (Astrea Central)" userId="e4577f1c-a0ea-4eef-9851-9bdbe8619e58" providerId="ADAL" clId="{298CC335-43E8-497A-92EF-F6294183AD0B}" dt="2025-09-15T13:26:50.461" v="1869" actId="478"/>
          <ac:spMkLst>
            <pc:docMk/>
            <pc:sldMk cId="2276136011" sldId="2724"/>
            <ac:spMk id="62" creationId="{6EE82951-B3D8-DFF1-68B1-7F32D3CD3F9E}"/>
          </ac:spMkLst>
        </pc:spChg>
        <pc:spChg chg="del">
          <ac:chgData name="Adam Brown (Astrea Central)" userId="e4577f1c-a0ea-4eef-9851-9bdbe8619e58" providerId="ADAL" clId="{298CC335-43E8-497A-92EF-F6294183AD0B}" dt="2025-09-15T13:26:50.461" v="1869" actId="478"/>
          <ac:spMkLst>
            <pc:docMk/>
            <pc:sldMk cId="2276136011" sldId="2724"/>
            <ac:spMk id="63" creationId="{3215E384-D127-1247-B0C6-30D430BE6A5A}"/>
          </ac:spMkLst>
        </pc:spChg>
        <pc:spChg chg="del">
          <ac:chgData name="Adam Brown (Astrea Central)" userId="e4577f1c-a0ea-4eef-9851-9bdbe8619e58" providerId="ADAL" clId="{298CC335-43E8-497A-92EF-F6294183AD0B}" dt="2025-09-15T13:26:52.172" v="1870" actId="478"/>
          <ac:spMkLst>
            <pc:docMk/>
            <pc:sldMk cId="2276136011" sldId="2724"/>
            <ac:spMk id="64" creationId="{6693905A-4C2B-E97D-CF27-15527921E031}"/>
          </ac:spMkLst>
        </pc:spChg>
        <pc:spChg chg="del">
          <ac:chgData name="Adam Brown (Astrea Central)" userId="e4577f1c-a0ea-4eef-9851-9bdbe8619e58" providerId="ADAL" clId="{298CC335-43E8-497A-92EF-F6294183AD0B}" dt="2025-09-15T13:26:52.172" v="1870" actId="478"/>
          <ac:spMkLst>
            <pc:docMk/>
            <pc:sldMk cId="2276136011" sldId="2724"/>
            <ac:spMk id="65" creationId="{A65B40A7-A788-96F1-95E1-BAF64725AE50}"/>
          </ac:spMkLst>
        </pc:spChg>
        <pc:spChg chg="del">
          <ac:chgData name="Adam Brown (Astrea Central)" userId="e4577f1c-a0ea-4eef-9851-9bdbe8619e58" providerId="ADAL" clId="{298CC335-43E8-497A-92EF-F6294183AD0B}" dt="2025-09-15T13:26:52.172" v="1870" actId="478"/>
          <ac:spMkLst>
            <pc:docMk/>
            <pc:sldMk cId="2276136011" sldId="2724"/>
            <ac:spMk id="66" creationId="{D163394F-37C9-2880-9611-5225F9853F6A}"/>
          </ac:spMkLst>
        </pc:spChg>
        <pc:spChg chg="del">
          <ac:chgData name="Adam Brown (Astrea Central)" userId="e4577f1c-a0ea-4eef-9851-9bdbe8619e58" providerId="ADAL" clId="{298CC335-43E8-497A-92EF-F6294183AD0B}" dt="2025-09-15T13:26:44.117" v="1866" actId="478"/>
          <ac:spMkLst>
            <pc:docMk/>
            <pc:sldMk cId="2276136011" sldId="2724"/>
            <ac:spMk id="70" creationId="{ADE4D950-3062-4004-64E3-C1AE8B66E40A}"/>
          </ac:spMkLst>
        </pc:spChg>
        <pc:spChg chg="del">
          <ac:chgData name="Adam Brown (Astrea Central)" userId="e4577f1c-a0ea-4eef-9851-9bdbe8619e58" providerId="ADAL" clId="{298CC335-43E8-497A-92EF-F6294183AD0B}" dt="2025-09-15T13:26:48.071" v="1868" actId="478"/>
          <ac:spMkLst>
            <pc:docMk/>
            <pc:sldMk cId="2276136011" sldId="2724"/>
            <ac:spMk id="71" creationId="{098636D6-B5F9-8E85-BA2E-EAEEA4393BFC}"/>
          </ac:spMkLst>
        </pc:spChg>
      </pc:sldChg>
      <pc:sldChg chg="delSp mod">
        <pc:chgData name="Adam Brown (Astrea Central)" userId="e4577f1c-a0ea-4eef-9851-9bdbe8619e58" providerId="ADAL" clId="{298CC335-43E8-497A-92EF-F6294183AD0B}" dt="2025-09-15T13:27:17.612" v="1878" actId="478"/>
        <pc:sldMkLst>
          <pc:docMk/>
          <pc:sldMk cId="2347654998" sldId="2726"/>
        </pc:sldMkLst>
        <pc:spChg chg="del">
          <ac:chgData name="Adam Brown (Astrea Central)" userId="e4577f1c-a0ea-4eef-9851-9bdbe8619e58" providerId="ADAL" clId="{298CC335-43E8-497A-92EF-F6294183AD0B}" dt="2025-09-15T13:26:56.029" v="1871" actId="478"/>
          <ac:spMkLst>
            <pc:docMk/>
            <pc:sldMk cId="2347654998" sldId="2726"/>
            <ac:spMk id="5" creationId="{0CB2E925-DAF1-C54C-EA4D-F17D3CF2024A}"/>
          </ac:spMkLst>
        </pc:spChg>
        <pc:spChg chg="del">
          <ac:chgData name="Adam Brown (Astrea Central)" userId="e4577f1c-a0ea-4eef-9851-9bdbe8619e58" providerId="ADAL" clId="{298CC335-43E8-497A-92EF-F6294183AD0B}" dt="2025-09-15T13:26:56.029" v="1871" actId="478"/>
          <ac:spMkLst>
            <pc:docMk/>
            <pc:sldMk cId="2347654998" sldId="2726"/>
            <ac:spMk id="6" creationId="{C8CD5ED5-63B5-46B2-0920-166E16C27A63}"/>
          </ac:spMkLst>
        </pc:spChg>
        <pc:spChg chg="del">
          <ac:chgData name="Adam Brown (Astrea Central)" userId="e4577f1c-a0ea-4eef-9851-9bdbe8619e58" providerId="ADAL" clId="{298CC335-43E8-497A-92EF-F6294183AD0B}" dt="2025-09-15T13:26:56.029" v="1871" actId="478"/>
          <ac:spMkLst>
            <pc:docMk/>
            <pc:sldMk cId="2347654998" sldId="2726"/>
            <ac:spMk id="8" creationId="{0591E5EC-95C9-F775-D73E-32762318FE26}"/>
          </ac:spMkLst>
        </pc:spChg>
        <pc:spChg chg="del">
          <ac:chgData name="Adam Brown (Astrea Central)" userId="e4577f1c-a0ea-4eef-9851-9bdbe8619e58" providerId="ADAL" clId="{298CC335-43E8-497A-92EF-F6294183AD0B}" dt="2025-09-15T13:26:58.012" v="1872" actId="478"/>
          <ac:spMkLst>
            <pc:docMk/>
            <pc:sldMk cId="2347654998" sldId="2726"/>
            <ac:spMk id="9" creationId="{9A40657D-335C-3053-4C30-C8F712F42CCD}"/>
          </ac:spMkLst>
        </pc:spChg>
        <pc:spChg chg="del">
          <ac:chgData name="Adam Brown (Astrea Central)" userId="e4577f1c-a0ea-4eef-9851-9bdbe8619e58" providerId="ADAL" clId="{298CC335-43E8-497A-92EF-F6294183AD0B}" dt="2025-09-15T13:26:58.012" v="1872" actId="478"/>
          <ac:spMkLst>
            <pc:docMk/>
            <pc:sldMk cId="2347654998" sldId="2726"/>
            <ac:spMk id="10" creationId="{19957BE4-6C99-5CB0-F88A-DB5194983B7F}"/>
          </ac:spMkLst>
        </pc:spChg>
        <pc:spChg chg="del">
          <ac:chgData name="Adam Brown (Astrea Central)" userId="e4577f1c-a0ea-4eef-9851-9bdbe8619e58" providerId="ADAL" clId="{298CC335-43E8-497A-92EF-F6294183AD0B}" dt="2025-09-15T13:26:58.012" v="1872" actId="478"/>
          <ac:spMkLst>
            <pc:docMk/>
            <pc:sldMk cId="2347654998" sldId="2726"/>
            <ac:spMk id="11" creationId="{14B49428-032D-2E04-2876-CACB76C03881}"/>
          </ac:spMkLst>
        </pc:spChg>
        <pc:spChg chg="del">
          <ac:chgData name="Adam Brown (Astrea Central)" userId="e4577f1c-a0ea-4eef-9851-9bdbe8619e58" providerId="ADAL" clId="{298CC335-43E8-497A-92EF-F6294183AD0B}" dt="2025-09-15T13:27:09.645" v="1873" actId="478"/>
          <ac:spMkLst>
            <pc:docMk/>
            <pc:sldMk cId="2347654998" sldId="2726"/>
            <ac:spMk id="13" creationId="{F1DE930E-6C5F-64C5-0BCF-5EE3A0711E16}"/>
          </ac:spMkLst>
        </pc:spChg>
        <pc:spChg chg="del">
          <ac:chgData name="Adam Brown (Astrea Central)" userId="e4577f1c-a0ea-4eef-9851-9bdbe8619e58" providerId="ADAL" clId="{298CC335-43E8-497A-92EF-F6294183AD0B}" dt="2025-09-15T13:27:11.398" v="1874" actId="478"/>
          <ac:spMkLst>
            <pc:docMk/>
            <pc:sldMk cId="2347654998" sldId="2726"/>
            <ac:spMk id="16" creationId="{4411B8B7-C945-329F-9FDA-FF99403ADCAF}"/>
          </ac:spMkLst>
        </pc:spChg>
        <pc:spChg chg="del">
          <ac:chgData name="Adam Brown (Astrea Central)" userId="e4577f1c-a0ea-4eef-9851-9bdbe8619e58" providerId="ADAL" clId="{298CC335-43E8-497A-92EF-F6294183AD0B}" dt="2025-09-15T13:27:12.740" v="1875" actId="478"/>
          <ac:spMkLst>
            <pc:docMk/>
            <pc:sldMk cId="2347654998" sldId="2726"/>
            <ac:spMk id="31" creationId="{D9F620DD-C737-9F88-9504-856EFC77D40A}"/>
          </ac:spMkLst>
        </pc:spChg>
        <pc:spChg chg="del">
          <ac:chgData name="Adam Brown (Astrea Central)" userId="e4577f1c-a0ea-4eef-9851-9bdbe8619e58" providerId="ADAL" clId="{298CC335-43E8-497A-92EF-F6294183AD0B}" dt="2025-09-15T13:27:14.077" v="1876" actId="478"/>
          <ac:spMkLst>
            <pc:docMk/>
            <pc:sldMk cId="2347654998" sldId="2726"/>
            <ac:spMk id="32" creationId="{53E0283C-B3B0-191E-9BEE-7BFFCE99EF76}"/>
          </ac:spMkLst>
        </pc:spChg>
        <pc:spChg chg="del">
          <ac:chgData name="Adam Brown (Astrea Central)" userId="e4577f1c-a0ea-4eef-9851-9bdbe8619e58" providerId="ADAL" clId="{298CC335-43E8-497A-92EF-F6294183AD0B}" dt="2025-09-15T13:27:15.324" v="1877" actId="478"/>
          <ac:spMkLst>
            <pc:docMk/>
            <pc:sldMk cId="2347654998" sldId="2726"/>
            <ac:spMk id="33" creationId="{AB080A02-9F66-6296-BA97-8FE6DBDF3918}"/>
          </ac:spMkLst>
        </pc:spChg>
        <pc:spChg chg="del">
          <ac:chgData name="Adam Brown (Astrea Central)" userId="e4577f1c-a0ea-4eef-9851-9bdbe8619e58" providerId="ADAL" clId="{298CC335-43E8-497A-92EF-F6294183AD0B}" dt="2025-09-15T13:27:17.612" v="1878" actId="478"/>
          <ac:spMkLst>
            <pc:docMk/>
            <pc:sldMk cId="2347654998" sldId="2726"/>
            <ac:spMk id="36" creationId="{B0C92744-9625-21EC-838F-3E4760CECB9C}"/>
          </ac:spMkLst>
        </pc:spChg>
      </pc:sldChg>
      <pc:sldChg chg="delSp mod">
        <pc:chgData name="Adam Brown (Astrea Central)" userId="e4577f1c-a0ea-4eef-9851-9bdbe8619e58" providerId="ADAL" clId="{298CC335-43E8-497A-92EF-F6294183AD0B}" dt="2025-09-15T11:18:13.591" v="758" actId="478"/>
        <pc:sldMkLst>
          <pc:docMk/>
          <pc:sldMk cId="3656622071" sldId="2732"/>
        </pc:sldMkLst>
        <pc:spChg chg="del">
          <ac:chgData name="Adam Brown (Astrea Central)" userId="e4577f1c-a0ea-4eef-9851-9bdbe8619e58" providerId="ADAL" clId="{298CC335-43E8-497A-92EF-F6294183AD0B}" dt="2025-09-15T11:18:07.227" v="755" actId="478"/>
          <ac:spMkLst>
            <pc:docMk/>
            <pc:sldMk cId="3656622071" sldId="2732"/>
            <ac:spMk id="56" creationId="{B01EDE11-2E60-2A42-A5C9-68948C024077}"/>
          </ac:spMkLst>
        </pc:spChg>
        <pc:spChg chg="del">
          <ac:chgData name="Adam Brown (Astrea Central)" userId="e4577f1c-a0ea-4eef-9851-9bdbe8619e58" providerId="ADAL" clId="{298CC335-43E8-497A-92EF-F6294183AD0B}" dt="2025-09-15T11:18:01.990" v="752" actId="478"/>
          <ac:spMkLst>
            <pc:docMk/>
            <pc:sldMk cId="3656622071" sldId="2732"/>
            <ac:spMk id="69" creationId="{CE59D9C3-29B1-63EE-E3D9-313EB5A8B4D6}"/>
          </ac:spMkLst>
        </pc:spChg>
        <pc:spChg chg="del">
          <ac:chgData name="Adam Brown (Astrea Central)" userId="e4577f1c-a0ea-4eef-9851-9bdbe8619e58" providerId="ADAL" clId="{298CC335-43E8-497A-92EF-F6294183AD0B}" dt="2025-09-15T11:18:05.351" v="754" actId="478"/>
          <ac:spMkLst>
            <pc:docMk/>
            <pc:sldMk cId="3656622071" sldId="2732"/>
            <ac:spMk id="74" creationId="{F10CF73E-8E2D-251E-934B-330801C46209}"/>
          </ac:spMkLst>
        </pc:spChg>
        <pc:spChg chg="del">
          <ac:chgData name="Adam Brown (Astrea Central)" userId="e4577f1c-a0ea-4eef-9851-9bdbe8619e58" providerId="ADAL" clId="{298CC335-43E8-497A-92EF-F6294183AD0B}" dt="2025-09-15T11:18:03.671" v="753" actId="478"/>
          <ac:spMkLst>
            <pc:docMk/>
            <pc:sldMk cId="3656622071" sldId="2732"/>
            <ac:spMk id="75" creationId="{FE8C0D34-A597-91EB-422C-3C8A34DD8C52}"/>
          </ac:spMkLst>
        </pc:spChg>
        <pc:spChg chg="del">
          <ac:chgData name="Adam Brown (Astrea Central)" userId="e4577f1c-a0ea-4eef-9851-9bdbe8619e58" providerId="ADAL" clId="{298CC335-43E8-497A-92EF-F6294183AD0B}" dt="2025-09-15T11:18:13.591" v="758" actId="478"/>
          <ac:spMkLst>
            <pc:docMk/>
            <pc:sldMk cId="3656622071" sldId="2732"/>
            <ac:spMk id="76" creationId="{E0F82F76-E4B9-F549-4FD4-3EBFC7609124}"/>
          </ac:spMkLst>
        </pc:spChg>
        <pc:spChg chg="del">
          <ac:chgData name="Adam Brown (Astrea Central)" userId="e4577f1c-a0ea-4eef-9851-9bdbe8619e58" providerId="ADAL" clId="{298CC335-43E8-497A-92EF-F6294183AD0B}" dt="2025-09-15T11:18:11.615" v="757" actId="478"/>
          <ac:spMkLst>
            <pc:docMk/>
            <pc:sldMk cId="3656622071" sldId="2732"/>
            <ac:spMk id="77" creationId="{1767F69E-1CB4-6335-8BA8-B88CA28C2B37}"/>
          </ac:spMkLst>
        </pc:spChg>
        <pc:spChg chg="del">
          <ac:chgData name="Adam Brown (Astrea Central)" userId="e4577f1c-a0ea-4eef-9851-9bdbe8619e58" providerId="ADAL" clId="{298CC335-43E8-497A-92EF-F6294183AD0B}" dt="2025-09-15T11:18:13.591" v="758" actId="478"/>
          <ac:spMkLst>
            <pc:docMk/>
            <pc:sldMk cId="3656622071" sldId="2732"/>
            <ac:spMk id="79" creationId="{CE287252-3D01-B3B6-388C-F0D5995C54CF}"/>
          </ac:spMkLst>
        </pc:spChg>
        <pc:spChg chg="del">
          <ac:chgData name="Adam Brown (Astrea Central)" userId="e4577f1c-a0ea-4eef-9851-9bdbe8619e58" providerId="ADAL" clId="{298CC335-43E8-497A-92EF-F6294183AD0B}" dt="2025-09-15T11:18:13.591" v="758" actId="478"/>
          <ac:spMkLst>
            <pc:docMk/>
            <pc:sldMk cId="3656622071" sldId="2732"/>
            <ac:spMk id="88" creationId="{5A32F340-B960-6A69-B880-1E3230E8000B}"/>
          </ac:spMkLst>
        </pc:spChg>
        <pc:spChg chg="del">
          <ac:chgData name="Adam Brown (Astrea Central)" userId="e4577f1c-a0ea-4eef-9851-9bdbe8619e58" providerId="ADAL" clId="{298CC335-43E8-497A-92EF-F6294183AD0B}" dt="2025-09-15T11:18:08.887" v="756" actId="478"/>
          <ac:spMkLst>
            <pc:docMk/>
            <pc:sldMk cId="3656622071" sldId="2732"/>
            <ac:spMk id="89" creationId="{B0265B65-4200-0134-6789-2E8831799D70}"/>
          </ac:spMkLst>
        </pc:spChg>
      </pc:sldChg>
      <pc:sldChg chg="delSp mod">
        <pc:chgData name="Adam Brown (Astrea Central)" userId="e4577f1c-a0ea-4eef-9851-9bdbe8619e58" providerId="ADAL" clId="{298CC335-43E8-497A-92EF-F6294183AD0B}" dt="2025-09-15T11:18:29.671" v="764" actId="478"/>
        <pc:sldMkLst>
          <pc:docMk/>
          <pc:sldMk cId="806530860" sldId="2733"/>
        </pc:sldMkLst>
        <pc:spChg chg="del">
          <ac:chgData name="Adam Brown (Astrea Central)" userId="e4577f1c-a0ea-4eef-9851-9bdbe8619e58" providerId="ADAL" clId="{298CC335-43E8-497A-92EF-F6294183AD0B}" dt="2025-09-15T11:18:20.106" v="760" actId="478"/>
          <ac:spMkLst>
            <pc:docMk/>
            <pc:sldMk cId="806530860" sldId="2733"/>
            <ac:spMk id="15" creationId="{C335F651-011A-FBB1-C6D6-0B5F4908FB13}"/>
          </ac:spMkLst>
        </pc:spChg>
        <pc:spChg chg="del">
          <ac:chgData name="Adam Brown (Astrea Central)" userId="e4577f1c-a0ea-4eef-9851-9bdbe8619e58" providerId="ADAL" clId="{298CC335-43E8-497A-92EF-F6294183AD0B}" dt="2025-09-15T11:18:17.753" v="759" actId="478"/>
          <ac:spMkLst>
            <pc:docMk/>
            <pc:sldMk cId="806530860" sldId="2733"/>
            <ac:spMk id="16" creationId="{127FAF6B-ADFE-A4AE-3098-0AB01F4CC755}"/>
          </ac:spMkLst>
        </pc:spChg>
        <pc:spChg chg="del">
          <ac:chgData name="Adam Brown (Astrea Central)" userId="e4577f1c-a0ea-4eef-9851-9bdbe8619e58" providerId="ADAL" clId="{298CC335-43E8-497A-92EF-F6294183AD0B}" dt="2025-09-15T11:18:17.753" v="759" actId="478"/>
          <ac:spMkLst>
            <pc:docMk/>
            <pc:sldMk cId="806530860" sldId="2733"/>
            <ac:spMk id="17" creationId="{6D84B760-E60B-BDAD-5F53-500E5525BA21}"/>
          </ac:spMkLst>
        </pc:spChg>
        <pc:spChg chg="del">
          <ac:chgData name="Adam Brown (Astrea Central)" userId="e4577f1c-a0ea-4eef-9851-9bdbe8619e58" providerId="ADAL" clId="{298CC335-43E8-497A-92EF-F6294183AD0B}" dt="2025-09-15T11:18:17.753" v="759" actId="478"/>
          <ac:spMkLst>
            <pc:docMk/>
            <pc:sldMk cId="806530860" sldId="2733"/>
            <ac:spMk id="19" creationId="{255E231B-282D-6436-AF71-6F875C767FAB}"/>
          </ac:spMkLst>
        </pc:spChg>
        <pc:spChg chg="del">
          <ac:chgData name="Adam Brown (Astrea Central)" userId="e4577f1c-a0ea-4eef-9851-9bdbe8619e58" providerId="ADAL" clId="{298CC335-43E8-497A-92EF-F6294183AD0B}" dt="2025-09-15T11:18:17.753" v="759" actId="478"/>
          <ac:spMkLst>
            <pc:docMk/>
            <pc:sldMk cId="806530860" sldId="2733"/>
            <ac:spMk id="20" creationId="{C4106A49-6682-175B-C125-C6D655D2984C}"/>
          </ac:spMkLst>
        </pc:spChg>
        <pc:spChg chg="del">
          <ac:chgData name="Adam Brown (Astrea Central)" userId="e4577f1c-a0ea-4eef-9851-9bdbe8619e58" providerId="ADAL" clId="{298CC335-43E8-497A-92EF-F6294183AD0B}" dt="2025-09-15T11:18:22.432" v="761" actId="478"/>
          <ac:spMkLst>
            <pc:docMk/>
            <pc:sldMk cId="806530860" sldId="2733"/>
            <ac:spMk id="21" creationId="{3C80FFE7-95BA-AEF4-FB11-5F2E3C6A8812}"/>
          </ac:spMkLst>
        </pc:spChg>
        <pc:spChg chg="del">
          <ac:chgData name="Adam Brown (Astrea Central)" userId="e4577f1c-a0ea-4eef-9851-9bdbe8619e58" providerId="ADAL" clId="{298CC335-43E8-497A-92EF-F6294183AD0B}" dt="2025-09-15T11:18:22.432" v="761" actId="478"/>
          <ac:spMkLst>
            <pc:docMk/>
            <pc:sldMk cId="806530860" sldId="2733"/>
            <ac:spMk id="23" creationId="{E90B46A7-6DBF-F9A0-D5A5-E5499EE9074B}"/>
          </ac:spMkLst>
        </pc:spChg>
        <pc:spChg chg="del">
          <ac:chgData name="Adam Brown (Astrea Central)" userId="e4577f1c-a0ea-4eef-9851-9bdbe8619e58" providerId="ADAL" clId="{298CC335-43E8-497A-92EF-F6294183AD0B}" dt="2025-09-15T11:18:22.432" v="761" actId="478"/>
          <ac:spMkLst>
            <pc:docMk/>
            <pc:sldMk cId="806530860" sldId="2733"/>
            <ac:spMk id="25" creationId="{71D510B8-E68A-B166-E2A7-748BF8C8ACF7}"/>
          </ac:spMkLst>
        </pc:spChg>
        <pc:spChg chg="del">
          <ac:chgData name="Adam Brown (Astrea Central)" userId="e4577f1c-a0ea-4eef-9851-9bdbe8619e58" providerId="ADAL" clId="{298CC335-43E8-497A-92EF-F6294183AD0B}" dt="2025-09-15T11:18:22.432" v="761" actId="478"/>
          <ac:spMkLst>
            <pc:docMk/>
            <pc:sldMk cId="806530860" sldId="2733"/>
            <ac:spMk id="26" creationId="{C0667798-AF2C-F8A9-5443-2488E05504A2}"/>
          </ac:spMkLst>
        </pc:spChg>
        <pc:spChg chg="del">
          <ac:chgData name="Adam Brown (Astrea Central)" userId="e4577f1c-a0ea-4eef-9851-9bdbe8619e58" providerId="ADAL" clId="{298CC335-43E8-497A-92EF-F6294183AD0B}" dt="2025-09-15T11:18:22.432" v="761" actId="478"/>
          <ac:spMkLst>
            <pc:docMk/>
            <pc:sldMk cId="806530860" sldId="2733"/>
            <ac:spMk id="27" creationId="{2E0333C3-4F1B-E197-FA2D-395F76FFD4DE}"/>
          </ac:spMkLst>
        </pc:spChg>
        <pc:spChg chg="del">
          <ac:chgData name="Adam Brown (Astrea Central)" userId="e4577f1c-a0ea-4eef-9851-9bdbe8619e58" providerId="ADAL" clId="{298CC335-43E8-497A-92EF-F6294183AD0B}" dt="2025-09-15T11:18:25.103" v="762" actId="478"/>
          <ac:spMkLst>
            <pc:docMk/>
            <pc:sldMk cId="806530860" sldId="2733"/>
            <ac:spMk id="28" creationId="{3117C4BE-CEA9-BCEB-2A15-0723CCFF34C1}"/>
          </ac:spMkLst>
        </pc:spChg>
        <pc:spChg chg="del">
          <ac:chgData name="Adam Brown (Astrea Central)" userId="e4577f1c-a0ea-4eef-9851-9bdbe8619e58" providerId="ADAL" clId="{298CC335-43E8-497A-92EF-F6294183AD0B}" dt="2025-09-15T11:18:25.103" v="762" actId="478"/>
          <ac:spMkLst>
            <pc:docMk/>
            <pc:sldMk cId="806530860" sldId="2733"/>
            <ac:spMk id="29" creationId="{34B8F76F-5FE6-FAA2-2244-81DA8C0914DE}"/>
          </ac:spMkLst>
        </pc:spChg>
        <pc:spChg chg="del">
          <ac:chgData name="Adam Brown (Astrea Central)" userId="e4577f1c-a0ea-4eef-9851-9bdbe8619e58" providerId="ADAL" clId="{298CC335-43E8-497A-92EF-F6294183AD0B}" dt="2025-09-15T11:18:25.103" v="762" actId="478"/>
          <ac:spMkLst>
            <pc:docMk/>
            <pc:sldMk cId="806530860" sldId="2733"/>
            <ac:spMk id="30" creationId="{503D1CDE-A4BA-FF4D-A32B-4630301937A0}"/>
          </ac:spMkLst>
        </pc:spChg>
        <pc:spChg chg="del">
          <ac:chgData name="Adam Brown (Astrea Central)" userId="e4577f1c-a0ea-4eef-9851-9bdbe8619e58" providerId="ADAL" clId="{298CC335-43E8-497A-92EF-F6294183AD0B}" dt="2025-09-15T11:18:25.103" v="762" actId="478"/>
          <ac:spMkLst>
            <pc:docMk/>
            <pc:sldMk cId="806530860" sldId="2733"/>
            <ac:spMk id="31" creationId="{063A782A-D2BE-154F-922B-785251567DEA}"/>
          </ac:spMkLst>
        </pc:spChg>
        <pc:spChg chg="del">
          <ac:chgData name="Adam Brown (Astrea Central)" userId="e4577f1c-a0ea-4eef-9851-9bdbe8619e58" providerId="ADAL" clId="{298CC335-43E8-497A-92EF-F6294183AD0B}" dt="2025-09-15T11:18:25.103" v="762" actId="478"/>
          <ac:spMkLst>
            <pc:docMk/>
            <pc:sldMk cId="806530860" sldId="2733"/>
            <ac:spMk id="32" creationId="{1EC16597-905B-0B9B-A2CB-FEAD1158D97A}"/>
          </ac:spMkLst>
        </pc:spChg>
        <pc:spChg chg="del">
          <ac:chgData name="Adam Brown (Astrea Central)" userId="e4577f1c-a0ea-4eef-9851-9bdbe8619e58" providerId="ADAL" clId="{298CC335-43E8-497A-92EF-F6294183AD0B}" dt="2025-09-15T11:18:27.327" v="763" actId="478"/>
          <ac:spMkLst>
            <pc:docMk/>
            <pc:sldMk cId="806530860" sldId="2733"/>
            <ac:spMk id="33" creationId="{0993F02F-777B-49AF-604C-EAA77A095E65}"/>
          </ac:spMkLst>
        </pc:spChg>
        <pc:spChg chg="del">
          <ac:chgData name="Adam Brown (Astrea Central)" userId="e4577f1c-a0ea-4eef-9851-9bdbe8619e58" providerId="ADAL" clId="{298CC335-43E8-497A-92EF-F6294183AD0B}" dt="2025-09-15T11:18:27.327" v="763" actId="478"/>
          <ac:spMkLst>
            <pc:docMk/>
            <pc:sldMk cId="806530860" sldId="2733"/>
            <ac:spMk id="34" creationId="{8D1FFC74-B4C1-F070-A4AA-F462446128C2}"/>
          </ac:spMkLst>
        </pc:spChg>
        <pc:spChg chg="del">
          <ac:chgData name="Adam Brown (Astrea Central)" userId="e4577f1c-a0ea-4eef-9851-9bdbe8619e58" providerId="ADAL" clId="{298CC335-43E8-497A-92EF-F6294183AD0B}" dt="2025-09-15T11:18:27.327" v="763" actId="478"/>
          <ac:spMkLst>
            <pc:docMk/>
            <pc:sldMk cId="806530860" sldId="2733"/>
            <ac:spMk id="35" creationId="{A66E8B23-FDF1-5B93-F3E4-7A2D99A205B9}"/>
          </ac:spMkLst>
        </pc:spChg>
        <pc:spChg chg="del">
          <ac:chgData name="Adam Brown (Astrea Central)" userId="e4577f1c-a0ea-4eef-9851-9bdbe8619e58" providerId="ADAL" clId="{298CC335-43E8-497A-92EF-F6294183AD0B}" dt="2025-09-15T11:18:27.327" v="763" actId="478"/>
          <ac:spMkLst>
            <pc:docMk/>
            <pc:sldMk cId="806530860" sldId="2733"/>
            <ac:spMk id="37" creationId="{832EFE64-010A-692A-F0E4-448451FC0CE8}"/>
          </ac:spMkLst>
        </pc:spChg>
        <pc:spChg chg="del">
          <ac:chgData name="Adam Brown (Astrea Central)" userId="e4577f1c-a0ea-4eef-9851-9bdbe8619e58" providerId="ADAL" clId="{298CC335-43E8-497A-92EF-F6294183AD0B}" dt="2025-09-15T11:18:27.327" v="763" actId="478"/>
          <ac:spMkLst>
            <pc:docMk/>
            <pc:sldMk cId="806530860" sldId="2733"/>
            <ac:spMk id="38" creationId="{2BFA2309-ADAC-ADA1-E800-30E599D081E3}"/>
          </ac:spMkLst>
        </pc:spChg>
        <pc:spChg chg="del">
          <ac:chgData name="Adam Brown (Astrea Central)" userId="e4577f1c-a0ea-4eef-9851-9bdbe8619e58" providerId="ADAL" clId="{298CC335-43E8-497A-92EF-F6294183AD0B}" dt="2025-09-15T11:18:29.671" v="764" actId="478"/>
          <ac:spMkLst>
            <pc:docMk/>
            <pc:sldMk cId="806530860" sldId="2733"/>
            <ac:spMk id="39" creationId="{DF2EA3D4-5627-7685-B0F1-A16E4756D172}"/>
          </ac:spMkLst>
        </pc:spChg>
        <pc:spChg chg="del">
          <ac:chgData name="Adam Brown (Astrea Central)" userId="e4577f1c-a0ea-4eef-9851-9bdbe8619e58" providerId="ADAL" clId="{298CC335-43E8-497A-92EF-F6294183AD0B}" dt="2025-09-15T11:18:29.671" v="764" actId="478"/>
          <ac:spMkLst>
            <pc:docMk/>
            <pc:sldMk cId="806530860" sldId="2733"/>
            <ac:spMk id="40" creationId="{D0CA27E6-9AF3-10F7-59C8-61A66E913654}"/>
          </ac:spMkLst>
        </pc:spChg>
        <pc:spChg chg="del">
          <ac:chgData name="Adam Brown (Astrea Central)" userId="e4577f1c-a0ea-4eef-9851-9bdbe8619e58" providerId="ADAL" clId="{298CC335-43E8-497A-92EF-F6294183AD0B}" dt="2025-09-15T11:18:29.671" v="764" actId="478"/>
          <ac:spMkLst>
            <pc:docMk/>
            <pc:sldMk cId="806530860" sldId="2733"/>
            <ac:spMk id="41" creationId="{A1730329-DC06-EC17-24A9-8740F10B0790}"/>
          </ac:spMkLst>
        </pc:spChg>
        <pc:spChg chg="del">
          <ac:chgData name="Adam Brown (Astrea Central)" userId="e4577f1c-a0ea-4eef-9851-9bdbe8619e58" providerId="ADAL" clId="{298CC335-43E8-497A-92EF-F6294183AD0B}" dt="2025-09-15T11:18:29.671" v="764" actId="478"/>
          <ac:spMkLst>
            <pc:docMk/>
            <pc:sldMk cId="806530860" sldId="2733"/>
            <ac:spMk id="42" creationId="{3588F104-BDC0-B237-6B02-8EB6B2482373}"/>
          </ac:spMkLst>
        </pc:spChg>
      </pc:sldChg>
      <pc:sldChg chg="delSp mod">
        <pc:chgData name="Adam Brown (Astrea Central)" userId="e4577f1c-a0ea-4eef-9851-9bdbe8619e58" providerId="ADAL" clId="{298CC335-43E8-497A-92EF-F6294183AD0B}" dt="2025-09-15T11:18:42.028" v="769" actId="478"/>
        <pc:sldMkLst>
          <pc:docMk/>
          <pc:sldMk cId="1251629001" sldId="2735"/>
        </pc:sldMkLst>
        <pc:spChg chg="del">
          <ac:chgData name="Adam Brown (Astrea Central)" userId="e4577f1c-a0ea-4eef-9851-9bdbe8619e58" providerId="ADAL" clId="{298CC335-43E8-497A-92EF-F6294183AD0B}" dt="2025-09-15T11:18:36.467" v="765" actId="478"/>
          <ac:spMkLst>
            <pc:docMk/>
            <pc:sldMk cId="1251629001" sldId="2735"/>
            <ac:spMk id="23" creationId="{434F0BC7-6E5F-E0B7-4B64-3661B9569E1B}"/>
          </ac:spMkLst>
        </pc:spChg>
        <pc:spChg chg="del">
          <ac:chgData name="Adam Brown (Astrea Central)" userId="e4577f1c-a0ea-4eef-9851-9bdbe8619e58" providerId="ADAL" clId="{298CC335-43E8-497A-92EF-F6294183AD0B}" dt="2025-09-15T11:18:39.160" v="767" actId="478"/>
          <ac:spMkLst>
            <pc:docMk/>
            <pc:sldMk cId="1251629001" sldId="2735"/>
            <ac:spMk id="24" creationId="{B4FB679D-43E7-683B-B301-61D8CD5A8A73}"/>
          </ac:spMkLst>
        </pc:spChg>
        <pc:spChg chg="del">
          <ac:chgData name="Adam Brown (Astrea Central)" userId="e4577f1c-a0ea-4eef-9851-9bdbe8619e58" providerId="ADAL" clId="{298CC335-43E8-497A-92EF-F6294183AD0B}" dt="2025-09-15T11:18:37.824" v="766" actId="478"/>
          <ac:spMkLst>
            <pc:docMk/>
            <pc:sldMk cId="1251629001" sldId="2735"/>
            <ac:spMk id="37" creationId="{D5279C0E-0E6D-3E69-0613-3DC84F08B454}"/>
          </ac:spMkLst>
        </pc:spChg>
        <pc:spChg chg="del">
          <ac:chgData name="Adam Brown (Astrea Central)" userId="e4577f1c-a0ea-4eef-9851-9bdbe8619e58" providerId="ADAL" clId="{298CC335-43E8-497A-92EF-F6294183AD0B}" dt="2025-09-15T11:18:40.442" v="768" actId="478"/>
          <ac:spMkLst>
            <pc:docMk/>
            <pc:sldMk cId="1251629001" sldId="2735"/>
            <ac:spMk id="47" creationId="{4A0D9034-2ECF-B4BD-489E-8CEA3CFBFC19}"/>
          </ac:spMkLst>
        </pc:spChg>
        <pc:spChg chg="del">
          <ac:chgData name="Adam Brown (Astrea Central)" userId="e4577f1c-a0ea-4eef-9851-9bdbe8619e58" providerId="ADAL" clId="{298CC335-43E8-497A-92EF-F6294183AD0B}" dt="2025-09-15T11:18:42.028" v="769" actId="478"/>
          <ac:spMkLst>
            <pc:docMk/>
            <pc:sldMk cId="1251629001" sldId="2735"/>
            <ac:spMk id="48" creationId="{CCD28E42-1FF0-962B-5A6E-3A051C74C00A}"/>
          </ac:spMkLst>
        </pc:spChg>
      </pc:sldChg>
      <pc:sldChg chg="delSp mod">
        <pc:chgData name="Adam Brown (Astrea Central)" userId="e4577f1c-a0ea-4eef-9851-9bdbe8619e58" providerId="ADAL" clId="{298CC335-43E8-497A-92EF-F6294183AD0B}" dt="2025-09-15T11:18:59.456" v="772" actId="478"/>
        <pc:sldMkLst>
          <pc:docMk/>
          <pc:sldMk cId="1618587120" sldId="2736"/>
        </pc:sldMkLst>
        <pc:spChg chg="del">
          <ac:chgData name="Adam Brown (Astrea Central)" userId="e4577f1c-a0ea-4eef-9851-9bdbe8619e58" providerId="ADAL" clId="{298CC335-43E8-497A-92EF-F6294183AD0B}" dt="2025-09-15T11:18:52.888" v="770" actId="478"/>
          <ac:spMkLst>
            <pc:docMk/>
            <pc:sldMk cId="1618587120" sldId="2736"/>
            <ac:spMk id="4" creationId="{A4EF221C-7E21-476B-7F93-5700ADBC9B7C}"/>
          </ac:spMkLst>
        </pc:spChg>
        <pc:spChg chg="del">
          <ac:chgData name="Adam Brown (Astrea Central)" userId="e4577f1c-a0ea-4eef-9851-9bdbe8619e58" providerId="ADAL" clId="{298CC335-43E8-497A-92EF-F6294183AD0B}" dt="2025-09-15T11:18:52.888" v="770" actId="478"/>
          <ac:spMkLst>
            <pc:docMk/>
            <pc:sldMk cId="1618587120" sldId="2736"/>
            <ac:spMk id="5" creationId="{77DE241D-8ED0-2DCF-C7A2-E3E44EF2428F}"/>
          </ac:spMkLst>
        </pc:spChg>
        <pc:spChg chg="del">
          <ac:chgData name="Adam Brown (Astrea Central)" userId="e4577f1c-a0ea-4eef-9851-9bdbe8619e58" providerId="ADAL" clId="{298CC335-43E8-497A-92EF-F6294183AD0B}" dt="2025-09-15T11:18:52.888" v="770" actId="478"/>
          <ac:spMkLst>
            <pc:docMk/>
            <pc:sldMk cId="1618587120" sldId="2736"/>
            <ac:spMk id="6" creationId="{B6664B08-C84A-219F-4EC0-96275782394C}"/>
          </ac:spMkLst>
        </pc:spChg>
        <pc:spChg chg="del">
          <ac:chgData name="Adam Brown (Astrea Central)" userId="e4577f1c-a0ea-4eef-9851-9bdbe8619e58" providerId="ADAL" clId="{298CC335-43E8-497A-92EF-F6294183AD0B}" dt="2025-09-15T11:18:52.888" v="770" actId="478"/>
          <ac:spMkLst>
            <pc:docMk/>
            <pc:sldMk cId="1618587120" sldId="2736"/>
            <ac:spMk id="8" creationId="{874F5C39-CAE7-2506-2A15-90CCE7C9D3D7}"/>
          </ac:spMkLst>
        </pc:spChg>
        <pc:spChg chg="del">
          <ac:chgData name="Adam Brown (Astrea Central)" userId="e4577f1c-a0ea-4eef-9851-9bdbe8619e58" providerId="ADAL" clId="{298CC335-43E8-497A-92EF-F6294183AD0B}" dt="2025-09-15T11:18:55.920" v="771" actId="478"/>
          <ac:spMkLst>
            <pc:docMk/>
            <pc:sldMk cId="1618587120" sldId="2736"/>
            <ac:spMk id="16" creationId="{F707A3AA-405D-DD0F-5125-A12357E291CC}"/>
          </ac:spMkLst>
        </pc:spChg>
        <pc:spChg chg="del">
          <ac:chgData name="Adam Brown (Astrea Central)" userId="e4577f1c-a0ea-4eef-9851-9bdbe8619e58" providerId="ADAL" clId="{298CC335-43E8-497A-92EF-F6294183AD0B}" dt="2025-09-15T11:18:55.920" v="771" actId="478"/>
          <ac:spMkLst>
            <pc:docMk/>
            <pc:sldMk cId="1618587120" sldId="2736"/>
            <ac:spMk id="17" creationId="{7E1ADE1D-A497-C6B9-2C61-A37523B4C4A9}"/>
          </ac:spMkLst>
        </pc:spChg>
        <pc:spChg chg="del">
          <ac:chgData name="Adam Brown (Astrea Central)" userId="e4577f1c-a0ea-4eef-9851-9bdbe8619e58" providerId="ADAL" clId="{298CC335-43E8-497A-92EF-F6294183AD0B}" dt="2025-09-15T11:18:55.920" v="771" actId="478"/>
          <ac:spMkLst>
            <pc:docMk/>
            <pc:sldMk cId="1618587120" sldId="2736"/>
            <ac:spMk id="18" creationId="{9A6770B1-0D3D-903D-EE75-BC338EA0A3D7}"/>
          </ac:spMkLst>
        </pc:spChg>
        <pc:spChg chg="del">
          <ac:chgData name="Adam Brown (Astrea Central)" userId="e4577f1c-a0ea-4eef-9851-9bdbe8619e58" providerId="ADAL" clId="{298CC335-43E8-497A-92EF-F6294183AD0B}" dt="2025-09-15T11:18:55.920" v="771" actId="478"/>
          <ac:spMkLst>
            <pc:docMk/>
            <pc:sldMk cId="1618587120" sldId="2736"/>
            <ac:spMk id="19" creationId="{E327C673-1A14-F7A3-028C-C9549DD7F1A2}"/>
          </ac:spMkLst>
        </pc:spChg>
        <pc:spChg chg="del">
          <ac:chgData name="Adam Brown (Astrea Central)" userId="e4577f1c-a0ea-4eef-9851-9bdbe8619e58" providerId="ADAL" clId="{298CC335-43E8-497A-92EF-F6294183AD0B}" dt="2025-09-15T11:18:55.920" v="771" actId="478"/>
          <ac:spMkLst>
            <pc:docMk/>
            <pc:sldMk cId="1618587120" sldId="2736"/>
            <ac:spMk id="20" creationId="{A0B41B28-F9DC-AE5E-084A-376315D600A1}"/>
          </ac:spMkLst>
        </pc:spChg>
        <pc:spChg chg="del">
          <ac:chgData name="Adam Brown (Astrea Central)" userId="e4577f1c-a0ea-4eef-9851-9bdbe8619e58" providerId="ADAL" clId="{298CC335-43E8-497A-92EF-F6294183AD0B}" dt="2025-09-15T11:18:59.456" v="772" actId="478"/>
          <ac:spMkLst>
            <pc:docMk/>
            <pc:sldMk cId="1618587120" sldId="2736"/>
            <ac:spMk id="21" creationId="{24062FC8-CBF1-C038-A06F-907E324B4FA6}"/>
          </ac:spMkLst>
        </pc:spChg>
        <pc:spChg chg="del">
          <ac:chgData name="Adam Brown (Astrea Central)" userId="e4577f1c-a0ea-4eef-9851-9bdbe8619e58" providerId="ADAL" clId="{298CC335-43E8-497A-92EF-F6294183AD0B}" dt="2025-09-15T11:18:59.456" v="772" actId="478"/>
          <ac:spMkLst>
            <pc:docMk/>
            <pc:sldMk cId="1618587120" sldId="2736"/>
            <ac:spMk id="22" creationId="{31B28D09-31BC-7E50-34F2-574D7E425D28}"/>
          </ac:spMkLst>
        </pc:spChg>
        <pc:spChg chg="del">
          <ac:chgData name="Adam Brown (Astrea Central)" userId="e4577f1c-a0ea-4eef-9851-9bdbe8619e58" providerId="ADAL" clId="{298CC335-43E8-497A-92EF-F6294183AD0B}" dt="2025-09-15T11:18:59.456" v="772" actId="478"/>
          <ac:spMkLst>
            <pc:docMk/>
            <pc:sldMk cId="1618587120" sldId="2736"/>
            <ac:spMk id="26" creationId="{CFBFB1C4-CF57-0778-4259-1107105F971F}"/>
          </ac:spMkLst>
        </pc:spChg>
        <pc:spChg chg="del">
          <ac:chgData name="Adam Brown (Astrea Central)" userId="e4577f1c-a0ea-4eef-9851-9bdbe8619e58" providerId="ADAL" clId="{298CC335-43E8-497A-92EF-F6294183AD0B}" dt="2025-09-15T11:18:59.456" v="772" actId="478"/>
          <ac:spMkLst>
            <pc:docMk/>
            <pc:sldMk cId="1618587120" sldId="2736"/>
            <ac:spMk id="27" creationId="{B2EAFB5B-BE75-CC75-BA78-82E910704212}"/>
          </ac:spMkLst>
        </pc:spChg>
        <pc:spChg chg="del">
          <ac:chgData name="Adam Brown (Astrea Central)" userId="e4577f1c-a0ea-4eef-9851-9bdbe8619e58" providerId="ADAL" clId="{298CC335-43E8-497A-92EF-F6294183AD0B}" dt="2025-09-15T11:18:59.456" v="772" actId="478"/>
          <ac:spMkLst>
            <pc:docMk/>
            <pc:sldMk cId="1618587120" sldId="2736"/>
            <ac:spMk id="28" creationId="{ABE1988C-9838-553B-9726-072978C7EE91}"/>
          </ac:spMkLst>
        </pc:spChg>
        <pc:spChg chg="del">
          <ac:chgData name="Adam Brown (Astrea Central)" userId="e4577f1c-a0ea-4eef-9851-9bdbe8619e58" providerId="ADAL" clId="{298CC335-43E8-497A-92EF-F6294183AD0B}" dt="2025-09-15T11:18:52.888" v="770" actId="478"/>
          <ac:spMkLst>
            <pc:docMk/>
            <pc:sldMk cId="1618587120" sldId="2736"/>
            <ac:spMk id="29" creationId="{199B96AE-A9A5-96DF-9145-EEAEA51E2647}"/>
          </ac:spMkLst>
        </pc:spChg>
        <pc:spChg chg="del">
          <ac:chgData name="Adam Brown (Astrea Central)" userId="e4577f1c-a0ea-4eef-9851-9bdbe8619e58" providerId="ADAL" clId="{298CC335-43E8-497A-92EF-F6294183AD0B}" dt="2025-09-15T11:18:55.920" v="771" actId="478"/>
          <ac:spMkLst>
            <pc:docMk/>
            <pc:sldMk cId="1618587120" sldId="2736"/>
            <ac:spMk id="30" creationId="{D703EEFE-07C7-004F-0309-F5A43BE9FCDA}"/>
          </ac:spMkLst>
        </pc:spChg>
        <pc:spChg chg="del">
          <ac:chgData name="Adam Brown (Astrea Central)" userId="e4577f1c-a0ea-4eef-9851-9bdbe8619e58" providerId="ADAL" clId="{298CC335-43E8-497A-92EF-F6294183AD0B}" dt="2025-09-15T11:18:59.456" v="772" actId="478"/>
          <ac:spMkLst>
            <pc:docMk/>
            <pc:sldMk cId="1618587120" sldId="2736"/>
            <ac:spMk id="32" creationId="{43AC3B51-1D3D-D7FC-C503-6E61A40CF8F5}"/>
          </ac:spMkLst>
        </pc:spChg>
      </pc:sldChg>
      <pc:sldChg chg="delSp mod">
        <pc:chgData name="Adam Brown (Astrea Central)" userId="e4577f1c-a0ea-4eef-9851-9bdbe8619e58" providerId="ADAL" clId="{298CC335-43E8-497A-92EF-F6294183AD0B}" dt="2025-09-15T11:19:15.695" v="776" actId="478"/>
        <pc:sldMkLst>
          <pc:docMk/>
          <pc:sldMk cId="1674874405" sldId="2737"/>
        </pc:sldMkLst>
        <pc:spChg chg="del">
          <ac:chgData name="Adam Brown (Astrea Central)" userId="e4577f1c-a0ea-4eef-9851-9bdbe8619e58" providerId="ADAL" clId="{298CC335-43E8-497A-92EF-F6294183AD0B}" dt="2025-09-15T11:19:05.594" v="773" actId="478"/>
          <ac:spMkLst>
            <pc:docMk/>
            <pc:sldMk cId="1674874405" sldId="2737"/>
            <ac:spMk id="3" creationId="{80B9A941-AAC2-59C9-2FD1-313BFFD0D51F}"/>
          </ac:spMkLst>
        </pc:spChg>
        <pc:spChg chg="del">
          <ac:chgData name="Adam Brown (Astrea Central)" userId="e4577f1c-a0ea-4eef-9851-9bdbe8619e58" providerId="ADAL" clId="{298CC335-43E8-497A-92EF-F6294183AD0B}" dt="2025-09-15T11:19:05.594" v="773" actId="478"/>
          <ac:spMkLst>
            <pc:docMk/>
            <pc:sldMk cId="1674874405" sldId="2737"/>
            <ac:spMk id="4" creationId="{38A32416-3143-5BFC-4063-91274F451AAA}"/>
          </ac:spMkLst>
        </pc:spChg>
        <pc:spChg chg="del">
          <ac:chgData name="Adam Brown (Astrea Central)" userId="e4577f1c-a0ea-4eef-9851-9bdbe8619e58" providerId="ADAL" clId="{298CC335-43E8-497A-92EF-F6294183AD0B}" dt="2025-09-15T11:19:05.594" v="773" actId="478"/>
          <ac:spMkLst>
            <pc:docMk/>
            <pc:sldMk cId="1674874405" sldId="2737"/>
            <ac:spMk id="5" creationId="{AF2D9AA8-C09A-DA9B-5A9C-F2FBBEA8C6B5}"/>
          </ac:spMkLst>
        </pc:spChg>
        <pc:spChg chg="del">
          <ac:chgData name="Adam Brown (Astrea Central)" userId="e4577f1c-a0ea-4eef-9851-9bdbe8619e58" providerId="ADAL" clId="{298CC335-43E8-497A-92EF-F6294183AD0B}" dt="2025-09-15T11:19:05.594" v="773" actId="478"/>
          <ac:spMkLst>
            <pc:docMk/>
            <pc:sldMk cId="1674874405" sldId="2737"/>
            <ac:spMk id="6" creationId="{2E5E20B0-B301-EEE5-954A-257CB709273E}"/>
          </ac:spMkLst>
        </pc:spChg>
        <pc:spChg chg="del">
          <ac:chgData name="Adam Brown (Astrea Central)" userId="e4577f1c-a0ea-4eef-9851-9bdbe8619e58" providerId="ADAL" clId="{298CC335-43E8-497A-92EF-F6294183AD0B}" dt="2025-09-15T11:19:05.594" v="773" actId="478"/>
          <ac:spMkLst>
            <pc:docMk/>
            <pc:sldMk cId="1674874405" sldId="2737"/>
            <ac:spMk id="7" creationId="{C7B5A616-A13A-7D4A-6A42-EB8658A2F048}"/>
          </ac:spMkLst>
        </pc:spChg>
        <pc:spChg chg="del">
          <ac:chgData name="Adam Brown (Astrea Central)" userId="e4577f1c-a0ea-4eef-9851-9bdbe8619e58" providerId="ADAL" clId="{298CC335-43E8-497A-92EF-F6294183AD0B}" dt="2025-09-15T11:19:05.594" v="773" actId="478"/>
          <ac:spMkLst>
            <pc:docMk/>
            <pc:sldMk cId="1674874405" sldId="2737"/>
            <ac:spMk id="11" creationId="{C5ECE843-B3DC-5AD4-6C5D-356E65D514AC}"/>
          </ac:spMkLst>
        </pc:spChg>
        <pc:spChg chg="del">
          <ac:chgData name="Adam Brown (Astrea Central)" userId="e4577f1c-a0ea-4eef-9851-9bdbe8619e58" providerId="ADAL" clId="{298CC335-43E8-497A-92EF-F6294183AD0B}" dt="2025-09-15T11:19:05.594" v="773" actId="478"/>
          <ac:spMkLst>
            <pc:docMk/>
            <pc:sldMk cId="1674874405" sldId="2737"/>
            <ac:spMk id="12" creationId="{FC9FF8A3-F5C0-9692-9D34-43D136964ADB}"/>
          </ac:spMkLst>
        </pc:spChg>
        <pc:spChg chg="del">
          <ac:chgData name="Adam Brown (Astrea Central)" userId="e4577f1c-a0ea-4eef-9851-9bdbe8619e58" providerId="ADAL" clId="{298CC335-43E8-497A-92EF-F6294183AD0B}" dt="2025-09-15T11:19:05.594" v="773" actId="478"/>
          <ac:spMkLst>
            <pc:docMk/>
            <pc:sldMk cId="1674874405" sldId="2737"/>
            <ac:spMk id="14" creationId="{045E8DE2-96A6-5130-0594-717539D7BB42}"/>
          </ac:spMkLst>
        </pc:spChg>
        <pc:spChg chg="del">
          <ac:chgData name="Adam Brown (Astrea Central)" userId="e4577f1c-a0ea-4eef-9851-9bdbe8619e58" providerId="ADAL" clId="{298CC335-43E8-497A-92EF-F6294183AD0B}" dt="2025-09-15T11:19:05.594" v="773" actId="478"/>
          <ac:spMkLst>
            <pc:docMk/>
            <pc:sldMk cId="1674874405" sldId="2737"/>
            <ac:spMk id="16" creationId="{18DE56BF-478F-166C-B8AC-9ECC5F795F2D}"/>
          </ac:spMkLst>
        </pc:spChg>
        <pc:spChg chg="del">
          <ac:chgData name="Adam Brown (Astrea Central)" userId="e4577f1c-a0ea-4eef-9851-9bdbe8619e58" providerId="ADAL" clId="{298CC335-43E8-497A-92EF-F6294183AD0B}" dt="2025-09-15T11:19:12.799" v="775" actId="478"/>
          <ac:spMkLst>
            <pc:docMk/>
            <pc:sldMk cId="1674874405" sldId="2737"/>
            <ac:spMk id="26" creationId="{1CA91B50-F5D6-C302-D46C-C494F0975FB7}"/>
          </ac:spMkLst>
        </pc:spChg>
        <pc:spChg chg="del">
          <ac:chgData name="Adam Brown (Astrea Central)" userId="e4577f1c-a0ea-4eef-9851-9bdbe8619e58" providerId="ADAL" clId="{298CC335-43E8-497A-92EF-F6294183AD0B}" dt="2025-09-15T11:19:12.799" v="775" actId="478"/>
          <ac:spMkLst>
            <pc:docMk/>
            <pc:sldMk cId="1674874405" sldId="2737"/>
            <ac:spMk id="34" creationId="{30C327AE-FD45-E49D-9593-973642586986}"/>
          </ac:spMkLst>
        </pc:spChg>
        <pc:spChg chg="del">
          <ac:chgData name="Adam Brown (Astrea Central)" userId="e4577f1c-a0ea-4eef-9851-9bdbe8619e58" providerId="ADAL" clId="{298CC335-43E8-497A-92EF-F6294183AD0B}" dt="2025-09-15T11:19:12.799" v="775" actId="478"/>
          <ac:spMkLst>
            <pc:docMk/>
            <pc:sldMk cId="1674874405" sldId="2737"/>
            <ac:spMk id="35" creationId="{C14EA18F-B7BD-2BC9-F43F-54EFBA727643}"/>
          </ac:spMkLst>
        </pc:spChg>
        <pc:spChg chg="del">
          <ac:chgData name="Adam Brown (Astrea Central)" userId="e4577f1c-a0ea-4eef-9851-9bdbe8619e58" providerId="ADAL" clId="{298CC335-43E8-497A-92EF-F6294183AD0B}" dt="2025-09-15T11:19:12.799" v="775" actId="478"/>
          <ac:spMkLst>
            <pc:docMk/>
            <pc:sldMk cId="1674874405" sldId="2737"/>
            <ac:spMk id="36" creationId="{ED4C2DA1-AEF1-9AEB-FF2C-66369D2C1721}"/>
          </ac:spMkLst>
        </pc:spChg>
        <pc:spChg chg="del">
          <ac:chgData name="Adam Brown (Astrea Central)" userId="e4577f1c-a0ea-4eef-9851-9bdbe8619e58" providerId="ADAL" clId="{298CC335-43E8-497A-92EF-F6294183AD0B}" dt="2025-09-15T11:19:12.799" v="775" actId="478"/>
          <ac:spMkLst>
            <pc:docMk/>
            <pc:sldMk cId="1674874405" sldId="2737"/>
            <ac:spMk id="38" creationId="{EBBD8800-4148-573D-BD26-DD9D62CAEB42}"/>
          </ac:spMkLst>
        </pc:spChg>
        <pc:spChg chg="del">
          <ac:chgData name="Adam Brown (Astrea Central)" userId="e4577f1c-a0ea-4eef-9851-9bdbe8619e58" providerId="ADAL" clId="{298CC335-43E8-497A-92EF-F6294183AD0B}" dt="2025-09-15T11:19:12.799" v="775" actId="478"/>
          <ac:spMkLst>
            <pc:docMk/>
            <pc:sldMk cId="1674874405" sldId="2737"/>
            <ac:spMk id="39" creationId="{29001CC4-AE32-0E07-8D3D-3452A26D7B25}"/>
          </ac:spMkLst>
        </pc:spChg>
        <pc:spChg chg="del">
          <ac:chgData name="Adam Brown (Astrea Central)" userId="e4577f1c-a0ea-4eef-9851-9bdbe8619e58" providerId="ADAL" clId="{298CC335-43E8-497A-92EF-F6294183AD0B}" dt="2025-09-15T11:19:12.799" v="775" actId="478"/>
          <ac:spMkLst>
            <pc:docMk/>
            <pc:sldMk cId="1674874405" sldId="2737"/>
            <ac:spMk id="40" creationId="{2072705E-4875-A83F-7521-280FBADC470D}"/>
          </ac:spMkLst>
        </pc:spChg>
        <pc:spChg chg="del">
          <ac:chgData name="Adam Brown (Astrea Central)" userId="e4577f1c-a0ea-4eef-9851-9bdbe8619e58" providerId="ADAL" clId="{298CC335-43E8-497A-92EF-F6294183AD0B}" dt="2025-09-15T11:19:12.799" v="775" actId="478"/>
          <ac:spMkLst>
            <pc:docMk/>
            <pc:sldMk cId="1674874405" sldId="2737"/>
            <ac:spMk id="41" creationId="{B3344220-DBF6-AD42-FF0C-B49067508CDF}"/>
          </ac:spMkLst>
        </pc:spChg>
        <pc:spChg chg="del">
          <ac:chgData name="Adam Brown (Astrea Central)" userId="e4577f1c-a0ea-4eef-9851-9bdbe8619e58" providerId="ADAL" clId="{298CC335-43E8-497A-92EF-F6294183AD0B}" dt="2025-09-15T11:19:15.695" v="776" actId="478"/>
          <ac:spMkLst>
            <pc:docMk/>
            <pc:sldMk cId="1674874405" sldId="2737"/>
            <ac:spMk id="42" creationId="{F46164B2-D1E7-982D-E44B-B2ED79248B15}"/>
          </ac:spMkLst>
        </pc:spChg>
        <pc:spChg chg="del">
          <ac:chgData name="Adam Brown (Astrea Central)" userId="e4577f1c-a0ea-4eef-9851-9bdbe8619e58" providerId="ADAL" clId="{298CC335-43E8-497A-92EF-F6294183AD0B}" dt="2025-09-15T11:19:15.695" v="776" actId="478"/>
          <ac:spMkLst>
            <pc:docMk/>
            <pc:sldMk cId="1674874405" sldId="2737"/>
            <ac:spMk id="43" creationId="{05BC19AB-C7DB-4832-F628-EAB6A3B2C3EF}"/>
          </ac:spMkLst>
        </pc:spChg>
        <pc:spChg chg="del">
          <ac:chgData name="Adam Brown (Astrea Central)" userId="e4577f1c-a0ea-4eef-9851-9bdbe8619e58" providerId="ADAL" clId="{298CC335-43E8-497A-92EF-F6294183AD0B}" dt="2025-09-15T11:19:15.695" v="776" actId="478"/>
          <ac:spMkLst>
            <pc:docMk/>
            <pc:sldMk cId="1674874405" sldId="2737"/>
            <ac:spMk id="44" creationId="{E416C24C-7602-BAE7-760C-8840B0333062}"/>
          </ac:spMkLst>
        </pc:spChg>
        <pc:spChg chg="del">
          <ac:chgData name="Adam Brown (Astrea Central)" userId="e4577f1c-a0ea-4eef-9851-9bdbe8619e58" providerId="ADAL" clId="{298CC335-43E8-497A-92EF-F6294183AD0B}" dt="2025-09-15T11:19:15.695" v="776" actId="478"/>
          <ac:spMkLst>
            <pc:docMk/>
            <pc:sldMk cId="1674874405" sldId="2737"/>
            <ac:spMk id="46" creationId="{75E39D88-D710-0AFF-0208-AC8D67D6964D}"/>
          </ac:spMkLst>
        </pc:spChg>
        <pc:spChg chg="del">
          <ac:chgData name="Adam Brown (Astrea Central)" userId="e4577f1c-a0ea-4eef-9851-9bdbe8619e58" providerId="ADAL" clId="{298CC335-43E8-497A-92EF-F6294183AD0B}" dt="2025-09-15T11:19:15.695" v="776" actId="478"/>
          <ac:spMkLst>
            <pc:docMk/>
            <pc:sldMk cId="1674874405" sldId="2737"/>
            <ac:spMk id="49" creationId="{5E7C025A-63BF-7D63-8658-7CEEEF9D169E}"/>
          </ac:spMkLst>
        </pc:spChg>
        <pc:spChg chg="del">
          <ac:chgData name="Adam Brown (Astrea Central)" userId="e4577f1c-a0ea-4eef-9851-9bdbe8619e58" providerId="ADAL" clId="{298CC335-43E8-497A-92EF-F6294183AD0B}" dt="2025-09-15T11:19:15.695" v="776" actId="478"/>
          <ac:spMkLst>
            <pc:docMk/>
            <pc:sldMk cId="1674874405" sldId="2737"/>
            <ac:spMk id="50" creationId="{A364F6C9-83A5-48B1-9081-7CAEBA7215E8}"/>
          </ac:spMkLst>
        </pc:spChg>
        <pc:spChg chg="del">
          <ac:chgData name="Adam Brown (Astrea Central)" userId="e4577f1c-a0ea-4eef-9851-9bdbe8619e58" providerId="ADAL" clId="{298CC335-43E8-497A-92EF-F6294183AD0B}" dt="2025-09-15T11:19:15.695" v="776" actId="478"/>
          <ac:spMkLst>
            <pc:docMk/>
            <pc:sldMk cId="1674874405" sldId="2737"/>
            <ac:spMk id="51" creationId="{B996CFC1-D1EA-4159-D1CB-32E9DCF7B815}"/>
          </ac:spMkLst>
        </pc:spChg>
        <pc:spChg chg="del">
          <ac:chgData name="Adam Brown (Astrea Central)" userId="e4577f1c-a0ea-4eef-9851-9bdbe8619e58" providerId="ADAL" clId="{298CC335-43E8-497A-92EF-F6294183AD0B}" dt="2025-09-15T11:19:15.695" v="776" actId="478"/>
          <ac:spMkLst>
            <pc:docMk/>
            <pc:sldMk cId="1674874405" sldId="2737"/>
            <ac:spMk id="52" creationId="{11724A6F-5A08-41D1-3A66-39A35CE2C856}"/>
          </ac:spMkLst>
        </pc:spChg>
        <pc:spChg chg="del">
          <ac:chgData name="Adam Brown (Astrea Central)" userId="e4577f1c-a0ea-4eef-9851-9bdbe8619e58" providerId="ADAL" clId="{298CC335-43E8-497A-92EF-F6294183AD0B}" dt="2025-09-15T11:19:05.594" v="773" actId="478"/>
          <ac:spMkLst>
            <pc:docMk/>
            <pc:sldMk cId="1674874405" sldId="2737"/>
            <ac:spMk id="53" creationId="{80046D3E-1E77-697A-42C5-19DE1CCCDDDE}"/>
          </ac:spMkLst>
        </pc:spChg>
        <pc:spChg chg="del">
          <ac:chgData name="Adam Brown (Astrea Central)" userId="e4577f1c-a0ea-4eef-9851-9bdbe8619e58" providerId="ADAL" clId="{298CC335-43E8-497A-92EF-F6294183AD0B}" dt="2025-09-15T11:19:07.911" v="774" actId="478"/>
          <ac:spMkLst>
            <pc:docMk/>
            <pc:sldMk cId="1674874405" sldId="2737"/>
            <ac:spMk id="54" creationId="{C8D56B96-326D-F0AD-AEF0-5C87DB93345E}"/>
          </ac:spMkLst>
        </pc:spChg>
        <pc:spChg chg="del">
          <ac:chgData name="Adam Brown (Astrea Central)" userId="e4577f1c-a0ea-4eef-9851-9bdbe8619e58" providerId="ADAL" clId="{298CC335-43E8-497A-92EF-F6294183AD0B}" dt="2025-09-15T11:19:12.799" v="775" actId="478"/>
          <ac:spMkLst>
            <pc:docMk/>
            <pc:sldMk cId="1674874405" sldId="2737"/>
            <ac:spMk id="55" creationId="{ED5F491C-07BC-1EFC-A8D0-55B34DF82ADD}"/>
          </ac:spMkLst>
        </pc:spChg>
        <pc:spChg chg="del">
          <ac:chgData name="Adam Brown (Astrea Central)" userId="e4577f1c-a0ea-4eef-9851-9bdbe8619e58" providerId="ADAL" clId="{298CC335-43E8-497A-92EF-F6294183AD0B}" dt="2025-09-15T11:19:12.799" v="775" actId="478"/>
          <ac:spMkLst>
            <pc:docMk/>
            <pc:sldMk cId="1674874405" sldId="2737"/>
            <ac:spMk id="56" creationId="{2E2F7E11-4A50-5C29-B857-B2E876915F9B}"/>
          </ac:spMkLst>
        </pc:spChg>
        <pc:spChg chg="del">
          <ac:chgData name="Adam Brown (Astrea Central)" userId="e4577f1c-a0ea-4eef-9851-9bdbe8619e58" providerId="ADAL" clId="{298CC335-43E8-497A-92EF-F6294183AD0B}" dt="2025-09-15T11:19:15.695" v="776" actId="478"/>
          <ac:spMkLst>
            <pc:docMk/>
            <pc:sldMk cId="1674874405" sldId="2737"/>
            <ac:spMk id="57" creationId="{5D2775CD-ADB8-841D-9136-2937C3DAF8D6}"/>
          </ac:spMkLst>
        </pc:spChg>
        <pc:spChg chg="del">
          <ac:chgData name="Adam Brown (Astrea Central)" userId="e4577f1c-a0ea-4eef-9851-9bdbe8619e58" providerId="ADAL" clId="{298CC335-43E8-497A-92EF-F6294183AD0B}" dt="2025-09-15T11:19:15.695" v="776" actId="478"/>
          <ac:spMkLst>
            <pc:docMk/>
            <pc:sldMk cId="1674874405" sldId="2737"/>
            <ac:spMk id="58" creationId="{CB9B4A25-49A2-4731-7745-CF0EBD1594AE}"/>
          </ac:spMkLst>
        </pc:spChg>
      </pc:sldChg>
      <pc:sldChg chg="addSp delSp mod">
        <pc:chgData name="Adam Brown (Astrea Central)" userId="e4577f1c-a0ea-4eef-9851-9bdbe8619e58" providerId="ADAL" clId="{298CC335-43E8-497A-92EF-F6294183AD0B}" dt="2025-09-15T11:19:39.338" v="784" actId="478"/>
        <pc:sldMkLst>
          <pc:docMk/>
          <pc:sldMk cId="3580631642" sldId="2738"/>
        </pc:sldMkLst>
        <pc:spChg chg="del">
          <ac:chgData name="Adam Brown (Astrea Central)" userId="e4577f1c-a0ea-4eef-9851-9bdbe8619e58" providerId="ADAL" clId="{298CC335-43E8-497A-92EF-F6294183AD0B}" dt="2025-09-15T11:19:19.619" v="777" actId="478"/>
          <ac:spMkLst>
            <pc:docMk/>
            <pc:sldMk cId="3580631642" sldId="2738"/>
            <ac:spMk id="3" creationId="{F494A410-94EE-9154-7C27-429E59A1C976}"/>
          </ac:spMkLst>
        </pc:spChg>
        <pc:spChg chg="del">
          <ac:chgData name="Adam Brown (Astrea Central)" userId="e4577f1c-a0ea-4eef-9851-9bdbe8619e58" providerId="ADAL" clId="{298CC335-43E8-497A-92EF-F6294183AD0B}" dt="2025-09-15T11:19:19.619" v="777" actId="478"/>
          <ac:spMkLst>
            <pc:docMk/>
            <pc:sldMk cId="3580631642" sldId="2738"/>
            <ac:spMk id="4" creationId="{347440CD-7507-E08B-E22E-D1412CA1999C}"/>
          </ac:spMkLst>
        </pc:spChg>
        <pc:spChg chg="del">
          <ac:chgData name="Adam Brown (Astrea Central)" userId="e4577f1c-a0ea-4eef-9851-9bdbe8619e58" providerId="ADAL" clId="{298CC335-43E8-497A-92EF-F6294183AD0B}" dt="2025-09-15T11:19:19.619" v="777" actId="478"/>
          <ac:spMkLst>
            <pc:docMk/>
            <pc:sldMk cId="3580631642" sldId="2738"/>
            <ac:spMk id="6" creationId="{FF200BF9-4BEE-72E1-820A-9113995C0488}"/>
          </ac:spMkLst>
        </pc:spChg>
        <pc:spChg chg="del">
          <ac:chgData name="Adam Brown (Astrea Central)" userId="e4577f1c-a0ea-4eef-9851-9bdbe8619e58" providerId="ADAL" clId="{298CC335-43E8-497A-92EF-F6294183AD0B}" dt="2025-09-15T11:19:19.619" v="777" actId="478"/>
          <ac:spMkLst>
            <pc:docMk/>
            <pc:sldMk cId="3580631642" sldId="2738"/>
            <ac:spMk id="7" creationId="{317E5C4D-0F88-2AC5-1C03-4E81F4E42FB4}"/>
          </ac:spMkLst>
        </pc:spChg>
        <pc:spChg chg="del">
          <ac:chgData name="Adam Brown (Astrea Central)" userId="e4577f1c-a0ea-4eef-9851-9bdbe8619e58" providerId="ADAL" clId="{298CC335-43E8-497A-92EF-F6294183AD0B}" dt="2025-09-15T11:19:19.619" v="777" actId="478"/>
          <ac:spMkLst>
            <pc:docMk/>
            <pc:sldMk cId="3580631642" sldId="2738"/>
            <ac:spMk id="12" creationId="{470C154E-0904-36E6-75FB-4F9B64D0CB03}"/>
          </ac:spMkLst>
        </pc:spChg>
        <pc:spChg chg="del">
          <ac:chgData name="Adam Brown (Astrea Central)" userId="e4577f1c-a0ea-4eef-9851-9bdbe8619e58" providerId="ADAL" clId="{298CC335-43E8-497A-92EF-F6294183AD0B}" dt="2025-09-15T11:19:19.619" v="777" actId="478"/>
          <ac:spMkLst>
            <pc:docMk/>
            <pc:sldMk cId="3580631642" sldId="2738"/>
            <ac:spMk id="14" creationId="{04377666-F6DE-872A-D0B8-C86E54BECB8A}"/>
          </ac:spMkLst>
        </pc:spChg>
        <pc:spChg chg="del">
          <ac:chgData name="Adam Brown (Astrea Central)" userId="e4577f1c-a0ea-4eef-9851-9bdbe8619e58" providerId="ADAL" clId="{298CC335-43E8-497A-92EF-F6294183AD0B}" dt="2025-09-15T11:19:19.619" v="777" actId="478"/>
          <ac:spMkLst>
            <pc:docMk/>
            <pc:sldMk cId="3580631642" sldId="2738"/>
            <ac:spMk id="15" creationId="{1AD029BC-8CBA-F6BE-BF3D-CA405D53144E}"/>
          </ac:spMkLst>
        </pc:spChg>
        <pc:spChg chg="del">
          <ac:chgData name="Adam Brown (Astrea Central)" userId="e4577f1c-a0ea-4eef-9851-9bdbe8619e58" providerId="ADAL" clId="{298CC335-43E8-497A-92EF-F6294183AD0B}" dt="2025-09-15T11:19:19.619" v="777" actId="478"/>
          <ac:spMkLst>
            <pc:docMk/>
            <pc:sldMk cId="3580631642" sldId="2738"/>
            <ac:spMk id="16" creationId="{1E195A48-EDBC-2617-91C6-C9BB4F7B6CA9}"/>
          </ac:spMkLst>
        </pc:spChg>
        <pc:spChg chg="del">
          <ac:chgData name="Adam Brown (Astrea Central)" userId="e4577f1c-a0ea-4eef-9851-9bdbe8619e58" providerId="ADAL" clId="{298CC335-43E8-497A-92EF-F6294183AD0B}" dt="2025-09-15T11:19:28.887" v="780" actId="478"/>
          <ac:spMkLst>
            <pc:docMk/>
            <pc:sldMk cId="3580631642" sldId="2738"/>
            <ac:spMk id="26" creationId="{F6ABB0B3-BC4B-5766-F9DD-D3A51008F98C}"/>
          </ac:spMkLst>
        </pc:spChg>
        <pc:spChg chg="add del">
          <ac:chgData name="Adam Brown (Astrea Central)" userId="e4577f1c-a0ea-4eef-9851-9bdbe8619e58" providerId="ADAL" clId="{298CC335-43E8-497A-92EF-F6294183AD0B}" dt="2025-09-15T11:19:28.887" v="780" actId="478"/>
          <ac:spMkLst>
            <pc:docMk/>
            <pc:sldMk cId="3580631642" sldId="2738"/>
            <ac:spMk id="38" creationId="{BAF44BA1-8EE4-08A0-EDDD-33A7502216FA}"/>
          </ac:spMkLst>
        </pc:spChg>
        <pc:spChg chg="add del">
          <ac:chgData name="Adam Brown (Astrea Central)" userId="e4577f1c-a0ea-4eef-9851-9bdbe8619e58" providerId="ADAL" clId="{298CC335-43E8-497A-92EF-F6294183AD0B}" dt="2025-09-15T11:19:28.887" v="780" actId="478"/>
          <ac:spMkLst>
            <pc:docMk/>
            <pc:sldMk cId="3580631642" sldId="2738"/>
            <ac:spMk id="39" creationId="{0F1B2901-D668-8462-9FCD-7494019AEAED}"/>
          </ac:spMkLst>
        </pc:spChg>
        <pc:spChg chg="add del">
          <ac:chgData name="Adam Brown (Astrea Central)" userId="e4577f1c-a0ea-4eef-9851-9bdbe8619e58" providerId="ADAL" clId="{298CC335-43E8-497A-92EF-F6294183AD0B}" dt="2025-09-15T11:19:31.991" v="781" actId="478"/>
          <ac:spMkLst>
            <pc:docMk/>
            <pc:sldMk cId="3580631642" sldId="2738"/>
            <ac:spMk id="41" creationId="{D4833138-1DF9-302F-C9E7-C2B916555AFB}"/>
          </ac:spMkLst>
        </pc:spChg>
        <pc:spChg chg="del">
          <ac:chgData name="Adam Brown (Astrea Central)" userId="e4577f1c-a0ea-4eef-9851-9bdbe8619e58" providerId="ADAL" clId="{298CC335-43E8-497A-92EF-F6294183AD0B}" dt="2025-09-15T11:19:34.183" v="782" actId="478"/>
          <ac:spMkLst>
            <pc:docMk/>
            <pc:sldMk cId="3580631642" sldId="2738"/>
            <ac:spMk id="42" creationId="{BDBA5261-41F8-C824-1B76-25A8DFF8479E}"/>
          </ac:spMkLst>
        </pc:spChg>
        <pc:spChg chg="add del">
          <ac:chgData name="Adam Brown (Astrea Central)" userId="e4577f1c-a0ea-4eef-9851-9bdbe8619e58" providerId="ADAL" clId="{298CC335-43E8-497A-92EF-F6294183AD0B}" dt="2025-09-15T11:19:28.887" v="780" actId="478"/>
          <ac:spMkLst>
            <pc:docMk/>
            <pc:sldMk cId="3580631642" sldId="2738"/>
            <ac:spMk id="43" creationId="{9D245415-FA9D-0D29-0DC6-ED32DF8E2E18}"/>
          </ac:spMkLst>
        </pc:spChg>
        <pc:spChg chg="add del">
          <ac:chgData name="Adam Brown (Astrea Central)" userId="e4577f1c-a0ea-4eef-9851-9bdbe8619e58" providerId="ADAL" clId="{298CC335-43E8-497A-92EF-F6294183AD0B}" dt="2025-09-15T11:19:28.887" v="780" actId="478"/>
          <ac:spMkLst>
            <pc:docMk/>
            <pc:sldMk cId="3580631642" sldId="2738"/>
            <ac:spMk id="44" creationId="{E92D1FEE-491D-7B4A-E9B9-205CC537EEC9}"/>
          </ac:spMkLst>
        </pc:spChg>
        <pc:spChg chg="add del">
          <ac:chgData name="Adam Brown (Astrea Central)" userId="e4577f1c-a0ea-4eef-9851-9bdbe8619e58" providerId="ADAL" clId="{298CC335-43E8-497A-92EF-F6294183AD0B}" dt="2025-09-15T11:19:28.887" v="780" actId="478"/>
          <ac:spMkLst>
            <pc:docMk/>
            <pc:sldMk cId="3580631642" sldId="2738"/>
            <ac:spMk id="45" creationId="{72ADCCBE-590A-8273-8B21-5C94CFAD59B5}"/>
          </ac:spMkLst>
        </pc:spChg>
        <pc:spChg chg="add del">
          <ac:chgData name="Adam Brown (Astrea Central)" userId="e4577f1c-a0ea-4eef-9851-9bdbe8619e58" providerId="ADAL" clId="{298CC335-43E8-497A-92EF-F6294183AD0B}" dt="2025-09-15T11:19:28.887" v="780" actId="478"/>
          <ac:spMkLst>
            <pc:docMk/>
            <pc:sldMk cId="3580631642" sldId="2738"/>
            <ac:spMk id="46" creationId="{933C0BF3-DF7D-428E-2A48-18A418A99DFA}"/>
          </ac:spMkLst>
        </pc:spChg>
        <pc:spChg chg="add del">
          <ac:chgData name="Adam Brown (Astrea Central)" userId="e4577f1c-a0ea-4eef-9851-9bdbe8619e58" providerId="ADAL" clId="{298CC335-43E8-497A-92EF-F6294183AD0B}" dt="2025-09-15T11:19:28.887" v="780" actId="478"/>
          <ac:spMkLst>
            <pc:docMk/>
            <pc:sldMk cId="3580631642" sldId="2738"/>
            <ac:spMk id="47" creationId="{7AACD97E-3346-473B-9D74-3628BD6F7BE3}"/>
          </ac:spMkLst>
        </pc:spChg>
        <pc:spChg chg="del">
          <ac:chgData name="Adam Brown (Astrea Central)" userId="e4577f1c-a0ea-4eef-9851-9bdbe8619e58" providerId="ADAL" clId="{298CC335-43E8-497A-92EF-F6294183AD0B}" dt="2025-09-15T11:19:37.432" v="783" actId="478"/>
          <ac:spMkLst>
            <pc:docMk/>
            <pc:sldMk cId="3580631642" sldId="2738"/>
            <ac:spMk id="52" creationId="{A690E5FC-2E0A-C9DF-F5B0-4F8D8C95B22C}"/>
          </ac:spMkLst>
        </pc:spChg>
        <pc:spChg chg="del">
          <ac:chgData name="Adam Brown (Astrea Central)" userId="e4577f1c-a0ea-4eef-9851-9bdbe8619e58" providerId="ADAL" clId="{298CC335-43E8-497A-92EF-F6294183AD0B}" dt="2025-09-15T11:19:37.432" v="783" actId="478"/>
          <ac:spMkLst>
            <pc:docMk/>
            <pc:sldMk cId="3580631642" sldId="2738"/>
            <ac:spMk id="53" creationId="{9B5229A2-07E0-8D9D-2B5D-A3E97BA589F5}"/>
          </ac:spMkLst>
        </pc:spChg>
        <pc:spChg chg="del">
          <ac:chgData name="Adam Brown (Astrea Central)" userId="e4577f1c-a0ea-4eef-9851-9bdbe8619e58" providerId="ADAL" clId="{298CC335-43E8-497A-92EF-F6294183AD0B}" dt="2025-09-15T11:19:37.432" v="783" actId="478"/>
          <ac:spMkLst>
            <pc:docMk/>
            <pc:sldMk cId="3580631642" sldId="2738"/>
            <ac:spMk id="54" creationId="{1A237722-4B7F-8C85-D655-2889B7AB5B4F}"/>
          </ac:spMkLst>
        </pc:spChg>
        <pc:spChg chg="del">
          <ac:chgData name="Adam Brown (Astrea Central)" userId="e4577f1c-a0ea-4eef-9851-9bdbe8619e58" providerId="ADAL" clId="{298CC335-43E8-497A-92EF-F6294183AD0B}" dt="2025-09-15T11:19:37.432" v="783" actId="478"/>
          <ac:spMkLst>
            <pc:docMk/>
            <pc:sldMk cId="3580631642" sldId="2738"/>
            <ac:spMk id="60" creationId="{9E9E2FF1-D93F-BECC-9082-2C99941E4004}"/>
          </ac:spMkLst>
        </pc:spChg>
        <pc:spChg chg="del">
          <ac:chgData name="Adam Brown (Astrea Central)" userId="e4577f1c-a0ea-4eef-9851-9bdbe8619e58" providerId="ADAL" clId="{298CC335-43E8-497A-92EF-F6294183AD0B}" dt="2025-09-15T11:19:37.432" v="783" actId="478"/>
          <ac:spMkLst>
            <pc:docMk/>
            <pc:sldMk cId="3580631642" sldId="2738"/>
            <ac:spMk id="62" creationId="{0E57D846-C17E-A50E-B0AC-D4FD50D9BEE5}"/>
          </ac:spMkLst>
        </pc:spChg>
        <pc:spChg chg="del">
          <ac:chgData name="Adam Brown (Astrea Central)" userId="e4577f1c-a0ea-4eef-9851-9bdbe8619e58" providerId="ADAL" clId="{298CC335-43E8-497A-92EF-F6294183AD0B}" dt="2025-09-15T11:19:37.432" v="783" actId="478"/>
          <ac:spMkLst>
            <pc:docMk/>
            <pc:sldMk cId="3580631642" sldId="2738"/>
            <ac:spMk id="63" creationId="{A8B63A10-51D9-EF54-6A6E-6D0EB087BFC6}"/>
          </ac:spMkLst>
        </pc:spChg>
        <pc:spChg chg="del">
          <ac:chgData name="Adam Brown (Astrea Central)" userId="e4577f1c-a0ea-4eef-9851-9bdbe8619e58" providerId="ADAL" clId="{298CC335-43E8-497A-92EF-F6294183AD0B}" dt="2025-09-15T11:19:37.432" v="783" actId="478"/>
          <ac:spMkLst>
            <pc:docMk/>
            <pc:sldMk cId="3580631642" sldId="2738"/>
            <ac:spMk id="65" creationId="{C4FECC48-0314-4DE1-AC81-4974426DA857}"/>
          </ac:spMkLst>
        </pc:spChg>
        <pc:spChg chg="del">
          <ac:chgData name="Adam Brown (Astrea Central)" userId="e4577f1c-a0ea-4eef-9851-9bdbe8619e58" providerId="ADAL" clId="{298CC335-43E8-497A-92EF-F6294183AD0B}" dt="2025-09-15T11:19:37.432" v="783" actId="478"/>
          <ac:spMkLst>
            <pc:docMk/>
            <pc:sldMk cId="3580631642" sldId="2738"/>
            <ac:spMk id="66" creationId="{7DA9F923-126A-3C08-C3EC-1A036AF767E0}"/>
          </ac:spMkLst>
        </pc:spChg>
        <pc:spChg chg="del">
          <ac:chgData name="Adam Brown (Astrea Central)" userId="e4577f1c-a0ea-4eef-9851-9bdbe8619e58" providerId="ADAL" clId="{298CC335-43E8-497A-92EF-F6294183AD0B}" dt="2025-09-15T11:19:37.432" v="783" actId="478"/>
          <ac:spMkLst>
            <pc:docMk/>
            <pc:sldMk cId="3580631642" sldId="2738"/>
            <ac:spMk id="67" creationId="{59104CE9-CA5F-4942-F0B1-A9B96508BF63}"/>
          </ac:spMkLst>
        </pc:spChg>
        <pc:spChg chg="del">
          <ac:chgData name="Adam Brown (Astrea Central)" userId="e4577f1c-a0ea-4eef-9851-9bdbe8619e58" providerId="ADAL" clId="{298CC335-43E8-497A-92EF-F6294183AD0B}" dt="2025-09-15T11:19:37.432" v="783" actId="478"/>
          <ac:spMkLst>
            <pc:docMk/>
            <pc:sldMk cId="3580631642" sldId="2738"/>
            <ac:spMk id="68" creationId="{E5E2FE37-99C2-03F6-8E0B-46FD672F0FBC}"/>
          </ac:spMkLst>
        </pc:spChg>
        <pc:spChg chg="del">
          <ac:chgData name="Adam Brown (Astrea Central)" userId="e4577f1c-a0ea-4eef-9851-9bdbe8619e58" providerId="ADAL" clId="{298CC335-43E8-497A-92EF-F6294183AD0B}" dt="2025-09-15T11:19:19.619" v="777" actId="478"/>
          <ac:spMkLst>
            <pc:docMk/>
            <pc:sldMk cId="3580631642" sldId="2738"/>
            <ac:spMk id="70" creationId="{A035E809-4D0D-7BBB-8D39-553188A8B79E}"/>
          </ac:spMkLst>
        </pc:spChg>
        <pc:spChg chg="del">
          <ac:chgData name="Adam Brown (Astrea Central)" userId="e4577f1c-a0ea-4eef-9851-9bdbe8619e58" providerId="ADAL" clId="{298CC335-43E8-497A-92EF-F6294183AD0B}" dt="2025-09-15T11:19:19.619" v="777" actId="478"/>
          <ac:spMkLst>
            <pc:docMk/>
            <pc:sldMk cId="3580631642" sldId="2738"/>
            <ac:spMk id="71" creationId="{A872B810-FFEB-99DD-48D7-8D006E3AB0C5}"/>
          </ac:spMkLst>
        </pc:spChg>
        <pc:spChg chg="add del">
          <ac:chgData name="Adam Brown (Astrea Central)" userId="e4577f1c-a0ea-4eef-9851-9bdbe8619e58" providerId="ADAL" clId="{298CC335-43E8-497A-92EF-F6294183AD0B}" dt="2025-09-15T11:19:28.887" v="780" actId="478"/>
          <ac:spMkLst>
            <pc:docMk/>
            <pc:sldMk cId="3580631642" sldId="2738"/>
            <ac:spMk id="72" creationId="{E22330D9-F732-9479-3AE9-13D11BFD903A}"/>
          </ac:spMkLst>
        </pc:spChg>
        <pc:spChg chg="add del">
          <ac:chgData name="Adam Brown (Astrea Central)" userId="e4577f1c-a0ea-4eef-9851-9bdbe8619e58" providerId="ADAL" clId="{298CC335-43E8-497A-92EF-F6294183AD0B}" dt="2025-09-15T11:19:28.887" v="780" actId="478"/>
          <ac:spMkLst>
            <pc:docMk/>
            <pc:sldMk cId="3580631642" sldId="2738"/>
            <ac:spMk id="73" creationId="{5BB2542D-EECF-6464-0F43-83FD622D764A}"/>
          </ac:spMkLst>
        </pc:spChg>
        <pc:spChg chg="del">
          <ac:chgData name="Adam Brown (Astrea Central)" userId="e4577f1c-a0ea-4eef-9851-9bdbe8619e58" providerId="ADAL" clId="{298CC335-43E8-497A-92EF-F6294183AD0B}" dt="2025-09-15T11:19:39.338" v="784" actId="478"/>
          <ac:spMkLst>
            <pc:docMk/>
            <pc:sldMk cId="3580631642" sldId="2738"/>
            <ac:spMk id="74" creationId="{E796308D-DBF2-241A-6AFD-8356EF3B4655}"/>
          </ac:spMkLst>
        </pc:spChg>
        <pc:spChg chg="del">
          <ac:chgData name="Adam Brown (Astrea Central)" userId="e4577f1c-a0ea-4eef-9851-9bdbe8619e58" providerId="ADAL" clId="{298CC335-43E8-497A-92EF-F6294183AD0B}" dt="2025-09-15T11:19:39.338" v="784" actId="478"/>
          <ac:spMkLst>
            <pc:docMk/>
            <pc:sldMk cId="3580631642" sldId="2738"/>
            <ac:spMk id="75" creationId="{E5172A3E-772B-4215-F016-59731F09B551}"/>
          </ac:spMkLst>
        </pc:spChg>
      </pc:sldChg>
      <pc:sldChg chg="delSp mod">
        <pc:chgData name="Adam Brown (Astrea Central)" userId="e4577f1c-a0ea-4eef-9851-9bdbe8619e58" providerId="ADAL" clId="{298CC335-43E8-497A-92EF-F6294183AD0B}" dt="2025-09-15T11:19:53.567" v="789" actId="478"/>
        <pc:sldMkLst>
          <pc:docMk/>
          <pc:sldMk cId="3254095160" sldId="2740"/>
        </pc:sldMkLst>
        <pc:spChg chg="del">
          <ac:chgData name="Adam Brown (Astrea Central)" userId="e4577f1c-a0ea-4eef-9851-9bdbe8619e58" providerId="ADAL" clId="{298CC335-43E8-497A-92EF-F6294183AD0B}" dt="2025-09-15T11:19:46.169" v="785" actId="478"/>
          <ac:spMkLst>
            <pc:docMk/>
            <pc:sldMk cId="3254095160" sldId="2740"/>
            <ac:spMk id="23" creationId="{FF57DF4D-E31A-7A6D-D098-A0D3E67D4730}"/>
          </ac:spMkLst>
        </pc:spChg>
        <pc:spChg chg="del">
          <ac:chgData name="Adam Brown (Astrea Central)" userId="e4577f1c-a0ea-4eef-9851-9bdbe8619e58" providerId="ADAL" clId="{298CC335-43E8-497A-92EF-F6294183AD0B}" dt="2025-09-15T11:19:49.232" v="787" actId="478"/>
          <ac:spMkLst>
            <pc:docMk/>
            <pc:sldMk cId="3254095160" sldId="2740"/>
            <ac:spMk id="24" creationId="{6BE49968-DE90-0FF4-AFFE-52B4BB8A9B23}"/>
          </ac:spMkLst>
        </pc:spChg>
        <pc:spChg chg="del">
          <ac:chgData name="Adam Brown (Astrea Central)" userId="e4577f1c-a0ea-4eef-9851-9bdbe8619e58" providerId="ADAL" clId="{298CC335-43E8-497A-92EF-F6294183AD0B}" dt="2025-09-15T11:19:48.033" v="786" actId="478"/>
          <ac:spMkLst>
            <pc:docMk/>
            <pc:sldMk cId="3254095160" sldId="2740"/>
            <ac:spMk id="37" creationId="{D76ED536-67B7-DA71-8452-CDF066A9827C}"/>
          </ac:spMkLst>
        </pc:spChg>
        <pc:spChg chg="del">
          <ac:chgData name="Adam Brown (Astrea Central)" userId="e4577f1c-a0ea-4eef-9851-9bdbe8619e58" providerId="ADAL" clId="{298CC335-43E8-497A-92EF-F6294183AD0B}" dt="2025-09-15T11:19:50.344" v="788" actId="478"/>
          <ac:spMkLst>
            <pc:docMk/>
            <pc:sldMk cId="3254095160" sldId="2740"/>
            <ac:spMk id="47" creationId="{E12A5B08-85AF-E429-97BB-E6BD92EFA5F0}"/>
          </ac:spMkLst>
        </pc:spChg>
        <pc:spChg chg="del">
          <ac:chgData name="Adam Brown (Astrea Central)" userId="e4577f1c-a0ea-4eef-9851-9bdbe8619e58" providerId="ADAL" clId="{298CC335-43E8-497A-92EF-F6294183AD0B}" dt="2025-09-15T11:19:53.567" v="789" actId="478"/>
          <ac:spMkLst>
            <pc:docMk/>
            <pc:sldMk cId="3254095160" sldId="2740"/>
            <ac:spMk id="48" creationId="{A5FA164C-E6A7-7925-93E2-8BD3D771916D}"/>
          </ac:spMkLst>
        </pc:spChg>
      </pc:sldChg>
      <pc:sldChg chg="delSp mod">
        <pc:chgData name="Adam Brown (Astrea Central)" userId="e4577f1c-a0ea-4eef-9851-9bdbe8619e58" providerId="ADAL" clId="{298CC335-43E8-497A-92EF-F6294183AD0B}" dt="2025-09-15T11:20:07.143" v="793" actId="478"/>
        <pc:sldMkLst>
          <pc:docMk/>
          <pc:sldMk cId="325519433" sldId="2741"/>
        </pc:sldMkLst>
        <pc:spChg chg="del">
          <ac:chgData name="Adam Brown (Astrea Central)" userId="e4577f1c-a0ea-4eef-9851-9bdbe8619e58" providerId="ADAL" clId="{298CC335-43E8-497A-92EF-F6294183AD0B}" dt="2025-09-15T11:19:59.253" v="790" actId="478"/>
          <ac:spMkLst>
            <pc:docMk/>
            <pc:sldMk cId="325519433" sldId="2741"/>
            <ac:spMk id="8" creationId="{1CB9B5E3-BA59-6C14-9F6A-DA81CA9251DE}"/>
          </ac:spMkLst>
        </pc:spChg>
        <pc:spChg chg="del">
          <ac:chgData name="Adam Brown (Astrea Central)" userId="e4577f1c-a0ea-4eef-9851-9bdbe8619e58" providerId="ADAL" clId="{298CC335-43E8-497A-92EF-F6294183AD0B}" dt="2025-09-15T11:19:59.253" v="790" actId="478"/>
          <ac:spMkLst>
            <pc:docMk/>
            <pc:sldMk cId="325519433" sldId="2741"/>
            <ac:spMk id="9" creationId="{9880598E-AD80-B558-8C07-084B9829C4D8}"/>
          </ac:spMkLst>
        </pc:spChg>
        <pc:spChg chg="del">
          <ac:chgData name="Adam Brown (Astrea Central)" userId="e4577f1c-a0ea-4eef-9851-9bdbe8619e58" providerId="ADAL" clId="{298CC335-43E8-497A-92EF-F6294183AD0B}" dt="2025-09-15T11:19:59.253" v="790" actId="478"/>
          <ac:spMkLst>
            <pc:docMk/>
            <pc:sldMk cId="325519433" sldId="2741"/>
            <ac:spMk id="10" creationId="{43570BAA-3786-1431-7197-83603F64848D}"/>
          </ac:spMkLst>
        </pc:spChg>
        <pc:spChg chg="del">
          <ac:chgData name="Adam Brown (Astrea Central)" userId="e4577f1c-a0ea-4eef-9851-9bdbe8619e58" providerId="ADAL" clId="{298CC335-43E8-497A-92EF-F6294183AD0B}" dt="2025-09-15T11:20:01.849" v="791" actId="478"/>
          <ac:spMkLst>
            <pc:docMk/>
            <pc:sldMk cId="325519433" sldId="2741"/>
            <ac:spMk id="11" creationId="{A7A5AFF6-A928-5019-0EB4-6B689DAE3E59}"/>
          </ac:spMkLst>
        </pc:spChg>
        <pc:spChg chg="del">
          <ac:chgData name="Adam Brown (Astrea Central)" userId="e4577f1c-a0ea-4eef-9851-9bdbe8619e58" providerId="ADAL" clId="{298CC335-43E8-497A-92EF-F6294183AD0B}" dt="2025-09-15T11:20:01.849" v="791" actId="478"/>
          <ac:spMkLst>
            <pc:docMk/>
            <pc:sldMk cId="325519433" sldId="2741"/>
            <ac:spMk id="12" creationId="{F66445A6-E8F1-7444-92E1-B8BE2EE7FBCF}"/>
          </ac:spMkLst>
        </pc:spChg>
        <pc:spChg chg="del">
          <ac:chgData name="Adam Brown (Astrea Central)" userId="e4577f1c-a0ea-4eef-9851-9bdbe8619e58" providerId="ADAL" clId="{298CC335-43E8-497A-92EF-F6294183AD0B}" dt="2025-09-15T11:20:01.849" v="791" actId="478"/>
          <ac:spMkLst>
            <pc:docMk/>
            <pc:sldMk cId="325519433" sldId="2741"/>
            <ac:spMk id="13" creationId="{26FB59F0-7957-2653-09CA-EF6EC49099A4}"/>
          </ac:spMkLst>
        </pc:spChg>
        <pc:spChg chg="del">
          <ac:chgData name="Adam Brown (Astrea Central)" userId="e4577f1c-a0ea-4eef-9851-9bdbe8619e58" providerId="ADAL" clId="{298CC335-43E8-497A-92EF-F6294183AD0B}" dt="2025-09-15T11:20:01.849" v="791" actId="478"/>
          <ac:spMkLst>
            <pc:docMk/>
            <pc:sldMk cId="325519433" sldId="2741"/>
            <ac:spMk id="14" creationId="{BBD144D2-0475-3284-EE31-3870A658E9D6}"/>
          </ac:spMkLst>
        </pc:spChg>
        <pc:spChg chg="del">
          <ac:chgData name="Adam Brown (Astrea Central)" userId="e4577f1c-a0ea-4eef-9851-9bdbe8619e58" providerId="ADAL" clId="{298CC335-43E8-497A-92EF-F6294183AD0B}" dt="2025-09-15T11:20:01.849" v="791" actId="478"/>
          <ac:spMkLst>
            <pc:docMk/>
            <pc:sldMk cId="325519433" sldId="2741"/>
            <ac:spMk id="15" creationId="{0E760AD2-F31F-0974-DDD1-8C382D29EBF0}"/>
          </ac:spMkLst>
        </pc:spChg>
        <pc:spChg chg="del">
          <ac:chgData name="Adam Brown (Astrea Central)" userId="e4577f1c-a0ea-4eef-9851-9bdbe8619e58" providerId="ADAL" clId="{298CC335-43E8-497A-92EF-F6294183AD0B}" dt="2025-09-15T11:20:05.979" v="792" actId="478"/>
          <ac:spMkLst>
            <pc:docMk/>
            <pc:sldMk cId="325519433" sldId="2741"/>
            <ac:spMk id="16" creationId="{87465A4F-4116-8290-5811-78E25B7AE2B8}"/>
          </ac:spMkLst>
        </pc:spChg>
        <pc:spChg chg="del">
          <ac:chgData name="Adam Brown (Astrea Central)" userId="e4577f1c-a0ea-4eef-9851-9bdbe8619e58" providerId="ADAL" clId="{298CC335-43E8-497A-92EF-F6294183AD0B}" dt="2025-09-15T11:20:07.143" v="793" actId="478"/>
          <ac:spMkLst>
            <pc:docMk/>
            <pc:sldMk cId="325519433" sldId="2741"/>
            <ac:spMk id="17" creationId="{A6AA10A4-901C-A7A2-CDA0-59A673C663BC}"/>
          </ac:spMkLst>
        </pc:spChg>
        <pc:spChg chg="del">
          <ac:chgData name="Adam Brown (Astrea Central)" userId="e4577f1c-a0ea-4eef-9851-9bdbe8619e58" providerId="ADAL" clId="{298CC335-43E8-497A-92EF-F6294183AD0B}" dt="2025-09-15T11:20:05.979" v="792" actId="478"/>
          <ac:spMkLst>
            <pc:docMk/>
            <pc:sldMk cId="325519433" sldId="2741"/>
            <ac:spMk id="18" creationId="{9319D3C9-1E3B-CBC4-73C3-91BCEE77CC07}"/>
          </ac:spMkLst>
        </pc:spChg>
        <pc:spChg chg="del">
          <ac:chgData name="Adam Brown (Astrea Central)" userId="e4577f1c-a0ea-4eef-9851-9bdbe8619e58" providerId="ADAL" clId="{298CC335-43E8-497A-92EF-F6294183AD0B}" dt="2025-09-15T11:20:05.979" v="792" actId="478"/>
          <ac:spMkLst>
            <pc:docMk/>
            <pc:sldMk cId="325519433" sldId="2741"/>
            <ac:spMk id="19" creationId="{4ADE29C8-6C96-69A1-209B-B50A5D0E28E9}"/>
          </ac:spMkLst>
        </pc:spChg>
        <pc:spChg chg="del">
          <ac:chgData name="Adam Brown (Astrea Central)" userId="e4577f1c-a0ea-4eef-9851-9bdbe8619e58" providerId="ADAL" clId="{298CC335-43E8-497A-92EF-F6294183AD0B}" dt="2025-09-15T11:20:05.979" v="792" actId="478"/>
          <ac:spMkLst>
            <pc:docMk/>
            <pc:sldMk cId="325519433" sldId="2741"/>
            <ac:spMk id="20" creationId="{A06F079E-A6C3-9344-6EE0-A7EAFAFC85D9}"/>
          </ac:spMkLst>
        </pc:spChg>
        <pc:spChg chg="del">
          <ac:chgData name="Adam Brown (Astrea Central)" userId="e4577f1c-a0ea-4eef-9851-9bdbe8619e58" providerId="ADAL" clId="{298CC335-43E8-497A-92EF-F6294183AD0B}" dt="2025-09-15T11:19:59.253" v="790" actId="478"/>
          <ac:spMkLst>
            <pc:docMk/>
            <pc:sldMk cId="325519433" sldId="2741"/>
            <ac:spMk id="21" creationId="{762C63CB-B712-C74F-DBFD-520FE86011D1}"/>
          </ac:spMkLst>
        </pc:spChg>
        <pc:spChg chg="del">
          <ac:chgData name="Adam Brown (Astrea Central)" userId="e4577f1c-a0ea-4eef-9851-9bdbe8619e58" providerId="ADAL" clId="{298CC335-43E8-497A-92EF-F6294183AD0B}" dt="2025-09-15T11:20:01.849" v="791" actId="478"/>
          <ac:spMkLst>
            <pc:docMk/>
            <pc:sldMk cId="325519433" sldId="2741"/>
            <ac:spMk id="22" creationId="{70F4DAAD-D7FC-6D0B-B91C-52A880FB20E5}"/>
          </ac:spMkLst>
        </pc:spChg>
        <pc:spChg chg="del">
          <ac:chgData name="Adam Brown (Astrea Central)" userId="e4577f1c-a0ea-4eef-9851-9bdbe8619e58" providerId="ADAL" clId="{298CC335-43E8-497A-92EF-F6294183AD0B}" dt="2025-09-15T11:20:05.979" v="792" actId="478"/>
          <ac:spMkLst>
            <pc:docMk/>
            <pc:sldMk cId="325519433" sldId="2741"/>
            <ac:spMk id="26" creationId="{16630E2E-D59D-54CA-FFEF-1B1274C8332F}"/>
          </ac:spMkLst>
        </pc:spChg>
      </pc:sldChg>
      <pc:sldChg chg="delSp mod">
        <pc:chgData name="Adam Brown (Astrea Central)" userId="e4577f1c-a0ea-4eef-9851-9bdbe8619e58" providerId="ADAL" clId="{298CC335-43E8-497A-92EF-F6294183AD0B}" dt="2025-09-15T11:20:31.639" v="798" actId="478"/>
        <pc:sldMkLst>
          <pc:docMk/>
          <pc:sldMk cId="1850562953" sldId="2742"/>
        </pc:sldMkLst>
        <pc:spChg chg="del">
          <ac:chgData name="Adam Brown (Astrea Central)" userId="e4577f1c-a0ea-4eef-9851-9bdbe8619e58" providerId="ADAL" clId="{298CC335-43E8-497A-92EF-F6294183AD0B}" dt="2025-09-15T11:20:16.527" v="794" actId="478"/>
          <ac:spMkLst>
            <pc:docMk/>
            <pc:sldMk cId="1850562953" sldId="2742"/>
            <ac:spMk id="3" creationId="{7260701E-826C-D9F4-8053-6B0B2840D989}"/>
          </ac:spMkLst>
        </pc:spChg>
        <pc:spChg chg="del">
          <ac:chgData name="Adam Brown (Astrea Central)" userId="e4577f1c-a0ea-4eef-9851-9bdbe8619e58" providerId="ADAL" clId="{298CC335-43E8-497A-92EF-F6294183AD0B}" dt="2025-09-15T11:20:16.527" v="794" actId="478"/>
          <ac:spMkLst>
            <pc:docMk/>
            <pc:sldMk cId="1850562953" sldId="2742"/>
            <ac:spMk id="4" creationId="{35DE28A5-7280-1AE6-AB28-D8AEE294FDF7}"/>
          </ac:spMkLst>
        </pc:spChg>
        <pc:spChg chg="del">
          <ac:chgData name="Adam Brown (Astrea Central)" userId="e4577f1c-a0ea-4eef-9851-9bdbe8619e58" providerId="ADAL" clId="{298CC335-43E8-497A-92EF-F6294183AD0B}" dt="2025-09-15T11:20:16.527" v="794" actId="478"/>
          <ac:spMkLst>
            <pc:docMk/>
            <pc:sldMk cId="1850562953" sldId="2742"/>
            <ac:spMk id="5" creationId="{6B9EDFEB-E978-DB5C-C8D8-D2DFBFB80FDF}"/>
          </ac:spMkLst>
        </pc:spChg>
        <pc:spChg chg="del">
          <ac:chgData name="Adam Brown (Astrea Central)" userId="e4577f1c-a0ea-4eef-9851-9bdbe8619e58" providerId="ADAL" clId="{298CC335-43E8-497A-92EF-F6294183AD0B}" dt="2025-09-15T11:20:16.527" v="794" actId="478"/>
          <ac:spMkLst>
            <pc:docMk/>
            <pc:sldMk cId="1850562953" sldId="2742"/>
            <ac:spMk id="6" creationId="{1E9B8F77-3AB7-EC16-8BA7-1D58BDAC5D86}"/>
          </ac:spMkLst>
        </pc:spChg>
        <pc:spChg chg="del">
          <ac:chgData name="Adam Brown (Astrea Central)" userId="e4577f1c-a0ea-4eef-9851-9bdbe8619e58" providerId="ADAL" clId="{298CC335-43E8-497A-92EF-F6294183AD0B}" dt="2025-09-15T11:20:16.527" v="794" actId="478"/>
          <ac:spMkLst>
            <pc:docMk/>
            <pc:sldMk cId="1850562953" sldId="2742"/>
            <ac:spMk id="7" creationId="{9A411445-93B9-0CEA-EE25-9EBCF31F1746}"/>
          </ac:spMkLst>
        </pc:spChg>
        <pc:spChg chg="del">
          <ac:chgData name="Adam Brown (Astrea Central)" userId="e4577f1c-a0ea-4eef-9851-9bdbe8619e58" providerId="ADAL" clId="{298CC335-43E8-497A-92EF-F6294183AD0B}" dt="2025-09-15T11:20:16.527" v="794" actId="478"/>
          <ac:spMkLst>
            <pc:docMk/>
            <pc:sldMk cId="1850562953" sldId="2742"/>
            <ac:spMk id="11" creationId="{50BEDA07-6CFF-42D3-C4FB-158767A3DB02}"/>
          </ac:spMkLst>
        </pc:spChg>
        <pc:spChg chg="del">
          <ac:chgData name="Adam Brown (Astrea Central)" userId="e4577f1c-a0ea-4eef-9851-9bdbe8619e58" providerId="ADAL" clId="{298CC335-43E8-497A-92EF-F6294183AD0B}" dt="2025-09-15T11:20:22.753" v="795" actId="478"/>
          <ac:spMkLst>
            <pc:docMk/>
            <pc:sldMk cId="1850562953" sldId="2742"/>
            <ac:spMk id="12" creationId="{D62258E0-3FAE-E887-E9F7-1AC44D870BD4}"/>
          </ac:spMkLst>
        </pc:spChg>
        <pc:spChg chg="del">
          <ac:chgData name="Adam Brown (Astrea Central)" userId="e4577f1c-a0ea-4eef-9851-9bdbe8619e58" providerId="ADAL" clId="{298CC335-43E8-497A-92EF-F6294183AD0B}" dt="2025-09-15T11:20:16.527" v="794" actId="478"/>
          <ac:spMkLst>
            <pc:docMk/>
            <pc:sldMk cId="1850562953" sldId="2742"/>
            <ac:spMk id="15" creationId="{F58F3F7A-66B5-601B-A064-78AB9B3838DF}"/>
          </ac:spMkLst>
        </pc:spChg>
        <pc:spChg chg="del">
          <ac:chgData name="Adam Brown (Astrea Central)" userId="e4577f1c-a0ea-4eef-9851-9bdbe8619e58" providerId="ADAL" clId="{298CC335-43E8-497A-92EF-F6294183AD0B}" dt="2025-09-15T11:20:16.527" v="794" actId="478"/>
          <ac:spMkLst>
            <pc:docMk/>
            <pc:sldMk cId="1850562953" sldId="2742"/>
            <ac:spMk id="16" creationId="{064D5CCD-E5D5-2722-7830-3CA5A5CE82DF}"/>
          </ac:spMkLst>
        </pc:spChg>
        <pc:spChg chg="del">
          <ac:chgData name="Adam Brown (Astrea Central)" userId="e4577f1c-a0ea-4eef-9851-9bdbe8619e58" providerId="ADAL" clId="{298CC335-43E8-497A-92EF-F6294183AD0B}" dt="2025-09-15T11:20:26.552" v="796" actId="478"/>
          <ac:spMkLst>
            <pc:docMk/>
            <pc:sldMk cId="1850562953" sldId="2742"/>
            <ac:spMk id="26" creationId="{084C5797-DA9F-92F6-6329-12719E55A2AA}"/>
          </ac:spMkLst>
        </pc:spChg>
        <pc:spChg chg="del">
          <ac:chgData name="Adam Brown (Astrea Central)" userId="e4577f1c-a0ea-4eef-9851-9bdbe8619e58" providerId="ADAL" clId="{298CC335-43E8-497A-92EF-F6294183AD0B}" dt="2025-09-15T11:20:28.064" v="797" actId="478"/>
          <ac:spMkLst>
            <pc:docMk/>
            <pc:sldMk cId="1850562953" sldId="2742"/>
            <ac:spMk id="34" creationId="{C08C2BAD-CD7E-8086-291D-4EA25BCA2C16}"/>
          </ac:spMkLst>
        </pc:spChg>
        <pc:spChg chg="del">
          <ac:chgData name="Adam Brown (Astrea Central)" userId="e4577f1c-a0ea-4eef-9851-9bdbe8619e58" providerId="ADAL" clId="{298CC335-43E8-497A-92EF-F6294183AD0B}" dt="2025-09-15T11:20:26.552" v="796" actId="478"/>
          <ac:spMkLst>
            <pc:docMk/>
            <pc:sldMk cId="1850562953" sldId="2742"/>
            <ac:spMk id="35" creationId="{1ABCE4F8-3B7F-217A-C4BF-450939A6EFBF}"/>
          </ac:spMkLst>
        </pc:spChg>
        <pc:spChg chg="del">
          <ac:chgData name="Adam Brown (Astrea Central)" userId="e4577f1c-a0ea-4eef-9851-9bdbe8619e58" providerId="ADAL" clId="{298CC335-43E8-497A-92EF-F6294183AD0B}" dt="2025-09-15T11:20:26.552" v="796" actId="478"/>
          <ac:spMkLst>
            <pc:docMk/>
            <pc:sldMk cId="1850562953" sldId="2742"/>
            <ac:spMk id="36" creationId="{7EB65EF4-DFB3-3B69-C99F-784558A11BEE}"/>
          </ac:spMkLst>
        </pc:spChg>
        <pc:spChg chg="del">
          <ac:chgData name="Adam Brown (Astrea Central)" userId="e4577f1c-a0ea-4eef-9851-9bdbe8619e58" providerId="ADAL" clId="{298CC335-43E8-497A-92EF-F6294183AD0B}" dt="2025-09-15T11:20:26.552" v="796" actId="478"/>
          <ac:spMkLst>
            <pc:docMk/>
            <pc:sldMk cId="1850562953" sldId="2742"/>
            <ac:spMk id="37" creationId="{B17B479F-E9AC-52AB-3F4F-B94236FD7442}"/>
          </ac:spMkLst>
        </pc:spChg>
        <pc:spChg chg="del">
          <ac:chgData name="Adam Brown (Astrea Central)" userId="e4577f1c-a0ea-4eef-9851-9bdbe8619e58" providerId="ADAL" clId="{298CC335-43E8-497A-92EF-F6294183AD0B}" dt="2025-09-15T11:20:26.552" v="796" actId="478"/>
          <ac:spMkLst>
            <pc:docMk/>
            <pc:sldMk cId="1850562953" sldId="2742"/>
            <ac:spMk id="38" creationId="{9D8CCE82-CC60-F7EF-E0AC-9AC500A148FB}"/>
          </ac:spMkLst>
        </pc:spChg>
        <pc:spChg chg="del">
          <ac:chgData name="Adam Brown (Astrea Central)" userId="e4577f1c-a0ea-4eef-9851-9bdbe8619e58" providerId="ADAL" clId="{298CC335-43E8-497A-92EF-F6294183AD0B}" dt="2025-09-15T11:20:26.552" v="796" actId="478"/>
          <ac:spMkLst>
            <pc:docMk/>
            <pc:sldMk cId="1850562953" sldId="2742"/>
            <ac:spMk id="39" creationId="{1C01F901-87A1-A0C5-889D-8181EA2958D3}"/>
          </ac:spMkLst>
        </pc:spChg>
        <pc:spChg chg="del">
          <ac:chgData name="Adam Brown (Astrea Central)" userId="e4577f1c-a0ea-4eef-9851-9bdbe8619e58" providerId="ADAL" clId="{298CC335-43E8-497A-92EF-F6294183AD0B}" dt="2025-09-15T11:20:26.552" v="796" actId="478"/>
          <ac:spMkLst>
            <pc:docMk/>
            <pc:sldMk cId="1850562953" sldId="2742"/>
            <ac:spMk id="40" creationId="{C929F662-C08A-5FD5-A541-E3CD693BD94D}"/>
          </ac:spMkLst>
        </pc:spChg>
        <pc:spChg chg="del">
          <ac:chgData name="Adam Brown (Astrea Central)" userId="e4577f1c-a0ea-4eef-9851-9bdbe8619e58" providerId="ADAL" clId="{298CC335-43E8-497A-92EF-F6294183AD0B}" dt="2025-09-15T11:20:26.552" v="796" actId="478"/>
          <ac:spMkLst>
            <pc:docMk/>
            <pc:sldMk cId="1850562953" sldId="2742"/>
            <ac:spMk id="41" creationId="{CBC39A48-FD74-D6F6-D6F5-93397B7FB83D}"/>
          </ac:spMkLst>
        </pc:spChg>
        <pc:spChg chg="del">
          <ac:chgData name="Adam Brown (Astrea Central)" userId="e4577f1c-a0ea-4eef-9851-9bdbe8619e58" providerId="ADAL" clId="{298CC335-43E8-497A-92EF-F6294183AD0B}" dt="2025-09-15T11:20:31.639" v="798" actId="478"/>
          <ac:spMkLst>
            <pc:docMk/>
            <pc:sldMk cId="1850562953" sldId="2742"/>
            <ac:spMk id="42" creationId="{E4596A83-05B0-3835-3B28-02D3999A89C7}"/>
          </ac:spMkLst>
        </pc:spChg>
        <pc:spChg chg="del">
          <ac:chgData name="Adam Brown (Astrea Central)" userId="e4577f1c-a0ea-4eef-9851-9bdbe8619e58" providerId="ADAL" clId="{298CC335-43E8-497A-92EF-F6294183AD0B}" dt="2025-09-15T11:20:31.639" v="798" actId="478"/>
          <ac:spMkLst>
            <pc:docMk/>
            <pc:sldMk cId="1850562953" sldId="2742"/>
            <ac:spMk id="43" creationId="{131974E6-0ACA-E4F6-B789-C121280D2047}"/>
          </ac:spMkLst>
        </pc:spChg>
        <pc:spChg chg="del">
          <ac:chgData name="Adam Brown (Astrea Central)" userId="e4577f1c-a0ea-4eef-9851-9bdbe8619e58" providerId="ADAL" clId="{298CC335-43E8-497A-92EF-F6294183AD0B}" dt="2025-09-15T11:20:31.639" v="798" actId="478"/>
          <ac:spMkLst>
            <pc:docMk/>
            <pc:sldMk cId="1850562953" sldId="2742"/>
            <ac:spMk id="44" creationId="{24189F93-0C56-B1FF-F09B-6E5DFB12E08D}"/>
          </ac:spMkLst>
        </pc:spChg>
        <pc:spChg chg="del">
          <ac:chgData name="Adam Brown (Astrea Central)" userId="e4577f1c-a0ea-4eef-9851-9bdbe8619e58" providerId="ADAL" clId="{298CC335-43E8-497A-92EF-F6294183AD0B}" dt="2025-09-15T11:20:31.639" v="798" actId="478"/>
          <ac:spMkLst>
            <pc:docMk/>
            <pc:sldMk cId="1850562953" sldId="2742"/>
            <ac:spMk id="46" creationId="{742248E5-6C73-C574-6985-5B354D97D727}"/>
          </ac:spMkLst>
        </pc:spChg>
        <pc:spChg chg="del">
          <ac:chgData name="Adam Brown (Astrea Central)" userId="e4577f1c-a0ea-4eef-9851-9bdbe8619e58" providerId="ADAL" clId="{298CC335-43E8-497A-92EF-F6294183AD0B}" dt="2025-09-15T11:20:31.639" v="798" actId="478"/>
          <ac:spMkLst>
            <pc:docMk/>
            <pc:sldMk cId="1850562953" sldId="2742"/>
            <ac:spMk id="47" creationId="{A3DE5B6B-A44F-CB97-625F-1466A4CA79BD}"/>
          </ac:spMkLst>
        </pc:spChg>
        <pc:spChg chg="del">
          <ac:chgData name="Adam Brown (Astrea Central)" userId="e4577f1c-a0ea-4eef-9851-9bdbe8619e58" providerId="ADAL" clId="{298CC335-43E8-497A-92EF-F6294183AD0B}" dt="2025-09-15T11:20:31.639" v="798" actId="478"/>
          <ac:spMkLst>
            <pc:docMk/>
            <pc:sldMk cId="1850562953" sldId="2742"/>
            <ac:spMk id="48" creationId="{C2DCC350-2D5B-6E6A-A2A4-4C9B8E197892}"/>
          </ac:spMkLst>
        </pc:spChg>
        <pc:spChg chg="del">
          <ac:chgData name="Adam Brown (Astrea Central)" userId="e4577f1c-a0ea-4eef-9851-9bdbe8619e58" providerId="ADAL" clId="{298CC335-43E8-497A-92EF-F6294183AD0B}" dt="2025-09-15T11:20:31.639" v="798" actId="478"/>
          <ac:spMkLst>
            <pc:docMk/>
            <pc:sldMk cId="1850562953" sldId="2742"/>
            <ac:spMk id="50" creationId="{E90C1DE5-9608-3156-265A-18A085587D06}"/>
          </ac:spMkLst>
        </pc:spChg>
        <pc:spChg chg="del">
          <ac:chgData name="Adam Brown (Astrea Central)" userId="e4577f1c-a0ea-4eef-9851-9bdbe8619e58" providerId="ADAL" clId="{298CC335-43E8-497A-92EF-F6294183AD0B}" dt="2025-09-15T11:20:31.639" v="798" actId="478"/>
          <ac:spMkLst>
            <pc:docMk/>
            <pc:sldMk cId="1850562953" sldId="2742"/>
            <ac:spMk id="51" creationId="{FAA776B3-F0DF-798F-549C-4AC42D77B49F}"/>
          </ac:spMkLst>
        </pc:spChg>
        <pc:spChg chg="del">
          <ac:chgData name="Adam Brown (Astrea Central)" userId="e4577f1c-a0ea-4eef-9851-9bdbe8619e58" providerId="ADAL" clId="{298CC335-43E8-497A-92EF-F6294183AD0B}" dt="2025-09-15T11:20:31.639" v="798" actId="478"/>
          <ac:spMkLst>
            <pc:docMk/>
            <pc:sldMk cId="1850562953" sldId="2742"/>
            <ac:spMk id="52" creationId="{577C4050-0F3F-3C39-D133-A46A9FDB5B4A}"/>
          </ac:spMkLst>
        </pc:spChg>
        <pc:spChg chg="del">
          <ac:chgData name="Adam Brown (Astrea Central)" userId="e4577f1c-a0ea-4eef-9851-9bdbe8619e58" providerId="ADAL" clId="{298CC335-43E8-497A-92EF-F6294183AD0B}" dt="2025-09-15T11:20:16.527" v="794" actId="478"/>
          <ac:spMkLst>
            <pc:docMk/>
            <pc:sldMk cId="1850562953" sldId="2742"/>
            <ac:spMk id="53" creationId="{1597CABB-3661-B693-D6F7-D95E7EA087FE}"/>
          </ac:spMkLst>
        </pc:spChg>
        <pc:spChg chg="del">
          <ac:chgData name="Adam Brown (Astrea Central)" userId="e4577f1c-a0ea-4eef-9851-9bdbe8619e58" providerId="ADAL" clId="{298CC335-43E8-497A-92EF-F6294183AD0B}" dt="2025-09-15T11:20:16.527" v="794" actId="478"/>
          <ac:spMkLst>
            <pc:docMk/>
            <pc:sldMk cId="1850562953" sldId="2742"/>
            <ac:spMk id="54" creationId="{4A1A3BC5-4D38-70D2-C1B9-A5B5F5765D4C}"/>
          </ac:spMkLst>
        </pc:spChg>
        <pc:spChg chg="del">
          <ac:chgData name="Adam Brown (Astrea Central)" userId="e4577f1c-a0ea-4eef-9851-9bdbe8619e58" providerId="ADAL" clId="{298CC335-43E8-497A-92EF-F6294183AD0B}" dt="2025-09-15T11:20:26.552" v="796" actId="478"/>
          <ac:spMkLst>
            <pc:docMk/>
            <pc:sldMk cId="1850562953" sldId="2742"/>
            <ac:spMk id="55" creationId="{6585B0F9-2A12-670F-E4C0-7323FDE9282B}"/>
          </ac:spMkLst>
        </pc:spChg>
        <pc:spChg chg="del">
          <ac:chgData name="Adam Brown (Astrea Central)" userId="e4577f1c-a0ea-4eef-9851-9bdbe8619e58" providerId="ADAL" clId="{298CC335-43E8-497A-92EF-F6294183AD0B}" dt="2025-09-15T11:20:26.552" v="796" actId="478"/>
          <ac:spMkLst>
            <pc:docMk/>
            <pc:sldMk cId="1850562953" sldId="2742"/>
            <ac:spMk id="56" creationId="{F81CF8FD-5E72-1775-9EDA-7DAE8C89DB12}"/>
          </ac:spMkLst>
        </pc:spChg>
        <pc:spChg chg="del">
          <ac:chgData name="Adam Brown (Astrea Central)" userId="e4577f1c-a0ea-4eef-9851-9bdbe8619e58" providerId="ADAL" clId="{298CC335-43E8-497A-92EF-F6294183AD0B}" dt="2025-09-15T11:20:31.639" v="798" actId="478"/>
          <ac:spMkLst>
            <pc:docMk/>
            <pc:sldMk cId="1850562953" sldId="2742"/>
            <ac:spMk id="57" creationId="{0D7B52BC-53BE-2854-6DEA-FC4965628758}"/>
          </ac:spMkLst>
        </pc:spChg>
      </pc:sldChg>
      <pc:sldChg chg="delSp mod">
        <pc:chgData name="Adam Brown (Astrea Central)" userId="e4577f1c-a0ea-4eef-9851-9bdbe8619e58" providerId="ADAL" clId="{298CC335-43E8-497A-92EF-F6294183AD0B}" dt="2025-09-15T11:20:52.595" v="804" actId="478"/>
        <pc:sldMkLst>
          <pc:docMk/>
          <pc:sldMk cId="508714497" sldId="2743"/>
        </pc:sldMkLst>
        <pc:spChg chg="del">
          <ac:chgData name="Adam Brown (Astrea Central)" userId="e4577f1c-a0ea-4eef-9851-9bdbe8619e58" providerId="ADAL" clId="{298CC335-43E8-497A-92EF-F6294183AD0B}" dt="2025-09-15T11:20:37.919" v="799" actId="478"/>
          <ac:spMkLst>
            <pc:docMk/>
            <pc:sldMk cId="508714497" sldId="2743"/>
            <ac:spMk id="2" creationId="{85435DCD-E6A6-3B48-4638-689D020E9E0D}"/>
          </ac:spMkLst>
        </pc:spChg>
        <pc:spChg chg="del">
          <ac:chgData name="Adam Brown (Astrea Central)" userId="e4577f1c-a0ea-4eef-9851-9bdbe8619e58" providerId="ADAL" clId="{298CC335-43E8-497A-92EF-F6294183AD0B}" dt="2025-09-15T11:20:37.919" v="799" actId="478"/>
          <ac:spMkLst>
            <pc:docMk/>
            <pc:sldMk cId="508714497" sldId="2743"/>
            <ac:spMk id="3" creationId="{ECDC76A3-FB05-787E-A9C4-D98B790A66F8}"/>
          </ac:spMkLst>
        </pc:spChg>
        <pc:spChg chg="del">
          <ac:chgData name="Adam Brown (Astrea Central)" userId="e4577f1c-a0ea-4eef-9851-9bdbe8619e58" providerId="ADAL" clId="{298CC335-43E8-497A-92EF-F6294183AD0B}" dt="2025-09-15T11:20:37.919" v="799" actId="478"/>
          <ac:spMkLst>
            <pc:docMk/>
            <pc:sldMk cId="508714497" sldId="2743"/>
            <ac:spMk id="4" creationId="{B42A501A-1227-D565-7810-E82C18523F32}"/>
          </ac:spMkLst>
        </pc:spChg>
        <pc:spChg chg="del">
          <ac:chgData name="Adam Brown (Astrea Central)" userId="e4577f1c-a0ea-4eef-9851-9bdbe8619e58" providerId="ADAL" clId="{298CC335-43E8-497A-92EF-F6294183AD0B}" dt="2025-09-15T11:20:37.919" v="799" actId="478"/>
          <ac:spMkLst>
            <pc:docMk/>
            <pc:sldMk cId="508714497" sldId="2743"/>
            <ac:spMk id="5" creationId="{B8E3EAC2-0C6B-5FF5-1CC2-DF8E9845BD8A}"/>
          </ac:spMkLst>
        </pc:spChg>
        <pc:spChg chg="del">
          <ac:chgData name="Adam Brown (Astrea Central)" userId="e4577f1c-a0ea-4eef-9851-9bdbe8619e58" providerId="ADAL" clId="{298CC335-43E8-497A-92EF-F6294183AD0B}" dt="2025-09-15T11:20:37.919" v="799" actId="478"/>
          <ac:spMkLst>
            <pc:docMk/>
            <pc:sldMk cId="508714497" sldId="2743"/>
            <ac:spMk id="6" creationId="{92772F39-6C47-2E3D-8EF7-0BEB30EF610E}"/>
          </ac:spMkLst>
        </pc:spChg>
        <pc:spChg chg="del">
          <ac:chgData name="Adam Brown (Astrea Central)" userId="e4577f1c-a0ea-4eef-9851-9bdbe8619e58" providerId="ADAL" clId="{298CC335-43E8-497A-92EF-F6294183AD0B}" dt="2025-09-15T11:20:37.919" v="799" actId="478"/>
          <ac:spMkLst>
            <pc:docMk/>
            <pc:sldMk cId="508714497" sldId="2743"/>
            <ac:spMk id="8" creationId="{0510EE51-F169-FA9E-AE0F-8460C07F400B}"/>
          </ac:spMkLst>
        </pc:spChg>
        <pc:spChg chg="del">
          <ac:chgData name="Adam Brown (Astrea Central)" userId="e4577f1c-a0ea-4eef-9851-9bdbe8619e58" providerId="ADAL" clId="{298CC335-43E8-497A-92EF-F6294183AD0B}" dt="2025-09-15T11:20:37.919" v="799" actId="478"/>
          <ac:spMkLst>
            <pc:docMk/>
            <pc:sldMk cId="508714497" sldId="2743"/>
            <ac:spMk id="11" creationId="{FFF3B2CF-AAE7-A43D-7DAD-A7567858F9A3}"/>
          </ac:spMkLst>
        </pc:spChg>
        <pc:spChg chg="del">
          <ac:chgData name="Adam Brown (Astrea Central)" userId="e4577f1c-a0ea-4eef-9851-9bdbe8619e58" providerId="ADAL" clId="{298CC335-43E8-497A-92EF-F6294183AD0B}" dt="2025-09-15T11:20:37.919" v="799" actId="478"/>
          <ac:spMkLst>
            <pc:docMk/>
            <pc:sldMk cId="508714497" sldId="2743"/>
            <ac:spMk id="12" creationId="{87D18072-B53B-37EF-3E84-25FD8993AA01}"/>
          </ac:spMkLst>
        </pc:spChg>
        <pc:spChg chg="del">
          <ac:chgData name="Adam Brown (Astrea Central)" userId="e4577f1c-a0ea-4eef-9851-9bdbe8619e58" providerId="ADAL" clId="{298CC335-43E8-497A-92EF-F6294183AD0B}" dt="2025-09-15T11:20:37.919" v="799" actId="478"/>
          <ac:spMkLst>
            <pc:docMk/>
            <pc:sldMk cId="508714497" sldId="2743"/>
            <ac:spMk id="14" creationId="{00E76EEE-0EE2-17B4-D882-218FC40592DC}"/>
          </ac:spMkLst>
        </pc:spChg>
        <pc:spChg chg="del">
          <ac:chgData name="Adam Brown (Astrea Central)" userId="e4577f1c-a0ea-4eef-9851-9bdbe8619e58" providerId="ADAL" clId="{298CC335-43E8-497A-92EF-F6294183AD0B}" dt="2025-09-15T11:20:41.673" v="800" actId="478"/>
          <ac:spMkLst>
            <pc:docMk/>
            <pc:sldMk cId="508714497" sldId="2743"/>
            <ac:spMk id="15" creationId="{8054EC6D-F90F-348D-356D-3C17AD3F5189}"/>
          </ac:spMkLst>
        </pc:spChg>
        <pc:spChg chg="del">
          <ac:chgData name="Adam Brown (Astrea Central)" userId="e4577f1c-a0ea-4eef-9851-9bdbe8619e58" providerId="ADAL" clId="{298CC335-43E8-497A-92EF-F6294183AD0B}" dt="2025-09-15T11:20:41.673" v="800" actId="478"/>
          <ac:spMkLst>
            <pc:docMk/>
            <pc:sldMk cId="508714497" sldId="2743"/>
            <ac:spMk id="16" creationId="{7311BD6B-531C-A4BB-E22F-BB4DC683CBF3}"/>
          </ac:spMkLst>
        </pc:spChg>
        <pc:spChg chg="del">
          <ac:chgData name="Adam Brown (Astrea Central)" userId="e4577f1c-a0ea-4eef-9851-9bdbe8619e58" providerId="ADAL" clId="{298CC335-43E8-497A-92EF-F6294183AD0B}" dt="2025-09-15T11:20:41.673" v="800" actId="478"/>
          <ac:spMkLst>
            <pc:docMk/>
            <pc:sldMk cId="508714497" sldId="2743"/>
            <ac:spMk id="26" creationId="{0D6381C9-8C52-DEFD-DD3C-1D7046DBD05D}"/>
          </ac:spMkLst>
        </pc:spChg>
        <pc:spChg chg="del">
          <ac:chgData name="Adam Brown (Astrea Central)" userId="e4577f1c-a0ea-4eef-9851-9bdbe8619e58" providerId="ADAL" clId="{298CC335-43E8-497A-92EF-F6294183AD0B}" dt="2025-09-15T11:20:41.673" v="800" actId="478"/>
          <ac:spMkLst>
            <pc:docMk/>
            <pc:sldMk cId="508714497" sldId="2743"/>
            <ac:spMk id="36" creationId="{888491CB-D22E-C234-9B4E-821373D14587}"/>
          </ac:spMkLst>
        </pc:spChg>
        <pc:spChg chg="del">
          <ac:chgData name="Adam Brown (Astrea Central)" userId="e4577f1c-a0ea-4eef-9851-9bdbe8619e58" providerId="ADAL" clId="{298CC335-43E8-497A-92EF-F6294183AD0B}" dt="2025-09-15T11:20:41.673" v="800" actId="478"/>
          <ac:spMkLst>
            <pc:docMk/>
            <pc:sldMk cId="508714497" sldId="2743"/>
            <ac:spMk id="37" creationId="{C19DEDAA-5168-6BC8-A5A4-25E43C7A9547}"/>
          </ac:spMkLst>
        </pc:spChg>
        <pc:spChg chg="del">
          <ac:chgData name="Adam Brown (Astrea Central)" userId="e4577f1c-a0ea-4eef-9851-9bdbe8619e58" providerId="ADAL" clId="{298CC335-43E8-497A-92EF-F6294183AD0B}" dt="2025-09-15T11:20:41.673" v="800" actId="478"/>
          <ac:spMkLst>
            <pc:docMk/>
            <pc:sldMk cId="508714497" sldId="2743"/>
            <ac:spMk id="38" creationId="{92847E77-FDFE-5CE1-4A8F-BD6B175B4464}"/>
          </ac:spMkLst>
        </pc:spChg>
        <pc:spChg chg="del">
          <ac:chgData name="Adam Brown (Astrea Central)" userId="e4577f1c-a0ea-4eef-9851-9bdbe8619e58" providerId="ADAL" clId="{298CC335-43E8-497A-92EF-F6294183AD0B}" dt="2025-09-15T11:20:41.673" v="800" actId="478"/>
          <ac:spMkLst>
            <pc:docMk/>
            <pc:sldMk cId="508714497" sldId="2743"/>
            <ac:spMk id="40" creationId="{A49BA66D-9780-9A24-7935-136132924896}"/>
          </ac:spMkLst>
        </pc:spChg>
        <pc:spChg chg="del">
          <ac:chgData name="Adam Brown (Astrea Central)" userId="e4577f1c-a0ea-4eef-9851-9bdbe8619e58" providerId="ADAL" clId="{298CC335-43E8-497A-92EF-F6294183AD0B}" dt="2025-09-15T11:20:41.673" v="800" actId="478"/>
          <ac:spMkLst>
            <pc:docMk/>
            <pc:sldMk cId="508714497" sldId="2743"/>
            <ac:spMk id="43" creationId="{0B9A530E-D6B1-955B-5CD7-0E80905F5241}"/>
          </ac:spMkLst>
        </pc:spChg>
        <pc:spChg chg="del">
          <ac:chgData name="Adam Brown (Astrea Central)" userId="e4577f1c-a0ea-4eef-9851-9bdbe8619e58" providerId="ADAL" clId="{298CC335-43E8-497A-92EF-F6294183AD0B}" dt="2025-09-15T11:20:46.642" v="801" actId="478"/>
          <ac:spMkLst>
            <pc:docMk/>
            <pc:sldMk cId="508714497" sldId="2743"/>
            <ac:spMk id="44" creationId="{BE567276-994C-26E2-D9C3-1095025FAB3A}"/>
          </ac:spMkLst>
        </pc:spChg>
        <pc:spChg chg="del">
          <ac:chgData name="Adam Brown (Astrea Central)" userId="e4577f1c-a0ea-4eef-9851-9bdbe8619e58" providerId="ADAL" clId="{298CC335-43E8-497A-92EF-F6294183AD0B}" dt="2025-09-15T11:20:46.642" v="801" actId="478"/>
          <ac:spMkLst>
            <pc:docMk/>
            <pc:sldMk cId="508714497" sldId="2743"/>
            <ac:spMk id="45" creationId="{C3E6FCB3-781B-8766-B56A-BFDE80682501}"/>
          </ac:spMkLst>
        </pc:spChg>
        <pc:spChg chg="del">
          <ac:chgData name="Adam Brown (Astrea Central)" userId="e4577f1c-a0ea-4eef-9851-9bdbe8619e58" providerId="ADAL" clId="{298CC335-43E8-497A-92EF-F6294183AD0B}" dt="2025-09-15T11:20:46.642" v="801" actId="478"/>
          <ac:spMkLst>
            <pc:docMk/>
            <pc:sldMk cId="508714497" sldId="2743"/>
            <ac:spMk id="46" creationId="{9113A013-923B-8814-4F93-D66807883397}"/>
          </ac:spMkLst>
        </pc:spChg>
        <pc:spChg chg="del">
          <ac:chgData name="Adam Brown (Astrea Central)" userId="e4577f1c-a0ea-4eef-9851-9bdbe8619e58" providerId="ADAL" clId="{298CC335-43E8-497A-92EF-F6294183AD0B}" dt="2025-09-15T11:20:46.642" v="801" actId="478"/>
          <ac:spMkLst>
            <pc:docMk/>
            <pc:sldMk cId="508714497" sldId="2743"/>
            <ac:spMk id="47" creationId="{A46A4FBC-59D3-316D-AE5B-9A7FE3BDEDAB}"/>
          </ac:spMkLst>
        </pc:spChg>
        <pc:spChg chg="del">
          <ac:chgData name="Adam Brown (Astrea Central)" userId="e4577f1c-a0ea-4eef-9851-9bdbe8619e58" providerId="ADAL" clId="{298CC335-43E8-497A-92EF-F6294183AD0B}" dt="2025-09-15T11:20:52.595" v="804" actId="478"/>
          <ac:spMkLst>
            <pc:docMk/>
            <pc:sldMk cId="508714497" sldId="2743"/>
            <ac:spMk id="48" creationId="{6FDC1102-2B51-709C-9EB2-1638F6574E8F}"/>
          </ac:spMkLst>
        </pc:spChg>
        <pc:spChg chg="del">
          <ac:chgData name="Adam Brown (Astrea Central)" userId="e4577f1c-a0ea-4eef-9851-9bdbe8619e58" providerId="ADAL" clId="{298CC335-43E8-497A-92EF-F6294183AD0B}" dt="2025-09-15T11:20:46.642" v="801" actId="478"/>
          <ac:spMkLst>
            <pc:docMk/>
            <pc:sldMk cId="508714497" sldId="2743"/>
            <ac:spMk id="49" creationId="{695F73E8-BAC7-79C0-FE76-18BFCB575C5B}"/>
          </ac:spMkLst>
        </pc:spChg>
        <pc:spChg chg="del">
          <ac:chgData name="Adam Brown (Astrea Central)" userId="e4577f1c-a0ea-4eef-9851-9bdbe8619e58" providerId="ADAL" clId="{298CC335-43E8-497A-92EF-F6294183AD0B}" dt="2025-09-15T11:20:46.642" v="801" actId="478"/>
          <ac:spMkLst>
            <pc:docMk/>
            <pc:sldMk cId="508714497" sldId="2743"/>
            <ac:spMk id="50" creationId="{95499BA1-1A5E-33CE-15BC-D89453978799}"/>
          </ac:spMkLst>
        </pc:spChg>
        <pc:spChg chg="del">
          <ac:chgData name="Adam Brown (Astrea Central)" userId="e4577f1c-a0ea-4eef-9851-9bdbe8619e58" providerId="ADAL" clId="{298CC335-43E8-497A-92EF-F6294183AD0B}" dt="2025-09-15T11:20:46.642" v="801" actId="478"/>
          <ac:spMkLst>
            <pc:docMk/>
            <pc:sldMk cId="508714497" sldId="2743"/>
            <ac:spMk id="51" creationId="{D54E2BE0-408B-96A3-956B-7AEAA8DE0653}"/>
          </ac:spMkLst>
        </pc:spChg>
        <pc:spChg chg="del">
          <ac:chgData name="Adam Brown (Astrea Central)" userId="e4577f1c-a0ea-4eef-9851-9bdbe8619e58" providerId="ADAL" clId="{298CC335-43E8-497A-92EF-F6294183AD0B}" dt="2025-09-15T11:20:46.642" v="801" actId="478"/>
          <ac:spMkLst>
            <pc:docMk/>
            <pc:sldMk cId="508714497" sldId="2743"/>
            <ac:spMk id="52" creationId="{270AB239-1255-123E-63F3-9BEA5A520033}"/>
          </ac:spMkLst>
        </pc:spChg>
        <pc:spChg chg="del">
          <ac:chgData name="Adam Brown (Astrea Central)" userId="e4577f1c-a0ea-4eef-9851-9bdbe8619e58" providerId="ADAL" clId="{298CC335-43E8-497A-92EF-F6294183AD0B}" dt="2025-09-15T11:20:50.975" v="803" actId="478"/>
          <ac:spMkLst>
            <pc:docMk/>
            <pc:sldMk cId="508714497" sldId="2743"/>
            <ac:spMk id="53" creationId="{6C8F2F74-8CA4-6183-981F-4014531D7360}"/>
          </ac:spMkLst>
        </pc:spChg>
        <pc:spChg chg="del">
          <ac:chgData name="Adam Brown (Astrea Central)" userId="e4577f1c-a0ea-4eef-9851-9bdbe8619e58" providerId="ADAL" clId="{298CC335-43E8-497A-92EF-F6294183AD0B}" dt="2025-09-15T11:20:49.641" v="802" actId="478"/>
          <ac:spMkLst>
            <pc:docMk/>
            <pc:sldMk cId="508714497" sldId="2743"/>
            <ac:spMk id="54" creationId="{FC328FDC-535B-9727-DC73-D5FF798DE8FF}"/>
          </ac:spMkLst>
        </pc:spChg>
        <pc:spChg chg="del">
          <ac:chgData name="Adam Brown (Astrea Central)" userId="e4577f1c-a0ea-4eef-9851-9bdbe8619e58" providerId="ADAL" clId="{298CC335-43E8-497A-92EF-F6294183AD0B}" dt="2025-09-15T11:20:46.642" v="801" actId="478"/>
          <ac:spMkLst>
            <pc:docMk/>
            <pc:sldMk cId="508714497" sldId="2743"/>
            <ac:spMk id="56" creationId="{B7DBAC7E-4D68-3538-C2FB-8BD233D40AED}"/>
          </ac:spMkLst>
        </pc:spChg>
        <pc:spChg chg="del">
          <ac:chgData name="Adam Brown (Astrea Central)" userId="e4577f1c-a0ea-4eef-9851-9bdbe8619e58" providerId="ADAL" clId="{298CC335-43E8-497A-92EF-F6294183AD0B}" dt="2025-09-15T11:20:37.919" v="799" actId="478"/>
          <ac:spMkLst>
            <pc:docMk/>
            <pc:sldMk cId="508714497" sldId="2743"/>
            <ac:spMk id="58" creationId="{6ECF8841-0387-FE34-A903-0B0BF331B397}"/>
          </ac:spMkLst>
        </pc:spChg>
        <pc:spChg chg="del">
          <ac:chgData name="Adam Brown (Astrea Central)" userId="e4577f1c-a0ea-4eef-9851-9bdbe8619e58" providerId="ADAL" clId="{298CC335-43E8-497A-92EF-F6294183AD0B}" dt="2025-09-15T11:20:41.673" v="800" actId="478"/>
          <ac:spMkLst>
            <pc:docMk/>
            <pc:sldMk cId="508714497" sldId="2743"/>
            <ac:spMk id="60" creationId="{A8AC29E2-D3FC-FDC3-5763-CFA41B7AED16}"/>
          </ac:spMkLst>
        </pc:spChg>
        <pc:spChg chg="del">
          <ac:chgData name="Adam Brown (Astrea Central)" userId="e4577f1c-a0ea-4eef-9851-9bdbe8619e58" providerId="ADAL" clId="{298CC335-43E8-497A-92EF-F6294183AD0B}" dt="2025-09-15T11:20:46.642" v="801" actId="478"/>
          <ac:spMkLst>
            <pc:docMk/>
            <pc:sldMk cId="508714497" sldId="2743"/>
            <ac:spMk id="61" creationId="{F053377E-3198-0758-E390-1F0D8C7738C1}"/>
          </ac:spMkLst>
        </pc:spChg>
        <pc:spChg chg="del">
          <ac:chgData name="Adam Brown (Astrea Central)" userId="e4577f1c-a0ea-4eef-9851-9bdbe8619e58" providerId="ADAL" clId="{298CC335-43E8-497A-92EF-F6294183AD0B}" dt="2025-09-15T11:20:41.673" v="800" actId="478"/>
          <ac:spMkLst>
            <pc:docMk/>
            <pc:sldMk cId="508714497" sldId="2743"/>
            <ac:spMk id="63" creationId="{16629701-AD88-1DE8-7557-5FFACFFDDB99}"/>
          </ac:spMkLst>
        </pc:spChg>
      </pc:sldChg>
      <pc:sldChg chg="delSp modSp mod">
        <pc:chgData name="Adam Brown (Astrea Central)" userId="e4577f1c-a0ea-4eef-9851-9bdbe8619e58" providerId="ADAL" clId="{298CC335-43E8-497A-92EF-F6294183AD0B}" dt="2025-09-15T11:22:30.544" v="863" actId="478"/>
        <pc:sldMkLst>
          <pc:docMk/>
          <pc:sldMk cId="2361319489" sldId="2744"/>
        </pc:sldMkLst>
        <pc:spChg chg="del">
          <ac:chgData name="Adam Brown (Astrea Central)" userId="e4577f1c-a0ea-4eef-9851-9bdbe8619e58" providerId="ADAL" clId="{298CC335-43E8-497A-92EF-F6294183AD0B}" dt="2025-09-15T11:22:23.208" v="860" actId="478"/>
          <ac:spMkLst>
            <pc:docMk/>
            <pc:sldMk cId="2361319489" sldId="2744"/>
            <ac:spMk id="29" creationId="{1DBCF055-863A-B266-FFA2-CBF8C1018A9E}"/>
          </ac:spMkLst>
        </pc:spChg>
        <pc:spChg chg="del">
          <ac:chgData name="Adam Brown (Astrea Central)" userId="e4577f1c-a0ea-4eef-9851-9bdbe8619e58" providerId="ADAL" clId="{298CC335-43E8-497A-92EF-F6294183AD0B}" dt="2025-09-15T11:22:24.335" v="861" actId="478"/>
          <ac:spMkLst>
            <pc:docMk/>
            <pc:sldMk cId="2361319489" sldId="2744"/>
            <ac:spMk id="43" creationId="{F1FF453A-4429-C56A-F901-4DAA5F4505B1}"/>
          </ac:spMkLst>
        </pc:spChg>
        <pc:spChg chg="del">
          <ac:chgData name="Adam Brown (Astrea Central)" userId="e4577f1c-a0ea-4eef-9851-9bdbe8619e58" providerId="ADAL" clId="{298CC335-43E8-497A-92EF-F6294183AD0B}" dt="2025-09-15T11:22:25.623" v="862" actId="478"/>
          <ac:spMkLst>
            <pc:docMk/>
            <pc:sldMk cId="2361319489" sldId="2744"/>
            <ac:spMk id="44" creationId="{A205BAC0-C7C5-564D-9B50-61DED9082A4F}"/>
          </ac:spMkLst>
        </pc:spChg>
        <pc:spChg chg="del">
          <ac:chgData name="Adam Brown (Astrea Central)" userId="e4577f1c-a0ea-4eef-9851-9bdbe8619e58" providerId="ADAL" clId="{298CC335-43E8-497A-92EF-F6294183AD0B}" dt="2025-09-15T11:22:30.544" v="863" actId="478"/>
          <ac:spMkLst>
            <pc:docMk/>
            <pc:sldMk cId="2361319489" sldId="2744"/>
            <ac:spMk id="45" creationId="{1CA859DB-F144-0C84-F30B-ADC9899D496C}"/>
          </ac:spMkLst>
        </pc:spChg>
        <pc:graphicFrameChg chg="modGraphic">
          <ac:chgData name="Adam Brown (Astrea Central)" userId="e4577f1c-a0ea-4eef-9851-9bdbe8619e58" providerId="ADAL" clId="{298CC335-43E8-497A-92EF-F6294183AD0B}" dt="2025-09-15T11:22:21.775" v="859" actId="6549"/>
          <ac:graphicFrameMkLst>
            <pc:docMk/>
            <pc:sldMk cId="2361319489" sldId="2744"/>
            <ac:graphicFrameMk id="2" creationId="{BB12A31A-65DD-871A-56F6-6A4230C7942F}"/>
          </ac:graphicFrameMkLst>
        </pc:graphicFrameChg>
      </pc:sldChg>
      <pc:sldChg chg="delSp modSp mod">
        <pc:chgData name="Adam Brown (Astrea Central)" userId="e4577f1c-a0ea-4eef-9851-9bdbe8619e58" providerId="ADAL" clId="{298CC335-43E8-497A-92EF-F6294183AD0B}" dt="2025-09-15T11:23:19.847" v="877" actId="478"/>
        <pc:sldMkLst>
          <pc:docMk/>
          <pc:sldMk cId="787172474" sldId="2781"/>
        </pc:sldMkLst>
        <pc:spChg chg="del">
          <ac:chgData name="Adam Brown (Astrea Central)" userId="e4577f1c-a0ea-4eef-9851-9bdbe8619e58" providerId="ADAL" clId="{298CC335-43E8-497A-92EF-F6294183AD0B}" dt="2025-09-15T11:23:18.527" v="876" actId="478"/>
          <ac:spMkLst>
            <pc:docMk/>
            <pc:sldMk cId="787172474" sldId="2781"/>
            <ac:spMk id="5" creationId="{83A65630-9EF7-563A-3CF6-AF4EB3101051}"/>
          </ac:spMkLst>
        </pc:spChg>
        <pc:spChg chg="del">
          <ac:chgData name="Adam Brown (Astrea Central)" userId="e4577f1c-a0ea-4eef-9851-9bdbe8619e58" providerId="ADAL" clId="{298CC335-43E8-497A-92EF-F6294183AD0B}" dt="2025-09-15T11:23:19.847" v="877" actId="478"/>
          <ac:spMkLst>
            <pc:docMk/>
            <pc:sldMk cId="787172474" sldId="2781"/>
            <ac:spMk id="6" creationId="{88E5E00F-8AC6-2783-7D95-88EA3AA2D8EA}"/>
          </ac:spMkLst>
        </pc:spChg>
        <pc:graphicFrameChg chg="mod modGraphic">
          <ac:chgData name="Adam Brown (Astrea Central)" userId="e4577f1c-a0ea-4eef-9851-9bdbe8619e58" providerId="ADAL" clId="{298CC335-43E8-497A-92EF-F6294183AD0B}" dt="2025-09-15T11:23:15.794" v="875" actId="2164"/>
          <ac:graphicFrameMkLst>
            <pc:docMk/>
            <pc:sldMk cId="787172474" sldId="2781"/>
            <ac:graphicFrameMk id="61" creationId="{03E439A4-44C0-4002-B84E-0F1185C93B9C}"/>
          </ac:graphicFrameMkLst>
        </pc:graphicFrameChg>
      </pc:sldChg>
      <pc:sldChg chg="delSp mod">
        <pc:chgData name="Adam Brown (Astrea Central)" userId="e4577f1c-a0ea-4eef-9851-9bdbe8619e58" providerId="ADAL" clId="{298CC335-43E8-497A-92EF-F6294183AD0B}" dt="2025-09-15T11:20:58.207" v="807" actId="478"/>
        <pc:sldMkLst>
          <pc:docMk/>
          <pc:sldMk cId="1035247090" sldId="2782"/>
        </pc:sldMkLst>
        <pc:picChg chg="del">
          <ac:chgData name="Adam Brown (Astrea Central)" userId="e4577f1c-a0ea-4eef-9851-9bdbe8619e58" providerId="ADAL" clId="{298CC335-43E8-497A-92EF-F6294183AD0B}" dt="2025-09-15T11:20:56.472" v="805" actId="478"/>
          <ac:picMkLst>
            <pc:docMk/>
            <pc:sldMk cId="1035247090" sldId="2782"/>
            <ac:picMk id="7" creationId="{62ABEEF6-6B4C-9A8D-8992-485FE52FDBED}"/>
          </ac:picMkLst>
        </pc:picChg>
        <pc:picChg chg="del">
          <ac:chgData name="Adam Brown (Astrea Central)" userId="e4577f1c-a0ea-4eef-9851-9bdbe8619e58" providerId="ADAL" clId="{298CC335-43E8-497A-92EF-F6294183AD0B}" dt="2025-09-15T11:20:57.158" v="806" actId="478"/>
          <ac:picMkLst>
            <pc:docMk/>
            <pc:sldMk cId="1035247090" sldId="2782"/>
            <ac:picMk id="9" creationId="{CF2A31C3-0B50-AEAD-0D94-FD64DCCDBB1D}"/>
          </ac:picMkLst>
        </pc:picChg>
        <pc:picChg chg="del">
          <ac:chgData name="Adam Brown (Astrea Central)" userId="e4577f1c-a0ea-4eef-9851-9bdbe8619e58" providerId="ADAL" clId="{298CC335-43E8-497A-92EF-F6294183AD0B}" dt="2025-09-15T11:20:58.207" v="807" actId="478"/>
          <ac:picMkLst>
            <pc:docMk/>
            <pc:sldMk cId="1035247090" sldId="2782"/>
            <ac:picMk id="11" creationId="{F78F4FB5-167F-3F8B-DDDA-C369FBE3F78A}"/>
          </ac:picMkLst>
        </pc:picChg>
      </pc:sldChg>
      <pc:sldChg chg="delSp mod">
        <pc:chgData name="Adam Brown (Astrea Central)" userId="e4577f1c-a0ea-4eef-9851-9bdbe8619e58" providerId="ADAL" clId="{298CC335-43E8-497A-92EF-F6294183AD0B}" dt="2025-09-15T11:21:01.903" v="811" actId="478"/>
        <pc:sldMkLst>
          <pc:docMk/>
          <pc:sldMk cId="3795775980" sldId="2783"/>
        </pc:sldMkLst>
        <pc:picChg chg="del">
          <ac:chgData name="Adam Brown (Astrea Central)" userId="e4577f1c-a0ea-4eef-9851-9bdbe8619e58" providerId="ADAL" clId="{298CC335-43E8-497A-92EF-F6294183AD0B}" dt="2025-09-15T11:20:59.910" v="808" actId="478"/>
          <ac:picMkLst>
            <pc:docMk/>
            <pc:sldMk cId="3795775980" sldId="2783"/>
            <ac:picMk id="6" creationId="{DA078F1B-96C5-30EB-3D84-47144041FAB3}"/>
          </ac:picMkLst>
        </pc:picChg>
        <pc:picChg chg="del">
          <ac:chgData name="Adam Brown (Astrea Central)" userId="e4577f1c-a0ea-4eef-9851-9bdbe8619e58" providerId="ADAL" clId="{298CC335-43E8-497A-92EF-F6294183AD0B}" dt="2025-09-15T11:21:00.430" v="809" actId="478"/>
          <ac:picMkLst>
            <pc:docMk/>
            <pc:sldMk cId="3795775980" sldId="2783"/>
            <ac:picMk id="8" creationId="{16CFDD64-174F-98B6-4C24-EA6956F465C2}"/>
          </ac:picMkLst>
        </pc:picChg>
        <pc:picChg chg="del">
          <ac:chgData name="Adam Brown (Astrea Central)" userId="e4577f1c-a0ea-4eef-9851-9bdbe8619e58" providerId="ADAL" clId="{298CC335-43E8-497A-92EF-F6294183AD0B}" dt="2025-09-15T11:21:01.054" v="810" actId="478"/>
          <ac:picMkLst>
            <pc:docMk/>
            <pc:sldMk cId="3795775980" sldId="2783"/>
            <ac:picMk id="10" creationId="{A2DB171F-D657-C247-CBBB-E48B7B6C8786}"/>
          </ac:picMkLst>
        </pc:picChg>
        <pc:picChg chg="del">
          <ac:chgData name="Adam Brown (Astrea Central)" userId="e4577f1c-a0ea-4eef-9851-9bdbe8619e58" providerId="ADAL" clId="{298CC335-43E8-497A-92EF-F6294183AD0B}" dt="2025-09-15T11:21:01.903" v="811" actId="478"/>
          <ac:picMkLst>
            <pc:docMk/>
            <pc:sldMk cId="3795775980" sldId="2783"/>
            <ac:picMk id="12" creationId="{1D83AB56-9E94-BABB-0D60-05FA7EB3ADD7}"/>
          </ac:picMkLst>
        </pc:picChg>
      </pc:sldChg>
      <pc:sldChg chg="delSp mod">
        <pc:chgData name="Adam Brown (Astrea Central)" userId="e4577f1c-a0ea-4eef-9851-9bdbe8619e58" providerId="ADAL" clId="{298CC335-43E8-497A-92EF-F6294183AD0B}" dt="2025-09-15T11:21:05.352" v="814" actId="478"/>
        <pc:sldMkLst>
          <pc:docMk/>
          <pc:sldMk cId="206868638" sldId="2784"/>
        </pc:sldMkLst>
        <pc:picChg chg="del">
          <ac:chgData name="Adam Brown (Astrea Central)" userId="e4577f1c-a0ea-4eef-9851-9bdbe8619e58" providerId="ADAL" clId="{298CC335-43E8-497A-92EF-F6294183AD0B}" dt="2025-09-15T11:21:03.234" v="812" actId="478"/>
          <ac:picMkLst>
            <pc:docMk/>
            <pc:sldMk cId="206868638" sldId="2784"/>
            <ac:picMk id="6" creationId="{96B8E780-FC12-54AD-E131-936A218FF340}"/>
          </ac:picMkLst>
        </pc:picChg>
        <pc:picChg chg="del">
          <ac:chgData name="Adam Brown (Astrea Central)" userId="e4577f1c-a0ea-4eef-9851-9bdbe8619e58" providerId="ADAL" clId="{298CC335-43E8-497A-92EF-F6294183AD0B}" dt="2025-09-15T11:21:04.841" v="813" actId="478"/>
          <ac:picMkLst>
            <pc:docMk/>
            <pc:sldMk cId="206868638" sldId="2784"/>
            <ac:picMk id="8" creationId="{2F9ACC20-7998-D4FE-2EC1-60B8F189308D}"/>
          </ac:picMkLst>
        </pc:picChg>
        <pc:picChg chg="del">
          <ac:chgData name="Adam Brown (Astrea Central)" userId="e4577f1c-a0ea-4eef-9851-9bdbe8619e58" providerId="ADAL" clId="{298CC335-43E8-497A-92EF-F6294183AD0B}" dt="2025-09-15T11:21:05.352" v="814" actId="478"/>
          <ac:picMkLst>
            <pc:docMk/>
            <pc:sldMk cId="206868638" sldId="2784"/>
            <ac:picMk id="10" creationId="{1FAE5D18-B94F-ED81-4B14-2E69E5886594}"/>
          </ac:picMkLst>
        </pc:picChg>
      </pc:sldChg>
      <pc:sldChg chg="delSp mod">
        <pc:chgData name="Adam Brown (Astrea Central)" userId="e4577f1c-a0ea-4eef-9851-9bdbe8619e58" providerId="ADAL" clId="{298CC335-43E8-497A-92EF-F6294183AD0B}" dt="2025-09-15T11:21:08.094" v="817" actId="478"/>
        <pc:sldMkLst>
          <pc:docMk/>
          <pc:sldMk cId="3862930301" sldId="2785"/>
        </pc:sldMkLst>
        <pc:picChg chg="del">
          <ac:chgData name="Adam Brown (Astrea Central)" userId="e4577f1c-a0ea-4eef-9851-9bdbe8619e58" providerId="ADAL" clId="{298CC335-43E8-497A-92EF-F6294183AD0B}" dt="2025-09-15T11:21:06.810" v="815" actId="478"/>
          <ac:picMkLst>
            <pc:docMk/>
            <pc:sldMk cId="3862930301" sldId="2785"/>
            <ac:picMk id="6" creationId="{79C33C73-69AD-1596-1141-551790300B91}"/>
          </ac:picMkLst>
        </pc:picChg>
        <pc:picChg chg="del">
          <ac:chgData name="Adam Brown (Astrea Central)" userId="e4577f1c-a0ea-4eef-9851-9bdbe8619e58" providerId="ADAL" clId="{298CC335-43E8-497A-92EF-F6294183AD0B}" dt="2025-09-15T11:21:07.255" v="816" actId="478"/>
          <ac:picMkLst>
            <pc:docMk/>
            <pc:sldMk cId="3862930301" sldId="2785"/>
            <ac:picMk id="8" creationId="{A98E8A69-AB6D-FA46-B7DD-68F2E1DC3CFD}"/>
          </ac:picMkLst>
        </pc:picChg>
        <pc:picChg chg="del">
          <ac:chgData name="Adam Brown (Astrea Central)" userId="e4577f1c-a0ea-4eef-9851-9bdbe8619e58" providerId="ADAL" clId="{298CC335-43E8-497A-92EF-F6294183AD0B}" dt="2025-09-15T11:21:08.094" v="817" actId="478"/>
          <ac:picMkLst>
            <pc:docMk/>
            <pc:sldMk cId="3862930301" sldId="2785"/>
            <ac:picMk id="10" creationId="{BC941C64-B105-F39B-DAA2-E75802CC35CC}"/>
          </ac:picMkLst>
        </pc:picChg>
      </pc:sldChg>
      <pc:sldChg chg="delSp mod">
        <pc:chgData name="Adam Brown (Astrea Central)" userId="e4577f1c-a0ea-4eef-9851-9bdbe8619e58" providerId="ADAL" clId="{298CC335-43E8-497A-92EF-F6294183AD0B}" dt="2025-09-15T11:21:12.023" v="820" actId="478"/>
        <pc:sldMkLst>
          <pc:docMk/>
          <pc:sldMk cId="1152998114" sldId="2786"/>
        </pc:sldMkLst>
        <pc:picChg chg="del">
          <ac:chgData name="Adam Brown (Astrea Central)" userId="e4577f1c-a0ea-4eef-9851-9bdbe8619e58" providerId="ADAL" clId="{298CC335-43E8-497A-92EF-F6294183AD0B}" dt="2025-09-15T11:21:09.311" v="818" actId="478"/>
          <ac:picMkLst>
            <pc:docMk/>
            <pc:sldMk cId="1152998114" sldId="2786"/>
            <ac:picMk id="6" creationId="{C38BBF08-434B-E029-D9BB-281C362C38DB}"/>
          </ac:picMkLst>
        </pc:picChg>
        <pc:picChg chg="del">
          <ac:chgData name="Adam Brown (Astrea Central)" userId="e4577f1c-a0ea-4eef-9851-9bdbe8619e58" providerId="ADAL" clId="{298CC335-43E8-497A-92EF-F6294183AD0B}" dt="2025-09-15T11:21:09.990" v="819" actId="478"/>
          <ac:picMkLst>
            <pc:docMk/>
            <pc:sldMk cId="1152998114" sldId="2786"/>
            <ac:picMk id="8" creationId="{820144E9-EF20-04DB-863C-FA7286DAB542}"/>
          </ac:picMkLst>
        </pc:picChg>
        <pc:picChg chg="del">
          <ac:chgData name="Adam Brown (Astrea Central)" userId="e4577f1c-a0ea-4eef-9851-9bdbe8619e58" providerId="ADAL" clId="{298CC335-43E8-497A-92EF-F6294183AD0B}" dt="2025-09-15T11:21:12.023" v="820" actId="478"/>
          <ac:picMkLst>
            <pc:docMk/>
            <pc:sldMk cId="1152998114" sldId="2786"/>
            <ac:picMk id="10" creationId="{CC32A686-37FD-E039-FF7E-C8927B78C63B}"/>
          </ac:picMkLst>
        </pc:picChg>
      </pc:sldChg>
      <pc:sldChg chg="delSp mod">
        <pc:chgData name="Adam Brown (Astrea Central)" userId="e4577f1c-a0ea-4eef-9851-9bdbe8619e58" providerId="ADAL" clId="{298CC335-43E8-497A-92EF-F6294183AD0B}" dt="2025-09-15T13:18:06.391" v="1636" actId="478"/>
        <pc:sldMkLst>
          <pc:docMk/>
          <pc:sldMk cId="4030505016" sldId="2787"/>
        </pc:sldMkLst>
        <pc:picChg chg="del">
          <ac:chgData name="Adam Brown (Astrea Central)" userId="e4577f1c-a0ea-4eef-9851-9bdbe8619e58" providerId="ADAL" clId="{298CC335-43E8-497A-92EF-F6294183AD0B}" dt="2025-09-15T13:18:04.767" v="1634" actId="478"/>
          <ac:picMkLst>
            <pc:docMk/>
            <pc:sldMk cId="4030505016" sldId="2787"/>
            <ac:picMk id="7" creationId="{7047E8DB-F30F-2859-4997-64051A69BDE7}"/>
          </ac:picMkLst>
        </pc:picChg>
        <pc:picChg chg="del">
          <ac:chgData name="Adam Brown (Astrea Central)" userId="e4577f1c-a0ea-4eef-9851-9bdbe8619e58" providerId="ADAL" clId="{298CC335-43E8-497A-92EF-F6294183AD0B}" dt="2025-09-15T13:18:06.391" v="1636" actId="478"/>
          <ac:picMkLst>
            <pc:docMk/>
            <pc:sldMk cId="4030505016" sldId="2787"/>
            <ac:picMk id="9" creationId="{A35A55D3-412F-264D-060E-B573C7967E3A}"/>
          </ac:picMkLst>
        </pc:picChg>
        <pc:picChg chg="del">
          <ac:chgData name="Adam Brown (Astrea Central)" userId="e4577f1c-a0ea-4eef-9851-9bdbe8619e58" providerId="ADAL" clId="{298CC335-43E8-497A-92EF-F6294183AD0B}" dt="2025-09-15T13:18:05.357" v="1635" actId="478"/>
          <ac:picMkLst>
            <pc:docMk/>
            <pc:sldMk cId="4030505016" sldId="2787"/>
            <ac:picMk id="11" creationId="{B6675E8B-F951-1F08-6641-B6B217E2D910}"/>
          </ac:picMkLst>
        </pc:picChg>
      </pc:sldChg>
      <pc:sldChg chg="delSp mod">
        <pc:chgData name="Adam Brown (Astrea Central)" userId="e4577f1c-a0ea-4eef-9851-9bdbe8619e58" providerId="ADAL" clId="{298CC335-43E8-497A-92EF-F6294183AD0B}" dt="2025-09-15T13:22:57.172" v="1761" actId="478"/>
        <pc:sldMkLst>
          <pc:docMk/>
          <pc:sldMk cId="793087224" sldId="2788"/>
        </pc:sldMkLst>
        <pc:picChg chg="del">
          <ac:chgData name="Adam Brown (Astrea Central)" userId="e4577f1c-a0ea-4eef-9851-9bdbe8619e58" providerId="ADAL" clId="{298CC335-43E8-497A-92EF-F6294183AD0B}" dt="2025-09-15T13:22:56.333" v="1760" actId="478"/>
          <ac:picMkLst>
            <pc:docMk/>
            <pc:sldMk cId="793087224" sldId="2788"/>
            <ac:picMk id="9" creationId="{DB93A6ED-49F8-E3F3-0AC3-AAD9ACA78B59}"/>
          </ac:picMkLst>
        </pc:picChg>
        <pc:picChg chg="del">
          <ac:chgData name="Adam Brown (Astrea Central)" userId="e4577f1c-a0ea-4eef-9851-9bdbe8619e58" providerId="ADAL" clId="{298CC335-43E8-497A-92EF-F6294183AD0B}" dt="2025-09-15T13:22:57.172" v="1761" actId="478"/>
          <ac:picMkLst>
            <pc:docMk/>
            <pc:sldMk cId="793087224" sldId="2788"/>
            <ac:picMk id="11" creationId="{E57A6ACA-95E3-25EA-B7A5-8DE7B2B858D6}"/>
          </ac:picMkLst>
        </pc:picChg>
      </pc:sldChg>
      <pc:sldChg chg="delSp mod">
        <pc:chgData name="Adam Brown (Astrea Central)" userId="e4577f1c-a0ea-4eef-9851-9bdbe8619e58" providerId="ADAL" clId="{298CC335-43E8-497A-92EF-F6294183AD0B}" dt="2025-09-15T13:18:08.804" v="1638" actId="478"/>
        <pc:sldMkLst>
          <pc:docMk/>
          <pc:sldMk cId="24400507" sldId="2789"/>
        </pc:sldMkLst>
        <pc:picChg chg="del">
          <ac:chgData name="Adam Brown (Astrea Central)" userId="e4577f1c-a0ea-4eef-9851-9bdbe8619e58" providerId="ADAL" clId="{298CC335-43E8-497A-92EF-F6294183AD0B}" dt="2025-09-15T13:18:07.948" v="1637" actId="478"/>
          <ac:picMkLst>
            <pc:docMk/>
            <pc:sldMk cId="24400507" sldId="2789"/>
            <ac:picMk id="6" creationId="{18E8340E-026D-C9CF-8F82-0D5E08E129CC}"/>
          </ac:picMkLst>
        </pc:picChg>
        <pc:picChg chg="del">
          <ac:chgData name="Adam Brown (Astrea Central)" userId="e4577f1c-a0ea-4eef-9851-9bdbe8619e58" providerId="ADAL" clId="{298CC335-43E8-497A-92EF-F6294183AD0B}" dt="2025-09-15T13:18:08.804" v="1638" actId="478"/>
          <ac:picMkLst>
            <pc:docMk/>
            <pc:sldMk cId="24400507" sldId="2789"/>
            <ac:picMk id="8" creationId="{F5211911-2F59-4EBF-D5B0-6B1BD0FAE6EC}"/>
          </ac:picMkLst>
        </pc:picChg>
      </pc:sldChg>
      <pc:sldChg chg="addSp delSp modSp mod">
        <pc:chgData name="Adam Brown (Astrea Central)" userId="e4577f1c-a0ea-4eef-9851-9bdbe8619e58" providerId="ADAL" clId="{298CC335-43E8-497A-92EF-F6294183AD0B}" dt="2025-09-15T13:28:36.725" v="1901" actId="20577"/>
        <pc:sldMkLst>
          <pc:docMk/>
          <pc:sldMk cId="1226461086" sldId="2790"/>
        </pc:sldMkLst>
        <pc:spChg chg="del mod">
          <ac:chgData name="Adam Brown (Astrea Central)" userId="e4577f1c-a0ea-4eef-9851-9bdbe8619e58" providerId="ADAL" clId="{298CC335-43E8-497A-92EF-F6294183AD0B}" dt="2025-09-15T13:23:16.574" v="1778"/>
          <ac:spMkLst>
            <pc:docMk/>
            <pc:sldMk cId="1226461086" sldId="2790"/>
            <ac:spMk id="2" creationId="{44E80A76-FAD3-0C62-D59A-36B934902BFE}"/>
          </ac:spMkLst>
        </pc:spChg>
        <pc:spChg chg="mod">
          <ac:chgData name="Adam Brown (Astrea Central)" userId="e4577f1c-a0ea-4eef-9851-9bdbe8619e58" providerId="ADAL" clId="{298CC335-43E8-497A-92EF-F6294183AD0B}" dt="2025-09-15T13:28:36.725" v="1901" actId="20577"/>
          <ac:spMkLst>
            <pc:docMk/>
            <pc:sldMk cId="1226461086" sldId="2790"/>
            <ac:spMk id="3" creationId="{AFECBD35-2FA9-D94C-85CC-B269D46DFAF6}"/>
          </ac:spMkLst>
        </pc:spChg>
        <pc:spChg chg="del">
          <ac:chgData name="Adam Brown (Astrea Central)" userId="e4577f1c-a0ea-4eef-9851-9bdbe8619e58" providerId="ADAL" clId="{298CC335-43E8-497A-92EF-F6294183AD0B}" dt="2025-09-15T13:23:03.166" v="1764" actId="478"/>
          <ac:spMkLst>
            <pc:docMk/>
            <pc:sldMk cId="1226461086" sldId="2790"/>
            <ac:spMk id="9" creationId="{D9C24FE0-DA62-B6C2-0184-FFEC174A486D}"/>
          </ac:spMkLst>
        </pc:spChg>
        <pc:spChg chg="del">
          <ac:chgData name="Adam Brown (Astrea Central)" userId="e4577f1c-a0ea-4eef-9851-9bdbe8619e58" providerId="ADAL" clId="{298CC335-43E8-497A-92EF-F6294183AD0B}" dt="2025-09-15T13:23:16.572" v="1776" actId="478"/>
          <ac:spMkLst>
            <pc:docMk/>
            <pc:sldMk cId="1226461086" sldId="2790"/>
            <ac:spMk id="10" creationId="{7E613A52-1502-4165-169E-F8585C7497D8}"/>
          </ac:spMkLst>
        </pc:spChg>
        <pc:spChg chg="del mod">
          <ac:chgData name="Adam Brown (Astrea Central)" userId="e4577f1c-a0ea-4eef-9851-9bdbe8619e58" providerId="ADAL" clId="{298CC335-43E8-497A-92EF-F6294183AD0B}" dt="2025-09-15T13:23:16.575" v="1780"/>
          <ac:spMkLst>
            <pc:docMk/>
            <pc:sldMk cId="1226461086" sldId="2790"/>
            <ac:spMk id="11" creationId="{55C0A1B1-18DD-D6B9-7871-D6093D7D4AB9}"/>
          </ac:spMkLst>
        </pc:spChg>
        <pc:spChg chg="del">
          <ac:chgData name="Adam Brown (Astrea Central)" userId="e4577f1c-a0ea-4eef-9851-9bdbe8619e58" providerId="ADAL" clId="{298CC335-43E8-497A-92EF-F6294183AD0B}" dt="2025-09-15T13:23:06.102" v="1765" actId="478"/>
          <ac:spMkLst>
            <pc:docMk/>
            <pc:sldMk cId="1226461086" sldId="2790"/>
            <ac:spMk id="12" creationId="{D0C8CF11-2665-D895-BDCD-C6650BA7F3E5}"/>
          </ac:spMkLst>
        </pc:spChg>
        <pc:spChg chg="del">
          <ac:chgData name="Adam Brown (Astrea Central)" userId="e4577f1c-a0ea-4eef-9851-9bdbe8619e58" providerId="ADAL" clId="{298CC335-43E8-497A-92EF-F6294183AD0B}" dt="2025-09-15T13:23:18.461" v="1781" actId="478"/>
          <ac:spMkLst>
            <pc:docMk/>
            <pc:sldMk cId="1226461086" sldId="2790"/>
            <ac:spMk id="13" creationId="{8B42C11A-5D24-1E99-BF24-AA914972DCCE}"/>
          </ac:spMkLst>
        </pc:spChg>
        <pc:spChg chg="add del">
          <ac:chgData name="Adam Brown (Astrea Central)" userId="e4577f1c-a0ea-4eef-9851-9bdbe8619e58" providerId="ADAL" clId="{298CC335-43E8-497A-92EF-F6294183AD0B}" dt="2025-09-15T13:23:08.424" v="1767" actId="478"/>
          <ac:spMkLst>
            <pc:docMk/>
            <pc:sldMk cId="1226461086" sldId="2790"/>
            <ac:spMk id="34" creationId="{6BD38B25-573C-93F0-D6BF-AB4343382604}"/>
          </ac:spMkLst>
        </pc:spChg>
      </pc:sldChg>
      <pc:sldChg chg="delSp modSp mod">
        <pc:chgData name="Adam Brown (Astrea Central)" userId="e4577f1c-a0ea-4eef-9851-9bdbe8619e58" providerId="ADAL" clId="{298CC335-43E8-497A-92EF-F6294183AD0B}" dt="2025-09-15T13:23:44.148" v="1788" actId="478"/>
        <pc:sldMkLst>
          <pc:docMk/>
          <pc:sldMk cId="317608521" sldId="2791"/>
        </pc:sldMkLst>
        <pc:spChg chg="del">
          <ac:chgData name="Adam Brown (Astrea Central)" userId="e4577f1c-a0ea-4eef-9851-9bdbe8619e58" providerId="ADAL" clId="{298CC335-43E8-497A-92EF-F6294183AD0B}" dt="2025-09-15T13:23:22.518" v="1782" actId="478"/>
          <ac:spMkLst>
            <pc:docMk/>
            <pc:sldMk cId="317608521" sldId="2791"/>
            <ac:spMk id="3" creationId="{D0403278-D657-F926-E60F-A61609A63343}"/>
          </ac:spMkLst>
        </pc:spChg>
        <pc:spChg chg="del">
          <ac:chgData name="Adam Brown (Astrea Central)" userId="e4577f1c-a0ea-4eef-9851-9bdbe8619e58" providerId="ADAL" clId="{298CC335-43E8-497A-92EF-F6294183AD0B}" dt="2025-09-15T13:23:35.997" v="1785" actId="478"/>
          <ac:spMkLst>
            <pc:docMk/>
            <pc:sldMk cId="317608521" sldId="2791"/>
            <ac:spMk id="4" creationId="{F2C7608B-FFEB-8A7C-61D3-D0088EE68F4A}"/>
          </ac:spMkLst>
        </pc:spChg>
        <pc:spChg chg="del">
          <ac:chgData name="Adam Brown (Astrea Central)" userId="e4577f1c-a0ea-4eef-9851-9bdbe8619e58" providerId="ADAL" clId="{298CC335-43E8-497A-92EF-F6294183AD0B}" dt="2025-09-15T13:23:26.861" v="1783" actId="478"/>
          <ac:spMkLst>
            <pc:docMk/>
            <pc:sldMk cId="317608521" sldId="2791"/>
            <ac:spMk id="5" creationId="{3459704E-F37A-CB4F-4ECF-6EAA3BC5FABA}"/>
          </ac:spMkLst>
        </pc:spChg>
        <pc:spChg chg="del">
          <ac:chgData name="Adam Brown (Astrea Central)" userId="e4577f1c-a0ea-4eef-9851-9bdbe8619e58" providerId="ADAL" clId="{298CC335-43E8-497A-92EF-F6294183AD0B}" dt="2025-09-15T13:23:39.815" v="1786" actId="478"/>
          <ac:spMkLst>
            <pc:docMk/>
            <pc:sldMk cId="317608521" sldId="2791"/>
            <ac:spMk id="6" creationId="{C766DF92-2064-0ED3-FB8E-886A6AD12FAA}"/>
          </ac:spMkLst>
        </pc:spChg>
        <pc:spChg chg="del">
          <ac:chgData name="Adam Brown (Astrea Central)" userId="e4577f1c-a0ea-4eef-9851-9bdbe8619e58" providerId="ADAL" clId="{298CC335-43E8-497A-92EF-F6294183AD0B}" dt="2025-09-15T13:23:33.245" v="1784" actId="478"/>
          <ac:spMkLst>
            <pc:docMk/>
            <pc:sldMk cId="317608521" sldId="2791"/>
            <ac:spMk id="7" creationId="{90EA48C9-A0E3-2CD1-052B-A1927C8B384F}"/>
          </ac:spMkLst>
        </pc:spChg>
        <pc:spChg chg="del">
          <ac:chgData name="Adam Brown (Astrea Central)" userId="e4577f1c-a0ea-4eef-9851-9bdbe8619e58" providerId="ADAL" clId="{298CC335-43E8-497A-92EF-F6294183AD0B}" dt="2025-09-15T13:23:26.861" v="1783" actId="478"/>
          <ac:spMkLst>
            <pc:docMk/>
            <pc:sldMk cId="317608521" sldId="2791"/>
            <ac:spMk id="8" creationId="{36BCB3D5-DC13-B5EF-84F9-2EEBBA22F94E}"/>
          </ac:spMkLst>
        </pc:spChg>
        <pc:spChg chg="del">
          <ac:chgData name="Adam Brown (Astrea Central)" userId="e4577f1c-a0ea-4eef-9851-9bdbe8619e58" providerId="ADAL" clId="{298CC335-43E8-497A-92EF-F6294183AD0B}" dt="2025-09-15T13:23:44.148" v="1788" actId="478"/>
          <ac:spMkLst>
            <pc:docMk/>
            <pc:sldMk cId="317608521" sldId="2791"/>
            <ac:spMk id="11" creationId="{4B236E2E-A86A-A02D-7A70-C9CBDB032E1A}"/>
          </ac:spMkLst>
        </pc:spChg>
        <pc:spChg chg="del">
          <ac:chgData name="Adam Brown (Astrea Central)" userId="e4577f1c-a0ea-4eef-9851-9bdbe8619e58" providerId="ADAL" clId="{298CC335-43E8-497A-92EF-F6294183AD0B}" dt="2025-09-15T13:23:44.148" v="1788" actId="478"/>
          <ac:spMkLst>
            <pc:docMk/>
            <pc:sldMk cId="317608521" sldId="2791"/>
            <ac:spMk id="12" creationId="{F8425603-DA3C-3D5B-B946-D466CCCBDBC9}"/>
          </ac:spMkLst>
        </pc:spChg>
        <pc:spChg chg="del">
          <ac:chgData name="Adam Brown (Astrea Central)" userId="e4577f1c-a0ea-4eef-9851-9bdbe8619e58" providerId="ADAL" clId="{298CC335-43E8-497A-92EF-F6294183AD0B}" dt="2025-09-15T13:23:44.148" v="1788" actId="478"/>
          <ac:spMkLst>
            <pc:docMk/>
            <pc:sldMk cId="317608521" sldId="2791"/>
            <ac:spMk id="13" creationId="{72AEF5EC-8916-733F-BF13-0BD238E09088}"/>
          </ac:spMkLst>
        </pc:spChg>
        <pc:spChg chg="del">
          <ac:chgData name="Adam Brown (Astrea Central)" userId="e4577f1c-a0ea-4eef-9851-9bdbe8619e58" providerId="ADAL" clId="{298CC335-43E8-497A-92EF-F6294183AD0B}" dt="2025-09-15T13:23:44.148" v="1788" actId="478"/>
          <ac:spMkLst>
            <pc:docMk/>
            <pc:sldMk cId="317608521" sldId="2791"/>
            <ac:spMk id="15" creationId="{858DF2FC-A65E-3509-E0DD-883826446878}"/>
          </ac:spMkLst>
        </pc:spChg>
        <pc:spChg chg="del">
          <ac:chgData name="Adam Brown (Astrea Central)" userId="e4577f1c-a0ea-4eef-9851-9bdbe8619e58" providerId="ADAL" clId="{298CC335-43E8-497A-92EF-F6294183AD0B}" dt="2025-09-15T13:23:44.148" v="1788" actId="478"/>
          <ac:spMkLst>
            <pc:docMk/>
            <pc:sldMk cId="317608521" sldId="2791"/>
            <ac:spMk id="18" creationId="{D692787C-90E9-0FF3-4F97-85B3297A6BA0}"/>
          </ac:spMkLst>
        </pc:spChg>
        <pc:spChg chg="del">
          <ac:chgData name="Adam Brown (Astrea Central)" userId="e4577f1c-a0ea-4eef-9851-9bdbe8619e58" providerId="ADAL" clId="{298CC335-43E8-497A-92EF-F6294183AD0B}" dt="2025-09-15T13:23:44.148" v="1788" actId="478"/>
          <ac:spMkLst>
            <pc:docMk/>
            <pc:sldMk cId="317608521" sldId="2791"/>
            <ac:spMk id="19" creationId="{532F1967-7DF9-8397-0B3A-D01A43BF5125}"/>
          </ac:spMkLst>
        </pc:spChg>
        <pc:spChg chg="del">
          <ac:chgData name="Adam Brown (Astrea Central)" userId="e4577f1c-a0ea-4eef-9851-9bdbe8619e58" providerId="ADAL" clId="{298CC335-43E8-497A-92EF-F6294183AD0B}" dt="2025-09-15T13:23:44.148" v="1788" actId="478"/>
          <ac:spMkLst>
            <pc:docMk/>
            <pc:sldMk cId="317608521" sldId="2791"/>
            <ac:spMk id="20" creationId="{50AE85D1-2E81-1EBD-5219-0434E2EB836F}"/>
          </ac:spMkLst>
        </pc:spChg>
        <pc:spChg chg="del">
          <ac:chgData name="Adam Brown (Astrea Central)" userId="e4577f1c-a0ea-4eef-9851-9bdbe8619e58" providerId="ADAL" clId="{298CC335-43E8-497A-92EF-F6294183AD0B}" dt="2025-09-15T13:23:44.148" v="1788" actId="478"/>
          <ac:spMkLst>
            <pc:docMk/>
            <pc:sldMk cId="317608521" sldId="2791"/>
            <ac:spMk id="23" creationId="{65E09E49-DEEA-2CAC-2B14-7A71D7E9A060}"/>
          </ac:spMkLst>
        </pc:spChg>
        <pc:spChg chg="del">
          <ac:chgData name="Adam Brown (Astrea Central)" userId="e4577f1c-a0ea-4eef-9851-9bdbe8619e58" providerId="ADAL" clId="{298CC335-43E8-497A-92EF-F6294183AD0B}" dt="2025-09-15T13:23:44.148" v="1788" actId="478"/>
          <ac:spMkLst>
            <pc:docMk/>
            <pc:sldMk cId="317608521" sldId="2791"/>
            <ac:spMk id="24" creationId="{991256D4-50C7-4993-FADF-444D11C1FA98}"/>
          </ac:spMkLst>
        </pc:spChg>
        <pc:spChg chg="del">
          <ac:chgData name="Adam Brown (Astrea Central)" userId="e4577f1c-a0ea-4eef-9851-9bdbe8619e58" providerId="ADAL" clId="{298CC335-43E8-497A-92EF-F6294183AD0B}" dt="2025-09-15T13:23:44.148" v="1788" actId="478"/>
          <ac:spMkLst>
            <pc:docMk/>
            <pc:sldMk cId="317608521" sldId="2791"/>
            <ac:spMk id="25" creationId="{56C3FBB8-2662-0722-2F6F-696B3E78C239}"/>
          </ac:spMkLst>
        </pc:spChg>
        <pc:graphicFrameChg chg="mod">
          <ac:chgData name="Adam Brown (Astrea Central)" userId="e4577f1c-a0ea-4eef-9851-9bdbe8619e58" providerId="ADAL" clId="{298CC335-43E8-497A-92EF-F6294183AD0B}" dt="2025-09-15T13:23:40.157" v="1787"/>
          <ac:graphicFrameMkLst>
            <pc:docMk/>
            <pc:sldMk cId="317608521" sldId="2791"/>
            <ac:graphicFrameMk id="2" creationId="{E345FAAC-54F9-561F-257E-19DDF331B04A}"/>
          </ac:graphicFrameMkLst>
        </pc:graphicFrameChg>
      </pc:sldChg>
      <pc:sldChg chg="addSp delSp mod">
        <pc:chgData name="Adam Brown (Astrea Central)" userId="e4577f1c-a0ea-4eef-9851-9bdbe8619e58" providerId="ADAL" clId="{298CC335-43E8-497A-92EF-F6294183AD0B}" dt="2025-09-15T13:24:19.605" v="1805" actId="478"/>
        <pc:sldMkLst>
          <pc:docMk/>
          <pc:sldMk cId="3879350625" sldId="2792"/>
        </pc:sldMkLst>
        <pc:spChg chg="del">
          <ac:chgData name="Adam Brown (Astrea Central)" userId="e4577f1c-a0ea-4eef-9851-9bdbe8619e58" providerId="ADAL" clId="{298CC335-43E8-497A-92EF-F6294183AD0B}" dt="2025-09-15T13:24:07.244" v="1797" actId="478"/>
          <ac:spMkLst>
            <pc:docMk/>
            <pc:sldMk cId="3879350625" sldId="2792"/>
            <ac:spMk id="5" creationId="{7D5B8B7A-D759-5B1A-14CA-84C441215FC2}"/>
          </ac:spMkLst>
        </pc:spChg>
        <pc:spChg chg="add del">
          <ac:chgData name="Adam Brown (Astrea Central)" userId="e4577f1c-a0ea-4eef-9851-9bdbe8619e58" providerId="ADAL" clId="{298CC335-43E8-497A-92EF-F6294183AD0B}" dt="2025-09-15T13:24:01.329" v="1794" actId="478"/>
          <ac:spMkLst>
            <pc:docMk/>
            <pc:sldMk cId="3879350625" sldId="2792"/>
            <ac:spMk id="12" creationId="{8404E10B-AD99-0E9F-DE2E-F40E4D31F57B}"/>
          </ac:spMkLst>
        </pc:spChg>
        <pc:spChg chg="del">
          <ac:chgData name="Adam Brown (Astrea Central)" userId="e4577f1c-a0ea-4eef-9851-9bdbe8619e58" providerId="ADAL" clId="{298CC335-43E8-497A-92EF-F6294183AD0B}" dt="2025-09-15T13:24:03.781" v="1795" actId="478"/>
          <ac:spMkLst>
            <pc:docMk/>
            <pc:sldMk cId="3879350625" sldId="2792"/>
            <ac:spMk id="15" creationId="{9900BFDF-C6F9-8E69-08DF-CDC9A4DCB535}"/>
          </ac:spMkLst>
        </pc:spChg>
        <pc:spChg chg="del">
          <ac:chgData name="Adam Brown (Astrea Central)" userId="e4577f1c-a0ea-4eef-9851-9bdbe8619e58" providerId="ADAL" clId="{298CC335-43E8-497A-92EF-F6294183AD0B}" dt="2025-09-15T13:23:54.573" v="1790" actId="478"/>
          <ac:spMkLst>
            <pc:docMk/>
            <pc:sldMk cId="3879350625" sldId="2792"/>
            <ac:spMk id="16" creationId="{92AAC2DC-2738-0B6A-DF57-4342CA1391A5}"/>
          </ac:spMkLst>
        </pc:spChg>
        <pc:spChg chg="del">
          <ac:chgData name="Adam Brown (Astrea Central)" userId="e4577f1c-a0ea-4eef-9851-9bdbe8619e58" providerId="ADAL" clId="{298CC335-43E8-497A-92EF-F6294183AD0B}" dt="2025-09-15T13:24:08.749" v="1798" actId="478"/>
          <ac:spMkLst>
            <pc:docMk/>
            <pc:sldMk cId="3879350625" sldId="2792"/>
            <ac:spMk id="17" creationId="{27B40642-73D9-34FB-4FEE-7A9AF539AD88}"/>
          </ac:spMkLst>
        </pc:spChg>
        <pc:spChg chg="del">
          <ac:chgData name="Adam Brown (Astrea Central)" userId="e4577f1c-a0ea-4eef-9851-9bdbe8619e58" providerId="ADAL" clId="{298CC335-43E8-497A-92EF-F6294183AD0B}" dt="2025-09-15T13:24:05.591" v="1796" actId="478"/>
          <ac:spMkLst>
            <pc:docMk/>
            <pc:sldMk cId="3879350625" sldId="2792"/>
            <ac:spMk id="18" creationId="{E786033E-6484-3ACF-0000-40577FD81977}"/>
          </ac:spMkLst>
        </pc:spChg>
        <pc:spChg chg="del">
          <ac:chgData name="Adam Brown (Astrea Central)" userId="e4577f1c-a0ea-4eef-9851-9bdbe8619e58" providerId="ADAL" clId="{298CC335-43E8-497A-92EF-F6294183AD0B}" dt="2025-09-15T13:23:53.318" v="1789" actId="478"/>
          <ac:spMkLst>
            <pc:docMk/>
            <pc:sldMk cId="3879350625" sldId="2792"/>
            <ac:spMk id="19" creationId="{5A3D0D9F-34A1-D7E2-040B-8DD8D0D07F6C}"/>
          </ac:spMkLst>
        </pc:spChg>
        <pc:spChg chg="del">
          <ac:chgData name="Adam Brown (Astrea Central)" userId="e4577f1c-a0ea-4eef-9851-9bdbe8619e58" providerId="ADAL" clId="{298CC335-43E8-497A-92EF-F6294183AD0B}" dt="2025-09-15T13:24:10.670" v="1799" actId="478"/>
          <ac:spMkLst>
            <pc:docMk/>
            <pc:sldMk cId="3879350625" sldId="2792"/>
            <ac:spMk id="20" creationId="{FA801FF3-EBCB-2EA4-FD5A-8B6E6A8132E5}"/>
          </ac:spMkLst>
        </pc:spChg>
        <pc:spChg chg="del">
          <ac:chgData name="Adam Brown (Astrea Central)" userId="e4577f1c-a0ea-4eef-9851-9bdbe8619e58" providerId="ADAL" clId="{298CC335-43E8-497A-92EF-F6294183AD0B}" dt="2025-09-15T13:24:13.614" v="1801" actId="478"/>
          <ac:spMkLst>
            <pc:docMk/>
            <pc:sldMk cId="3879350625" sldId="2792"/>
            <ac:spMk id="21" creationId="{E0232142-C0C4-CF65-8096-CEB3EFB009A4}"/>
          </ac:spMkLst>
        </pc:spChg>
        <pc:spChg chg="del">
          <ac:chgData name="Adam Brown (Astrea Central)" userId="e4577f1c-a0ea-4eef-9851-9bdbe8619e58" providerId="ADAL" clId="{298CC335-43E8-497A-92EF-F6294183AD0B}" dt="2025-09-15T13:24:16.236" v="1803" actId="478"/>
          <ac:spMkLst>
            <pc:docMk/>
            <pc:sldMk cId="3879350625" sldId="2792"/>
            <ac:spMk id="22" creationId="{99F5180E-2F1B-2332-2D45-AE1D78CFE90B}"/>
          </ac:spMkLst>
        </pc:spChg>
        <pc:spChg chg="del">
          <ac:chgData name="Adam Brown (Astrea Central)" userId="e4577f1c-a0ea-4eef-9851-9bdbe8619e58" providerId="ADAL" clId="{298CC335-43E8-497A-92EF-F6294183AD0B}" dt="2025-09-15T13:24:12.004" v="1800" actId="478"/>
          <ac:spMkLst>
            <pc:docMk/>
            <pc:sldMk cId="3879350625" sldId="2792"/>
            <ac:spMk id="23" creationId="{3BBBBD9A-C0DB-6FF2-55D7-B41ED84FEDFD}"/>
          </ac:spMkLst>
        </pc:spChg>
        <pc:spChg chg="del">
          <ac:chgData name="Adam Brown (Astrea Central)" userId="e4577f1c-a0ea-4eef-9851-9bdbe8619e58" providerId="ADAL" clId="{298CC335-43E8-497A-92EF-F6294183AD0B}" dt="2025-09-15T13:24:14.710" v="1802" actId="478"/>
          <ac:spMkLst>
            <pc:docMk/>
            <pc:sldMk cId="3879350625" sldId="2792"/>
            <ac:spMk id="24" creationId="{02CDEAB3-33EA-2226-C0D7-B63F3B176E4A}"/>
          </ac:spMkLst>
        </pc:spChg>
        <pc:spChg chg="del">
          <ac:chgData name="Adam Brown (Astrea Central)" userId="e4577f1c-a0ea-4eef-9851-9bdbe8619e58" providerId="ADAL" clId="{298CC335-43E8-497A-92EF-F6294183AD0B}" dt="2025-09-15T13:24:17.382" v="1804" actId="478"/>
          <ac:spMkLst>
            <pc:docMk/>
            <pc:sldMk cId="3879350625" sldId="2792"/>
            <ac:spMk id="25" creationId="{B9AE8B18-3B63-0FBC-7954-4D7F53AC680B}"/>
          </ac:spMkLst>
        </pc:spChg>
        <pc:spChg chg="del">
          <ac:chgData name="Adam Brown (Astrea Central)" userId="e4577f1c-a0ea-4eef-9851-9bdbe8619e58" providerId="ADAL" clId="{298CC335-43E8-497A-92EF-F6294183AD0B}" dt="2025-09-15T13:24:19.605" v="1805" actId="478"/>
          <ac:spMkLst>
            <pc:docMk/>
            <pc:sldMk cId="3879350625" sldId="2792"/>
            <ac:spMk id="26" creationId="{426BE639-1107-A024-304B-A7D318F4E75E}"/>
          </ac:spMkLst>
        </pc:spChg>
        <pc:spChg chg="del">
          <ac:chgData name="Adam Brown (Astrea Central)" userId="e4577f1c-a0ea-4eef-9851-9bdbe8619e58" providerId="ADAL" clId="{298CC335-43E8-497A-92EF-F6294183AD0B}" dt="2025-09-15T13:24:19.605" v="1805" actId="478"/>
          <ac:spMkLst>
            <pc:docMk/>
            <pc:sldMk cId="3879350625" sldId="2792"/>
            <ac:spMk id="27" creationId="{C9CF76B6-FF8C-A4BD-C561-92F42DACC6AE}"/>
          </ac:spMkLst>
        </pc:spChg>
        <pc:spChg chg="del">
          <ac:chgData name="Adam Brown (Astrea Central)" userId="e4577f1c-a0ea-4eef-9851-9bdbe8619e58" providerId="ADAL" clId="{298CC335-43E8-497A-92EF-F6294183AD0B}" dt="2025-09-15T13:24:19.605" v="1805" actId="478"/>
          <ac:spMkLst>
            <pc:docMk/>
            <pc:sldMk cId="3879350625" sldId="2792"/>
            <ac:spMk id="28" creationId="{4FC355A5-4F27-AF1B-556C-B3E7D7F9D98C}"/>
          </ac:spMkLst>
        </pc:spChg>
        <pc:spChg chg="del">
          <ac:chgData name="Adam Brown (Astrea Central)" userId="e4577f1c-a0ea-4eef-9851-9bdbe8619e58" providerId="ADAL" clId="{298CC335-43E8-497A-92EF-F6294183AD0B}" dt="2025-09-15T13:24:19.605" v="1805" actId="478"/>
          <ac:spMkLst>
            <pc:docMk/>
            <pc:sldMk cId="3879350625" sldId="2792"/>
            <ac:spMk id="29" creationId="{369D7A0C-AF12-E11F-617E-F368F439291F}"/>
          </ac:spMkLst>
        </pc:spChg>
        <pc:spChg chg="del">
          <ac:chgData name="Adam Brown (Astrea Central)" userId="e4577f1c-a0ea-4eef-9851-9bdbe8619e58" providerId="ADAL" clId="{298CC335-43E8-497A-92EF-F6294183AD0B}" dt="2025-09-15T13:24:19.605" v="1805" actId="478"/>
          <ac:spMkLst>
            <pc:docMk/>
            <pc:sldMk cId="3879350625" sldId="2792"/>
            <ac:spMk id="30" creationId="{BFE645F3-0AFF-E34A-2533-4EFF32138176}"/>
          </ac:spMkLst>
        </pc:spChg>
        <pc:spChg chg="del">
          <ac:chgData name="Adam Brown (Astrea Central)" userId="e4577f1c-a0ea-4eef-9851-9bdbe8619e58" providerId="ADAL" clId="{298CC335-43E8-497A-92EF-F6294183AD0B}" dt="2025-09-15T13:24:19.605" v="1805" actId="478"/>
          <ac:spMkLst>
            <pc:docMk/>
            <pc:sldMk cId="3879350625" sldId="2792"/>
            <ac:spMk id="32" creationId="{1D5E3381-8B8A-FF20-97EA-23275C4E3708}"/>
          </ac:spMkLst>
        </pc:spChg>
      </pc:sldChg>
      <pc:sldChg chg="delSp mod">
        <pc:chgData name="Adam Brown (Astrea Central)" userId="e4577f1c-a0ea-4eef-9851-9bdbe8619e58" providerId="ADAL" clId="{298CC335-43E8-497A-92EF-F6294183AD0B}" dt="2025-09-15T13:24:23.134" v="1806" actId="478"/>
        <pc:sldMkLst>
          <pc:docMk/>
          <pc:sldMk cId="1145473237" sldId="2793"/>
        </pc:sldMkLst>
        <pc:spChg chg="del">
          <ac:chgData name="Adam Brown (Astrea Central)" userId="e4577f1c-a0ea-4eef-9851-9bdbe8619e58" providerId="ADAL" clId="{298CC335-43E8-497A-92EF-F6294183AD0B}" dt="2025-09-15T13:24:23.134" v="1806" actId="478"/>
          <ac:spMkLst>
            <pc:docMk/>
            <pc:sldMk cId="1145473237" sldId="2793"/>
            <ac:spMk id="3" creationId="{18EF23F0-7800-A38A-3552-C26D62450FA7}"/>
          </ac:spMkLst>
        </pc:spChg>
        <pc:spChg chg="del">
          <ac:chgData name="Adam Brown (Astrea Central)" userId="e4577f1c-a0ea-4eef-9851-9bdbe8619e58" providerId="ADAL" clId="{298CC335-43E8-497A-92EF-F6294183AD0B}" dt="2025-09-15T13:24:23.134" v="1806" actId="478"/>
          <ac:spMkLst>
            <pc:docMk/>
            <pc:sldMk cId="1145473237" sldId="2793"/>
            <ac:spMk id="5" creationId="{1996A3F4-ACA3-93F5-E11D-D76AF6FA82DD}"/>
          </ac:spMkLst>
        </pc:spChg>
        <pc:spChg chg="del">
          <ac:chgData name="Adam Brown (Astrea Central)" userId="e4577f1c-a0ea-4eef-9851-9bdbe8619e58" providerId="ADAL" clId="{298CC335-43E8-497A-92EF-F6294183AD0B}" dt="2025-09-15T13:24:23.134" v="1806" actId="478"/>
          <ac:spMkLst>
            <pc:docMk/>
            <pc:sldMk cId="1145473237" sldId="2793"/>
            <ac:spMk id="6" creationId="{1822AF7E-5F97-6263-2060-73C05A4E6799}"/>
          </ac:spMkLst>
        </pc:spChg>
        <pc:spChg chg="del">
          <ac:chgData name="Adam Brown (Astrea Central)" userId="e4577f1c-a0ea-4eef-9851-9bdbe8619e58" providerId="ADAL" clId="{298CC335-43E8-497A-92EF-F6294183AD0B}" dt="2025-09-15T13:24:23.134" v="1806" actId="478"/>
          <ac:spMkLst>
            <pc:docMk/>
            <pc:sldMk cId="1145473237" sldId="2793"/>
            <ac:spMk id="8" creationId="{FB05AD4E-6605-C15C-3062-7B952FF6B5FC}"/>
          </ac:spMkLst>
        </pc:spChg>
        <pc:spChg chg="del">
          <ac:chgData name="Adam Brown (Astrea Central)" userId="e4577f1c-a0ea-4eef-9851-9bdbe8619e58" providerId="ADAL" clId="{298CC335-43E8-497A-92EF-F6294183AD0B}" dt="2025-09-15T13:24:23.134" v="1806" actId="478"/>
          <ac:spMkLst>
            <pc:docMk/>
            <pc:sldMk cId="1145473237" sldId="2793"/>
            <ac:spMk id="17" creationId="{0D0802B1-759D-B56A-6684-7EBFFDC5B91E}"/>
          </ac:spMkLst>
        </pc:spChg>
        <pc:spChg chg="del">
          <ac:chgData name="Adam Brown (Astrea Central)" userId="e4577f1c-a0ea-4eef-9851-9bdbe8619e58" providerId="ADAL" clId="{298CC335-43E8-497A-92EF-F6294183AD0B}" dt="2025-09-15T13:24:23.134" v="1806" actId="478"/>
          <ac:spMkLst>
            <pc:docMk/>
            <pc:sldMk cId="1145473237" sldId="2793"/>
            <ac:spMk id="20" creationId="{71FB595F-ABEE-0562-AAD1-AE8C56DB4907}"/>
          </ac:spMkLst>
        </pc:spChg>
        <pc:spChg chg="del">
          <ac:chgData name="Adam Brown (Astrea Central)" userId="e4577f1c-a0ea-4eef-9851-9bdbe8619e58" providerId="ADAL" clId="{298CC335-43E8-497A-92EF-F6294183AD0B}" dt="2025-09-15T13:24:23.134" v="1806" actId="478"/>
          <ac:spMkLst>
            <pc:docMk/>
            <pc:sldMk cId="1145473237" sldId="2793"/>
            <ac:spMk id="24" creationId="{5993DCB2-1AFF-6AF3-7E96-3767EF8F7440}"/>
          </ac:spMkLst>
        </pc:spChg>
        <pc:spChg chg="del">
          <ac:chgData name="Adam Brown (Astrea Central)" userId="e4577f1c-a0ea-4eef-9851-9bdbe8619e58" providerId="ADAL" clId="{298CC335-43E8-497A-92EF-F6294183AD0B}" dt="2025-09-15T13:24:23.134" v="1806" actId="478"/>
          <ac:spMkLst>
            <pc:docMk/>
            <pc:sldMk cId="1145473237" sldId="2793"/>
            <ac:spMk id="27" creationId="{EFDB2A01-5FBC-DB2A-6523-80D7F44C60C9}"/>
          </ac:spMkLst>
        </pc:spChg>
        <pc:spChg chg="del">
          <ac:chgData name="Adam Brown (Astrea Central)" userId="e4577f1c-a0ea-4eef-9851-9bdbe8619e58" providerId="ADAL" clId="{298CC335-43E8-497A-92EF-F6294183AD0B}" dt="2025-09-15T13:24:23.134" v="1806" actId="478"/>
          <ac:spMkLst>
            <pc:docMk/>
            <pc:sldMk cId="1145473237" sldId="2793"/>
            <ac:spMk id="32" creationId="{D79BF2F9-02E6-BF61-8E53-0A95FE0C8F51}"/>
          </ac:spMkLst>
        </pc:spChg>
        <pc:spChg chg="del">
          <ac:chgData name="Adam Brown (Astrea Central)" userId="e4577f1c-a0ea-4eef-9851-9bdbe8619e58" providerId="ADAL" clId="{298CC335-43E8-497A-92EF-F6294183AD0B}" dt="2025-09-15T13:24:23.134" v="1806" actId="478"/>
          <ac:spMkLst>
            <pc:docMk/>
            <pc:sldMk cId="1145473237" sldId="2793"/>
            <ac:spMk id="35" creationId="{D7588C8E-E04E-7BE2-1001-B34B28691D2A}"/>
          </ac:spMkLst>
        </pc:spChg>
      </pc:sldChg>
      <pc:sldChg chg="delSp mod">
        <pc:chgData name="Adam Brown (Astrea Central)" userId="e4577f1c-a0ea-4eef-9851-9bdbe8619e58" providerId="ADAL" clId="{298CC335-43E8-497A-92EF-F6294183AD0B}" dt="2025-09-15T13:24:37.454" v="1813" actId="478"/>
        <pc:sldMkLst>
          <pc:docMk/>
          <pc:sldMk cId="1477799629" sldId="2794"/>
        </pc:sldMkLst>
        <pc:spChg chg="del">
          <ac:chgData name="Adam Brown (Astrea Central)" userId="e4577f1c-a0ea-4eef-9851-9bdbe8619e58" providerId="ADAL" clId="{298CC335-43E8-497A-92EF-F6294183AD0B}" dt="2025-09-15T13:24:37.454" v="1813" actId="478"/>
          <ac:spMkLst>
            <pc:docMk/>
            <pc:sldMk cId="1477799629" sldId="2794"/>
            <ac:spMk id="3" creationId="{2D60F99B-9656-FB07-A817-A58DFC7C85A3}"/>
          </ac:spMkLst>
        </pc:spChg>
        <pc:spChg chg="del">
          <ac:chgData name="Adam Brown (Astrea Central)" userId="e4577f1c-a0ea-4eef-9851-9bdbe8619e58" providerId="ADAL" clId="{298CC335-43E8-497A-92EF-F6294183AD0B}" dt="2025-09-15T13:24:33.021" v="1810" actId="478"/>
          <ac:spMkLst>
            <pc:docMk/>
            <pc:sldMk cId="1477799629" sldId="2794"/>
            <ac:spMk id="4" creationId="{BE7D3A4F-8D38-A9ED-B88D-D2571F911657}"/>
          </ac:spMkLst>
        </pc:spChg>
        <pc:spChg chg="del">
          <ac:chgData name="Adam Brown (Astrea Central)" userId="e4577f1c-a0ea-4eef-9851-9bdbe8619e58" providerId="ADAL" clId="{298CC335-43E8-497A-92EF-F6294183AD0B}" dt="2025-09-15T13:24:35.934" v="1812" actId="478"/>
          <ac:spMkLst>
            <pc:docMk/>
            <pc:sldMk cId="1477799629" sldId="2794"/>
            <ac:spMk id="7" creationId="{A8106725-4545-9C85-88BC-8298C49D146B}"/>
          </ac:spMkLst>
        </pc:spChg>
        <pc:spChg chg="del">
          <ac:chgData name="Adam Brown (Astrea Central)" userId="e4577f1c-a0ea-4eef-9851-9bdbe8619e58" providerId="ADAL" clId="{298CC335-43E8-497A-92EF-F6294183AD0B}" dt="2025-09-15T13:24:34.549" v="1811" actId="478"/>
          <ac:spMkLst>
            <pc:docMk/>
            <pc:sldMk cId="1477799629" sldId="2794"/>
            <ac:spMk id="8" creationId="{4244E65E-EE4C-CC7B-FDF4-262B13A55A3E}"/>
          </ac:spMkLst>
        </pc:spChg>
        <pc:spChg chg="del">
          <ac:chgData name="Adam Brown (Astrea Central)" userId="e4577f1c-a0ea-4eef-9851-9bdbe8619e58" providerId="ADAL" clId="{298CC335-43E8-497A-92EF-F6294183AD0B}" dt="2025-09-15T13:24:31.597" v="1809" actId="478"/>
          <ac:spMkLst>
            <pc:docMk/>
            <pc:sldMk cId="1477799629" sldId="2794"/>
            <ac:spMk id="9" creationId="{7466C96F-6310-9FD1-056F-5A659FE5AA50}"/>
          </ac:spMkLst>
        </pc:spChg>
        <pc:spChg chg="del">
          <ac:chgData name="Adam Brown (Astrea Central)" userId="e4577f1c-a0ea-4eef-9851-9bdbe8619e58" providerId="ADAL" clId="{298CC335-43E8-497A-92EF-F6294183AD0B}" dt="2025-09-15T13:24:30.389" v="1808" actId="478"/>
          <ac:spMkLst>
            <pc:docMk/>
            <pc:sldMk cId="1477799629" sldId="2794"/>
            <ac:spMk id="10" creationId="{7A01692C-87F8-5080-93D1-827E61786571}"/>
          </ac:spMkLst>
        </pc:spChg>
        <pc:spChg chg="del">
          <ac:chgData name="Adam Brown (Astrea Central)" userId="e4577f1c-a0ea-4eef-9851-9bdbe8619e58" providerId="ADAL" clId="{298CC335-43E8-497A-92EF-F6294183AD0B}" dt="2025-09-15T13:24:28.565" v="1807" actId="478"/>
          <ac:spMkLst>
            <pc:docMk/>
            <pc:sldMk cId="1477799629" sldId="2794"/>
            <ac:spMk id="11" creationId="{0C86078E-0546-B672-975D-5F0A08F488CB}"/>
          </ac:spMkLst>
        </pc:spChg>
        <pc:spChg chg="del">
          <ac:chgData name="Adam Brown (Astrea Central)" userId="e4577f1c-a0ea-4eef-9851-9bdbe8619e58" providerId="ADAL" clId="{298CC335-43E8-497A-92EF-F6294183AD0B}" dt="2025-09-15T13:24:28.565" v="1807" actId="478"/>
          <ac:spMkLst>
            <pc:docMk/>
            <pc:sldMk cId="1477799629" sldId="2794"/>
            <ac:spMk id="15" creationId="{4E830551-0FBC-BC38-CAEC-41F78D79C6D9}"/>
          </ac:spMkLst>
        </pc:spChg>
        <pc:spChg chg="del">
          <ac:chgData name="Adam Brown (Astrea Central)" userId="e4577f1c-a0ea-4eef-9851-9bdbe8619e58" providerId="ADAL" clId="{298CC335-43E8-497A-92EF-F6294183AD0B}" dt="2025-09-15T13:24:28.565" v="1807" actId="478"/>
          <ac:spMkLst>
            <pc:docMk/>
            <pc:sldMk cId="1477799629" sldId="2794"/>
            <ac:spMk id="16" creationId="{72063910-498D-A6C4-7C9E-422F2A63A4C9}"/>
          </ac:spMkLst>
        </pc:spChg>
        <pc:spChg chg="del">
          <ac:chgData name="Adam Brown (Astrea Central)" userId="e4577f1c-a0ea-4eef-9851-9bdbe8619e58" providerId="ADAL" clId="{298CC335-43E8-497A-92EF-F6294183AD0B}" dt="2025-09-15T13:24:28.565" v="1807" actId="478"/>
          <ac:spMkLst>
            <pc:docMk/>
            <pc:sldMk cId="1477799629" sldId="2794"/>
            <ac:spMk id="18" creationId="{04533D60-5B6B-B3EB-5977-3594CDF03E05}"/>
          </ac:spMkLst>
        </pc:spChg>
        <pc:spChg chg="del">
          <ac:chgData name="Adam Brown (Astrea Central)" userId="e4577f1c-a0ea-4eef-9851-9bdbe8619e58" providerId="ADAL" clId="{298CC335-43E8-497A-92EF-F6294183AD0B}" dt="2025-09-15T13:24:28.565" v="1807" actId="478"/>
          <ac:spMkLst>
            <pc:docMk/>
            <pc:sldMk cId="1477799629" sldId="2794"/>
            <ac:spMk id="20" creationId="{1C0FE183-04E1-1AE8-BEB7-C2AEC4045AE1}"/>
          </ac:spMkLst>
        </pc:spChg>
        <pc:spChg chg="del">
          <ac:chgData name="Adam Brown (Astrea Central)" userId="e4577f1c-a0ea-4eef-9851-9bdbe8619e58" providerId="ADAL" clId="{298CC335-43E8-497A-92EF-F6294183AD0B}" dt="2025-09-15T13:24:28.565" v="1807" actId="478"/>
          <ac:spMkLst>
            <pc:docMk/>
            <pc:sldMk cId="1477799629" sldId="2794"/>
            <ac:spMk id="21" creationId="{79E5D544-2C6E-4C7F-8185-7B8E0A8B8D0C}"/>
          </ac:spMkLst>
        </pc:spChg>
        <pc:spChg chg="del">
          <ac:chgData name="Adam Brown (Astrea Central)" userId="e4577f1c-a0ea-4eef-9851-9bdbe8619e58" providerId="ADAL" clId="{298CC335-43E8-497A-92EF-F6294183AD0B}" dt="2025-09-15T13:24:28.565" v="1807" actId="478"/>
          <ac:spMkLst>
            <pc:docMk/>
            <pc:sldMk cId="1477799629" sldId="2794"/>
            <ac:spMk id="23" creationId="{8E889D7C-9502-3E2C-A51B-B6FA163310C8}"/>
          </ac:spMkLst>
        </pc:spChg>
        <pc:spChg chg="del">
          <ac:chgData name="Adam Brown (Astrea Central)" userId="e4577f1c-a0ea-4eef-9851-9bdbe8619e58" providerId="ADAL" clId="{298CC335-43E8-497A-92EF-F6294183AD0B}" dt="2025-09-15T13:24:28.565" v="1807" actId="478"/>
          <ac:spMkLst>
            <pc:docMk/>
            <pc:sldMk cId="1477799629" sldId="2794"/>
            <ac:spMk id="24" creationId="{49BD0C29-B009-5F87-C75E-AC7F77D07943}"/>
          </ac:spMkLst>
        </pc:spChg>
        <pc:spChg chg="del">
          <ac:chgData name="Adam Brown (Astrea Central)" userId="e4577f1c-a0ea-4eef-9851-9bdbe8619e58" providerId="ADAL" clId="{298CC335-43E8-497A-92EF-F6294183AD0B}" dt="2025-09-15T13:24:28.565" v="1807" actId="478"/>
          <ac:spMkLst>
            <pc:docMk/>
            <pc:sldMk cId="1477799629" sldId="2794"/>
            <ac:spMk id="28" creationId="{4D025FA9-01F8-6AEE-98AE-A03F77FA3D25}"/>
          </ac:spMkLst>
        </pc:spChg>
        <pc:spChg chg="del">
          <ac:chgData name="Adam Brown (Astrea Central)" userId="e4577f1c-a0ea-4eef-9851-9bdbe8619e58" providerId="ADAL" clId="{298CC335-43E8-497A-92EF-F6294183AD0B}" dt="2025-09-15T13:24:28.565" v="1807" actId="478"/>
          <ac:spMkLst>
            <pc:docMk/>
            <pc:sldMk cId="1477799629" sldId="2794"/>
            <ac:spMk id="29" creationId="{C25D1150-9577-BE82-A5A1-991D225418C3}"/>
          </ac:spMkLst>
        </pc:spChg>
      </pc:sldChg>
      <pc:sldChg chg="delSp mod">
        <pc:chgData name="Adam Brown (Astrea Central)" userId="e4577f1c-a0ea-4eef-9851-9bdbe8619e58" providerId="ADAL" clId="{298CC335-43E8-497A-92EF-F6294183AD0B}" dt="2025-09-15T13:24:53.118" v="1822" actId="478"/>
        <pc:sldMkLst>
          <pc:docMk/>
          <pc:sldMk cId="120458108" sldId="2795"/>
        </pc:sldMkLst>
        <pc:spChg chg="del">
          <ac:chgData name="Adam Brown (Astrea Central)" userId="e4577f1c-a0ea-4eef-9851-9bdbe8619e58" providerId="ADAL" clId="{298CC335-43E8-497A-92EF-F6294183AD0B}" dt="2025-09-15T13:24:41.344" v="1814" actId="478"/>
          <ac:spMkLst>
            <pc:docMk/>
            <pc:sldMk cId="120458108" sldId="2795"/>
            <ac:spMk id="7" creationId="{54758728-D408-38CB-25EE-1244810537AE}"/>
          </ac:spMkLst>
        </pc:spChg>
        <pc:spChg chg="del">
          <ac:chgData name="Adam Brown (Astrea Central)" userId="e4577f1c-a0ea-4eef-9851-9bdbe8619e58" providerId="ADAL" clId="{298CC335-43E8-497A-92EF-F6294183AD0B}" dt="2025-09-15T13:24:41.344" v="1814" actId="478"/>
          <ac:spMkLst>
            <pc:docMk/>
            <pc:sldMk cId="120458108" sldId="2795"/>
            <ac:spMk id="8" creationId="{6CAB6C71-8174-1A4F-B958-778C07884969}"/>
          </ac:spMkLst>
        </pc:spChg>
        <pc:spChg chg="del">
          <ac:chgData name="Adam Brown (Astrea Central)" userId="e4577f1c-a0ea-4eef-9851-9bdbe8619e58" providerId="ADAL" clId="{298CC335-43E8-497A-92EF-F6294183AD0B}" dt="2025-09-15T13:24:41.344" v="1814" actId="478"/>
          <ac:spMkLst>
            <pc:docMk/>
            <pc:sldMk cId="120458108" sldId="2795"/>
            <ac:spMk id="10" creationId="{B6B350CE-44B7-A4E7-A246-0A5C09694D43}"/>
          </ac:spMkLst>
        </pc:spChg>
        <pc:spChg chg="del">
          <ac:chgData name="Adam Brown (Astrea Central)" userId="e4577f1c-a0ea-4eef-9851-9bdbe8619e58" providerId="ADAL" clId="{298CC335-43E8-497A-92EF-F6294183AD0B}" dt="2025-09-15T13:24:41.344" v="1814" actId="478"/>
          <ac:spMkLst>
            <pc:docMk/>
            <pc:sldMk cId="120458108" sldId="2795"/>
            <ac:spMk id="11" creationId="{317AB435-E31F-3E14-C9BE-7D209ECBAAA4}"/>
          </ac:spMkLst>
        </pc:spChg>
        <pc:spChg chg="del">
          <ac:chgData name="Adam Brown (Astrea Central)" userId="e4577f1c-a0ea-4eef-9851-9bdbe8619e58" providerId="ADAL" clId="{298CC335-43E8-497A-92EF-F6294183AD0B}" dt="2025-09-15T13:24:41.344" v="1814" actId="478"/>
          <ac:spMkLst>
            <pc:docMk/>
            <pc:sldMk cId="120458108" sldId="2795"/>
            <ac:spMk id="12" creationId="{E22119C1-2151-E4E5-B38F-9FA2E96D752A}"/>
          </ac:spMkLst>
        </pc:spChg>
        <pc:spChg chg="del">
          <ac:chgData name="Adam Brown (Astrea Central)" userId="e4577f1c-a0ea-4eef-9851-9bdbe8619e58" providerId="ADAL" clId="{298CC335-43E8-497A-92EF-F6294183AD0B}" dt="2025-09-15T13:24:41.344" v="1814" actId="478"/>
          <ac:spMkLst>
            <pc:docMk/>
            <pc:sldMk cId="120458108" sldId="2795"/>
            <ac:spMk id="13" creationId="{C877BD3E-3550-AB11-03AC-B42855BE9421}"/>
          </ac:spMkLst>
        </pc:spChg>
        <pc:spChg chg="del">
          <ac:chgData name="Adam Brown (Astrea Central)" userId="e4577f1c-a0ea-4eef-9851-9bdbe8619e58" providerId="ADAL" clId="{298CC335-43E8-497A-92EF-F6294183AD0B}" dt="2025-09-15T13:24:41.344" v="1814" actId="478"/>
          <ac:spMkLst>
            <pc:docMk/>
            <pc:sldMk cId="120458108" sldId="2795"/>
            <ac:spMk id="14" creationId="{FDCFD353-7E64-64C2-123B-6AE40D41EBC4}"/>
          </ac:spMkLst>
        </pc:spChg>
        <pc:spChg chg="del">
          <ac:chgData name="Adam Brown (Astrea Central)" userId="e4577f1c-a0ea-4eef-9851-9bdbe8619e58" providerId="ADAL" clId="{298CC335-43E8-497A-92EF-F6294183AD0B}" dt="2025-09-15T13:24:41.344" v="1814" actId="478"/>
          <ac:spMkLst>
            <pc:docMk/>
            <pc:sldMk cId="120458108" sldId="2795"/>
            <ac:spMk id="16" creationId="{5DDBE3ED-6C7A-31C7-0BA8-51232CE11911}"/>
          </ac:spMkLst>
        </pc:spChg>
        <pc:spChg chg="del">
          <ac:chgData name="Adam Brown (Astrea Central)" userId="e4577f1c-a0ea-4eef-9851-9bdbe8619e58" providerId="ADAL" clId="{298CC335-43E8-497A-92EF-F6294183AD0B}" dt="2025-09-15T13:24:41.344" v="1814" actId="478"/>
          <ac:spMkLst>
            <pc:docMk/>
            <pc:sldMk cId="120458108" sldId="2795"/>
            <ac:spMk id="18" creationId="{35B71DC7-55D7-AFA2-9DEF-7B1A7058B108}"/>
          </ac:spMkLst>
        </pc:spChg>
        <pc:spChg chg="del">
          <ac:chgData name="Adam Brown (Astrea Central)" userId="e4577f1c-a0ea-4eef-9851-9bdbe8619e58" providerId="ADAL" clId="{298CC335-43E8-497A-92EF-F6294183AD0B}" dt="2025-09-15T13:24:41.344" v="1814" actId="478"/>
          <ac:spMkLst>
            <pc:docMk/>
            <pc:sldMk cId="120458108" sldId="2795"/>
            <ac:spMk id="23" creationId="{E145DC3B-9682-E551-D212-F2EEA73707C3}"/>
          </ac:spMkLst>
        </pc:spChg>
        <pc:spChg chg="del">
          <ac:chgData name="Adam Brown (Astrea Central)" userId="e4577f1c-a0ea-4eef-9851-9bdbe8619e58" providerId="ADAL" clId="{298CC335-43E8-497A-92EF-F6294183AD0B}" dt="2025-09-15T13:24:53.118" v="1822" actId="478"/>
          <ac:spMkLst>
            <pc:docMk/>
            <pc:sldMk cId="120458108" sldId="2795"/>
            <ac:spMk id="42" creationId="{98E48CA4-7E38-F7CC-8341-53D733613B5D}"/>
          </ac:spMkLst>
        </pc:spChg>
        <pc:spChg chg="del">
          <ac:chgData name="Adam Brown (Astrea Central)" userId="e4577f1c-a0ea-4eef-9851-9bdbe8619e58" providerId="ADAL" clId="{298CC335-43E8-497A-92EF-F6294183AD0B}" dt="2025-09-15T13:24:51.949" v="1821" actId="478"/>
          <ac:spMkLst>
            <pc:docMk/>
            <pc:sldMk cId="120458108" sldId="2795"/>
            <ac:spMk id="44" creationId="{B6EA9C0F-A0F7-55CC-B452-6BBAA3C8B903}"/>
          </ac:spMkLst>
        </pc:spChg>
        <pc:spChg chg="del">
          <ac:chgData name="Adam Brown (Astrea Central)" userId="e4577f1c-a0ea-4eef-9851-9bdbe8619e58" providerId="ADAL" clId="{298CC335-43E8-497A-92EF-F6294183AD0B}" dt="2025-09-15T13:24:49.142" v="1819" actId="478"/>
          <ac:spMkLst>
            <pc:docMk/>
            <pc:sldMk cId="120458108" sldId="2795"/>
            <ac:spMk id="45" creationId="{D0A6EFCD-8613-4FEA-7F11-806F02622F2D}"/>
          </ac:spMkLst>
        </pc:spChg>
        <pc:spChg chg="del">
          <ac:chgData name="Adam Brown (Astrea Central)" userId="e4577f1c-a0ea-4eef-9851-9bdbe8619e58" providerId="ADAL" clId="{298CC335-43E8-497A-92EF-F6294183AD0B}" dt="2025-09-15T13:24:50.396" v="1820" actId="478"/>
          <ac:spMkLst>
            <pc:docMk/>
            <pc:sldMk cId="120458108" sldId="2795"/>
            <ac:spMk id="46" creationId="{DFDB3B75-A5EA-10FD-C591-24B211878C41}"/>
          </ac:spMkLst>
        </pc:spChg>
        <pc:spChg chg="del">
          <ac:chgData name="Adam Brown (Astrea Central)" userId="e4577f1c-a0ea-4eef-9851-9bdbe8619e58" providerId="ADAL" clId="{298CC335-43E8-497A-92EF-F6294183AD0B}" dt="2025-09-15T13:24:47.373" v="1818" actId="478"/>
          <ac:spMkLst>
            <pc:docMk/>
            <pc:sldMk cId="120458108" sldId="2795"/>
            <ac:spMk id="47" creationId="{EA7868F7-AB3F-299D-AC82-473FD41EEF44}"/>
          </ac:spMkLst>
        </pc:spChg>
        <pc:spChg chg="del">
          <ac:chgData name="Adam Brown (Astrea Central)" userId="e4577f1c-a0ea-4eef-9851-9bdbe8619e58" providerId="ADAL" clId="{298CC335-43E8-497A-92EF-F6294183AD0B}" dt="2025-09-15T13:24:45.780" v="1817" actId="478"/>
          <ac:spMkLst>
            <pc:docMk/>
            <pc:sldMk cId="120458108" sldId="2795"/>
            <ac:spMk id="48" creationId="{0938B342-5F82-540C-68A4-8A6BF44E499B}"/>
          </ac:spMkLst>
        </pc:spChg>
        <pc:spChg chg="del">
          <ac:chgData name="Adam Brown (Astrea Central)" userId="e4577f1c-a0ea-4eef-9851-9bdbe8619e58" providerId="ADAL" clId="{298CC335-43E8-497A-92EF-F6294183AD0B}" dt="2025-09-15T13:24:43.358" v="1815" actId="478"/>
          <ac:spMkLst>
            <pc:docMk/>
            <pc:sldMk cId="120458108" sldId="2795"/>
            <ac:spMk id="49" creationId="{6024AD75-E6F3-EF97-003F-51114FDCEBEA}"/>
          </ac:spMkLst>
        </pc:spChg>
        <pc:spChg chg="del">
          <ac:chgData name="Adam Brown (Astrea Central)" userId="e4577f1c-a0ea-4eef-9851-9bdbe8619e58" providerId="ADAL" clId="{298CC335-43E8-497A-92EF-F6294183AD0B}" dt="2025-09-15T13:24:44.453" v="1816" actId="478"/>
          <ac:spMkLst>
            <pc:docMk/>
            <pc:sldMk cId="120458108" sldId="2795"/>
            <ac:spMk id="50" creationId="{176ED004-73A3-F42C-68FB-BFB95533C0DB}"/>
          </ac:spMkLst>
        </pc:spChg>
      </pc:sldChg>
      <pc:sldChg chg="addSp delSp mod">
        <pc:chgData name="Adam Brown (Astrea Central)" userId="e4577f1c-a0ea-4eef-9851-9bdbe8619e58" providerId="ADAL" clId="{298CC335-43E8-497A-92EF-F6294183AD0B}" dt="2025-09-15T13:25:40.510" v="1844" actId="478"/>
        <pc:sldMkLst>
          <pc:docMk/>
          <pc:sldMk cId="2695163168" sldId="2796"/>
        </pc:sldMkLst>
        <pc:spChg chg="del">
          <ac:chgData name="Adam Brown (Astrea Central)" userId="e4577f1c-a0ea-4eef-9851-9bdbe8619e58" providerId="ADAL" clId="{298CC335-43E8-497A-92EF-F6294183AD0B}" dt="2025-09-15T13:24:57.038" v="1823" actId="478"/>
          <ac:spMkLst>
            <pc:docMk/>
            <pc:sldMk cId="2695163168" sldId="2796"/>
            <ac:spMk id="9" creationId="{D3FFB8D9-A006-EC92-546A-1104AA132725}"/>
          </ac:spMkLst>
        </pc:spChg>
        <pc:spChg chg="del">
          <ac:chgData name="Adam Brown (Astrea Central)" userId="e4577f1c-a0ea-4eef-9851-9bdbe8619e58" providerId="ADAL" clId="{298CC335-43E8-497A-92EF-F6294183AD0B}" dt="2025-09-15T13:24:59.021" v="1824" actId="478"/>
          <ac:spMkLst>
            <pc:docMk/>
            <pc:sldMk cId="2695163168" sldId="2796"/>
            <ac:spMk id="11" creationId="{E54529ED-F0BA-81E5-47E5-30185F4DBE9F}"/>
          </ac:spMkLst>
        </pc:spChg>
        <pc:spChg chg="del">
          <ac:chgData name="Adam Brown (Astrea Central)" userId="e4577f1c-a0ea-4eef-9851-9bdbe8619e58" providerId="ADAL" clId="{298CC335-43E8-497A-92EF-F6294183AD0B}" dt="2025-09-15T13:25:01.173" v="1825" actId="478"/>
          <ac:spMkLst>
            <pc:docMk/>
            <pc:sldMk cId="2695163168" sldId="2796"/>
            <ac:spMk id="13" creationId="{CF1E3125-F094-0163-F94E-76A2B08A5593}"/>
          </ac:spMkLst>
        </pc:spChg>
        <pc:spChg chg="del">
          <ac:chgData name="Adam Brown (Astrea Central)" userId="e4577f1c-a0ea-4eef-9851-9bdbe8619e58" providerId="ADAL" clId="{298CC335-43E8-497A-92EF-F6294183AD0B}" dt="2025-09-15T13:25:02.566" v="1826" actId="478"/>
          <ac:spMkLst>
            <pc:docMk/>
            <pc:sldMk cId="2695163168" sldId="2796"/>
            <ac:spMk id="14" creationId="{B9404083-044E-E110-1C61-547DF81BD4DE}"/>
          </ac:spMkLst>
        </pc:spChg>
        <pc:spChg chg="del">
          <ac:chgData name="Adam Brown (Astrea Central)" userId="e4577f1c-a0ea-4eef-9851-9bdbe8619e58" providerId="ADAL" clId="{298CC335-43E8-497A-92EF-F6294183AD0B}" dt="2025-09-15T13:25:07.584" v="1829" actId="478"/>
          <ac:spMkLst>
            <pc:docMk/>
            <pc:sldMk cId="2695163168" sldId="2796"/>
            <ac:spMk id="16" creationId="{CEA83E80-4BB1-1793-0965-D76EE6174643}"/>
          </ac:spMkLst>
        </pc:spChg>
        <pc:spChg chg="del">
          <ac:chgData name="Adam Brown (Astrea Central)" userId="e4577f1c-a0ea-4eef-9851-9bdbe8619e58" providerId="ADAL" clId="{298CC335-43E8-497A-92EF-F6294183AD0B}" dt="2025-09-15T13:25:27.757" v="1837" actId="478"/>
          <ac:spMkLst>
            <pc:docMk/>
            <pc:sldMk cId="2695163168" sldId="2796"/>
            <ac:spMk id="17" creationId="{F292276A-0383-35D9-3822-FD824E879B9F}"/>
          </ac:spMkLst>
        </pc:spChg>
        <pc:spChg chg="del">
          <ac:chgData name="Adam Brown (Astrea Central)" userId="e4577f1c-a0ea-4eef-9851-9bdbe8619e58" providerId="ADAL" clId="{298CC335-43E8-497A-92EF-F6294183AD0B}" dt="2025-09-15T13:25:26.271" v="1836" actId="478"/>
          <ac:spMkLst>
            <pc:docMk/>
            <pc:sldMk cId="2695163168" sldId="2796"/>
            <ac:spMk id="19" creationId="{37F662B6-2D71-07B3-4841-BB1C6C7F7D90}"/>
          </ac:spMkLst>
        </pc:spChg>
        <pc:spChg chg="del">
          <ac:chgData name="Adam Brown (Astrea Central)" userId="e4577f1c-a0ea-4eef-9851-9bdbe8619e58" providerId="ADAL" clId="{298CC335-43E8-497A-92EF-F6294183AD0B}" dt="2025-09-15T13:25:23.693" v="1834" actId="478"/>
          <ac:spMkLst>
            <pc:docMk/>
            <pc:sldMk cId="2695163168" sldId="2796"/>
            <ac:spMk id="20" creationId="{562C8703-35A6-4ABD-930F-B8E42004AC6B}"/>
          </ac:spMkLst>
        </pc:spChg>
        <pc:spChg chg="del">
          <ac:chgData name="Adam Brown (Astrea Central)" userId="e4577f1c-a0ea-4eef-9851-9bdbe8619e58" providerId="ADAL" clId="{298CC335-43E8-497A-92EF-F6294183AD0B}" dt="2025-09-15T13:25:21.853" v="1833" actId="478"/>
          <ac:spMkLst>
            <pc:docMk/>
            <pc:sldMk cId="2695163168" sldId="2796"/>
            <ac:spMk id="21" creationId="{D483648B-A7BE-566E-6090-C0C356AA212C}"/>
          </ac:spMkLst>
        </pc:spChg>
        <pc:spChg chg="del">
          <ac:chgData name="Adam Brown (Astrea Central)" userId="e4577f1c-a0ea-4eef-9851-9bdbe8619e58" providerId="ADAL" clId="{298CC335-43E8-497A-92EF-F6294183AD0B}" dt="2025-09-15T13:25:21.853" v="1833" actId="478"/>
          <ac:spMkLst>
            <pc:docMk/>
            <pc:sldMk cId="2695163168" sldId="2796"/>
            <ac:spMk id="22" creationId="{C2BC6F67-E13A-75DC-F847-EEF3234D26F2}"/>
          </ac:spMkLst>
        </pc:spChg>
        <pc:spChg chg="del">
          <ac:chgData name="Adam Brown (Astrea Central)" userId="e4577f1c-a0ea-4eef-9851-9bdbe8619e58" providerId="ADAL" clId="{298CC335-43E8-497A-92EF-F6294183AD0B}" dt="2025-09-15T13:25:21.853" v="1833" actId="478"/>
          <ac:spMkLst>
            <pc:docMk/>
            <pc:sldMk cId="2695163168" sldId="2796"/>
            <ac:spMk id="23" creationId="{95950659-77B7-7452-86EE-6C42560341C0}"/>
          </ac:spMkLst>
        </pc:spChg>
        <pc:spChg chg="add del">
          <ac:chgData name="Adam Brown (Astrea Central)" userId="e4577f1c-a0ea-4eef-9851-9bdbe8619e58" providerId="ADAL" clId="{298CC335-43E8-497A-92EF-F6294183AD0B}" dt="2025-09-15T13:25:05.355" v="1828" actId="478"/>
          <ac:spMkLst>
            <pc:docMk/>
            <pc:sldMk cId="2695163168" sldId="2796"/>
            <ac:spMk id="26" creationId="{E5243336-CF1B-5DED-8B6D-811D422C5DAF}"/>
          </ac:spMkLst>
        </pc:spChg>
        <pc:spChg chg="del">
          <ac:chgData name="Adam Brown (Astrea Central)" userId="e4577f1c-a0ea-4eef-9851-9bdbe8619e58" providerId="ADAL" clId="{298CC335-43E8-497A-92EF-F6294183AD0B}" dt="2025-09-15T13:25:21.853" v="1833" actId="478"/>
          <ac:spMkLst>
            <pc:docMk/>
            <pc:sldMk cId="2695163168" sldId="2796"/>
            <ac:spMk id="30" creationId="{DC899BEB-9B32-0497-B8AB-9872026AF501}"/>
          </ac:spMkLst>
        </pc:spChg>
        <pc:spChg chg="del">
          <ac:chgData name="Adam Brown (Astrea Central)" userId="e4577f1c-a0ea-4eef-9851-9bdbe8619e58" providerId="ADAL" clId="{298CC335-43E8-497A-92EF-F6294183AD0B}" dt="2025-09-15T13:25:32.936" v="1839" actId="478"/>
          <ac:spMkLst>
            <pc:docMk/>
            <pc:sldMk cId="2695163168" sldId="2796"/>
            <ac:spMk id="32" creationId="{FDA79BF9-AE45-A7A9-D76D-D8F36C1E19C8}"/>
          </ac:spMkLst>
        </pc:spChg>
        <pc:spChg chg="del">
          <ac:chgData name="Adam Brown (Astrea Central)" userId="e4577f1c-a0ea-4eef-9851-9bdbe8619e58" providerId="ADAL" clId="{298CC335-43E8-497A-92EF-F6294183AD0B}" dt="2025-09-15T13:25:39.652" v="1843" actId="478"/>
          <ac:spMkLst>
            <pc:docMk/>
            <pc:sldMk cId="2695163168" sldId="2796"/>
            <ac:spMk id="33" creationId="{8FFE71C7-289D-BA2E-35A7-D0F7E701324A}"/>
          </ac:spMkLst>
        </pc:spChg>
        <pc:spChg chg="del">
          <ac:chgData name="Adam Brown (Astrea Central)" userId="e4577f1c-a0ea-4eef-9851-9bdbe8619e58" providerId="ADAL" clId="{298CC335-43E8-497A-92EF-F6294183AD0B}" dt="2025-09-15T13:25:21.853" v="1833" actId="478"/>
          <ac:spMkLst>
            <pc:docMk/>
            <pc:sldMk cId="2695163168" sldId="2796"/>
            <ac:spMk id="34" creationId="{4C76237D-2554-EA49-EB10-9308DAB8DE41}"/>
          </ac:spMkLst>
        </pc:spChg>
        <pc:spChg chg="del">
          <ac:chgData name="Adam Brown (Astrea Central)" userId="e4577f1c-a0ea-4eef-9851-9bdbe8619e58" providerId="ADAL" clId="{298CC335-43E8-497A-92EF-F6294183AD0B}" dt="2025-09-15T13:25:21.853" v="1833" actId="478"/>
          <ac:spMkLst>
            <pc:docMk/>
            <pc:sldMk cId="2695163168" sldId="2796"/>
            <ac:spMk id="35" creationId="{928C48D1-2E3A-A664-33BB-531CA905448B}"/>
          </ac:spMkLst>
        </pc:spChg>
        <pc:spChg chg="del">
          <ac:chgData name="Adam Brown (Astrea Central)" userId="e4577f1c-a0ea-4eef-9851-9bdbe8619e58" providerId="ADAL" clId="{298CC335-43E8-497A-92EF-F6294183AD0B}" dt="2025-09-15T13:25:21.853" v="1833" actId="478"/>
          <ac:spMkLst>
            <pc:docMk/>
            <pc:sldMk cId="2695163168" sldId="2796"/>
            <ac:spMk id="36" creationId="{57B61E7D-D655-0A13-D738-C254723E4B47}"/>
          </ac:spMkLst>
        </pc:spChg>
        <pc:spChg chg="del">
          <ac:chgData name="Adam Brown (Astrea Central)" userId="e4577f1c-a0ea-4eef-9851-9bdbe8619e58" providerId="ADAL" clId="{298CC335-43E8-497A-92EF-F6294183AD0B}" dt="2025-09-15T13:25:21.853" v="1833" actId="478"/>
          <ac:spMkLst>
            <pc:docMk/>
            <pc:sldMk cId="2695163168" sldId="2796"/>
            <ac:spMk id="37" creationId="{09AB922C-466D-60A5-4895-740E22AFBD7B}"/>
          </ac:spMkLst>
        </pc:spChg>
        <pc:spChg chg="del">
          <ac:chgData name="Adam Brown (Astrea Central)" userId="e4577f1c-a0ea-4eef-9851-9bdbe8619e58" providerId="ADAL" clId="{298CC335-43E8-497A-92EF-F6294183AD0B}" dt="2025-09-15T13:25:21.853" v="1833" actId="478"/>
          <ac:spMkLst>
            <pc:docMk/>
            <pc:sldMk cId="2695163168" sldId="2796"/>
            <ac:spMk id="40" creationId="{8A0BAC8A-D427-89E4-F153-7CCA1F6D0A6B}"/>
          </ac:spMkLst>
        </pc:spChg>
        <pc:spChg chg="del">
          <ac:chgData name="Adam Brown (Astrea Central)" userId="e4577f1c-a0ea-4eef-9851-9bdbe8619e58" providerId="ADAL" clId="{298CC335-43E8-497A-92EF-F6294183AD0B}" dt="2025-09-15T13:25:21.853" v="1833" actId="478"/>
          <ac:spMkLst>
            <pc:docMk/>
            <pc:sldMk cId="2695163168" sldId="2796"/>
            <ac:spMk id="41" creationId="{349E9F25-AB58-A8CB-60B9-E2E6ACF1229B}"/>
          </ac:spMkLst>
        </pc:spChg>
        <pc:spChg chg="del">
          <ac:chgData name="Adam Brown (Astrea Central)" userId="e4577f1c-a0ea-4eef-9851-9bdbe8619e58" providerId="ADAL" clId="{298CC335-43E8-497A-92EF-F6294183AD0B}" dt="2025-09-15T13:25:40.510" v="1844" actId="478"/>
          <ac:spMkLst>
            <pc:docMk/>
            <pc:sldMk cId="2695163168" sldId="2796"/>
            <ac:spMk id="42" creationId="{C94458B0-7747-E85D-EDC5-DE46FC7A7195}"/>
          </ac:spMkLst>
        </pc:spChg>
        <pc:spChg chg="del">
          <ac:chgData name="Adam Brown (Astrea Central)" userId="e4577f1c-a0ea-4eef-9851-9bdbe8619e58" providerId="ADAL" clId="{298CC335-43E8-497A-92EF-F6294183AD0B}" dt="2025-09-15T13:25:24.861" v="1835" actId="478"/>
          <ac:spMkLst>
            <pc:docMk/>
            <pc:sldMk cId="2695163168" sldId="2796"/>
            <ac:spMk id="43" creationId="{F2E2970A-7FB6-8457-BAE1-38F90432F4EE}"/>
          </ac:spMkLst>
        </pc:spChg>
        <pc:spChg chg="del">
          <ac:chgData name="Adam Brown (Astrea Central)" userId="e4577f1c-a0ea-4eef-9851-9bdbe8619e58" providerId="ADAL" clId="{298CC335-43E8-497A-92EF-F6294183AD0B}" dt="2025-09-15T13:25:29.526" v="1838" actId="478"/>
          <ac:spMkLst>
            <pc:docMk/>
            <pc:sldMk cId="2695163168" sldId="2796"/>
            <ac:spMk id="44" creationId="{3D75C6AA-6DFC-1A8F-9F84-C22605ED6844}"/>
          </ac:spMkLst>
        </pc:spChg>
        <pc:spChg chg="del">
          <ac:chgData name="Adam Brown (Astrea Central)" userId="e4577f1c-a0ea-4eef-9851-9bdbe8619e58" providerId="ADAL" clId="{298CC335-43E8-497A-92EF-F6294183AD0B}" dt="2025-09-15T13:25:35.581" v="1841" actId="478"/>
          <ac:spMkLst>
            <pc:docMk/>
            <pc:sldMk cId="2695163168" sldId="2796"/>
            <ac:spMk id="45" creationId="{407DAE2B-7B87-C978-6DD8-3CD86B65BC1D}"/>
          </ac:spMkLst>
        </pc:spChg>
        <pc:spChg chg="del">
          <ac:chgData name="Adam Brown (Astrea Central)" userId="e4577f1c-a0ea-4eef-9851-9bdbe8619e58" providerId="ADAL" clId="{298CC335-43E8-497A-92EF-F6294183AD0B}" dt="2025-09-15T13:25:34.560" v="1840" actId="478"/>
          <ac:spMkLst>
            <pc:docMk/>
            <pc:sldMk cId="2695163168" sldId="2796"/>
            <ac:spMk id="46" creationId="{21892A18-68F3-1795-41DF-25F3FB749C8D}"/>
          </ac:spMkLst>
        </pc:spChg>
        <pc:spChg chg="del">
          <ac:chgData name="Adam Brown (Astrea Central)" userId="e4577f1c-a0ea-4eef-9851-9bdbe8619e58" providerId="ADAL" clId="{298CC335-43E8-497A-92EF-F6294183AD0B}" dt="2025-09-15T13:25:38.364" v="1842" actId="478"/>
          <ac:spMkLst>
            <pc:docMk/>
            <pc:sldMk cId="2695163168" sldId="2796"/>
            <ac:spMk id="47" creationId="{B870D7E3-DB3D-239C-D708-5C3C3286EFDC}"/>
          </ac:spMkLst>
        </pc:spChg>
        <pc:spChg chg="del">
          <ac:chgData name="Adam Brown (Astrea Central)" userId="e4577f1c-a0ea-4eef-9851-9bdbe8619e58" providerId="ADAL" clId="{298CC335-43E8-497A-92EF-F6294183AD0B}" dt="2025-09-15T13:25:38.364" v="1842" actId="478"/>
          <ac:spMkLst>
            <pc:docMk/>
            <pc:sldMk cId="2695163168" sldId="2796"/>
            <ac:spMk id="48" creationId="{6B74CD8A-28D7-6CB8-C0B0-D2663084A3CA}"/>
          </ac:spMkLst>
        </pc:spChg>
        <pc:spChg chg="del">
          <ac:chgData name="Adam Brown (Astrea Central)" userId="e4577f1c-a0ea-4eef-9851-9bdbe8619e58" providerId="ADAL" clId="{298CC335-43E8-497A-92EF-F6294183AD0B}" dt="2025-09-15T13:25:12.462" v="1830" actId="478"/>
          <ac:spMkLst>
            <pc:docMk/>
            <pc:sldMk cId="2695163168" sldId="2796"/>
            <ac:spMk id="49" creationId="{2CC271CE-4563-F9A1-D2E6-F9395616021E}"/>
          </ac:spMkLst>
        </pc:spChg>
        <pc:spChg chg="del">
          <ac:chgData name="Adam Brown (Astrea Central)" userId="e4577f1c-a0ea-4eef-9851-9bdbe8619e58" providerId="ADAL" clId="{298CC335-43E8-497A-92EF-F6294183AD0B}" dt="2025-09-15T13:25:12.462" v="1830" actId="478"/>
          <ac:spMkLst>
            <pc:docMk/>
            <pc:sldMk cId="2695163168" sldId="2796"/>
            <ac:spMk id="51" creationId="{8645F765-05B8-3D87-F18A-1357A2BAEAF2}"/>
          </ac:spMkLst>
        </pc:spChg>
        <pc:spChg chg="del">
          <ac:chgData name="Adam Brown (Astrea Central)" userId="e4577f1c-a0ea-4eef-9851-9bdbe8619e58" providerId="ADAL" clId="{298CC335-43E8-497A-92EF-F6294183AD0B}" dt="2025-09-15T13:25:12.462" v="1830" actId="478"/>
          <ac:spMkLst>
            <pc:docMk/>
            <pc:sldMk cId="2695163168" sldId="2796"/>
            <ac:spMk id="52" creationId="{4CD56BF2-541E-99D7-B378-B73E827ECF3A}"/>
          </ac:spMkLst>
        </pc:spChg>
        <pc:spChg chg="del">
          <ac:chgData name="Adam Brown (Astrea Central)" userId="e4577f1c-a0ea-4eef-9851-9bdbe8619e58" providerId="ADAL" clId="{298CC335-43E8-497A-92EF-F6294183AD0B}" dt="2025-09-15T13:25:12.462" v="1830" actId="478"/>
          <ac:spMkLst>
            <pc:docMk/>
            <pc:sldMk cId="2695163168" sldId="2796"/>
            <ac:spMk id="53" creationId="{62886745-7F84-ABE7-0F4A-2F78B863CAE3}"/>
          </ac:spMkLst>
        </pc:spChg>
        <pc:spChg chg="del">
          <ac:chgData name="Adam Brown (Astrea Central)" userId="e4577f1c-a0ea-4eef-9851-9bdbe8619e58" providerId="ADAL" clId="{298CC335-43E8-497A-92EF-F6294183AD0B}" dt="2025-09-15T13:25:12.462" v="1830" actId="478"/>
          <ac:spMkLst>
            <pc:docMk/>
            <pc:sldMk cId="2695163168" sldId="2796"/>
            <ac:spMk id="54" creationId="{87422A8F-D394-9FAB-AF6E-60023171175F}"/>
          </ac:spMkLst>
        </pc:spChg>
        <pc:spChg chg="del">
          <ac:chgData name="Adam Brown (Astrea Central)" userId="e4577f1c-a0ea-4eef-9851-9bdbe8619e58" providerId="ADAL" clId="{298CC335-43E8-497A-92EF-F6294183AD0B}" dt="2025-09-15T13:25:12.462" v="1830" actId="478"/>
          <ac:spMkLst>
            <pc:docMk/>
            <pc:sldMk cId="2695163168" sldId="2796"/>
            <ac:spMk id="56" creationId="{48C271D9-37FA-F9E3-0424-3A37A355B7C5}"/>
          </ac:spMkLst>
        </pc:spChg>
        <pc:spChg chg="del">
          <ac:chgData name="Adam Brown (Astrea Central)" userId="e4577f1c-a0ea-4eef-9851-9bdbe8619e58" providerId="ADAL" clId="{298CC335-43E8-497A-92EF-F6294183AD0B}" dt="2025-09-15T13:25:12.462" v="1830" actId="478"/>
          <ac:spMkLst>
            <pc:docMk/>
            <pc:sldMk cId="2695163168" sldId="2796"/>
            <ac:spMk id="57" creationId="{6063E42B-55FD-66C6-AF4C-5B032A4F53B0}"/>
          </ac:spMkLst>
        </pc:spChg>
        <pc:spChg chg="del">
          <ac:chgData name="Adam Brown (Astrea Central)" userId="e4577f1c-a0ea-4eef-9851-9bdbe8619e58" providerId="ADAL" clId="{298CC335-43E8-497A-92EF-F6294183AD0B}" dt="2025-09-15T13:25:12.462" v="1830" actId="478"/>
          <ac:spMkLst>
            <pc:docMk/>
            <pc:sldMk cId="2695163168" sldId="2796"/>
            <ac:spMk id="58" creationId="{1B8E0231-19D1-9750-5E37-6E1C7CF7F4AA}"/>
          </ac:spMkLst>
        </pc:spChg>
        <pc:spChg chg="del">
          <ac:chgData name="Adam Brown (Astrea Central)" userId="e4577f1c-a0ea-4eef-9851-9bdbe8619e58" providerId="ADAL" clId="{298CC335-43E8-497A-92EF-F6294183AD0B}" dt="2025-09-15T13:25:12.462" v="1830" actId="478"/>
          <ac:spMkLst>
            <pc:docMk/>
            <pc:sldMk cId="2695163168" sldId="2796"/>
            <ac:spMk id="59" creationId="{0B08F27E-FC70-8BE4-2F3A-58FA1EE07944}"/>
          </ac:spMkLst>
        </pc:spChg>
        <pc:spChg chg="del">
          <ac:chgData name="Adam Brown (Astrea Central)" userId="e4577f1c-a0ea-4eef-9851-9bdbe8619e58" providerId="ADAL" clId="{298CC335-43E8-497A-92EF-F6294183AD0B}" dt="2025-09-15T13:25:12.462" v="1830" actId="478"/>
          <ac:spMkLst>
            <pc:docMk/>
            <pc:sldMk cId="2695163168" sldId="2796"/>
            <ac:spMk id="60" creationId="{FF6C9059-B505-D5AF-7C9B-AFCFADB44BC7}"/>
          </ac:spMkLst>
        </pc:spChg>
        <pc:spChg chg="del">
          <ac:chgData name="Adam Brown (Astrea Central)" userId="e4577f1c-a0ea-4eef-9851-9bdbe8619e58" providerId="ADAL" clId="{298CC335-43E8-497A-92EF-F6294183AD0B}" dt="2025-09-15T13:25:13.902" v="1831" actId="478"/>
          <ac:spMkLst>
            <pc:docMk/>
            <pc:sldMk cId="2695163168" sldId="2796"/>
            <ac:spMk id="61" creationId="{6CADFD29-F216-263D-20D3-CCF2A5F73DDA}"/>
          </ac:spMkLst>
        </pc:spChg>
        <pc:spChg chg="del">
          <ac:chgData name="Adam Brown (Astrea Central)" userId="e4577f1c-a0ea-4eef-9851-9bdbe8619e58" providerId="ADAL" clId="{298CC335-43E8-497A-92EF-F6294183AD0B}" dt="2025-09-15T13:25:16.045" v="1832" actId="478"/>
          <ac:spMkLst>
            <pc:docMk/>
            <pc:sldMk cId="2695163168" sldId="2796"/>
            <ac:spMk id="62" creationId="{CF41A15B-7E3C-FA3F-83D2-1E6EAB0D50F0}"/>
          </ac:spMkLst>
        </pc:spChg>
      </pc:sldChg>
      <pc:sldChg chg="delSp mod">
        <pc:chgData name="Adam Brown (Astrea Central)" userId="e4577f1c-a0ea-4eef-9851-9bdbe8619e58" providerId="ADAL" clId="{298CC335-43E8-497A-92EF-F6294183AD0B}" dt="2025-09-15T13:25:53.462" v="1848" actId="478"/>
        <pc:sldMkLst>
          <pc:docMk/>
          <pc:sldMk cId="167216715" sldId="2797"/>
        </pc:sldMkLst>
        <pc:spChg chg="del">
          <ac:chgData name="Adam Brown (Astrea Central)" userId="e4577f1c-a0ea-4eef-9851-9bdbe8619e58" providerId="ADAL" clId="{298CC335-43E8-497A-92EF-F6294183AD0B}" dt="2025-09-15T13:25:53.462" v="1848" actId="478"/>
          <ac:spMkLst>
            <pc:docMk/>
            <pc:sldMk cId="167216715" sldId="2797"/>
            <ac:spMk id="15" creationId="{CF372825-F75C-A55A-54F6-464559F6900B}"/>
          </ac:spMkLst>
        </pc:spChg>
        <pc:spChg chg="del">
          <ac:chgData name="Adam Brown (Astrea Central)" userId="e4577f1c-a0ea-4eef-9851-9bdbe8619e58" providerId="ADAL" clId="{298CC335-43E8-497A-92EF-F6294183AD0B}" dt="2025-09-15T13:25:53.462" v="1848" actId="478"/>
          <ac:spMkLst>
            <pc:docMk/>
            <pc:sldMk cId="167216715" sldId="2797"/>
            <ac:spMk id="21" creationId="{B35DBDD4-6E9A-51C7-7F93-8CC2A2BC6738}"/>
          </ac:spMkLst>
        </pc:spChg>
        <pc:spChg chg="del">
          <ac:chgData name="Adam Brown (Astrea Central)" userId="e4577f1c-a0ea-4eef-9851-9bdbe8619e58" providerId="ADAL" clId="{298CC335-43E8-497A-92EF-F6294183AD0B}" dt="2025-09-15T13:25:53.462" v="1848" actId="478"/>
          <ac:spMkLst>
            <pc:docMk/>
            <pc:sldMk cId="167216715" sldId="2797"/>
            <ac:spMk id="33" creationId="{D8B50A94-4F93-5133-713E-E54FC6DF11FF}"/>
          </ac:spMkLst>
        </pc:spChg>
        <pc:spChg chg="del">
          <ac:chgData name="Adam Brown (Astrea Central)" userId="e4577f1c-a0ea-4eef-9851-9bdbe8619e58" providerId="ADAL" clId="{298CC335-43E8-497A-92EF-F6294183AD0B}" dt="2025-09-15T13:25:53.462" v="1848" actId="478"/>
          <ac:spMkLst>
            <pc:docMk/>
            <pc:sldMk cId="167216715" sldId="2797"/>
            <ac:spMk id="40" creationId="{24BDC38B-4829-2C47-552C-D2EE086A6724}"/>
          </ac:spMkLst>
        </pc:spChg>
        <pc:spChg chg="del">
          <ac:chgData name="Adam Brown (Astrea Central)" userId="e4577f1c-a0ea-4eef-9851-9bdbe8619e58" providerId="ADAL" clId="{298CC335-43E8-497A-92EF-F6294183AD0B}" dt="2025-09-15T13:25:53.462" v="1848" actId="478"/>
          <ac:spMkLst>
            <pc:docMk/>
            <pc:sldMk cId="167216715" sldId="2797"/>
            <ac:spMk id="42" creationId="{FA3672CD-6165-209F-12AF-401D4B831EF3}"/>
          </ac:spMkLst>
        </pc:spChg>
        <pc:spChg chg="del">
          <ac:chgData name="Adam Brown (Astrea Central)" userId="e4577f1c-a0ea-4eef-9851-9bdbe8619e58" providerId="ADAL" clId="{298CC335-43E8-497A-92EF-F6294183AD0B}" dt="2025-09-15T13:25:53.462" v="1848" actId="478"/>
          <ac:spMkLst>
            <pc:docMk/>
            <pc:sldMk cId="167216715" sldId="2797"/>
            <ac:spMk id="43" creationId="{825111C7-C77A-0058-F99F-DA15CD54BAB0}"/>
          </ac:spMkLst>
        </pc:spChg>
        <pc:spChg chg="del">
          <ac:chgData name="Adam Brown (Astrea Central)" userId="e4577f1c-a0ea-4eef-9851-9bdbe8619e58" providerId="ADAL" clId="{298CC335-43E8-497A-92EF-F6294183AD0B}" dt="2025-09-15T13:25:53.462" v="1848" actId="478"/>
          <ac:spMkLst>
            <pc:docMk/>
            <pc:sldMk cId="167216715" sldId="2797"/>
            <ac:spMk id="55" creationId="{E9ED9C88-289F-EC48-95CC-B449792E39AC}"/>
          </ac:spMkLst>
        </pc:spChg>
        <pc:spChg chg="del">
          <ac:chgData name="Adam Brown (Astrea Central)" userId="e4577f1c-a0ea-4eef-9851-9bdbe8619e58" providerId="ADAL" clId="{298CC335-43E8-497A-92EF-F6294183AD0B}" dt="2025-09-15T13:25:53.462" v="1848" actId="478"/>
          <ac:spMkLst>
            <pc:docMk/>
            <pc:sldMk cId="167216715" sldId="2797"/>
            <ac:spMk id="57" creationId="{EEE36830-F2FA-9AA9-5AA3-4962F9035ABE}"/>
          </ac:spMkLst>
        </pc:spChg>
        <pc:spChg chg="del">
          <ac:chgData name="Adam Brown (Astrea Central)" userId="e4577f1c-a0ea-4eef-9851-9bdbe8619e58" providerId="ADAL" clId="{298CC335-43E8-497A-92EF-F6294183AD0B}" dt="2025-09-15T13:25:53.462" v="1848" actId="478"/>
          <ac:spMkLst>
            <pc:docMk/>
            <pc:sldMk cId="167216715" sldId="2797"/>
            <ac:spMk id="130" creationId="{DDE20762-F17F-F588-AC37-5ADD0A6D0340}"/>
          </ac:spMkLst>
        </pc:spChg>
        <pc:spChg chg="del">
          <ac:chgData name="Adam Brown (Astrea Central)" userId="e4577f1c-a0ea-4eef-9851-9bdbe8619e58" providerId="ADAL" clId="{298CC335-43E8-497A-92EF-F6294183AD0B}" dt="2025-09-15T13:25:53.462" v="1848" actId="478"/>
          <ac:spMkLst>
            <pc:docMk/>
            <pc:sldMk cId="167216715" sldId="2797"/>
            <ac:spMk id="135" creationId="{EBE5F349-733F-26FE-C763-2B74C4FBA2E5}"/>
          </ac:spMkLst>
        </pc:spChg>
        <pc:spChg chg="del">
          <ac:chgData name="Adam Brown (Astrea Central)" userId="e4577f1c-a0ea-4eef-9851-9bdbe8619e58" providerId="ADAL" clId="{298CC335-43E8-497A-92EF-F6294183AD0B}" dt="2025-09-15T13:25:47.502" v="1846" actId="478"/>
          <ac:spMkLst>
            <pc:docMk/>
            <pc:sldMk cId="167216715" sldId="2797"/>
            <ac:spMk id="139" creationId="{EC1DF79B-6E88-D974-94A3-1CF8B96B164B}"/>
          </ac:spMkLst>
        </pc:spChg>
        <pc:spChg chg="del">
          <ac:chgData name="Adam Brown (Astrea Central)" userId="e4577f1c-a0ea-4eef-9851-9bdbe8619e58" providerId="ADAL" clId="{298CC335-43E8-497A-92EF-F6294183AD0B}" dt="2025-09-15T13:25:46.262" v="1845" actId="478"/>
          <ac:spMkLst>
            <pc:docMk/>
            <pc:sldMk cId="167216715" sldId="2797"/>
            <ac:spMk id="140" creationId="{989131E9-91BC-0564-0765-FEF8B7A38756}"/>
          </ac:spMkLst>
        </pc:spChg>
        <pc:spChg chg="del">
          <ac:chgData name="Adam Brown (Astrea Central)" userId="e4577f1c-a0ea-4eef-9851-9bdbe8619e58" providerId="ADAL" clId="{298CC335-43E8-497A-92EF-F6294183AD0B}" dt="2025-09-15T13:25:48.988" v="1847" actId="478"/>
          <ac:spMkLst>
            <pc:docMk/>
            <pc:sldMk cId="167216715" sldId="2797"/>
            <ac:spMk id="141" creationId="{28012137-ECB1-AB7A-A2BE-0C4F42422B0D}"/>
          </ac:spMkLst>
        </pc:spChg>
      </pc:sldChg>
      <pc:sldChg chg="delSp mod">
        <pc:chgData name="Adam Brown (Astrea Central)" userId="e4577f1c-a0ea-4eef-9851-9bdbe8619e58" providerId="ADAL" clId="{298CC335-43E8-497A-92EF-F6294183AD0B}" dt="2025-09-15T13:26:14.684" v="1856" actId="478"/>
        <pc:sldMkLst>
          <pc:docMk/>
          <pc:sldMk cId="4095301130" sldId="2798"/>
        </pc:sldMkLst>
        <pc:spChg chg="del">
          <ac:chgData name="Adam Brown (Astrea Central)" userId="e4577f1c-a0ea-4eef-9851-9bdbe8619e58" providerId="ADAL" clId="{298CC335-43E8-497A-92EF-F6294183AD0B}" dt="2025-09-15T13:26:01.639" v="1851" actId="478"/>
          <ac:spMkLst>
            <pc:docMk/>
            <pc:sldMk cId="4095301130" sldId="2798"/>
            <ac:spMk id="2" creationId="{38213C64-0645-9364-EA8B-224992B11806}"/>
          </ac:spMkLst>
        </pc:spChg>
        <pc:spChg chg="del">
          <ac:chgData name="Adam Brown (Astrea Central)" userId="e4577f1c-a0ea-4eef-9851-9bdbe8619e58" providerId="ADAL" clId="{298CC335-43E8-497A-92EF-F6294183AD0B}" dt="2025-09-15T13:26:00.213" v="1850" actId="478"/>
          <ac:spMkLst>
            <pc:docMk/>
            <pc:sldMk cId="4095301130" sldId="2798"/>
            <ac:spMk id="24" creationId="{565165A7-3A37-1899-833C-EEB987CBCF3D}"/>
          </ac:spMkLst>
        </pc:spChg>
        <pc:spChg chg="del">
          <ac:chgData name="Adam Brown (Astrea Central)" userId="e4577f1c-a0ea-4eef-9851-9bdbe8619e58" providerId="ADAL" clId="{298CC335-43E8-497A-92EF-F6294183AD0B}" dt="2025-09-15T13:25:58.310" v="1849" actId="478"/>
          <ac:spMkLst>
            <pc:docMk/>
            <pc:sldMk cId="4095301130" sldId="2798"/>
            <ac:spMk id="30" creationId="{D3394F7A-1D9E-92FB-CBB5-D3EA825635D6}"/>
          </ac:spMkLst>
        </pc:spChg>
        <pc:spChg chg="del">
          <ac:chgData name="Adam Brown (Astrea Central)" userId="e4577f1c-a0ea-4eef-9851-9bdbe8619e58" providerId="ADAL" clId="{298CC335-43E8-497A-92EF-F6294183AD0B}" dt="2025-09-15T13:26:05.078" v="1852" actId="478"/>
          <ac:spMkLst>
            <pc:docMk/>
            <pc:sldMk cId="4095301130" sldId="2798"/>
            <ac:spMk id="31" creationId="{D87475E0-50B9-358A-A4DD-DCBA840C823A}"/>
          </ac:spMkLst>
        </pc:spChg>
        <pc:spChg chg="del">
          <ac:chgData name="Adam Brown (Astrea Central)" userId="e4577f1c-a0ea-4eef-9851-9bdbe8619e58" providerId="ADAL" clId="{298CC335-43E8-497A-92EF-F6294183AD0B}" dt="2025-09-15T13:26:06.573" v="1853" actId="478"/>
          <ac:spMkLst>
            <pc:docMk/>
            <pc:sldMk cId="4095301130" sldId="2798"/>
            <ac:spMk id="32" creationId="{CF5E71C3-8616-5B80-210D-4DDB81755F26}"/>
          </ac:spMkLst>
        </pc:spChg>
        <pc:spChg chg="del">
          <ac:chgData name="Adam Brown (Astrea Central)" userId="e4577f1c-a0ea-4eef-9851-9bdbe8619e58" providerId="ADAL" clId="{298CC335-43E8-497A-92EF-F6294183AD0B}" dt="2025-09-15T13:26:10.364" v="1854" actId="478"/>
          <ac:spMkLst>
            <pc:docMk/>
            <pc:sldMk cId="4095301130" sldId="2798"/>
            <ac:spMk id="33" creationId="{FE3BDB3F-B6EB-12CF-6C9A-EFA0EA83DEB3}"/>
          </ac:spMkLst>
        </pc:spChg>
        <pc:spChg chg="del">
          <ac:chgData name="Adam Brown (Astrea Central)" userId="e4577f1c-a0ea-4eef-9851-9bdbe8619e58" providerId="ADAL" clId="{298CC335-43E8-497A-92EF-F6294183AD0B}" dt="2025-09-15T13:26:10.364" v="1854" actId="478"/>
          <ac:spMkLst>
            <pc:docMk/>
            <pc:sldMk cId="4095301130" sldId="2798"/>
            <ac:spMk id="34" creationId="{BA131369-5DF1-496C-F695-096836C9F84F}"/>
          </ac:spMkLst>
        </pc:spChg>
        <pc:spChg chg="del">
          <ac:chgData name="Adam Brown (Astrea Central)" userId="e4577f1c-a0ea-4eef-9851-9bdbe8619e58" providerId="ADAL" clId="{298CC335-43E8-497A-92EF-F6294183AD0B}" dt="2025-09-15T13:26:10.364" v="1854" actId="478"/>
          <ac:spMkLst>
            <pc:docMk/>
            <pc:sldMk cId="4095301130" sldId="2798"/>
            <ac:spMk id="35" creationId="{116E7E8E-E2B7-1C2F-74D8-DDE758C96D85}"/>
          </ac:spMkLst>
        </pc:spChg>
        <pc:spChg chg="del">
          <ac:chgData name="Adam Brown (Astrea Central)" userId="e4577f1c-a0ea-4eef-9851-9bdbe8619e58" providerId="ADAL" clId="{298CC335-43E8-497A-92EF-F6294183AD0B}" dt="2025-09-15T13:26:10.364" v="1854" actId="478"/>
          <ac:spMkLst>
            <pc:docMk/>
            <pc:sldMk cId="4095301130" sldId="2798"/>
            <ac:spMk id="36" creationId="{7E024F1A-8EAF-2B08-C991-9930482B3BC1}"/>
          </ac:spMkLst>
        </pc:spChg>
        <pc:spChg chg="del">
          <ac:chgData name="Adam Brown (Astrea Central)" userId="e4577f1c-a0ea-4eef-9851-9bdbe8619e58" providerId="ADAL" clId="{298CC335-43E8-497A-92EF-F6294183AD0B}" dt="2025-09-15T13:26:12.965" v="1855" actId="478"/>
          <ac:spMkLst>
            <pc:docMk/>
            <pc:sldMk cId="4095301130" sldId="2798"/>
            <ac:spMk id="37" creationId="{15258B49-E58E-FFB8-B6F1-F88CBB6139E3}"/>
          </ac:spMkLst>
        </pc:spChg>
        <pc:spChg chg="del">
          <ac:chgData name="Adam Brown (Astrea Central)" userId="e4577f1c-a0ea-4eef-9851-9bdbe8619e58" providerId="ADAL" clId="{298CC335-43E8-497A-92EF-F6294183AD0B}" dt="2025-09-15T13:26:14.684" v="1856" actId="478"/>
          <ac:spMkLst>
            <pc:docMk/>
            <pc:sldMk cId="4095301130" sldId="2798"/>
            <ac:spMk id="38" creationId="{C3F77374-50B9-BBA2-1AA7-4165F393EC08}"/>
          </ac:spMkLst>
        </pc:spChg>
      </pc:sldChg>
      <pc:sldChg chg="delSp mod">
        <pc:chgData name="Adam Brown (Astrea Central)" userId="e4577f1c-a0ea-4eef-9851-9bdbe8619e58" providerId="ADAL" clId="{298CC335-43E8-497A-92EF-F6294183AD0B}" dt="2025-09-15T13:22:59.245" v="1763" actId="478"/>
        <pc:sldMkLst>
          <pc:docMk/>
          <pc:sldMk cId="3489747628" sldId="2799"/>
        </pc:sldMkLst>
        <pc:picChg chg="del">
          <ac:chgData name="Adam Brown (Astrea Central)" userId="e4577f1c-a0ea-4eef-9851-9bdbe8619e58" providerId="ADAL" clId="{298CC335-43E8-497A-92EF-F6294183AD0B}" dt="2025-09-15T13:22:58.533" v="1762" actId="478"/>
          <ac:picMkLst>
            <pc:docMk/>
            <pc:sldMk cId="3489747628" sldId="2799"/>
            <ac:picMk id="6" creationId="{15F6D612-BC2C-DD9A-28B8-B2D2EC0E4D58}"/>
          </ac:picMkLst>
        </pc:picChg>
        <pc:picChg chg="del">
          <ac:chgData name="Adam Brown (Astrea Central)" userId="e4577f1c-a0ea-4eef-9851-9bdbe8619e58" providerId="ADAL" clId="{298CC335-43E8-497A-92EF-F6294183AD0B}" dt="2025-09-15T13:22:59.245" v="1763" actId="478"/>
          <ac:picMkLst>
            <pc:docMk/>
            <pc:sldMk cId="3489747628" sldId="2799"/>
            <ac:picMk id="8" creationId="{9BC8A34D-1BCA-3DAE-ADB4-CFFD40C370ED}"/>
          </ac:picMkLst>
        </pc:picChg>
      </pc:sldChg>
      <pc:sldChg chg="delSp mod">
        <pc:chgData name="Adam Brown (Astrea Central)" userId="e4577f1c-a0ea-4eef-9851-9bdbe8619e58" providerId="ADAL" clId="{298CC335-43E8-497A-92EF-F6294183AD0B}" dt="2025-09-15T13:28:02.989" v="1898" actId="478"/>
        <pc:sldMkLst>
          <pc:docMk/>
          <pc:sldMk cId="1992598841" sldId="2801"/>
        </pc:sldMkLst>
        <pc:picChg chg="del">
          <ac:chgData name="Adam Brown (Astrea Central)" userId="e4577f1c-a0ea-4eef-9851-9bdbe8619e58" providerId="ADAL" clId="{298CC335-43E8-497A-92EF-F6294183AD0B}" dt="2025-09-15T13:28:02.365" v="1897" actId="478"/>
          <ac:picMkLst>
            <pc:docMk/>
            <pc:sldMk cId="1992598841" sldId="2801"/>
            <ac:picMk id="6" creationId="{55B8935B-030B-1BB7-E899-8FE0EC67D23B}"/>
          </ac:picMkLst>
        </pc:picChg>
        <pc:picChg chg="del">
          <ac:chgData name="Adam Brown (Astrea Central)" userId="e4577f1c-a0ea-4eef-9851-9bdbe8619e58" providerId="ADAL" clId="{298CC335-43E8-497A-92EF-F6294183AD0B}" dt="2025-09-15T13:28:02.989" v="1898" actId="478"/>
          <ac:picMkLst>
            <pc:docMk/>
            <pc:sldMk cId="1992598841" sldId="2801"/>
            <ac:picMk id="8" creationId="{8857142E-E1C3-4C1B-430C-7CFE886ABD32}"/>
          </ac:picMkLst>
        </pc:picChg>
      </pc:sldChg>
      <pc:sldChg chg="delSp mod">
        <pc:chgData name="Adam Brown (Astrea Central)" userId="e4577f1c-a0ea-4eef-9851-9bdbe8619e58" providerId="ADAL" clId="{298CC335-43E8-497A-92EF-F6294183AD0B}" dt="2025-09-15T13:28:00.979" v="1896" actId="478"/>
        <pc:sldMkLst>
          <pc:docMk/>
          <pc:sldMk cId="1428088597" sldId="2804"/>
        </pc:sldMkLst>
        <pc:picChg chg="del">
          <ac:chgData name="Adam Brown (Astrea Central)" userId="e4577f1c-a0ea-4eef-9851-9bdbe8619e58" providerId="ADAL" clId="{298CC335-43E8-497A-92EF-F6294183AD0B}" dt="2025-09-15T13:28:00.251" v="1895" actId="478"/>
          <ac:picMkLst>
            <pc:docMk/>
            <pc:sldMk cId="1428088597" sldId="2804"/>
            <ac:picMk id="10" creationId="{1C34F71A-C609-F35E-E8A4-289EA5EEA708}"/>
          </ac:picMkLst>
        </pc:picChg>
        <pc:picChg chg="del">
          <ac:chgData name="Adam Brown (Astrea Central)" userId="e4577f1c-a0ea-4eef-9851-9bdbe8619e58" providerId="ADAL" clId="{298CC335-43E8-497A-92EF-F6294183AD0B}" dt="2025-09-15T13:28:00.979" v="1896" actId="478"/>
          <ac:picMkLst>
            <pc:docMk/>
            <pc:sldMk cId="1428088597" sldId="2804"/>
            <ac:picMk id="13" creationId="{3BE189FD-0ACC-3AF9-524D-02ACF1C137C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49688" y="0"/>
            <a:ext cx="2946400" cy="496888"/>
          </a:xfrm>
          <a:prstGeom prst="rect">
            <a:avLst/>
          </a:prstGeom>
        </p:spPr>
        <p:txBody>
          <a:bodyPr vert="horz" lIns="91440" tIns="45720" rIns="91440" bIns="45720" rtlCol="0"/>
          <a:lstStyle>
            <a:lvl1pPr algn="r">
              <a:defRPr sz="1200"/>
            </a:lvl1pPr>
          </a:lstStyle>
          <a:p>
            <a:fld id="{2B6A2F48-886E-9C4D-9A23-F79AB5041824}" type="datetimeFigureOut">
              <a:rPr lang="en-GB" smtClean="0"/>
              <a:t>15/09/2025</a:t>
            </a:fld>
            <a:endParaRPr lang="en-GB"/>
          </a:p>
        </p:txBody>
      </p:sp>
      <p:sp>
        <p:nvSpPr>
          <p:cNvPr id="4" name="Slide Image Placeholder 3"/>
          <p:cNvSpPr>
            <a:spLocks noGrp="1" noRot="1" noChangeAspect="1"/>
          </p:cNvSpPr>
          <p:nvPr>
            <p:ph type="sldImg" idx="2"/>
          </p:nvPr>
        </p:nvSpPr>
        <p:spPr>
          <a:xfrm>
            <a:off x="2239963" y="1241425"/>
            <a:ext cx="2317750" cy="334962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9450" y="4776788"/>
            <a:ext cx="5438775" cy="3908425"/>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9429750"/>
            <a:ext cx="2946400" cy="496888"/>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49688" y="9429750"/>
            <a:ext cx="2946400" cy="496888"/>
          </a:xfrm>
          <a:prstGeom prst="rect">
            <a:avLst/>
          </a:prstGeom>
        </p:spPr>
        <p:txBody>
          <a:bodyPr vert="horz" lIns="91440" tIns="45720" rIns="91440" bIns="45720" rtlCol="0" anchor="b"/>
          <a:lstStyle>
            <a:lvl1pPr algn="r">
              <a:defRPr sz="1200"/>
            </a:lvl1pPr>
          </a:lstStyle>
          <a:p>
            <a:fld id="{6C24A783-C653-C444-A1FE-7D3BC73388DB}" type="slidenum">
              <a:rPr lang="en-GB" smtClean="0"/>
              <a:t>‹#›</a:t>
            </a:fld>
            <a:endParaRPr lang="en-GB"/>
          </a:p>
        </p:txBody>
      </p:sp>
    </p:spTree>
    <p:extLst>
      <p:ext uri="{BB962C8B-B14F-4D97-AF65-F5344CB8AC3E}">
        <p14:creationId xmlns:p14="http://schemas.microsoft.com/office/powerpoint/2010/main" val="3901729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ADD PAGE NUMBERS  </a:t>
            </a:r>
            <a:endParaRPr lang="en-GB"/>
          </a:p>
        </p:txBody>
      </p:sp>
      <p:sp>
        <p:nvSpPr>
          <p:cNvPr id="4" name="Slide Number Placeholder 3"/>
          <p:cNvSpPr>
            <a:spLocks noGrp="1"/>
          </p:cNvSpPr>
          <p:nvPr>
            <p:ph type="sldNum" sz="quarter" idx="10"/>
          </p:nvPr>
        </p:nvSpPr>
        <p:spPr/>
        <p:txBody>
          <a:bodyPr/>
          <a:lstStyle/>
          <a:p>
            <a:fld id="{6C24A783-C653-C444-A1FE-7D3BC73388DB}" type="slidenum">
              <a:rPr lang="en-GB" smtClean="0"/>
              <a:t>1</a:t>
            </a:fld>
            <a:endParaRPr lang="en-GB"/>
          </a:p>
        </p:txBody>
      </p:sp>
    </p:spTree>
    <p:extLst>
      <p:ext uri="{BB962C8B-B14F-4D97-AF65-F5344CB8AC3E}">
        <p14:creationId xmlns:p14="http://schemas.microsoft.com/office/powerpoint/2010/main" val="3147385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D4728-CC98-CA49-929C-73BD899F07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3B5796-E2BB-4A9F-293C-3EA94105DC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223966-DE77-C937-8075-264D72BD1159}"/>
              </a:ext>
            </a:extLst>
          </p:cNvPr>
          <p:cNvSpPr>
            <a:spLocks noGrp="1"/>
          </p:cNvSpPr>
          <p:nvPr>
            <p:ph type="body" idx="1"/>
          </p:nvPr>
        </p:nvSpPr>
        <p:spPr/>
        <p:txBody>
          <a:bodyPr/>
          <a:lstStyle/>
          <a:p>
            <a:r>
              <a:rPr lang="en-US"/>
              <a:t>ADD PAGE NUMBERS  </a:t>
            </a:r>
            <a:endParaRPr lang="en-GB"/>
          </a:p>
        </p:txBody>
      </p:sp>
      <p:sp>
        <p:nvSpPr>
          <p:cNvPr id="4" name="Slide Number Placeholder 3">
            <a:extLst>
              <a:ext uri="{FF2B5EF4-FFF2-40B4-BE49-F238E27FC236}">
                <a16:creationId xmlns:a16="http://schemas.microsoft.com/office/drawing/2014/main" id="{AAED6A5F-3189-258A-26F1-D795A3F86577}"/>
              </a:ext>
            </a:extLst>
          </p:cNvPr>
          <p:cNvSpPr>
            <a:spLocks noGrp="1"/>
          </p:cNvSpPr>
          <p:nvPr>
            <p:ph type="sldNum" sz="quarter" idx="10"/>
          </p:nvPr>
        </p:nvSpPr>
        <p:spPr/>
        <p:txBody>
          <a:bodyPr/>
          <a:lstStyle/>
          <a:p>
            <a:fld id="{6C24A783-C653-C444-A1FE-7D3BC73388DB}" type="slidenum">
              <a:rPr lang="en-GB" smtClean="0"/>
              <a:t>2</a:t>
            </a:fld>
            <a:endParaRPr lang="en-GB"/>
          </a:p>
        </p:txBody>
      </p:sp>
    </p:spTree>
    <p:extLst>
      <p:ext uri="{BB962C8B-B14F-4D97-AF65-F5344CB8AC3E}">
        <p14:creationId xmlns:p14="http://schemas.microsoft.com/office/powerpoint/2010/main" val="25884906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SPLIT UP – Check pages</a:t>
            </a:r>
            <a:endParaRPr lang="en-GB"/>
          </a:p>
        </p:txBody>
      </p:sp>
      <p:sp>
        <p:nvSpPr>
          <p:cNvPr id="4" name="Slide Number Placeholder 3"/>
          <p:cNvSpPr>
            <a:spLocks noGrp="1"/>
          </p:cNvSpPr>
          <p:nvPr>
            <p:ph type="sldNum" sz="quarter" idx="10"/>
          </p:nvPr>
        </p:nvSpPr>
        <p:spPr/>
        <p:txBody>
          <a:bodyPr/>
          <a:lstStyle/>
          <a:p>
            <a:fld id="{6C24A783-C653-C444-A1FE-7D3BC73388DB}" type="slidenum">
              <a:rPr lang="en-GB" smtClean="0"/>
              <a:t>3</a:t>
            </a:fld>
            <a:endParaRPr lang="en-GB"/>
          </a:p>
        </p:txBody>
      </p:sp>
    </p:spTree>
    <p:extLst>
      <p:ext uri="{BB962C8B-B14F-4D97-AF65-F5344CB8AC3E}">
        <p14:creationId xmlns:p14="http://schemas.microsoft.com/office/powerpoint/2010/main" val="30419898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6C24A783-C653-C444-A1FE-7D3BC73388DB}" type="slidenum">
              <a:rPr lang="en-GB" smtClean="0"/>
              <a:t>7</a:t>
            </a:fld>
            <a:endParaRPr lang="en-GB" dirty="0"/>
          </a:p>
        </p:txBody>
      </p:sp>
    </p:spTree>
    <p:extLst>
      <p:ext uri="{BB962C8B-B14F-4D97-AF65-F5344CB8AC3E}">
        <p14:creationId xmlns:p14="http://schemas.microsoft.com/office/powerpoint/2010/main" val="10576043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C24A783-C653-C444-A1FE-7D3BC73388DB}" type="slidenum">
              <a:rPr lang="en-GB" smtClean="0"/>
              <a:t>10</a:t>
            </a:fld>
            <a:endParaRPr lang="en-GB"/>
          </a:p>
        </p:txBody>
      </p:sp>
    </p:spTree>
    <p:extLst>
      <p:ext uri="{BB962C8B-B14F-4D97-AF65-F5344CB8AC3E}">
        <p14:creationId xmlns:p14="http://schemas.microsoft.com/office/powerpoint/2010/main" val="7983996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a:t>
            </a:r>
            <a:r>
              <a:rPr lang="en-US" baseline="0" dirty="0"/>
              <a:t> needed</a:t>
            </a:r>
            <a:endParaRPr lang="en-GB" dirty="0"/>
          </a:p>
        </p:txBody>
      </p:sp>
      <p:sp>
        <p:nvSpPr>
          <p:cNvPr id="4" name="Footer Placeholder 3"/>
          <p:cNvSpPr>
            <a:spLocks noGrp="1"/>
          </p:cNvSpPr>
          <p:nvPr>
            <p:ph type="ftr" sz="quarter" idx="10"/>
          </p:nvPr>
        </p:nvSpPr>
        <p:spPr/>
        <p:txBody>
          <a:bodyPr/>
          <a:lstStyle/>
          <a:p>
            <a:endParaRPr lang="en-GB"/>
          </a:p>
        </p:txBody>
      </p:sp>
      <p:sp>
        <p:nvSpPr>
          <p:cNvPr id="5" name="Slide Number Placeholder 4"/>
          <p:cNvSpPr>
            <a:spLocks noGrp="1"/>
          </p:cNvSpPr>
          <p:nvPr>
            <p:ph type="sldNum" sz="quarter" idx="11"/>
          </p:nvPr>
        </p:nvSpPr>
        <p:spPr/>
        <p:txBody>
          <a:bodyPr/>
          <a:lstStyle/>
          <a:p>
            <a:fld id="{55F6A881-D7FC-4685-BCC4-BD037C1A60EB}" type="slidenum">
              <a:rPr lang="en-GB" smtClean="0"/>
              <a:t>21</a:t>
            </a:fld>
            <a:endParaRPr lang="en-GB"/>
          </a:p>
        </p:txBody>
      </p:sp>
    </p:spTree>
    <p:extLst>
      <p:ext uri="{BB962C8B-B14F-4D97-AF65-F5344CB8AC3E}">
        <p14:creationId xmlns:p14="http://schemas.microsoft.com/office/powerpoint/2010/main" val="2956441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75F32CA7-CD2E-4676-804D-48F578755323}" type="slidenum">
              <a:rPr lang="en-GB" smtClean="0"/>
              <a:t>24</a:t>
            </a:fld>
            <a:endParaRPr lang="en-GB"/>
          </a:p>
        </p:txBody>
      </p:sp>
    </p:spTree>
    <p:extLst>
      <p:ext uri="{BB962C8B-B14F-4D97-AF65-F5344CB8AC3E}">
        <p14:creationId xmlns:p14="http://schemas.microsoft.com/office/powerpoint/2010/main" val="17152427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Venn Diagram</a:t>
            </a:r>
            <a:r>
              <a:rPr lang="en-US" baseline="0"/>
              <a:t> method</a:t>
            </a:r>
            <a:endParaRPr lang="en-GB"/>
          </a:p>
        </p:txBody>
      </p:sp>
      <p:sp>
        <p:nvSpPr>
          <p:cNvPr id="4" name="Footer Placeholder 3"/>
          <p:cNvSpPr>
            <a:spLocks noGrp="1"/>
          </p:cNvSpPr>
          <p:nvPr>
            <p:ph type="ftr" sz="quarter" idx="10"/>
          </p:nvPr>
        </p:nvSpPr>
        <p:spPr/>
        <p:txBody>
          <a:bodyPr/>
          <a:lstStyle/>
          <a:p>
            <a:endParaRPr lang="en-GB"/>
          </a:p>
        </p:txBody>
      </p:sp>
      <p:sp>
        <p:nvSpPr>
          <p:cNvPr id="5" name="Slide Number Placeholder 4"/>
          <p:cNvSpPr>
            <a:spLocks noGrp="1"/>
          </p:cNvSpPr>
          <p:nvPr>
            <p:ph type="sldNum" sz="quarter" idx="11"/>
          </p:nvPr>
        </p:nvSpPr>
        <p:spPr/>
        <p:txBody>
          <a:bodyPr/>
          <a:lstStyle/>
          <a:p>
            <a:fld id="{55F6A881-D7FC-4685-BCC4-BD037C1A60EB}" type="slidenum">
              <a:rPr lang="en-GB" smtClean="0"/>
              <a:t>27</a:t>
            </a:fld>
            <a:endParaRPr lang="en-GB"/>
          </a:p>
        </p:txBody>
      </p:sp>
    </p:spTree>
    <p:extLst>
      <p:ext uri="{BB962C8B-B14F-4D97-AF65-F5344CB8AC3E}">
        <p14:creationId xmlns:p14="http://schemas.microsoft.com/office/powerpoint/2010/main" val="25828963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7ECF1D-6F62-EEE1-4ECE-4005FA349F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8B1F8A-0636-520F-4355-F04F60F623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1F0EA8-B891-9E37-6AB7-3081277BC733}"/>
              </a:ext>
            </a:extLst>
          </p:cNvPr>
          <p:cNvSpPr>
            <a:spLocks noGrp="1"/>
          </p:cNvSpPr>
          <p:nvPr>
            <p:ph type="body" idx="1"/>
          </p:nvPr>
        </p:nvSpPr>
        <p:spPr/>
        <p:txBody>
          <a:bodyPr/>
          <a:lstStyle/>
          <a:p>
            <a:r>
              <a:rPr lang="en-US"/>
              <a:t>Venn Diagram</a:t>
            </a:r>
            <a:r>
              <a:rPr lang="en-US" baseline="0"/>
              <a:t> method</a:t>
            </a:r>
            <a:endParaRPr lang="en-GB"/>
          </a:p>
        </p:txBody>
      </p:sp>
      <p:sp>
        <p:nvSpPr>
          <p:cNvPr id="4" name="Footer Placeholder 3">
            <a:extLst>
              <a:ext uri="{FF2B5EF4-FFF2-40B4-BE49-F238E27FC236}">
                <a16:creationId xmlns:a16="http://schemas.microsoft.com/office/drawing/2014/main" id="{9FF189E0-CAD6-907F-18A3-C562185EBB97}"/>
              </a:ext>
            </a:extLst>
          </p:cNvPr>
          <p:cNvSpPr>
            <a:spLocks noGrp="1"/>
          </p:cNvSpPr>
          <p:nvPr>
            <p:ph type="ftr" sz="quarter" idx="10"/>
          </p:nvPr>
        </p:nvSpPr>
        <p:spPr/>
        <p:txBody>
          <a:bodyPr/>
          <a:lstStyle/>
          <a:p>
            <a:endParaRPr lang="en-GB"/>
          </a:p>
        </p:txBody>
      </p:sp>
      <p:sp>
        <p:nvSpPr>
          <p:cNvPr id="5" name="Slide Number Placeholder 4">
            <a:extLst>
              <a:ext uri="{FF2B5EF4-FFF2-40B4-BE49-F238E27FC236}">
                <a16:creationId xmlns:a16="http://schemas.microsoft.com/office/drawing/2014/main" id="{33A78B7B-9DA9-A206-F698-756FA50B680A}"/>
              </a:ext>
            </a:extLst>
          </p:cNvPr>
          <p:cNvSpPr>
            <a:spLocks noGrp="1"/>
          </p:cNvSpPr>
          <p:nvPr>
            <p:ph type="sldNum" sz="quarter" idx="11"/>
          </p:nvPr>
        </p:nvSpPr>
        <p:spPr/>
        <p:txBody>
          <a:bodyPr/>
          <a:lstStyle/>
          <a:p>
            <a:fld id="{55F6A881-D7FC-4685-BCC4-BD037C1A60EB}" type="slidenum">
              <a:rPr lang="en-GB" smtClean="0"/>
              <a:t>31</a:t>
            </a:fld>
            <a:endParaRPr lang="en-GB"/>
          </a:p>
        </p:txBody>
      </p:sp>
    </p:spTree>
    <p:extLst>
      <p:ext uri="{BB962C8B-B14F-4D97-AF65-F5344CB8AC3E}">
        <p14:creationId xmlns:p14="http://schemas.microsoft.com/office/powerpoint/2010/main" val="6373661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C24A783-C653-C444-A1FE-7D3BC73388DB}" type="slidenum">
              <a:rPr lang="en-GB" smtClean="0"/>
              <a:t>39</a:t>
            </a:fld>
            <a:endParaRPr lang="en-GB"/>
          </a:p>
        </p:txBody>
      </p:sp>
    </p:spTree>
    <p:extLst>
      <p:ext uri="{BB962C8B-B14F-4D97-AF65-F5344CB8AC3E}">
        <p14:creationId xmlns:p14="http://schemas.microsoft.com/office/powerpoint/2010/main" val="16867757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C24A783-C653-C444-A1FE-7D3BC73388DB}" type="slidenum">
              <a:rPr lang="en-GB" smtClean="0"/>
              <a:t>44</a:t>
            </a:fld>
            <a:endParaRPr lang="en-GB"/>
          </a:p>
        </p:txBody>
      </p:sp>
    </p:spTree>
    <p:extLst>
      <p:ext uri="{BB962C8B-B14F-4D97-AF65-F5344CB8AC3E}">
        <p14:creationId xmlns:p14="http://schemas.microsoft.com/office/powerpoint/2010/main" val="3502870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C24A783-C653-C444-A1FE-7D3BC73388DB}" type="slidenum">
              <a:rPr lang="en-GB" smtClean="0"/>
              <a:t>50</a:t>
            </a:fld>
            <a:endParaRPr lang="en-GB"/>
          </a:p>
        </p:txBody>
      </p:sp>
    </p:spTree>
    <p:extLst>
      <p:ext uri="{BB962C8B-B14F-4D97-AF65-F5344CB8AC3E}">
        <p14:creationId xmlns:p14="http://schemas.microsoft.com/office/powerpoint/2010/main" val="41887685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C24A783-C653-C444-A1FE-7D3BC73388DB}" type="slidenum">
              <a:rPr lang="en-GB" smtClean="0"/>
              <a:t>51</a:t>
            </a:fld>
            <a:endParaRPr lang="en-GB"/>
          </a:p>
        </p:txBody>
      </p:sp>
    </p:spTree>
    <p:extLst>
      <p:ext uri="{BB962C8B-B14F-4D97-AF65-F5344CB8AC3E}">
        <p14:creationId xmlns:p14="http://schemas.microsoft.com/office/powerpoint/2010/main" val="23295158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C24A783-C653-C444-A1FE-7D3BC73388DB}" type="slidenum">
              <a:rPr lang="en-GB" smtClean="0"/>
              <a:t>66</a:t>
            </a:fld>
            <a:endParaRPr lang="en-GB"/>
          </a:p>
        </p:txBody>
      </p:sp>
    </p:spTree>
    <p:extLst>
      <p:ext uri="{BB962C8B-B14F-4D97-AF65-F5344CB8AC3E}">
        <p14:creationId xmlns:p14="http://schemas.microsoft.com/office/powerpoint/2010/main" val="11895267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a:t>
            </a:r>
            <a:endParaRPr lang="en-GB" dirty="0"/>
          </a:p>
        </p:txBody>
      </p:sp>
      <p:sp>
        <p:nvSpPr>
          <p:cNvPr id="4" name="Slide Number Placeholder 3"/>
          <p:cNvSpPr>
            <a:spLocks noGrp="1"/>
          </p:cNvSpPr>
          <p:nvPr>
            <p:ph type="sldNum" sz="quarter" idx="10"/>
          </p:nvPr>
        </p:nvSpPr>
        <p:spPr/>
        <p:txBody>
          <a:bodyPr/>
          <a:lstStyle/>
          <a:p>
            <a:fld id="{6C24A783-C653-C444-A1FE-7D3BC73388DB}" type="slidenum">
              <a:rPr lang="en-GB" smtClean="0"/>
              <a:t>79</a:t>
            </a:fld>
            <a:endParaRPr lang="en-GB"/>
          </a:p>
        </p:txBody>
      </p:sp>
    </p:spTree>
    <p:extLst>
      <p:ext uri="{BB962C8B-B14F-4D97-AF65-F5344CB8AC3E}">
        <p14:creationId xmlns:p14="http://schemas.microsoft.com/office/powerpoint/2010/main" val="42943951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24A783-C653-C444-A1FE-7D3BC73388D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90</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375284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24A783-C653-C444-A1FE-7D3BC73388D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96</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33209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24A783-C653-C444-A1FE-7D3BC73388D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97</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768042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24A783-C653-C444-A1FE-7D3BC73388D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102</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157733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24A783-C653-C444-A1FE-7D3BC73388D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103</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975755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7B3E3F01-C249-4630-8925-3FA8CA5D5124}" type="datetime1">
              <a:rPr lang="en-GB" smtClean="0"/>
              <a:t>15/09/2025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9F1D9CC-7119-45EC-A96C-D8C0660F3AAB}" type="slidenum">
              <a:rPr lang="en-GB" smtClean="0"/>
              <a:t>‹#›</a:t>
            </a:fld>
            <a:endParaRPr lang="en-GB"/>
          </a:p>
        </p:txBody>
      </p:sp>
    </p:spTree>
    <p:extLst>
      <p:ext uri="{BB962C8B-B14F-4D97-AF65-F5344CB8AC3E}">
        <p14:creationId xmlns:p14="http://schemas.microsoft.com/office/powerpoint/2010/main" val="25760625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795D24F-25D0-4644-A4B7-679B0D92A27B}" type="datetime1">
              <a:rPr lang="en-GB" smtClean="0"/>
              <a:t>15/09/2025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9F1D9CC-7119-45EC-A96C-D8C0660F3AAB}" type="slidenum">
              <a:rPr lang="en-GB" smtClean="0"/>
              <a:t>‹#›</a:t>
            </a:fld>
            <a:endParaRPr lang="en-GB"/>
          </a:p>
        </p:txBody>
      </p:sp>
    </p:spTree>
    <p:extLst>
      <p:ext uri="{BB962C8B-B14F-4D97-AF65-F5344CB8AC3E}">
        <p14:creationId xmlns:p14="http://schemas.microsoft.com/office/powerpoint/2010/main" val="24646264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212945C-0756-4826-BDE8-0D36F2293E24}" type="datetime1">
              <a:rPr lang="en-GB" smtClean="0"/>
              <a:t>15/09/2025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9F1D9CC-7119-45EC-A96C-D8C0660F3AAB}" type="slidenum">
              <a:rPr lang="en-GB" smtClean="0"/>
              <a:t>‹#›</a:t>
            </a:fld>
            <a:endParaRPr lang="en-GB"/>
          </a:p>
        </p:txBody>
      </p:sp>
    </p:spTree>
    <p:extLst>
      <p:ext uri="{BB962C8B-B14F-4D97-AF65-F5344CB8AC3E}">
        <p14:creationId xmlns:p14="http://schemas.microsoft.com/office/powerpoint/2010/main" val="30911283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71488" y="2637014"/>
            <a:ext cx="2914650" cy="628526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71863" y="2637014"/>
            <a:ext cx="2914650" cy="628526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0FA7D07-9EDF-4EAA-A2E9-53F69F56EAB8}" type="datetime1">
              <a:rPr lang="en-GB" smtClean="0"/>
              <a:t>15/09/2025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9F1D9CC-7119-45EC-A96C-D8C0660F3AAB}" type="slidenum">
              <a:rPr lang="en-GB" smtClean="0"/>
              <a:t>‹#›</a:t>
            </a:fld>
            <a:endParaRPr lang="en-GB"/>
          </a:p>
        </p:txBody>
      </p:sp>
    </p:spTree>
    <p:extLst>
      <p:ext uri="{BB962C8B-B14F-4D97-AF65-F5344CB8AC3E}">
        <p14:creationId xmlns:p14="http://schemas.microsoft.com/office/powerpoint/2010/main" val="18397196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27D1F21-94FA-4612-940D-140680A041D4}" type="datetime1">
              <a:rPr lang="en-GB" smtClean="0"/>
              <a:t>15/09/2025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19F1D9CC-7119-45EC-A96C-D8C0660F3AAB}" type="slidenum">
              <a:rPr lang="en-GB" smtClean="0"/>
              <a:t>‹#›</a:t>
            </a:fld>
            <a:endParaRPr lang="en-GB"/>
          </a:p>
        </p:txBody>
      </p:sp>
    </p:spTree>
    <p:extLst>
      <p:ext uri="{BB962C8B-B14F-4D97-AF65-F5344CB8AC3E}">
        <p14:creationId xmlns:p14="http://schemas.microsoft.com/office/powerpoint/2010/main" val="1246205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260D50B-0179-45AB-B8BD-E845C2D492B8}" type="datetime1">
              <a:rPr lang="en-GB" smtClean="0"/>
              <a:t>15/09/2025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19F1D9CC-7119-45EC-A96C-D8C0660F3AAB}" type="slidenum">
              <a:rPr lang="en-GB" smtClean="0"/>
              <a:t>‹#›</a:t>
            </a:fld>
            <a:endParaRPr lang="en-GB"/>
          </a:p>
        </p:txBody>
      </p:sp>
    </p:spTree>
    <p:extLst>
      <p:ext uri="{BB962C8B-B14F-4D97-AF65-F5344CB8AC3E}">
        <p14:creationId xmlns:p14="http://schemas.microsoft.com/office/powerpoint/2010/main" val="24697533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E7FE9EA-5761-4B75-9D0E-B2701F0B8FAB}" type="datetime1">
              <a:rPr lang="en-GB" smtClean="0"/>
              <a:t>15/09/2025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19F1D9CC-7119-45EC-A96C-D8C0660F3AAB}" type="slidenum">
              <a:rPr lang="en-GB" smtClean="0"/>
              <a:t>‹#›</a:t>
            </a:fld>
            <a:endParaRPr lang="en-GB"/>
          </a:p>
        </p:txBody>
      </p:sp>
    </p:spTree>
    <p:extLst>
      <p:ext uri="{BB962C8B-B14F-4D97-AF65-F5344CB8AC3E}">
        <p14:creationId xmlns:p14="http://schemas.microsoft.com/office/powerpoint/2010/main" val="21246294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3A0451BA-61E4-4CA2-82F9-D917BA195972}" type="datetime1">
              <a:rPr lang="en-GB" smtClean="0"/>
              <a:t>15/09/2025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9F1D9CC-7119-45EC-A96C-D8C0660F3AAB}" type="slidenum">
              <a:rPr lang="en-GB" smtClean="0"/>
              <a:t>‹#›</a:t>
            </a:fld>
            <a:endParaRPr lang="en-GB"/>
          </a:p>
        </p:txBody>
      </p:sp>
    </p:spTree>
    <p:extLst>
      <p:ext uri="{BB962C8B-B14F-4D97-AF65-F5344CB8AC3E}">
        <p14:creationId xmlns:p14="http://schemas.microsoft.com/office/powerpoint/2010/main" val="42498340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728B166B-48A3-42CC-B417-680258AF0255}" type="datetime1">
              <a:rPr lang="en-GB" smtClean="0"/>
              <a:t>15/09/2025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9F1D9CC-7119-45EC-A96C-D8C0660F3AAB}" type="slidenum">
              <a:rPr lang="en-GB" smtClean="0"/>
              <a:t>‹#›</a:t>
            </a:fld>
            <a:endParaRPr lang="en-GB"/>
          </a:p>
        </p:txBody>
      </p:sp>
    </p:spTree>
    <p:extLst>
      <p:ext uri="{BB962C8B-B14F-4D97-AF65-F5344CB8AC3E}">
        <p14:creationId xmlns:p14="http://schemas.microsoft.com/office/powerpoint/2010/main" val="40603438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BB4514A-CA9A-4483-95D0-EC2F9A739675}" type="datetime1">
              <a:rPr lang="en-GB" smtClean="0"/>
              <a:t>15/09/2025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9F1D9CC-7119-45EC-A96C-D8C0660F3AAB}" type="slidenum">
              <a:rPr lang="en-GB" smtClean="0"/>
              <a:t>‹#›</a:t>
            </a:fld>
            <a:endParaRPr lang="en-GB"/>
          </a:p>
        </p:txBody>
      </p:sp>
    </p:spTree>
    <p:extLst>
      <p:ext uri="{BB962C8B-B14F-4D97-AF65-F5344CB8AC3E}">
        <p14:creationId xmlns:p14="http://schemas.microsoft.com/office/powerpoint/2010/main" val="30559064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28A05CB-CDC6-426C-8DC1-99DBE1916FDA}" type="datetime1">
              <a:rPr lang="en-GB" smtClean="0"/>
              <a:t>15/09/2025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9F1D9CC-7119-45EC-A96C-D8C0660F3AAB}" type="slidenum">
              <a:rPr lang="en-GB" smtClean="0"/>
              <a:t>‹#›</a:t>
            </a:fld>
            <a:endParaRPr lang="en-GB"/>
          </a:p>
        </p:txBody>
      </p:sp>
    </p:spTree>
    <p:extLst>
      <p:ext uri="{BB962C8B-B14F-4D97-AF65-F5344CB8AC3E}">
        <p14:creationId xmlns:p14="http://schemas.microsoft.com/office/powerpoint/2010/main" val="42708368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1EAA1063-315D-4510-AA5C-A89F8FFE3FC8}" type="datetime1">
              <a:rPr lang="en-GB" smtClean="0"/>
              <a:t>15/09/2025</a:t>
            </a:fld>
            <a:endParaRPr lang="en-GB"/>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19F1D9CC-7119-45EC-A96C-D8C0660F3AAB}" type="slidenum">
              <a:rPr lang="en-GB" smtClean="0"/>
              <a:t>‹#›</a:t>
            </a:fld>
            <a:endParaRPr lang="en-GB"/>
          </a:p>
        </p:txBody>
      </p:sp>
    </p:spTree>
    <p:extLst>
      <p:ext uri="{BB962C8B-B14F-4D97-AF65-F5344CB8AC3E}">
        <p14:creationId xmlns:p14="http://schemas.microsoft.com/office/powerpoint/2010/main" val="276140100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tmp"/><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tmp"/><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8" Type="http://schemas.openxmlformats.org/officeDocument/2006/relationships/image" Target="../media/image18.png"/><Relationship Id="rId17" Type="http://schemas.openxmlformats.org/officeDocument/2006/relationships/image" Target="../media/image39.png"/><Relationship Id="rId16" Type="http://schemas.openxmlformats.org/officeDocument/2006/relationships/image" Target="../media/image38.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550.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0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jpeg"/><Relationship Id="rId4" Type="http://schemas.openxmlformats.org/officeDocument/2006/relationships/image" Target="../media/image13.jpeg"/></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6.xml"/><Relationship Id="rId5" Type="http://schemas.openxmlformats.org/officeDocument/2006/relationships/image" Target="../media/image12.png"/><Relationship Id="rId4" Type="http://schemas.microsoft.com/office/2007/relationships/hdphoto" Target="../media/hdphoto1.wdp"/></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7.png"/><Relationship Id="rId1" Type="http://schemas.openxmlformats.org/officeDocument/2006/relationships/slideLayout" Target="../slideLayouts/slideLayout6.xml"/><Relationship Id="rId5" Type="http://schemas.openxmlformats.org/officeDocument/2006/relationships/image" Target="../media/image18.jpeg"/><Relationship Id="rId4" Type="http://schemas.openxmlformats.org/officeDocument/2006/relationships/image" Target="../media/image12.png"/></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2600.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800.png"/><Relationship Id="rId4" Type="http://schemas.openxmlformats.org/officeDocument/2006/relationships/image" Target="../media/image24.png"/></Relationships>
</file>

<file path=ppt/slides/_rels/slide4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 Id="rId5" Type="http://schemas.openxmlformats.org/officeDocument/2006/relationships/image" Target="../media/image29.png"/><Relationship Id="rId4" Type="http://schemas.openxmlformats.org/officeDocument/2006/relationships/image" Target="../media/image28.png"/></Relationships>
</file>

<file path=ppt/slides/_rels/slide41.xml.rels><?xml version="1.0" encoding="UTF-8" standalone="yes"?>
<Relationships xmlns="http://schemas.openxmlformats.org/package/2006/relationships"><Relationship Id="rId8" Type="http://schemas.openxmlformats.org/officeDocument/2006/relationships/image" Target="../media/image3711.png"/><Relationship Id="rId26" Type="http://schemas.openxmlformats.org/officeDocument/2006/relationships/image" Target="../media/image84.png"/><Relationship Id="rId3" Type="http://schemas.openxmlformats.org/officeDocument/2006/relationships/image" Target="../media/image320.png"/><Relationship Id="rId21" Type="http://schemas.openxmlformats.org/officeDocument/2006/relationships/image" Target="../media/image5210.png"/><Relationship Id="rId7" Type="http://schemas.openxmlformats.org/officeDocument/2006/relationships/image" Target="../media/image3611.png"/><Relationship Id="rId25" Type="http://schemas.openxmlformats.org/officeDocument/2006/relationships/image" Target="../media/image83.png"/><Relationship Id="rId2" Type="http://schemas.openxmlformats.org/officeDocument/2006/relationships/image" Target="../media/image30.png"/><Relationship Id="rId20" Type="http://schemas.openxmlformats.org/officeDocument/2006/relationships/image" Target="../media/image5110.png"/><Relationship Id="rId1" Type="http://schemas.openxmlformats.org/officeDocument/2006/relationships/slideLayout" Target="../slideLayouts/slideLayout7.xml"/><Relationship Id="rId6" Type="http://schemas.openxmlformats.org/officeDocument/2006/relationships/image" Target="../media/image3510.png"/><Relationship Id="rId24" Type="http://schemas.openxmlformats.org/officeDocument/2006/relationships/image" Target="../media/image67.png"/><Relationship Id="rId5" Type="http://schemas.openxmlformats.org/officeDocument/2006/relationships/image" Target="../media/image3410.png"/><Relationship Id="rId23" Type="http://schemas.openxmlformats.org/officeDocument/2006/relationships/image" Target="../media/image54.png"/><Relationship Id="rId10" Type="http://schemas.openxmlformats.org/officeDocument/2006/relationships/image" Target="../media/image4110.png"/><Relationship Id="rId19" Type="http://schemas.openxmlformats.org/officeDocument/2006/relationships/image" Target="../media/image5010.png"/><Relationship Id="rId4" Type="http://schemas.openxmlformats.org/officeDocument/2006/relationships/image" Target="../media/image3310.png"/><Relationship Id="rId9" Type="http://schemas.openxmlformats.org/officeDocument/2006/relationships/image" Target="../media/image4010.png"/><Relationship Id="rId22" Type="http://schemas.openxmlformats.org/officeDocument/2006/relationships/image" Target="../media/image5310.png"/></Relationships>
</file>

<file path=ppt/slides/_rels/slide42.xml.rels><?xml version="1.0" encoding="UTF-8" standalone="yes"?>
<Relationships xmlns="http://schemas.openxmlformats.org/package/2006/relationships"><Relationship Id="rId8" Type="http://schemas.openxmlformats.org/officeDocument/2006/relationships/image" Target="../media/image91.png"/><Relationship Id="rId13" Type="http://schemas.openxmlformats.org/officeDocument/2006/relationships/image" Target="../media/image96.png"/><Relationship Id="rId18" Type="http://schemas.openxmlformats.org/officeDocument/2006/relationships/image" Target="../media/image101.png"/><Relationship Id="rId3" Type="http://schemas.openxmlformats.org/officeDocument/2006/relationships/image" Target="../media/image86.png"/><Relationship Id="rId7" Type="http://schemas.openxmlformats.org/officeDocument/2006/relationships/image" Target="../media/image90.png"/><Relationship Id="rId12" Type="http://schemas.openxmlformats.org/officeDocument/2006/relationships/image" Target="../media/image95.png"/><Relationship Id="rId17" Type="http://schemas.openxmlformats.org/officeDocument/2006/relationships/image" Target="../media/image100.png"/><Relationship Id="rId2" Type="http://schemas.openxmlformats.org/officeDocument/2006/relationships/image" Target="../media/image85.png"/><Relationship Id="rId16" Type="http://schemas.openxmlformats.org/officeDocument/2006/relationships/image" Target="../media/image99.png"/><Relationship Id="rId1" Type="http://schemas.openxmlformats.org/officeDocument/2006/relationships/slideLayout" Target="../slideLayouts/slideLayout7.xml"/><Relationship Id="rId6" Type="http://schemas.openxmlformats.org/officeDocument/2006/relationships/image" Target="../media/image31.png"/><Relationship Id="rId11" Type="http://schemas.openxmlformats.org/officeDocument/2006/relationships/image" Target="../media/image94.png"/><Relationship Id="rId5" Type="http://schemas.openxmlformats.org/officeDocument/2006/relationships/image" Target="../media/image88.png"/><Relationship Id="rId15" Type="http://schemas.openxmlformats.org/officeDocument/2006/relationships/image" Target="../media/image98.png"/><Relationship Id="rId10" Type="http://schemas.openxmlformats.org/officeDocument/2006/relationships/image" Target="../media/image93.png"/><Relationship Id="rId4" Type="http://schemas.openxmlformats.org/officeDocument/2006/relationships/image" Target="../media/image87.png"/><Relationship Id="rId9" Type="http://schemas.openxmlformats.org/officeDocument/2006/relationships/image" Target="../media/image92.png"/><Relationship Id="rId14" Type="http://schemas.openxmlformats.org/officeDocument/2006/relationships/image" Target="../media/image97.png"/></Relationships>
</file>

<file path=ppt/slides/_rels/slide43.xml.rels><?xml version="1.0" encoding="UTF-8" standalone="yes"?>
<Relationships xmlns="http://schemas.openxmlformats.org/package/2006/relationships"><Relationship Id="rId8" Type="http://schemas.openxmlformats.org/officeDocument/2006/relationships/image" Target="../media/image108.png"/><Relationship Id="rId13" Type="http://schemas.openxmlformats.org/officeDocument/2006/relationships/image" Target="../media/image113.png"/><Relationship Id="rId18" Type="http://schemas.openxmlformats.org/officeDocument/2006/relationships/image" Target="../media/image36.png"/><Relationship Id="rId3" Type="http://schemas.openxmlformats.org/officeDocument/2006/relationships/image" Target="../media/image103.png"/><Relationship Id="rId7" Type="http://schemas.openxmlformats.org/officeDocument/2006/relationships/image" Target="../media/image107.png"/><Relationship Id="rId12" Type="http://schemas.openxmlformats.org/officeDocument/2006/relationships/image" Target="../media/image112.png"/><Relationship Id="rId17" Type="http://schemas.openxmlformats.org/officeDocument/2006/relationships/image" Target="../media/image35.png"/><Relationship Id="rId2" Type="http://schemas.openxmlformats.org/officeDocument/2006/relationships/image" Target="../media/image32.png"/><Relationship Id="rId16"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106.png"/><Relationship Id="rId11" Type="http://schemas.openxmlformats.org/officeDocument/2006/relationships/image" Target="../media/image111.png"/><Relationship Id="rId5" Type="http://schemas.openxmlformats.org/officeDocument/2006/relationships/image" Target="../media/image105.png"/><Relationship Id="rId15" Type="http://schemas.openxmlformats.org/officeDocument/2006/relationships/image" Target="../media/image33.png"/><Relationship Id="rId10" Type="http://schemas.openxmlformats.org/officeDocument/2006/relationships/image" Target="../media/image110.png"/><Relationship Id="rId4" Type="http://schemas.openxmlformats.org/officeDocument/2006/relationships/image" Target="../media/image104.png"/><Relationship Id="rId9" Type="http://schemas.openxmlformats.org/officeDocument/2006/relationships/image" Target="../media/image109.png"/><Relationship Id="rId14" Type="http://schemas.openxmlformats.org/officeDocument/2006/relationships/image" Target="../media/image114.png"/></Relationships>
</file>

<file path=ppt/slides/_rels/slide44.xml.rels><?xml version="1.0" encoding="UTF-8" standalone="yes"?>
<Relationships xmlns="http://schemas.openxmlformats.org/package/2006/relationships"><Relationship Id="rId8" Type="http://schemas.openxmlformats.org/officeDocument/2006/relationships/image" Target="../media/image772.png"/><Relationship Id="rId13" Type="http://schemas.openxmlformats.org/officeDocument/2006/relationships/image" Target="../media/image776.png"/><Relationship Id="rId18" Type="http://schemas.openxmlformats.org/officeDocument/2006/relationships/image" Target="../media/image782.png"/><Relationship Id="rId3" Type="http://schemas.openxmlformats.org/officeDocument/2006/relationships/image" Target="../media/image766.png"/><Relationship Id="rId21" Type="http://schemas.openxmlformats.org/officeDocument/2006/relationships/image" Target="../media/image785.png"/><Relationship Id="rId7" Type="http://schemas.openxmlformats.org/officeDocument/2006/relationships/image" Target="../media/image771.png"/><Relationship Id="rId12" Type="http://schemas.openxmlformats.org/officeDocument/2006/relationships/image" Target="../media/image24.png"/><Relationship Id="rId17" Type="http://schemas.openxmlformats.org/officeDocument/2006/relationships/image" Target="../media/image781.png"/><Relationship Id="rId2" Type="http://schemas.openxmlformats.org/officeDocument/2006/relationships/notesSlide" Target="../notesSlides/notesSlide11.xml"/><Relationship Id="rId16" Type="http://schemas.openxmlformats.org/officeDocument/2006/relationships/image" Target="../media/image779.png"/><Relationship Id="rId20" Type="http://schemas.openxmlformats.org/officeDocument/2006/relationships/image" Target="../media/image784.png"/><Relationship Id="rId1" Type="http://schemas.openxmlformats.org/officeDocument/2006/relationships/slideLayout" Target="../slideLayouts/slideLayout7.xml"/><Relationship Id="rId6" Type="http://schemas.openxmlformats.org/officeDocument/2006/relationships/image" Target="../media/image769.png"/><Relationship Id="rId11" Type="http://schemas.openxmlformats.org/officeDocument/2006/relationships/image" Target="../media/image775.png"/><Relationship Id="rId5" Type="http://schemas.openxmlformats.org/officeDocument/2006/relationships/image" Target="../media/image768.png"/><Relationship Id="rId15" Type="http://schemas.openxmlformats.org/officeDocument/2006/relationships/image" Target="../media/image778.png"/><Relationship Id="rId10" Type="http://schemas.openxmlformats.org/officeDocument/2006/relationships/image" Target="../media/image774.png"/><Relationship Id="rId19" Type="http://schemas.openxmlformats.org/officeDocument/2006/relationships/image" Target="../media/image783.png"/><Relationship Id="rId4" Type="http://schemas.openxmlformats.org/officeDocument/2006/relationships/image" Target="../media/image767.png"/><Relationship Id="rId9" Type="http://schemas.openxmlformats.org/officeDocument/2006/relationships/image" Target="../media/image773.png"/><Relationship Id="rId14" Type="http://schemas.openxmlformats.org/officeDocument/2006/relationships/image" Target="../media/image37.png"/><Relationship Id="rId22" Type="http://schemas.openxmlformats.org/officeDocument/2006/relationships/image" Target="../media/image786.png"/></Relationships>
</file>

<file path=ppt/slides/_rels/slide45.xml.rels><?xml version="1.0" encoding="UTF-8" standalone="yes"?>
<Relationships xmlns="http://schemas.openxmlformats.org/package/2006/relationships"><Relationship Id="rId8" Type="http://schemas.openxmlformats.org/officeDocument/2006/relationships/image" Target="../media/image2460.png"/><Relationship Id="rId13" Type="http://schemas.openxmlformats.org/officeDocument/2006/relationships/image" Target="../media/image2510.png"/><Relationship Id="rId18" Type="http://schemas.openxmlformats.org/officeDocument/2006/relationships/image" Target="../media/image2560.png"/><Relationship Id="rId26" Type="http://schemas.openxmlformats.org/officeDocument/2006/relationships/image" Target="../media/image2640.png"/><Relationship Id="rId3" Type="http://schemas.openxmlformats.org/officeDocument/2006/relationships/image" Target="../media/image2410.png"/><Relationship Id="rId21" Type="http://schemas.openxmlformats.org/officeDocument/2006/relationships/image" Target="../media/image2590.png"/><Relationship Id="rId7" Type="http://schemas.openxmlformats.org/officeDocument/2006/relationships/image" Target="../media/image2450.png"/><Relationship Id="rId12" Type="http://schemas.openxmlformats.org/officeDocument/2006/relationships/image" Target="../media/image2500.png"/><Relationship Id="rId17" Type="http://schemas.openxmlformats.org/officeDocument/2006/relationships/image" Target="../media/image2550.png"/><Relationship Id="rId25" Type="http://schemas.openxmlformats.org/officeDocument/2006/relationships/image" Target="../media/image2630.png"/><Relationship Id="rId2" Type="http://schemas.openxmlformats.org/officeDocument/2006/relationships/image" Target="../media/image2400.png"/><Relationship Id="rId16" Type="http://schemas.openxmlformats.org/officeDocument/2006/relationships/image" Target="../media/image2540.png"/><Relationship Id="rId20" Type="http://schemas.openxmlformats.org/officeDocument/2006/relationships/image" Target="../media/image2580.png"/><Relationship Id="rId1" Type="http://schemas.openxmlformats.org/officeDocument/2006/relationships/slideLayout" Target="../slideLayouts/slideLayout7.xml"/><Relationship Id="rId6" Type="http://schemas.openxmlformats.org/officeDocument/2006/relationships/image" Target="../media/image2440.png"/><Relationship Id="rId11" Type="http://schemas.openxmlformats.org/officeDocument/2006/relationships/image" Target="../media/image2490.png"/><Relationship Id="rId24" Type="http://schemas.openxmlformats.org/officeDocument/2006/relationships/image" Target="../media/image2620.png"/><Relationship Id="rId5" Type="http://schemas.openxmlformats.org/officeDocument/2006/relationships/image" Target="../media/image2430.png"/><Relationship Id="rId15" Type="http://schemas.openxmlformats.org/officeDocument/2006/relationships/image" Target="../media/image2530.png"/><Relationship Id="rId23" Type="http://schemas.openxmlformats.org/officeDocument/2006/relationships/image" Target="../media/image2610.png"/><Relationship Id="rId10" Type="http://schemas.openxmlformats.org/officeDocument/2006/relationships/image" Target="../media/image40.png"/><Relationship Id="rId19" Type="http://schemas.openxmlformats.org/officeDocument/2006/relationships/image" Target="../media/image2570.png"/><Relationship Id="rId4" Type="http://schemas.openxmlformats.org/officeDocument/2006/relationships/image" Target="../media/image2420.png"/><Relationship Id="rId9" Type="http://schemas.openxmlformats.org/officeDocument/2006/relationships/image" Target="../media/image2470.png"/><Relationship Id="rId14" Type="http://schemas.openxmlformats.org/officeDocument/2006/relationships/image" Target="../media/image2520.png"/><Relationship Id="rId22" Type="http://schemas.openxmlformats.org/officeDocument/2006/relationships/image" Target="../media/image2601.png"/></Relationships>
</file>

<file path=ppt/slides/_rels/slide46.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7.xml"/><Relationship Id="rId5" Type="http://schemas.openxmlformats.org/officeDocument/2006/relationships/image" Target="NULL"/><Relationship Id="rId4" Type="http://schemas.openxmlformats.org/officeDocument/2006/relationships/image" Target="NULL"/></Relationships>
</file>

<file path=ppt/slides/_rels/slide47.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7.xml"/><Relationship Id="rId4" Type="http://schemas.openxmlformats.org/officeDocument/2006/relationships/image" Target="../media/image41.png"/></Relationships>
</file>

<file path=ppt/slides/_rels/slide48.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7.xml"/><Relationship Id="rId4" Type="http://schemas.openxmlformats.org/officeDocument/2006/relationships/image" Target="NULL"/></Relationships>
</file>

<file path=ppt/slides/_rels/slide4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NUL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43.png"/></Relationships>
</file>

<file path=ppt/slides/_rels/slide51.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44.png"/><Relationship Id="rId4" Type="http://schemas.openxmlformats.org/officeDocument/2006/relationships/image" Target="NULL"/></Relationships>
</file>

<file path=ppt/slides/_rels/slide52.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NULL"/><Relationship Id="rId7" Type="http://schemas.openxmlformats.org/officeDocument/2006/relationships/image" Target="NULL"/><Relationship Id="rId12" Type="http://schemas.openxmlformats.org/officeDocument/2006/relationships/image" Target="../media/image45.png"/><Relationship Id="rId2" Type="http://schemas.openxmlformats.org/officeDocument/2006/relationships/image" Target="NULL"/><Relationship Id="rId1" Type="http://schemas.openxmlformats.org/officeDocument/2006/relationships/slideLayout" Target="../slideLayouts/slideLayout7.xml"/><Relationship Id="rId6" Type="http://schemas.openxmlformats.org/officeDocument/2006/relationships/image" Target="NULL"/><Relationship Id="rId11" Type="http://schemas.openxmlformats.org/officeDocument/2006/relationships/image" Target="NULL"/><Relationship Id="rId5" Type="http://schemas.openxmlformats.org/officeDocument/2006/relationships/image" Target="NULL"/><Relationship Id="rId10" Type="http://schemas.openxmlformats.org/officeDocument/2006/relationships/image" Target="NULL"/><Relationship Id="rId4" Type="http://schemas.openxmlformats.org/officeDocument/2006/relationships/image" Target="NULL"/><Relationship Id="rId9" Type="http://schemas.openxmlformats.org/officeDocument/2006/relationships/image" Target="NULL"/></Relationships>
</file>

<file path=ppt/slides/_rels/slide53.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NULL"/><Relationship Id="rId7" Type="http://schemas.openxmlformats.org/officeDocument/2006/relationships/image" Target="NULL"/><Relationship Id="rId2" Type="http://schemas.openxmlformats.org/officeDocument/2006/relationships/image" Target="../media/image46.png"/><Relationship Id="rId1" Type="http://schemas.openxmlformats.org/officeDocument/2006/relationships/slideLayout" Target="../slideLayouts/slideLayout7.xml"/><Relationship Id="rId6" Type="http://schemas.openxmlformats.org/officeDocument/2006/relationships/image" Target="NULL"/><Relationship Id="rId11" Type="http://schemas.openxmlformats.org/officeDocument/2006/relationships/image" Target="NULL"/><Relationship Id="rId5" Type="http://schemas.openxmlformats.org/officeDocument/2006/relationships/image" Target="NULL"/><Relationship Id="rId10" Type="http://schemas.openxmlformats.org/officeDocument/2006/relationships/image" Target="NULL"/><Relationship Id="rId4" Type="http://schemas.openxmlformats.org/officeDocument/2006/relationships/image" Target="NULL"/><Relationship Id="rId9" Type="http://schemas.openxmlformats.org/officeDocument/2006/relationships/image" Target="NULL"/></Relationships>
</file>

<file path=ppt/slides/_rels/slide5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NUL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664.png"/><Relationship Id="rId1" Type="http://schemas.openxmlformats.org/officeDocument/2006/relationships/slideLayout" Target="../slideLayouts/slideLayout7.xml"/><Relationship Id="rId6" Type="http://schemas.openxmlformats.org/officeDocument/2006/relationships/image" Target="../media/image48.png"/><Relationship Id="rId5" Type="http://schemas.openxmlformats.org/officeDocument/2006/relationships/image" Target="NULL"/><Relationship Id="rId4" Type="http://schemas.openxmlformats.org/officeDocument/2006/relationships/image" Target="NULL"/></Relationships>
</file>

<file path=ppt/slides/_rels/slide5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NUL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NUL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7.xml"/><Relationship Id="rId4" Type="http://schemas.openxmlformats.org/officeDocument/2006/relationships/image" Target="../media/image51.png"/></Relationships>
</file>

<file path=ppt/slides/_rels/slide60.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image" Target="NULL"/><Relationship Id="rId18" Type="http://schemas.openxmlformats.org/officeDocument/2006/relationships/image" Target="NULL"/><Relationship Id="rId3" Type="http://schemas.openxmlformats.org/officeDocument/2006/relationships/image" Target="NULL"/><Relationship Id="rId7" Type="http://schemas.openxmlformats.org/officeDocument/2006/relationships/image" Target="NULL"/><Relationship Id="rId12" Type="http://schemas.openxmlformats.org/officeDocument/2006/relationships/image" Target="NULL"/><Relationship Id="rId17" Type="http://schemas.openxmlformats.org/officeDocument/2006/relationships/image" Target="NULL"/><Relationship Id="rId16" Type="http://schemas.openxmlformats.org/officeDocument/2006/relationships/image" Target="NULL"/><Relationship Id="rId20" Type="http://schemas.openxmlformats.org/officeDocument/2006/relationships/image" Target="NULL"/><Relationship Id="rId1" Type="http://schemas.openxmlformats.org/officeDocument/2006/relationships/slideLayout" Target="../slideLayouts/slideLayout7.xml"/><Relationship Id="rId6" Type="http://schemas.openxmlformats.org/officeDocument/2006/relationships/image" Target="NULL"/><Relationship Id="rId11" Type="http://schemas.openxmlformats.org/officeDocument/2006/relationships/image" Target="NULL"/><Relationship Id="rId5" Type="http://schemas.openxmlformats.org/officeDocument/2006/relationships/image" Target="NULL"/><Relationship Id="rId15" Type="http://schemas.openxmlformats.org/officeDocument/2006/relationships/image" Target="../media/image52.png"/><Relationship Id="rId10" Type="http://schemas.openxmlformats.org/officeDocument/2006/relationships/image" Target="NULL"/><Relationship Id="rId19" Type="http://schemas.openxmlformats.org/officeDocument/2006/relationships/image" Target="NULL"/><Relationship Id="rId4" Type="http://schemas.openxmlformats.org/officeDocument/2006/relationships/image" Target="NULL"/><Relationship Id="rId9" Type="http://schemas.openxmlformats.org/officeDocument/2006/relationships/image" Target="NULL"/><Relationship Id="rId14" Type="http://schemas.openxmlformats.org/officeDocument/2006/relationships/image" Target="NULL"/></Relationships>
</file>

<file path=ppt/slides/_rels/slide61.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image" Target="NULL"/><Relationship Id="rId18" Type="http://schemas.openxmlformats.org/officeDocument/2006/relationships/image" Target="NULL"/><Relationship Id="rId7" Type="http://schemas.openxmlformats.org/officeDocument/2006/relationships/image" Target="NULL"/><Relationship Id="rId12" Type="http://schemas.openxmlformats.org/officeDocument/2006/relationships/image" Target="NULL"/><Relationship Id="rId17" Type="http://schemas.openxmlformats.org/officeDocument/2006/relationships/image" Target="NULL"/><Relationship Id="rId2" Type="http://schemas.openxmlformats.org/officeDocument/2006/relationships/image" Target="../media/image53.png"/><Relationship Id="rId16" Type="http://schemas.openxmlformats.org/officeDocument/2006/relationships/image" Target="NULL"/><Relationship Id="rId20" Type="http://schemas.openxmlformats.org/officeDocument/2006/relationships/image" Target="NULL"/><Relationship Id="rId1" Type="http://schemas.openxmlformats.org/officeDocument/2006/relationships/slideLayout" Target="../slideLayouts/slideLayout7.xml"/><Relationship Id="rId6" Type="http://schemas.openxmlformats.org/officeDocument/2006/relationships/image" Target="NULL"/><Relationship Id="rId11" Type="http://schemas.openxmlformats.org/officeDocument/2006/relationships/image" Target="NULL"/><Relationship Id="rId5" Type="http://schemas.openxmlformats.org/officeDocument/2006/relationships/image" Target="NULL"/><Relationship Id="rId15" Type="http://schemas.openxmlformats.org/officeDocument/2006/relationships/image" Target="NULL"/><Relationship Id="rId10" Type="http://schemas.openxmlformats.org/officeDocument/2006/relationships/image" Target="NULL"/><Relationship Id="rId19" Type="http://schemas.openxmlformats.org/officeDocument/2006/relationships/image" Target="NULL"/><Relationship Id="rId9" Type="http://schemas.openxmlformats.org/officeDocument/2006/relationships/image" Target="NULL"/><Relationship Id="rId14" Type="http://schemas.openxmlformats.org/officeDocument/2006/relationships/image" Target="NULL"/></Relationships>
</file>

<file path=ppt/slides/_rels/slide62.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2100.png"/><Relationship Id="rId2" Type="http://schemas.openxmlformats.org/officeDocument/2006/relationships/image" Target="../media/image2090.png"/><Relationship Id="rId1" Type="http://schemas.openxmlformats.org/officeDocument/2006/relationships/slideLayout" Target="../slideLayouts/slideLayout7.xml"/><Relationship Id="rId6" Type="http://schemas.openxmlformats.org/officeDocument/2006/relationships/image" Target="../media/image2120.png"/><Relationship Id="rId5" Type="http://schemas.openxmlformats.org/officeDocument/2006/relationships/image" Target="../media/image327.png"/><Relationship Id="rId4" Type="http://schemas.openxmlformats.org/officeDocument/2006/relationships/image" Target="../media/image1980.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2140.png"/><Relationship Id="rId2" Type="http://schemas.openxmlformats.org/officeDocument/2006/relationships/image" Target="../media/image2130.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2150.png"/><Relationship Id="rId1" Type="http://schemas.openxmlformats.org/officeDocument/2006/relationships/slideLayout" Target="../slideLayouts/slideLayout7.xml"/><Relationship Id="rId4" Type="http://schemas.openxmlformats.org/officeDocument/2006/relationships/image" Target="../media/image2170.png"/></Relationships>
</file>

<file path=ppt/slides/_rels/slide69.xml.rels><?xml version="1.0" encoding="UTF-8" standalone="yes"?>
<Relationships xmlns="http://schemas.openxmlformats.org/package/2006/relationships"><Relationship Id="rId3" Type="http://schemas.openxmlformats.org/officeDocument/2006/relationships/image" Target="../media/image2190.png"/><Relationship Id="rId2" Type="http://schemas.openxmlformats.org/officeDocument/2006/relationships/image" Target="../media/image2180.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image" Target="../media/image2210.png"/><Relationship Id="rId2" Type="http://schemas.openxmlformats.org/officeDocument/2006/relationships/image" Target="../media/image2200.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image" Target="../media/image2230.png"/><Relationship Id="rId2" Type="http://schemas.openxmlformats.org/officeDocument/2006/relationships/image" Target="../media/image2220.png"/><Relationship Id="rId1" Type="http://schemas.openxmlformats.org/officeDocument/2006/relationships/slideLayout" Target="../slideLayouts/slideLayout7.xml"/><Relationship Id="rId4" Type="http://schemas.openxmlformats.org/officeDocument/2006/relationships/image" Target="../media/image2240.png"/></Relationships>
</file>

<file path=ppt/slides/_rels/slide72.xml.rels><?xml version="1.0" encoding="UTF-8" standalone="yes"?>
<Relationships xmlns="http://schemas.openxmlformats.org/package/2006/relationships"><Relationship Id="rId8" Type="http://schemas.openxmlformats.org/officeDocument/2006/relationships/image" Target="../media/image2310.png"/><Relationship Id="rId3" Type="http://schemas.openxmlformats.org/officeDocument/2006/relationships/image" Target="../media/image2260.png"/><Relationship Id="rId7" Type="http://schemas.openxmlformats.org/officeDocument/2006/relationships/image" Target="../media/image2300.png"/><Relationship Id="rId2" Type="http://schemas.openxmlformats.org/officeDocument/2006/relationships/image" Target="../media/image2250.png"/><Relationship Id="rId1" Type="http://schemas.openxmlformats.org/officeDocument/2006/relationships/slideLayout" Target="../slideLayouts/slideLayout7.xml"/><Relationship Id="rId6" Type="http://schemas.openxmlformats.org/officeDocument/2006/relationships/image" Target="../media/image2290.png"/><Relationship Id="rId5" Type="http://schemas.openxmlformats.org/officeDocument/2006/relationships/image" Target="../media/image2280.png"/><Relationship Id="rId10" Type="http://schemas.openxmlformats.org/officeDocument/2006/relationships/image" Target="../media/image2330.png"/><Relationship Id="rId4" Type="http://schemas.openxmlformats.org/officeDocument/2006/relationships/image" Target="../media/image2270.png"/><Relationship Id="rId9" Type="http://schemas.openxmlformats.org/officeDocument/2006/relationships/image" Target="../media/image514.png"/></Relationships>
</file>

<file path=ppt/slides/_rels/slide73.xml.rels><?xml version="1.0" encoding="UTF-8" standalone="yes"?>
<Relationships xmlns="http://schemas.openxmlformats.org/package/2006/relationships"><Relationship Id="rId2" Type="http://schemas.openxmlformats.org/officeDocument/2006/relationships/image" Target="../media/image2340.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image" Target="../media/image556.pn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image" Target="../media/image25800.png"/><Relationship Id="rId2" Type="http://schemas.openxmlformats.org/officeDocument/2006/relationships/image" Target="../media/image25700.png"/><Relationship Id="rId1" Type="http://schemas.openxmlformats.org/officeDocument/2006/relationships/slideLayout" Target="../slideLayouts/slideLayout7.xml"/><Relationship Id="rId6" Type="http://schemas.openxmlformats.org/officeDocument/2006/relationships/image" Target="../media/image26100.png"/><Relationship Id="rId5" Type="http://schemas.openxmlformats.org/officeDocument/2006/relationships/image" Target="../media/image26000.png"/><Relationship Id="rId4" Type="http://schemas.openxmlformats.org/officeDocument/2006/relationships/image" Target="../media/image25900.png"/></Relationships>
</file>

<file path=ppt/slides/_rels/slide76.xml.rels><?xml version="1.0" encoding="UTF-8" standalone="yes"?>
<Relationships xmlns="http://schemas.openxmlformats.org/package/2006/relationships"><Relationship Id="rId2" Type="http://schemas.openxmlformats.org/officeDocument/2006/relationships/image" Target="../media/image26200.pn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image" Target="../media/image26300.pn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3" Type="http://schemas.openxmlformats.org/officeDocument/2006/relationships/image" Target="../media/image2650.png"/><Relationship Id="rId2" Type="http://schemas.openxmlformats.org/officeDocument/2006/relationships/image" Target="../media/image26400.png"/><Relationship Id="rId1" Type="http://schemas.openxmlformats.org/officeDocument/2006/relationships/slideLayout" Target="../slideLayouts/slideLayout7.xml"/><Relationship Id="rId4" Type="http://schemas.openxmlformats.org/officeDocument/2006/relationships/image" Target="../media/image586.png"/></Relationships>
</file>

<file path=ppt/slides/_rels/slide79.xml.rels><?xml version="1.0" encoding="UTF-8" standalone="yes"?>
<Relationships xmlns="http://schemas.openxmlformats.org/package/2006/relationships"><Relationship Id="rId3" Type="http://schemas.openxmlformats.org/officeDocument/2006/relationships/image" Target="../media/image2670.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2700.png"/><Relationship Id="rId5" Type="http://schemas.openxmlformats.org/officeDocument/2006/relationships/image" Target="../media/image2690.png"/><Relationship Id="rId4" Type="http://schemas.openxmlformats.org/officeDocument/2006/relationships/image" Target="../media/image2680.png"/></Relationships>
</file>

<file path=ppt/slides/_rels/slide8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2710.png"/><Relationship Id="rId1" Type="http://schemas.openxmlformats.org/officeDocument/2006/relationships/slideLayout" Target="../slideLayouts/slideLayout7.xml"/><Relationship Id="rId5" Type="http://schemas.openxmlformats.org/officeDocument/2006/relationships/image" Target="../media/image2740.png"/><Relationship Id="rId4" Type="http://schemas.openxmlformats.org/officeDocument/2006/relationships/image" Target="../media/image2730.png"/></Relationships>
</file>

<file path=ppt/slides/_rels/slide81.xml.rels><?xml version="1.0" encoding="UTF-8" standalone="yes"?>
<Relationships xmlns="http://schemas.openxmlformats.org/package/2006/relationships"><Relationship Id="rId8" Type="http://schemas.openxmlformats.org/officeDocument/2006/relationships/image" Target="../media/image2810.png"/><Relationship Id="rId3" Type="http://schemas.openxmlformats.org/officeDocument/2006/relationships/image" Target="../media/image2760.png"/><Relationship Id="rId7" Type="http://schemas.openxmlformats.org/officeDocument/2006/relationships/image" Target="../media/image28000.png"/><Relationship Id="rId12" Type="http://schemas.openxmlformats.org/officeDocument/2006/relationships/image" Target="../media/image2850.png"/><Relationship Id="rId2" Type="http://schemas.openxmlformats.org/officeDocument/2006/relationships/image" Target="../media/image2750.png"/><Relationship Id="rId1" Type="http://schemas.openxmlformats.org/officeDocument/2006/relationships/slideLayout" Target="../slideLayouts/slideLayout7.xml"/><Relationship Id="rId6" Type="http://schemas.openxmlformats.org/officeDocument/2006/relationships/image" Target="../media/image2790.png"/><Relationship Id="rId11" Type="http://schemas.openxmlformats.org/officeDocument/2006/relationships/image" Target="../media/image2840.png"/><Relationship Id="rId5" Type="http://schemas.openxmlformats.org/officeDocument/2006/relationships/image" Target="../media/image2780.png"/><Relationship Id="rId10" Type="http://schemas.openxmlformats.org/officeDocument/2006/relationships/image" Target="../media/image2830.png"/><Relationship Id="rId4" Type="http://schemas.openxmlformats.org/officeDocument/2006/relationships/image" Target="../media/image2770.png"/><Relationship Id="rId9" Type="http://schemas.openxmlformats.org/officeDocument/2006/relationships/image" Target="../media/image2820.png"/></Relationships>
</file>

<file path=ppt/slides/_rels/slide82.xml.rels><?xml version="1.0" encoding="UTF-8" standalone="yes"?>
<Relationships xmlns="http://schemas.openxmlformats.org/package/2006/relationships"><Relationship Id="rId8" Type="http://schemas.openxmlformats.org/officeDocument/2006/relationships/image" Target="../media/image2920.png"/><Relationship Id="rId3" Type="http://schemas.openxmlformats.org/officeDocument/2006/relationships/image" Target="../media/image2870.png"/><Relationship Id="rId7" Type="http://schemas.openxmlformats.org/officeDocument/2006/relationships/image" Target="../media/image2910.png"/><Relationship Id="rId12" Type="http://schemas.openxmlformats.org/officeDocument/2006/relationships/image" Target="../media/image2960.png"/><Relationship Id="rId2" Type="http://schemas.openxmlformats.org/officeDocument/2006/relationships/image" Target="../media/image2860.png"/><Relationship Id="rId1" Type="http://schemas.openxmlformats.org/officeDocument/2006/relationships/slideLayout" Target="../slideLayouts/slideLayout7.xml"/><Relationship Id="rId6" Type="http://schemas.openxmlformats.org/officeDocument/2006/relationships/image" Target="../media/image2900.png"/><Relationship Id="rId11" Type="http://schemas.openxmlformats.org/officeDocument/2006/relationships/image" Target="../media/image2950.png"/><Relationship Id="rId5" Type="http://schemas.openxmlformats.org/officeDocument/2006/relationships/image" Target="../media/image2890.png"/><Relationship Id="rId10" Type="http://schemas.openxmlformats.org/officeDocument/2006/relationships/image" Target="../media/image2940.png"/><Relationship Id="rId4" Type="http://schemas.openxmlformats.org/officeDocument/2006/relationships/image" Target="../media/image2880.png"/><Relationship Id="rId9" Type="http://schemas.openxmlformats.org/officeDocument/2006/relationships/image" Target="../media/image2930.png"/></Relationships>
</file>

<file path=ppt/slides/_rels/slide83.xml.rels><?xml version="1.0" encoding="UTF-8" standalone="yes"?>
<Relationships xmlns="http://schemas.openxmlformats.org/package/2006/relationships"><Relationship Id="rId8" Type="http://schemas.openxmlformats.org/officeDocument/2006/relationships/image" Target="../media/image3030.png"/><Relationship Id="rId13" Type="http://schemas.openxmlformats.org/officeDocument/2006/relationships/image" Target="../media/image3080.png"/><Relationship Id="rId18" Type="http://schemas.openxmlformats.org/officeDocument/2006/relationships/image" Target="../media/image3610.png"/><Relationship Id="rId26" Type="http://schemas.openxmlformats.org/officeDocument/2006/relationships/image" Target="../media/image3690.png"/><Relationship Id="rId3" Type="http://schemas.openxmlformats.org/officeDocument/2006/relationships/image" Target="../media/image2980.png"/><Relationship Id="rId21" Type="http://schemas.openxmlformats.org/officeDocument/2006/relationships/image" Target="../media/image3640.png"/><Relationship Id="rId7" Type="http://schemas.openxmlformats.org/officeDocument/2006/relationships/image" Target="../media/image3020.png"/><Relationship Id="rId12" Type="http://schemas.openxmlformats.org/officeDocument/2006/relationships/image" Target="../media/image3070.png"/><Relationship Id="rId17" Type="http://schemas.openxmlformats.org/officeDocument/2006/relationships/image" Target="../media/image3600.png"/><Relationship Id="rId25" Type="http://schemas.openxmlformats.org/officeDocument/2006/relationships/image" Target="../media/image3680.png"/><Relationship Id="rId2" Type="http://schemas.openxmlformats.org/officeDocument/2006/relationships/image" Target="../media/image2970.png"/><Relationship Id="rId16" Type="http://schemas.openxmlformats.org/officeDocument/2006/relationships/image" Target="../media/image3590.png"/><Relationship Id="rId20" Type="http://schemas.openxmlformats.org/officeDocument/2006/relationships/image" Target="../media/image3630.png"/><Relationship Id="rId29" Type="http://schemas.openxmlformats.org/officeDocument/2006/relationships/image" Target="../media/image3720.png"/><Relationship Id="rId1" Type="http://schemas.openxmlformats.org/officeDocument/2006/relationships/slideLayout" Target="../slideLayouts/slideLayout7.xml"/><Relationship Id="rId6" Type="http://schemas.openxmlformats.org/officeDocument/2006/relationships/image" Target="../media/image3010.png"/><Relationship Id="rId11" Type="http://schemas.openxmlformats.org/officeDocument/2006/relationships/image" Target="../media/image3060.png"/><Relationship Id="rId24" Type="http://schemas.openxmlformats.org/officeDocument/2006/relationships/image" Target="../media/image3670.png"/><Relationship Id="rId5" Type="http://schemas.openxmlformats.org/officeDocument/2006/relationships/image" Target="../media/image3000.png"/><Relationship Id="rId15" Type="http://schemas.openxmlformats.org/officeDocument/2006/relationships/image" Target="../media/image3100.png"/><Relationship Id="rId23" Type="http://schemas.openxmlformats.org/officeDocument/2006/relationships/image" Target="../media/image3660.png"/><Relationship Id="rId28" Type="http://schemas.openxmlformats.org/officeDocument/2006/relationships/image" Target="../media/image3710.png"/><Relationship Id="rId10" Type="http://schemas.openxmlformats.org/officeDocument/2006/relationships/image" Target="../media/image3050.png"/><Relationship Id="rId19" Type="http://schemas.openxmlformats.org/officeDocument/2006/relationships/image" Target="../media/image3620.png"/><Relationship Id="rId4" Type="http://schemas.openxmlformats.org/officeDocument/2006/relationships/image" Target="../media/image2990.png"/><Relationship Id="rId9" Type="http://schemas.openxmlformats.org/officeDocument/2006/relationships/image" Target="../media/image3040.png"/><Relationship Id="rId14" Type="http://schemas.openxmlformats.org/officeDocument/2006/relationships/image" Target="../media/image3090.png"/><Relationship Id="rId22" Type="http://schemas.openxmlformats.org/officeDocument/2006/relationships/image" Target="../media/image3650.png"/><Relationship Id="rId27" Type="http://schemas.openxmlformats.org/officeDocument/2006/relationships/image" Target="../media/image3700.png"/><Relationship Id="rId30" Type="http://schemas.openxmlformats.org/officeDocument/2006/relationships/image" Target="../media/image3730.png"/></Relationships>
</file>

<file path=ppt/slides/_rels/slide84.xml.rels><?xml version="1.0" encoding="UTF-8" standalone="yes"?>
<Relationships xmlns="http://schemas.openxmlformats.org/package/2006/relationships"><Relationship Id="rId3" Type="http://schemas.openxmlformats.org/officeDocument/2006/relationships/image" Target="../media/image2970.png"/><Relationship Id="rId2" Type="http://schemas.openxmlformats.org/officeDocument/2006/relationships/image" Target="../media/image3110.png"/><Relationship Id="rId1" Type="http://schemas.openxmlformats.org/officeDocument/2006/relationships/slideLayout" Target="../slideLayouts/slideLayout7.xml"/><Relationship Id="rId4" Type="http://schemas.openxmlformats.org/officeDocument/2006/relationships/image" Target="../media/image3120.png"/></Relationships>
</file>

<file path=ppt/slides/_rels/slide85.xml.rels><?xml version="1.0" encoding="UTF-8" standalone="yes"?>
<Relationships xmlns="http://schemas.openxmlformats.org/package/2006/relationships"><Relationship Id="rId3" Type="http://schemas.openxmlformats.org/officeDocument/2006/relationships/image" Target="../media/image2860.png"/><Relationship Id="rId2" Type="http://schemas.openxmlformats.org/officeDocument/2006/relationships/image" Target="../media/image3140.png"/><Relationship Id="rId1" Type="http://schemas.openxmlformats.org/officeDocument/2006/relationships/slideLayout" Target="../slideLayouts/slideLayout7.xml"/><Relationship Id="rId4" Type="http://schemas.openxmlformats.org/officeDocument/2006/relationships/image" Target="../media/image3150.png"/></Relationships>
</file>

<file path=ppt/slides/_rels/slide86.xml.rels><?xml version="1.0" encoding="UTF-8" standalone="yes"?>
<Relationships xmlns="http://schemas.openxmlformats.org/package/2006/relationships"><Relationship Id="rId3" Type="http://schemas.openxmlformats.org/officeDocument/2006/relationships/image" Target="../media/image3170.png"/><Relationship Id="rId2" Type="http://schemas.openxmlformats.org/officeDocument/2006/relationships/image" Target="../media/image3160.png"/><Relationship Id="rId1" Type="http://schemas.openxmlformats.org/officeDocument/2006/relationships/slideLayout" Target="../slideLayouts/slideLayout7.xml"/><Relationship Id="rId4" Type="http://schemas.openxmlformats.org/officeDocument/2006/relationships/image" Target="../media/image2860.png"/></Relationships>
</file>

<file path=ppt/slides/_rels/slide8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4161.png"/><Relationship Id="rId1" Type="http://schemas.openxmlformats.org/officeDocument/2006/relationships/slideLayout" Target="../slideLayouts/slideLayout7.xml"/><Relationship Id="rId4" Type="http://schemas.openxmlformats.org/officeDocument/2006/relationships/image" Target="../media/image60.png"/></Relationships>
</file>

<file path=ppt/slides/_rels/slide8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3" Type="http://schemas.openxmlformats.org/officeDocument/2006/relationships/image" Target="../media/image1710.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3" Type="http://schemas.openxmlformats.org/officeDocument/2006/relationships/image" Target="../media/image1880.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image" Target="../media/image211.png"/><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5" Type="http://schemas.openxmlformats.org/officeDocument/2006/relationships/image" Target="../media/image70.png"/></Relationships>
</file>

<file path=ppt/slides/_rels/slide101.xml.rels><?xml version="1.0" encoding="UTF-8" standalone="yes"?>
<Relationships xmlns="http://schemas.openxmlformats.org/package/2006/relationships"><Relationship Id="rId8" Type="http://schemas.openxmlformats.org/officeDocument/2006/relationships/image" Target="../media/image4870.png"/><Relationship Id="rId3" Type="http://schemas.openxmlformats.org/officeDocument/2006/relationships/image" Target="../media/image65.png"/><Relationship Id="rId7" Type="http://schemas.openxmlformats.org/officeDocument/2006/relationships/image" Target="../media/image4860.png"/><Relationship Id="rId2" Type="http://schemas.openxmlformats.org/officeDocument/2006/relationships/image" Target="../media/image64.png"/><Relationship Id="rId1" Type="http://schemas.openxmlformats.org/officeDocument/2006/relationships/slideLayout" Target="../slideLayouts/slideLayout7.xml"/><Relationship Id="rId6" Type="http://schemas.openxmlformats.org/officeDocument/2006/relationships/image" Target="../media/image4850.png"/><Relationship Id="rId11" Type="http://schemas.openxmlformats.org/officeDocument/2006/relationships/image" Target="../media/image4900.png"/><Relationship Id="rId5" Type="http://schemas.openxmlformats.org/officeDocument/2006/relationships/image" Target="../media/image4840.png"/><Relationship Id="rId10" Type="http://schemas.openxmlformats.org/officeDocument/2006/relationships/image" Target="../media/image4890.png"/><Relationship Id="rId4" Type="http://schemas.openxmlformats.org/officeDocument/2006/relationships/image" Target="../media/image66.png"/><Relationship Id="rId9" Type="http://schemas.openxmlformats.org/officeDocument/2006/relationships/image" Target="../media/image4880.png"/></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ame 3"/>
          <p:cNvSpPr/>
          <p:nvPr/>
        </p:nvSpPr>
        <p:spPr>
          <a:xfrm>
            <a:off x="0" y="0"/>
            <a:ext cx="6858000" cy="9906000"/>
          </a:xfrm>
          <a:custGeom>
            <a:avLst/>
            <a:gdLst>
              <a:gd name="connsiteX0" fmla="*/ 0 w 6488483"/>
              <a:gd name="connsiteY0" fmla="*/ 0 h 9394520"/>
              <a:gd name="connsiteX1" fmla="*/ 6488483 w 6488483"/>
              <a:gd name="connsiteY1" fmla="*/ 0 h 9394520"/>
              <a:gd name="connsiteX2" fmla="*/ 6488483 w 6488483"/>
              <a:gd name="connsiteY2" fmla="*/ 9394520 h 9394520"/>
              <a:gd name="connsiteX3" fmla="*/ 0 w 6488483"/>
              <a:gd name="connsiteY3" fmla="*/ 9394520 h 9394520"/>
              <a:gd name="connsiteX4" fmla="*/ 0 w 6488483"/>
              <a:gd name="connsiteY4" fmla="*/ 0 h 9394520"/>
              <a:gd name="connsiteX5" fmla="*/ 811060 w 6488483"/>
              <a:gd name="connsiteY5" fmla="*/ 811060 h 9394520"/>
              <a:gd name="connsiteX6" fmla="*/ 811060 w 6488483"/>
              <a:gd name="connsiteY6" fmla="*/ 8583460 h 9394520"/>
              <a:gd name="connsiteX7" fmla="*/ 5677423 w 6488483"/>
              <a:gd name="connsiteY7" fmla="*/ 8583460 h 9394520"/>
              <a:gd name="connsiteX8" fmla="*/ 5677423 w 6488483"/>
              <a:gd name="connsiteY8" fmla="*/ 811060 h 9394520"/>
              <a:gd name="connsiteX9" fmla="*/ 811060 w 6488483"/>
              <a:gd name="connsiteY9" fmla="*/ 811060 h 9394520"/>
              <a:gd name="connsiteX0" fmla="*/ 0 w 6488483"/>
              <a:gd name="connsiteY0" fmla="*/ 0 h 9394520"/>
              <a:gd name="connsiteX1" fmla="*/ 6488483 w 6488483"/>
              <a:gd name="connsiteY1" fmla="*/ 0 h 9394520"/>
              <a:gd name="connsiteX2" fmla="*/ 6488483 w 6488483"/>
              <a:gd name="connsiteY2" fmla="*/ 9394520 h 9394520"/>
              <a:gd name="connsiteX3" fmla="*/ 0 w 6488483"/>
              <a:gd name="connsiteY3" fmla="*/ 9394520 h 9394520"/>
              <a:gd name="connsiteX4" fmla="*/ 0 w 6488483"/>
              <a:gd name="connsiteY4" fmla="*/ 0 h 9394520"/>
              <a:gd name="connsiteX5" fmla="*/ 284967 w 6488483"/>
              <a:gd name="connsiteY5" fmla="*/ 272441 h 9394520"/>
              <a:gd name="connsiteX6" fmla="*/ 811060 w 6488483"/>
              <a:gd name="connsiteY6" fmla="*/ 8583460 h 9394520"/>
              <a:gd name="connsiteX7" fmla="*/ 5677423 w 6488483"/>
              <a:gd name="connsiteY7" fmla="*/ 8583460 h 9394520"/>
              <a:gd name="connsiteX8" fmla="*/ 5677423 w 6488483"/>
              <a:gd name="connsiteY8" fmla="*/ 811060 h 9394520"/>
              <a:gd name="connsiteX9" fmla="*/ 284967 w 6488483"/>
              <a:gd name="connsiteY9" fmla="*/ 272441 h 9394520"/>
              <a:gd name="connsiteX0" fmla="*/ 0 w 6488483"/>
              <a:gd name="connsiteY0" fmla="*/ 0 h 9394520"/>
              <a:gd name="connsiteX1" fmla="*/ 6488483 w 6488483"/>
              <a:gd name="connsiteY1" fmla="*/ 0 h 9394520"/>
              <a:gd name="connsiteX2" fmla="*/ 6488483 w 6488483"/>
              <a:gd name="connsiteY2" fmla="*/ 9394520 h 9394520"/>
              <a:gd name="connsiteX3" fmla="*/ 0 w 6488483"/>
              <a:gd name="connsiteY3" fmla="*/ 9394520 h 9394520"/>
              <a:gd name="connsiteX4" fmla="*/ 0 w 6488483"/>
              <a:gd name="connsiteY4" fmla="*/ 0 h 9394520"/>
              <a:gd name="connsiteX5" fmla="*/ 284967 w 6488483"/>
              <a:gd name="connsiteY5" fmla="*/ 272441 h 9394520"/>
              <a:gd name="connsiteX6" fmla="*/ 272441 w 6488483"/>
              <a:gd name="connsiteY6" fmla="*/ 9134605 h 9394520"/>
              <a:gd name="connsiteX7" fmla="*/ 5677423 w 6488483"/>
              <a:gd name="connsiteY7" fmla="*/ 8583460 h 9394520"/>
              <a:gd name="connsiteX8" fmla="*/ 5677423 w 6488483"/>
              <a:gd name="connsiteY8" fmla="*/ 811060 h 9394520"/>
              <a:gd name="connsiteX9" fmla="*/ 284967 w 6488483"/>
              <a:gd name="connsiteY9" fmla="*/ 272441 h 9394520"/>
              <a:gd name="connsiteX0" fmla="*/ 0 w 6488483"/>
              <a:gd name="connsiteY0" fmla="*/ 0 h 9394520"/>
              <a:gd name="connsiteX1" fmla="*/ 6488483 w 6488483"/>
              <a:gd name="connsiteY1" fmla="*/ 0 h 9394520"/>
              <a:gd name="connsiteX2" fmla="*/ 6488483 w 6488483"/>
              <a:gd name="connsiteY2" fmla="*/ 9394520 h 9394520"/>
              <a:gd name="connsiteX3" fmla="*/ 0 w 6488483"/>
              <a:gd name="connsiteY3" fmla="*/ 9394520 h 9394520"/>
              <a:gd name="connsiteX4" fmla="*/ 0 w 6488483"/>
              <a:gd name="connsiteY4" fmla="*/ 0 h 9394520"/>
              <a:gd name="connsiteX5" fmla="*/ 284967 w 6488483"/>
              <a:gd name="connsiteY5" fmla="*/ 272441 h 9394520"/>
              <a:gd name="connsiteX6" fmla="*/ 272441 w 6488483"/>
              <a:gd name="connsiteY6" fmla="*/ 9134605 h 9394520"/>
              <a:gd name="connsiteX7" fmla="*/ 6216042 w 6488483"/>
              <a:gd name="connsiteY7" fmla="*/ 9134606 h 9394520"/>
              <a:gd name="connsiteX8" fmla="*/ 5677423 w 6488483"/>
              <a:gd name="connsiteY8" fmla="*/ 811060 h 9394520"/>
              <a:gd name="connsiteX9" fmla="*/ 284967 w 6488483"/>
              <a:gd name="connsiteY9" fmla="*/ 272441 h 9394520"/>
              <a:gd name="connsiteX0" fmla="*/ 0 w 6488483"/>
              <a:gd name="connsiteY0" fmla="*/ 0 h 9394520"/>
              <a:gd name="connsiteX1" fmla="*/ 6488483 w 6488483"/>
              <a:gd name="connsiteY1" fmla="*/ 0 h 9394520"/>
              <a:gd name="connsiteX2" fmla="*/ 6488483 w 6488483"/>
              <a:gd name="connsiteY2" fmla="*/ 9394520 h 9394520"/>
              <a:gd name="connsiteX3" fmla="*/ 0 w 6488483"/>
              <a:gd name="connsiteY3" fmla="*/ 9394520 h 9394520"/>
              <a:gd name="connsiteX4" fmla="*/ 0 w 6488483"/>
              <a:gd name="connsiteY4" fmla="*/ 0 h 9394520"/>
              <a:gd name="connsiteX5" fmla="*/ 284967 w 6488483"/>
              <a:gd name="connsiteY5" fmla="*/ 272441 h 9394520"/>
              <a:gd name="connsiteX6" fmla="*/ 272441 w 6488483"/>
              <a:gd name="connsiteY6" fmla="*/ 9134605 h 9394520"/>
              <a:gd name="connsiteX7" fmla="*/ 6216042 w 6488483"/>
              <a:gd name="connsiteY7" fmla="*/ 9134606 h 9394520"/>
              <a:gd name="connsiteX8" fmla="*/ 6228568 w 6488483"/>
              <a:gd name="connsiteY8" fmla="*/ 272441 h 9394520"/>
              <a:gd name="connsiteX9" fmla="*/ 284967 w 6488483"/>
              <a:gd name="connsiteY9" fmla="*/ 272441 h 9394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88483" h="9394520">
                <a:moveTo>
                  <a:pt x="0" y="0"/>
                </a:moveTo>
                <a:lnTo>
                  <a:pt x="6488483" y="0"/>
                </a:lnTo>
                <a:lnTo>
                  <a:pt x="6488483" y="9394520"/>
                </a:lnTo>
                <a:lnTo>
                  <a:pt x="0" y="9394520"/>
                </a:lnTo>
                <a:lnTo>
                  <a:pt x="0" y="0"/>
                </a:lnTo>
                <a:close/>
                <a:moveTo>
                  <a:pt x="284967" y="272441"/>
                </a:moveTo>
                <a:cubicBezTo>
                  <a:pt x="280792" y="3226496"/>
                  <a:pt x="276616" y="6180550"/>
                  <a:pt x="272441" y="9134605"/>
                </a:cubicBezTo>
                <a:lnTo>
                  <a:pt x="6216042" y="9134606"/>
                </a:lnTo>
                <a:cubicBezTo>
                  <a:pt x="6220217" y="6180551"/>
                  <a:pt x="6224393" y="3226496"/>
                  <a:pt x="6228568" y="272441"/>
                </a:cubicBezTo>
                <a:lnTo>
                  <a:pt x="284967" y="272441"/>
                </a:lnTo>
                <a:close/>
              </a:path>
            </a:pathLst>
          </a:custGeom>
          <a:solidFill>
            <a:schemeClr val="bg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prstClr val="white"/>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AutoShape 6" descr="Image result for expression fun maths"/>
          <p:cNvSpPr>
            <a:spLocks noChangeAspect="1" noChangeArrowheads="1"/>
          </p:cNvSpPr>
          <p:nvPr/>
        </p:nvSpPr>
        <p:spPr bwMode="auto">
          <a:xfrm>
            <a:off x="155575" y="-623888"/>
            <a:ext cx="1924050" cy="131445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aphicFrame>
        <p:nvGraphicFramePr>
          <p:cNvPr id="3" name="Table 2"/>
          <p:cNvGraphicFramePr>
            <a:graphicFrameLocks noGrp="1"/>
          </p:cNvGraphicFramePr>
          <p:nvPr>
            <p:extLst>
              <p:ext uri="{D42A27DB-BD31-4B8C-83A1-F6EECF244321}">
                <p14:modId xmlns:p14="http://schemas.microsoft.com/office/powerpoint/2010/main" val="1248480411"/>
              </p:ext>
            </p:extLst>
          </p:nvPr>
        </p:nvGraphicFramePr>
        <p:xfrm>
          <a:off x="361927" y="2146301"/>
          <a:ext cx="6156570" cy="2702960"/>
        </p:xfrm>
        <a:graphic>
          <a:graphicData uri="http://schemas.openxmlformats.org/drawingml/2006/table">
            <a:tbl>
              <a:tblPr firstRow="1" bandRow="1">
                <a:tableStyleId>{5C22544A-7EE6-4342-B048-85BDC9FD1C3A}</a:tableStyleId>
              </a:tblPr>
              <a:tblGrid>
                <a:gridCol w="6156570">
                  <a:extLst>
                    <a:ext uri="{9D8B030D-6E8A-4147-A177-3AD203B41FA5}">
                      <a16:colId xmlns:a16="http://schemas.microsoft.com/office/drawing/2014/main" val="3141629024"/>
                    </a:ext>
                  </a:extLst>
                </a:gridCol>
              </a:tblGrid>
              <a:tr h="621499">
                <a:tc>
                  <a:txBody>
                    <a:bodyPr/>
                    <a:lstStyle/>
                    <a:p>
                      <a:pPr algn="ctr"/>
                      <a:r>
                        <a:rPr lang="en-US" sz="4000">
                          <a:solidFill>
                            <a:sysClr val="windowText" lastClr="000000"/>
                          </a:solidFill>
                          <a:latin typeface="+mj-lt"/>
                        </a:rPr>
                        <a:t>YEAR 10 MATHEMATICS</a:t>
                      </a:r>
                      <a:endParaRPr lang="en-GB" sz="4000">
                        <a:solidFill>
                          <a:sysClr val="windowText" lastClr="000000"/>
                        </a:solidFill>
                        <a:latin typeface="+mj-lt"/>
                      </a:endParaRPr>
                    </a:p>
                  </a:txBody>
                  <a:tcPr anchor="ctr">
                    <a:lnB w="12700" cap="flat" cmpd="sng" algn="ctr">
                      <a:solidFill>
                        <a:schemeClr val="tx1"/>
                      </a:solidFill>
                      <a:prstDash val="dot"/>
                      <a:round/>
                      <a:headEnd type="none" w="med" len="med"/>
                      <a:tailEnd type="none" w="med" len="med"/>
                    </a:lnB>
                    <a:solidFill>
                      <a:schemeClr val="bg1"/>
                    </a:solidFill>
                  </a:tcPr>
                </a:tc>
                <a:extLst>
                  <a:ext uri="{0D108BD9-81ED-4DB2-BD59-A6C34878D82A}">
                    <a16:rowId xmlns:a16="http://schemas.microsoft.com/office/drawing/2014/main" val="2360724906"/>
                  </a:ext>
                </a:extLst>
              </a:tr>
              <a:tr h="432200">
                <a:tc>
                  <a:txBody>
                    <a:bodyPr/>
                    <a:lstStyle/>
                    <a:p>
                      <a:pPr algn="ctr"/>
                      <a:r>
                        <a:rPr lang="en-US" sz="2000" b="1" dirty="0">
                          <a:solidFill>
                            <a:sysClr val="windowText" lastClr="000000"/>
                          </a:solidFill>
                          <a:latin typeface="Calibri" panose="020F0502020204030204" pitchFamily="34" charset="0"/>
                          <a:cs typeface="Calibri" panose="020F0502020204030204" pitchFamily="34" charset="0"/>
                        </a:rPr>
                        <a:t>Unit 2 Part B – </a:t>
                      </a:r>
                      <a:r>
                        <a:rPr lang="en-US" sz="2000" b="0" dirty="0">
                          <a:solidFill>
                            <a:sysClr val="windowText" lastClr="000000"/>
                          </a:solidFill>
                          <a:latin typeface="Calibri" panose="020F0502020204030204" pitchFamily="34" charset="0"/>
                          <a:cs typeface="Calibri" panose="020F0502020204030204" pitchFamily="34" charset="0"/>
                        </a:rPr>
                        <a:t>Core Number Skills</a:t>
                      </a:r>
                    </a:p>
                    <a:p>
                      <a:pPr algn="ctr"/>
                      <a:endParaRPr lang="en-US" sz="2000" b="0" dirty="0">
                        <a:solidFill>
                          <a:sysClr val="windowText" lastClr="000000"/>
                        </a:solidFill>
                        <a:latin typeface="Calibri" panose="020F0502020204030204" pitchFamily="34" charset="0"/>
                        <a:cs typeface="Calibri" panose="020F0502020204030204" pitchFamily="34" charset="0"/>
                      </a:endParaRPr>
                    </a:p>
                    <a:p>
                      <a:pPr marL="685800" lvl="1" indent="-342900" algn="l">
                        <a:buFont typeface="Arial" panose="020B0604020202020204" pitchFamily="34" charset="0"/>
                        <a:buChar char="•"/>
                      </a:pPr>
                      <a:r>
                        <a:rPr lang="en-GB" sz="1900" b="0" dirty="0">
                          <a:solidFill>
                            <a:sysClr val="windowText" lastClr="000000"/>
                          </a:solidFill>
                          <a:latin typeface="Calibri" panose="020F0502020204030204" pitchFamily="34" charset="0"/>
                          <a:cs typeface="Calibri" panose="020F0502020204030204" pitchFamily="34" charset="0"/>
                        </a:rPr>
                        <a:t>Types of Numbers, HCF, LCM, Prime Factorisation</a:t>
                      </a:r>
                    </a:p>
                    <a:p>
                      <a:pPr marL="685800" lvl="1" indent="-342900" algn="l">
                        <a:buFont typeface="Arial" panose="020B0604020202020204" pitchFamily="34" charset="0"/>
                        <a:buChar char="•"/>
                      </a:pPr>
                      <a:r>
                        <a:rPr lang="en-GB" sz="1900" b="0" dirty="0">
                          <a:solidFill>
                            <a:sysClr val="windowText" lastClr="000000"/>
                          </a:solidFill>
                          <a:latin typeface="Calibri" panose="020F0502020204030204" pitchFamily="34" charset="0"/>
                          <a:cs typeface="Calibri" panose="020F0502020204030204" pitchFamily="34" charset="0"/>
                        </a:rPr>
                        <a:t>Laws of Indices and Standard Form</a:t>
                      </a:r>
                    </a:p>
                    <a:p>
                      <a:pPr marL="685800" marR="0" lvl="1" indent="-34290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900" b="0" dirty="0">
                          <a:solidFill>
                            <a:sysClr val="windowText" lastClr="000000"/>
                          </a:solidFill>
                          <a:latin typeface="Calibri" panose="020F0502020204030204" pitchFamily="34" charset="0"/>
                          <a:cs typeface="Calibri" panose="020F0502020204030204" pitchFamily="34" charset="0"/>
                        </a:rPr>
                        <a:t>Bounds and Error Intervals</a:t>
                      </a:r>
                    </a:p>
                  </a:txBody>
                  <a:tcPr anchor="ct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solidFill>
                      <a:schemeClr val="bg1"/>
                    </a:solidFill>
                  </a:tcPr>
                </a:tc>
                <a:extLst>
                  <a:ext uri="{0D108BD9-81ED-4DB2-BD59-A6C34878D82A}">
                    <a16:rowId xmlns:a16="http://schemas.microsoft.com/office/drawing/2014/main" val="1410125024"/>
                  </a:ext>
                </a:extLst>
              </a:tr>
              <a:tr h="432200">
                <a:tc>
                  <a:txBody>
                    <a:bodyPr/>
                    <a:lstStyle/>
                    <a:p>
                      <a:pPr algn="ctr"/>
                      <a:endParaRPr lang="en-GB" sz="2000" dirty="0">
                        <a:solidFill>
                          <a:sysClr val="windowText" lastClr="000000"/>
                        </a:solidFill>
                        <a:latin typeface="+mj-lt"/>
                      </a:endParaRPr>
                    </a:p>
                  </a:txBody>
                  <a:tcPr anchor="ctr">
                    <a:lnT w="12700" cap="flat" cmpd="sng" algn="ctr">
                      <a:solidFill>
                        <a:schemeClr val="tx1"/>
                      </a:solidFill>
                      <a:prstDash val="dot"/>
                      <a:round/>
                      <a:headEnd type="none" w="med" len="med"/>
                      <a:tailEnd type="none" w="med" len="med"/>
                    </a:lnT>
                    <a:solidFill>
                      <a:schemeClr val="bg1"/>
                    </a:solidFill>
                  </a:tcPr>
                </a:tc>
                <a:extLst>
                  <a:ext uri="{0D108BD9-81ED-4DB2-BD59-A6C34878D82A}">
                    <a16:rowId xmlns:a16="http://schemas.microsoft.com/office/drawing/2014/main" val="4079067449"/>
                  </a:ext>
                </a:extLst>
              </a:tr>
            </a:tbl>
          </a:graphicData>
        </a:graphic>
      </p:graphicFrame>
      <p:graphicFrame>
        <p:nvGraphicFramePr>
          <p:cNvPr id="15" name="Table 14"/>
          <p:cNvGraphicFramePr>
            <a:graphicFrameLocks noGrp="1"/>
          </p:cNvGraphicFramePr>
          <p:nvPr/>
        </p:nvGraphicFramePr>
        <p:xfrm>
          <a:off x="3440212" y="393970"/>
          <a:ext cx="2972792" cy="1554480"/>
        </p:xfrm>
        <a:graphic>
          <a:graphicData uri="http://schemas.openxmlformats.org/drawingml/2006/table">
            <a:tbl>
              <a:tblPr firstRow="1" bandRow="1">
                <a:tableStyleId>{5C22544A-7EE6-4342-B048-85BDC9FD1C3A}</a:tableStyleId>
              </a:tblPr>
              <a:tblGrid>
                <a:gridCol w="1000861">
                  <a:extLst>
                    <a:ext uri="{9D8B030D-6E8A-4147-A177-3AD203B41FA5}">
                      <a16:colId xmlns:a16="http://schemas.microsoft.com/office/drawing/2014/main" val="3141629024"/>
                    </a:ext>
                  </a:extLst>
                </a:gridCol>
                <a:gridCol w="1971931">
                  <a:extLst>
                    <a:ext uri="{9D8B030D-6E8A-4147-A177-3AD203B41FA5}">
                      <a16:colId xmlns:a16="http://schemas.microsoft.com/office/drawing/2014/main" val="312534935"/>
                    </a:ext>
                  </a:extLst>
                </a:gridCol>
              </a:tblGrid>
              <a:tr h="518160">
                <a:tc>
                  <a:txBody>
                    <a:bodyPr/>
                    <a:lstStyle/>
                    <a:p>
                      <a:pPr algn="ctr"/>
                      <a:r>
                        <a:rPr lang="en-US" sz="1400" b="0">
                          <a:solidFill>
                            <a:sysClr val="windowText" lastClr="000000"/>
                          </a:solidFill>
                          <a:latin typeface="+mj-lt"/>
                        </a:rPr>
                        <a:t>Name</a:t>
                      </a:r>
                      <a:endParaRPr lang="en-GB" sz="1400" b="0">
                        <a:solidFill>
                          <a:sysClr val="windowText" lastClr="000000"/>
                        </a:solidFill>
                        <a:latin typeface="+mj-lt"/>
                      </a:endParaRPr>
                    </a:p>
                  </a:txBody>
                  <a:tcPr anchor="ctr">
                    <a:lnL w="12700" cap="flat" cmpd="sng" algn="ctr">
                      <a:no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1400" b="1">
                        <a:solidFill>
                          <a:sysClr val="windowText" lastClr="000000"/>
                        </a:solidFill>
                      </a:endParaRPr>
                    </a:p>
                  </a:txBody>
                  <a:tcPr anchor="ctr">
                    <a:lnL w="12700" cap="flat" cmpd="sng" algn="ctr">
                      <a:solidFill>
                        <a:schemeClr val="tx1"/>
                      </a:solidFill>
                      <a:prstDash val="dot"/>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60724906"/>
                  </a:ext>
                </a:extLst>
              </a:tr>
              <a:tr h="518160">
                <a:tc>
                  <a:txBody>
                    <a:bodyPr/>
                    <a:lstStyle/>
                    <a:p>
                      <a:pPr algn="ctr"/>
                      <a:r>
                        <a:rPr lang="en-US" sz="1400" b="0">
                          <a:solidFill>
                            <a:sysClr val="windowText" lastClr="000000"/>
                          </a:solidFill>
                          <a:latin typeface="+mj-lt"/>
                        </a:rPr>
                        <a:t>Class</a:t>
                      </a:r>
                      <a:endParaRPr lang="en-GB" sz="1400" b="0">
                        <a:solidFill>
                          <a:sysClr val="windowText" lastClr="000000"/>
                        </a:solidFill>
                        <a:latin typeface="+mj-lt"/>
                      </a:endParaRPr>
                    </a:p>
                  </a:txBody>
                  <a:tcPr anchor="ctr">
                    <a:lnL w="12700" cap="flat" cmpd="sng" algn="ctr">
                      <a:no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1400" b="1">
                        <a:solidFill>
                          <a:sysClr val="windowText" lastClr="000000"/>
                        </a:solidFill>
                      </a:endParaRPr>
                    </a:p>
                  </a:txBody>
                  <a:tcPr anchor="ctr">
                    <a:lnL w="12700" cap="flat" cmpd="sng" algn="ctr">
                      <a:solidFill>
                        <a:schemeClr val="tx1"/>
                      </a:solidFill>
                      <a:prstDash val="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83583755"/>
                  </a:ext>
                </a:extLst>
              </a:tr>
              <a:tr h="518160">
                <a:tc>
                  <a:txBody>
                    <a:bodyPr/>
                    <a:lstStyle/>
                    <a:p>
                      <a:pPr algn="ctr"/>
                      <a:r>
                        <a:rPr lang="en-US" sz="1400" b="0">
                          <a:solidFill>
                            <a:sysClr val="windowText" lastClr="000000"/>
                          </a:solidFill>
                          <a:latin typeface="+mj-lt"/>
                        </a:rPr>
                        <a:t>Tutor Group</a:t>
                      </a:r>
                      <a:endParaRPr lang="en-GB" sz="1400" b="0">
                        <a:solidFill>
                          <a:sysClr val="windowText" lastClr="000000"/>
                        </a:solidFill>
                        <a:latin typeface="+mj-lt"/>
                      </a:endParaRPr>
                    </a:p>
                  </a:txBody>
                  <a:tcPr anchor="ctr">
                    <a:lnL w="12700" cap="flat" cmpd="sng" algn="ctr">
                      <a:no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1400" b="1">
                        <a:solidFill>
                          <a:sysClr val="windowText" lastClr="000000"/>
                        </a:solidFill>
                      </a:endParaRPr>
                    </a:p>
                  </a:txBody>
                  <a:tcPr anchor="ctr">
                    <a:lnL w="12700" cap="flat" cmpd="sng" algn="ctr">
                      <a:solidFill>
                        <a:schemeClr val="tx1"/>
                      </a:solidFill>
                      <a:prstDash val="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29808098"/>
                  </a:ext>
                </a:extLst>
              </a:tr>
            </a:tbl>
          </a:graphicData>
        </a:graphic>
      </p:graphicFrame>
      <p:sp>
        <p:nvSpPr>
          <p:cNvPr id="2" name="Slide Number Placeholder 1"/>
          <p:cNvSpPr>
            <a:spLocks noGrp="1"/>
          </p:cNvSpPr>
          <p:nvPr>
            <p:ph type="sldNum" sz="quarter" idx="12"/>
          </p:nvPr>
        </p:nvSpPr>
        <p:spPr>
          <a:xfrm>
            <a:off x="5314950" y="9553914"/>
            <a:ext cx="1543050" cy="527403"/>
          </a:xfrm>
        </p:spPr>
        <p:txBody>
          <a:bodyPr/>
          <a:lstStyle/>
          <a:p>
            <a:fld id="{19F1D9CC-7119-45EC-A96C-D8C0660F3AAB}" type="slidenum">
              <a:rPr lang="en-GB" smtClean="0">
                <a:solidFill>
                  <a:schemeClr val="bg1"/>
                </a:solidFill>
              </a:rPr>
              <a:t>1</a:t>
            </a:fld>
            <a:endParaRPr lang="en-GB">
              <a:solidFill>
                <a:schemeClr val="bg1"/>
              </a:solidFill>
            </a:endParaRPr>
          </a:p>
        </p:txBody>
      </p:sp>
      <p:pic>
        <p:nvPicPr>
          <p:cNvPr id="1026" name="Picture 2" descr="Order of Operations | Clipart Panda - Free Clipart Images">
            <a:extLst>
              <a:ext uri="{FF2B5EF4-FFF2-40B4-BE49-F238E27FC236}">
                <a16:creationId xmlns:a16="http://schemas.microsoft.com/office/drawing/2014/main" id="{1D7DA8BA-3B89-064E-AF9E-317C58ACFE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568" y="4530254"/>
            <a:ext cx="836080" cy="76802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Positive And Negative Numbers For Kids | DK Find Out">
            <a:extLst>
              <a:ext uri="{FF2B5EF4-FFF2-40B4-BE49-F238E27FC236}">
                <a16:creationId xmlns:a16="http://schemas.microsoft.com/office/drawing/2014/main" id="{1FFDBB3A-897B-AB4B-A8B7-17E03FA27FBF}"/>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83329" y="4454657"/>
            <a:ext cx="1924050" cy="57721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Astrea Academy Trust">
            <a:extLst>
              <a:ext uri="{FF2B5EF4-FFF2-40B4-BE49-F238E27FC236}">
                <a16:creationId xmlns:a16="http://schemas.microsoft.com/office/drawing/2014/main" id="{2A81A84D-8870-4CF5-7B18-D547E2901B28}"/>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18030" t="10183" r="18353" b="17160"/>
          <a:stretch/>
        </p:blipFill>
        <p:spPr bwMode="auto">
          <a:xfrm>
            <a:off x="411234" y="393186"/>
            <a:ext cx="1979272" cy="1186406"/>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Table 5">
            <a:extLst>
              <a:ext uri="{FF2B5EF4-FFF2-40B4-BE49-F238E27FC236}">
                <a16:creationId xmlns:a16="http://schemas.microsoft.com/office/drawing/2014/main" id="{1D494E18-9683-E8D0-46D0-236A757E5191}"/>
              </a:ext>
            </a:extLst>
          </p:cNvPr>
          <p:cNvGraphicFramePr>
            <a:graphicFrameLocks noGrp="1"/>
          </p:cNvGraphicFramePr>
          <p:nvPr>
            <p:extLst>
              <p:ext uri="{D42A27DB-BD31-4B8C-83A1-F6EECF244321}">
                <p14:modId xmlns:p14="http://schemas.microsoft.com/office/powerpoint/2010/main" val="807857128"/>
              </p:ext>
            </p:extLst>
          </p:nvPr>
        </p:nvGraphicFramePr>
        <p:xfrm>
          <a:off x="350715" y="5457256"/>
          <a:ext cx="6156570" cy="4023360"/>
        </p:xfrm>
        <a:graphic>
          <a:graphicData uri="http://schemas.openxmlformats.org/drawingml/2006/table">
            <a:tbl>
              <a:tblPr firstRow="1" bandRow="1">
                <a:tableStyleId>{7E9639D4-E3E2-4D34-9284-5A2195B3D0D7}</a:tableStyleId>
              </a:tblPr>
              <a:tblGrid>
                <a:gridCol w="1421466">
                  <a:extLst>
                    <a:ext uri="{9D8B030D-6E8A-4147-A177-3AD203B41FA5}">
                      <a16:colId xmlns:a16="http://schemas.microsoft.com/office/drawing/2014/main" val="3563799444"/>
                    </a:ext>
                  </a:extLst>
                </a:gridCol>
                <a:gridCol w="4735104">
                  <a:extLst>
                    <a:ext uri="{9D8B030D-6E8A-4147-A177-3AD203B41FA5}">
                      <a16:colId xmlns:a16="http://schemas.microsoft.com/office/drawing/2014/main" val="2581643566"/>
                    </a:ext>
                  </a:extLst>
                </a:gridCol>
              </a:tblGrid>
              <a:tr h="250602">
                <a:tc gridSpan="2">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GB" sz="1200" b="1" dirty="0">
                          <a:solidFill>
                            <a:schemeClr val="bg1"/>
                          </a:solidFill>
                          <a:latin typeface="+mn-lt"/>
                          <a:cs typeface="Calibri Light" panose="020F0302020204030204" pitchFamily="34" charset="0"/>
                        </a:rPr>
                        <a:t>KEY VOCABULARY LIST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hMerge="1">
                  <a:txBody>
                    <a:bodyPr/>
                    <a:lstStyle/>
                    <a:p>
                      <a:endParaRPr lang="en-GB"/>
                    </a:p>
                  </a:txBody>
                  <a:tcPr>
                    <a:solidFill>
                      <a:srgbClr val="7E2341"/>
                    </a:solidFill>
                  </a:tcPr>
                </a:tc>
                <a:extLst>
                  <a:ext uri="{0D108BD9-81ED-4DB2-BD59-A6C34878D82A}">
                    <a16:rowId xmlns:a16="http://schemas.microsoft.com/office/drawing/2014/main" val="163826269"/>
                  </a:ext>
                </a:extLst>
              </a:tr>
              <a:tr h="0">
                <a:tc>
                  <a:txBody>
                    <a:bodyPr/>
                    <a:lstStyle/>
                    <a:p>
                      <a:pPr marL="0" marR="0" indent="0" algn="l" defTabSz="685800" rtl="0" eaLnBrk="1" fontAlgn="base" latinLnBrk="0" hangingPunct="1">
                        <a:lnSpc>
                          <a:spcPct val="100000"/>
                        </a:lnSpc>
                        <a:spcBef>
                          <a:spcPts val="0"/>
                        </a:spcBef>
                        <a:spcAft>
                          <a:spcPts val="0"/>
                        </a:spcAft>
                        <a:buClrTx/>
                        <a:buSzTx/>
                        <a:buFontTx/>
                        <a:buNone/>
                        <a:tabLst/>
                        <a:defRPr/>
                      </a:pPr>
                      <a:r>
                        <a:rPr lang="en-US" sz="1200" b="1" kern="1200" dirty="0">
                          <a:solidFill>
                            <a:srgbClr val="000000"/>
                          </a:solidFill>
                          <a:effectLst/>
                          <a:latin typeface="+mn-lt"/>
                          <a:ea typeface="Times New Roman" panose="02020603050405020304" pitchFamily="18" charset="0"/>
                          <a:cs typeface="Times New Roman" panose="02020603050405020304" pitchFamily="18" charset="0"/>
                        </a:rPr>
                        <a:t>Error interval</a:t>
                      </a:r>
                      <a:endParaRPr lang="en-GB" sz="1200" b="1" dirty="0">
                        <a:effectLst/>
                        <a:latin typeface="+mn-lt"/>
                        <a:ea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685800" rtl="0" eaLnBrk="1" fontAlgn="base" latinLnBrk="0" hangingPunct="1">
                        <a:lnSpc>
                          <a:spcPct val="100000"/>
                        </a:lnSpc>
                        <a:spcBef>
                          <a:spcPts val="0"/>
                        </a:spcBef>
                        <a:spcAft>
                          <a:spcPts val="0"/>
                        </a:spcAft>
                        <a:buClrTx/>
                        <a:buSzTx/>
                        <a:buFontTx/>
                        <a:buNone/>
                        <a:tabLst/>
                        <a:defRPr/>
                      </a:pPr>
                      <a:r>
                        <a:rPr lang="en-US" sz="1200" b="0" i="0" dirty="0">
                          <a:solidFill>
                            <a:srgbClr val="000000"/>
                          </a:solidFill>
                          <a:effectLst/>
                          <a:latin typeface="+mn-lt"/>
                          <a:cs typeface="Calibri Light" panose="020F0302020204030204" pitchFamily="34" charset="0"/>
                        </a:rPr>
                        <a:t>A range of values that a number could have taken before being rounded or truncated.</a:t>
                      </a:r>
                      <a:endParaRPr lang="en-GB" sz="1200" b="0" i="0" dirty="0">
                        <a:solidFill>
                          <a:srgbClr val="000000"/>
                        </a:solidFill>
                        <a:effectLst/>
                        <a:latin typeface="+mn-lt"/>
                        <a:cs typeface="Calibri Light" panose="020F03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94502126"/>
                  </a:ext>
                </a:extLst>
              </a:tr>
              <a:tr h="0">
                <a:tc>
                  <a:txBody>
                    <a:bodyPr/>
                    <a:lstStyle/>
                    <a:p>
                      <a:pPr marL="0" marR="0" indent="0" algn="l" defTabSz="685800" rtl="0" eaLnBrk="1" fontAlgn="base" latinLnBrk="0" hangingPunct="1">
                        <a:lnSpc>
                          <a:spcPct val="100000"/>
                        </a:lnSpc>
                        <a:spcBef>
                          <a:spcPts val="0"/>
                        </a:spcBef>
                        <a:spcAft>
                          <a:spcPts val="0"/>
                        </a:spcAft>
                        <a:buClrTx/>
                        <a:buSzTx/>
                        <a:buFontTx/>
                        <a:buNone/>
                        <a:tabLst/>
                        <a:defRPr/>
                      </a:pPr>
                      <a:r>
                        <a:rPr lang="en-US" sz="1200" b="1" kern="1200" dirty="0">
                          <a:solidFill>
                            <a:srgbClr val="000000"/>
                          </a:solidFill>
                          <a:effectLst/>
                          <a:latin typeface="+mn-lt"/>
                          <a:ea typeface="Times New Roman" panose="02020603050405020304" pitchFamily="18" charset="0"/>
                          <a:cs typeface="Times New Roman" panose="02020603050405020304" pitchFamily="18" charset="0"/>
                        </a:rPr>
                        <a:t>Integer </a:t>
                      </a:r>
                      <a:endParaRPr lang="en-GB" sz="1200" b="1" dirty="0">
                        <a:effectLst/>
                        <a:latin typeface="+mn-lt"/>
                        <a:ea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685800" rtl="0" eaLnBrk="1" fontAlgn="base" latinLnBrk="0" hangingPunct="1">
                        <a:lnSpc>
                          <a:spcPct val="100000"/>
                        </a:lnSpc>
                        <a:spcBef>
                          <a:spcPts val="0"/>
                        </a:spcBef>
                        <a:spcAft>
                          <a:spcPts val="0"/>
                        </a:spcAft>
                        <a:buClrTx/>
                        <a:buSzTx/>
                        <a:buFontTx/>
                        <a:buNone/>
                        <a:tabLst/>
                        <a:defRPr/>
                      </a:pPr>
                      <a:r>
                        <a:rPr lang="en-US" sz="1200" b="0" i="0" dirty="0">
                          <a:solidFill>
                            <a:srgbClr val="000000"/>
                          </a:solidFill>
                          <a:effectLst/>
                          <a:latin typeface="+mn-lt"/>
                          <a:cs typeface="Calibri Light" panose="020F0302020204030204" pitchFamily="34" charset="0"/>
                        </a:rPr>
                        <a:t>A whole number that can be positive, negative or zero.</a:t>
                      </a:r>
                      <a:endParaRPr lang="en-GB" sz="1200" b="0" i="0" dirty="0">
                        <a:solidFill>
                          <a:srgbClr val="000000"/>
                        </a:solidFill>
                        <a:effectLst/>
                        <a:latin typeface="+mn-lt"/>
                        <a:cs typeface="Calibri Light" panose="020F03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326350"/>
                  </a:ext>
                </a:extLst>
              </a:tr>
              <a:tr h="0">
                <a:tc>
                  <a:txBody>
                    <a:bodyPr/>
                    <a:lstStyle/>
                    <a:p>
                      <a:pPr marL="0" marR="0" indent="0" algn="l" defTabSz="685800" rtl="0" eaLnBrk="1" fontAlgn="base" latinLnBrk="0" hangingPunct="1">
                        <a:lnSpc>
                          <a:spcPct val="100000"/>
                        </a:lnSpc>
                        <a:spcBef>
                          <a:spcPts val="0"/>
                        </a:spcBef>
                        <a:spcAft>
                          <a:spcPts val="0"/>
                        </a:spcAft>
                        <a:buClrTx/>
                        <a:buSzTx/>
                        <a:buFontTx/>
                        <a:buNone/>
                        <a:tabLst/>
                        <a:defRPr/>
                      </a:pPr>
                      <a:r>
                        <a:rPr lang="en-US" sz="1200" b="1" kern="1200">
                          <a:solidFill>
                            <a:srgbClr val="000000"/>
                          </a:solidFill>
                          <a:effectLst/>
                          <a:latin typeface="+mn-lt"/>
                          <a:ea typeface="Times New Roman" panose="02020603050405020304" pitchFamily="18" charset="0"/>
                          <a:cs typeface="Times New Roman" panose="02020603050405020304" pitchFamily="18" charset="0"/>
                        </a:rPr>
                        <a:t>Lower bound</a:t>
                      </a:r>
                      <a:endParaRPr lang="en-GB" sz="1200" b="1">
                        <a:effectLst/>
                        <a:latin typeface="+mn-lt"/>
                        <a:ea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685800" rtl="0" eaLnBrk="1" fontAlgn="base" latinLnBrk="0" hangingPunct="1">
                        <a:lnSpc>
                          <a:spcPct val="100000"/>
                        </a:lnSpc>
                        <a:spcBef>
                          <a:spcPts val="0"/>
                        </a:spcBef>
                        <a:spcAft>
                          <a:spcPts val="0"/>
                        </a:spcAft>
                        <a:buClrTx/>
                        <a:buSzTx/>
                        <a:buFontTx/>
                        <a:buNone/>
                        <a:tabLst/>
                        <a:defRPr/>
                      </a:pPr>
                      <a:r>
                        <a:rPr lang="en-US" sz="1200" b="0" i="0" dirty="0">
                          <a:solidFill>
                            <a:srgbClr val="000000"/>
                          </a:solidFill>
                          <a:effectLst/>
                          <a:latin typeface="+mn-lt"/>
                          <a:cs typeface="Calibri Light" panose="020F0302020204030204" pitchFamily="34" charset="0"/>
                        </a:rPr>
                        <a:t>The lower bound is the smallest value that would round up to the estimated value.</a:t>
                      </a:r>
                      <a:endParaRPr lang="en-GB" sz="1200" b="0" i="0" dirty="0">
                        <a:solidFill>
                          <a:srgbClr val="000000"/>
                        </a:solidFill>
                        <a:effectLst/>
                        <a:latin typeface="+mn-lt"/>
                        <a:cs typeface="Calibri Light" panose="020F03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52147503"/>
                  </a:ext>
                </a:extLst>
              </a:tr>
              <a:tr h="0">
                <a:tc>
                  <a:txBody>
                    <a:bodyPr/>
                    <a:lstStyle/>
                    <a:p>
                      <a:pPr marL="0" marR="0" indent="0" algn="l" defTabSz="685800" rtl="0" eaLnBrk="1" fontAlgn="base" latinLnBrk="0" hangingPunct="1">
                        <a:lnSpc>
                          <a:spcPct val="100000"/>
                        </a:lnSpc>
                        <a:spcBef>
                          <a:spcPts val="0"/>
                        </a:spcBef>
                        <a:spcAft>
                          <a:spcPts val="0"/>
                        </a:spcAft>
                        <a:buClrTx/>
                        <a:buSzTx/>
                        <a:buFontTx/>
                        <a:buNone/>
                        <a:tabLst/>
                        <a:defRPr/>
                      </a:pPr>
                      <a:r>
                        <a:rPr lang="en-US" sz="1200" b="1" kern="1200" dirty="0">
                          <a:solidFill>
                            <a:srgbClr val="000000"/>
                          </a:solidFill>
                          <a:effectLst/>
                          <a:latin typeface="+mn-lt"/>
                          <a:ea typeface="Times New Roman" panose="02020603050405020304" pitchFamily="18" charset="0"/>
                          <a:cs typeface="Times New Roman" panose="02020603050405020304" pitchFamily="18" charset="0"/>
                        </a:rPr>
                        <a:t>Rounding </a:t>
                      </a:r>
                      <a:endParaRPr lang="en-GB" sz="1200" b="1" dirty="0">
                        <a:effectLst/>
                        <a:latin typeface="+mn-lt"/>
                        <a:ea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685800" rtl="0" eaLnBrk="1" fontAlgn="base" latinLnBrk="0" hangingPunct="1">
                        <a:lnSpc>
                          <a:spcPct val="100000"/>
                        </a:lnSpc>
                        <a:spcBef>
                          <a:spcPts val="0"/>
                        </a:spcBef>
                        <a:spcAft>
                          <a:spcPts val="0"/>
                        </a:spcAft>
                        <a:buClrTx/>
                        <a:buSzTx/>
                        <a:buFontTx/>
                        <a:buNone/>
                        <a:tabLst/>
                        <a:defRPr/>
                      </a:pPr>
                      <a:r>
                        <a:rPr lang="en-US" sz="1200" b="0" i="0" dirty="0">
                          <a:solidFill>
                            <a:srgbClr val="000000"/>
                          </a:solidFill>
                          <a:effectLst/>
                          <a:latin typeface="+mn-lt"/>
                          <a:cs typeface="Calibri Light" panose="020F0302020204030204" pitchFamily="34" charset="0"/>
                        </a:rPr>
                        <a:t>To make a number simpler but keep its value close to what it was.</a:t>
                      </a:r>
                      <a:endParaRPr lang="en-GB" sz="1200" b="0" i="0" dirty="0">
                        <a:solidFill>
                          <a:srgbClr val="000000"/>
                        </a:solidFill>
                        <a:effectLst/>
                        <a:latin typeface="+mn-lt"/>
                        <a:cs typeface="Calibri Light" panose="020F03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60373441"/>
                  </a:ext>
                </a:extLst>
              </a:tr>
              <a:tr h="136944">
                <a:tc>
                  <a:txBody>
                    <a:bodyPr/>
                    <a:lstStyle/>
                    <a:p>
                      <a:pPr marL="0" marR="0" indent="0" algn="l" defTabSz="685800" rtl="0" eaLnBrk="1" fontAlgn="base" latinLnBrk="0" hangingPunct="1">
                        <a:lnSpc>
                          <a:spcPct val="100000"/>
                        </a:lnSpc>
                        <a:spcBef>
                          <a:spcPts val="0"/>
                        </a:spcBef>
                        <a:spcAft>
                          <a:spcPts val="0"/>
                        </a:spcAft>
                        <a:buClrTx/>
                        <a:buSzTx/>
                        <a:buFontTx/>
                        <a:buNone/>
                        <a:tabLst/>
                        <a:defRPr/>
                      </a:pPr>
                      <a:r>
                        <a:rPr lang="en-US" sz="1200" b="1" kern="1200">
                          <a:solidFill>
                            <a:srgbClr val="000000"/>
                          </a:solidFill>
                          <a:effectLst/>
                          <a:latin typeface="+mn-lt"/>
                          <a:ea typeface="Times New Roman" panose="02020603050405020304" pitchFamily="18" charset="0"/>
                          <a:cs typeface="Times New Roman" panose="02020603050405020304" pitchFamily="18" charset="0"/>
                        </a:rPr>
                        <a:t>Upper bound</a:t>
                      </a:r>
                      <a:endParaRPr lang="en-GB" sz="1200" b="1">
                        <a:effectLst/>
                        <a:latin typeface="+mn-lt"/>
                        <a:ea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685800" rtl="0" eaLnBrk="1" fontAlgn="base" latinLnBrk="0" hangingPunct="1">
                        <a:lnSpc>
                          <a:spcPct val="100000"/>
                        </a:lnSpc>
                        <a:spcBef>
                          <a:spcPts val="0"/>
                        </a:spcBef>
                        <a:spcAft>
                          <a:spcPts val="0"/>
                        </a:spcAft>
                        <a:buClrTx/>
                        <a:buSzTx/>
                        <a:buFontTx/>
                        <a:buNone/>
                        <a:tabLst/>
                        <a:defRPr/>
                      </a:pPr>
                      <a:r>
                        <a:rPr lang="en-US" sz="1200" b="0" i="0" dirty="0">
                          <a:solidFill>
                            <a:srgbClr val="000000"/>
                          </a:solidFill>
                          <a:effectLst/>
                          <a:latin typeface="+mn-lt"/>
                          <a:cs typeface="Calibri Light" panose="020F0302020204030204" pitchFamily="34" charset="0"/>
                        </a:rPr>
                        <a:t>The upper bound is the smallest value that would round up to the next estimated value.</a:t>
                      </a:r>
                      <a:endParaRPr lang="en-GB" sz="1200" b="0" i="0" dirty="0">
                        <a:solidFill>
                          <a:srgbClr val="000000"/>
                        </a:solidFill>
                        <a:effectLst/>
                        <a:latin typeface="+mn-lt"/>
                        <a:cs typeface="Calibri Light" panose="020F03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61538488"/>
                  </a:ext>
                </a:extLst>
              </a:tr>
              <a:tr h="0">
                <a:tc>
                  <a:txBody>
                    <a:bodyPr/>
                    <a:lstStyle/>
                    <a:p>
                      <a:pPr algn="l"/>
                      <a:r>
                        <a:rPr lang="en-GB" sz="1200" b="1" dirty="0"/>
                        <a:t>Index</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rtl="0" eaLnBrk="1" fontAlgn="auto" latinLnBrk="0" hangingPunct="1">
                        <a:lnSpc>
                          <a:spcPct val="100000"/>
                        </a:lnSpc>
                        <a:spcBef>
                          <a:spcPts val="0"/>
                        </a:spcBef>
                        <a:spcAft>
                          <a:spcPts val="0"/>
                        </a:spcAft>
                        <a:buClrTx/>
                        <a:buSzTx/>
                        <a:buFontTx/>
                        <a:buNone/>
                      </a:pPr>
                      <a:r>
                        <a:rPr lang="en-US" sz="1200" dirty="0"/>
                        <a:t>The index of a number says how many times to use the number in a multiplication.</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94712161"/>
                  </a:ext>
                </a:extLst>
              </a:tr>
              <a:tr h="0">
                <a:tc>
                  <a:txBody>
                    <a:bodyPr/>
                    <a:lstStyle/>
                    <a:p>
                      <a:pPr algn="l"/>
                      <a:r>
                        <a:rPr lang="en-US" sz="1200" b="1"/>
                        <a:t>Indices</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rtl="0" eaLnBrk="1" fontAlgn="auto" latinLnBrk="0" hangingPunct="1">
                        <a:lnSpc>
                          <a:spcPct val="100000"/>
                        </a:lnSpc>
                        <a:spcBef>
                          <a:spcPts val="0"/>
                        </a:spcBef>
                        <a:spcAft>
                          <a:spcPts val="0"/>
                        </a:spcAft>
                        <a:buClrTx/>
                        <a:buSzTx/>
                        <a:buFontTx/>
                        <a:buNone/>
                      </a:pPr>
                      <a:r>
                        <a:rPr lang="en-US" sz="1200" i="0"/>
                        <a:t>Plural form of ‘index’.</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932505"/>
                  </a:ext>
                </a:extLst>
              </a:tr>
              <a:tr h="0">
                <a:tc>
                  <a:txBody>
                    <a:bodyPr/>
                    <a:lstStyle/>
                    <a:p>
                      <a:pPr lvl="0" algn="l">
                        <a:buNone/>
                      </a:pPr>
                      <a:r>
                        <a:rPr lang="en-US" sz="1200" b="1"/>
                        <a:t>Base</a:t>
                      </a:r>
                      <a:endParaRPr lang="en-GB" sz="12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Tx/>
                        <a:buSzTx/>
                        <a:buFontTx/>
                        <a:buNone/>
                      </a:pPr>
                      <a:r>
                        <a:rPr lang="en-US" sz="1200" i="0" dirty="0"/>
                        <a:t>The number that gets multiplied when using an index. </a:t>
                      </a:r>
                      <a:endParaRPr lang="en-GB" sz="1200" i="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48696794"/>
                  </a:ext>
                </a:extLst>
              </a:tr>
              <a:tr h="0">
                <a:tc>
                  <a:txBody>
                    <a:bodyPr/>
                    <a:lstStyle/>
                    <a:p>
                      <a:pPr lvl="0" algn="l">
                        <a:buNone/>
                      </a:pPr>
                      <a:r>
                        <a:rPr lang="en-GB" sz="1200" b="1" dirty="0"/>
                        <a:t>Standard Form</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l">
                        <a:buNone/>
                      </a:pPr>
                      <a:r>
                        <a:rPr lang="en-GB" sz="1200" b="0" i="0" kern="1200" dirty="0">
                          <a:solidFill>
                            <a:schemeClr val="tx1"/>
                          </a:solidFill>
                          <a:effectLst/>
                          <a:latin typeface="+mn-lt"/>
                          <a:ea typeface="+mn-ea"/>
                          <a:cs typeface="+mn-cs"/>
                        </a:rPr>
                        <a:t>Standard form, or standard index form, is a system of writing numbers which can be particularly useful for working with very large or very small numbers. It is based on using </a:t>
                      </a:r>
                      <a:r>
                        <a:rPr lang="en-GB" sz="1200" b="0" i="1" kern="1200" dirty="0">
                          <a:solidFill>
                            <a:schemeClr val="tx1"/>
                          </a:solidFill>
                          <a:effectLst/>
                          <a:latin typeface="+mn-lt"/>
                          <a:ea typeface="+mn-ea"/>
                          <a:cs typeface="+mn-cs"/>
                        </a:rPr>
                        <a:t>powers</a:t>
                      </a:r>
                      <a:r>
                        <a:rPr lang="en-GB" sz="1200" b="0" i="0" kern="1200" dirty="0">
                          <a:solidFill>
                            <a:schemeClr val="tx1"/>
                          </a:solidFill>
                          <a:effectLst/>
                          <a:latin typeface="+mn-lt"/>
                          <a:ea typeface="+mn-ea"/>
                          <a:cs typeface="+mn-cs"/>
                        </a:rPr>
                        <a:t> of 10 to express how big or small a number is.</a:t>
                      </a:r>
                      <a:endParaRPr lang="en-GB" sz="11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58736461"/>
                  </a:ext>
                </a:extLst>
              </a:tr>
            </a:tbl>
          </a:graphicData>
        </a:graphic>
      </p:graphicFrame>
    </p:spTree>
    <p:extLst>
      <p:ext uri="{BB962C8B-B14F-4D97-AF65-F5344CB8AC3E}">
        <p14:creationId xmlns:p14="http://schemas.microsoft.com/office/powerpoint/2010/main" val="16175822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6BCD5-F420-7259-12B6-380958C75402}"/>
            </a:ext>
          </a:extLst>
        </p:cNvPr>
        <p:cNvGrpSpPr/>
        <p:nvPr/>
      </p:nvGrpSpPr>
      <p:grpSpPr>
        <a:xfrm>
          <a:off x="0" y="0"/>
          <a:ext cx="0" cy="0"/>
          <a:chOff x="0" y="0"/>
          <a:chExt cx="0" cy="0"/>
        </a:xfrm>
      </p:grpSpPr>
      <p:sp>
        <p:nvSpPr>
          <p:cNvPr id="4" name="Frame 3">
            <a:extLst>
              <a:ext uri="{FF2B5EF4-FFF2-40B4-BE49-F238E27FC236}">
                <a16:creationId xmlns:a16="http://schemas.microsoft.com/office/drawing/2014/main" id="{D04CF420-0735-CD5B-EC0C-C56668ED2715}"/>
              </a:ext>
            </a:extLst>
          </p:cNvPr>
          <p:cNvSpPr/>
          <p:nvPr/>
        </p:nvSpPr>
        <p:spPr>
          <a:xfrm>
            <a:off x="0" y="0"/>
            <a:ext cx="6858000" cy="9906000"/>
          </a:xfrm>
          <a:custGeom>
            <a:avLst/>
            <a:gdLst>
              <a:gd name="connsiteX0" fmla="*/ 0 w 6488483"/>
              <a:gd name="connsiteY0" fmla="*/ 0 h 9394520"/>
              <a:gd name="connsiteX1" fmla="*/ 6488483 w 6488483"/>
              <a:gd name="connsiteY1" fmla="*/ 0 h 9394520"/>
              <a:gd name="connsiteX2" fmla="*/ 6488483 w 6488483"/>
              <a:gd name="connsiteY2" fmla="*/ 9394520 h 9394520"/>
              <a:gd name="connsiteX3" fmla="*/ 0 w 6488483"/>
              <a:gd name="connsiteY3" fmla="*/ 9394520 h 9394520"/>
              <a:gd name="connsiteX4" fmla="*/ 0 w 6488483"/>
              <a:gd name="connsiteY4" fmla="*/ 0 h 9394520"/>
              <a:gd name="connsiteX5" fmla="*/ 811060 w 6488483"/>
              <a:gd name="connsiteY5" fmla="*/ 811060 h 9394520"/>
              <a:gd name="connsiteX6" fmla="*/ 811060 w 6488483"/>
              <a:gd name="connsiteY6" fmla="*/ 8583460 h 9394520"/>
              <a:gd name="connsiteX7" fmla="*/ 5677423 w 6488483"/>
              <a:gd name="connsiteY7" fmla="*/ 8583460 h 9394520"/>
              <a:gd name="connsiteX8" fmla="*/ 5677423 w 6488483"/>
              <a:gd name="connsiteY8" fmla="*/ 811060 h 9394520"/>
              <a:gd name="connsiteX9" fmla="*/ 811060 w 6488483"/>
              <a:gd name="connsiteY9" fmla="*/ 811060 h 9394520"/>
              <a:gd name="connsiteX0" fmla="*/ 0 w 6488483"/>
              <a:gd name="connsiteY0" fmla="*/ 0 h 9394520"/>
              <a:gd name="connsiteX1" fmla="*/ 6488483 w 6488483"/>
              <a:gd name="connsiteY1" fmla="*/ 0 h 9394520"/>
              <a:gd name="connsiteX2" fmla="*/ 6488483 w 6488483"/>
              <a:gd name="connsiteY2" fmla="*/ 9394520 h 9394520"/>
              <a:gd name="connsiteX3" fmla="*/ 0 w 6488483"/>
              <a:gd name="connsiteY3" fmla="*/ 9394520 h 9394520"/>
              <a:gd name="connsiteX4" fmla="*/ 0 w 6488483"/>
              <a:gd name="connsiteY4" fmla="*/ 0 h 9394520"/>
              <a:gd name="connsiteX5" fmla="*/ 284967 w 6488483"/>
              <a:gd name="connsiteY5" fmla="*/ 272441 h 9394520"/>
              <a:gd name="connsiteX6" fmla="*/ 811060 w 6488483"/>
              <a:gd name="connsiteY6" fmla="*/ 8583460 h 9394520"/>
              <a:gd name="connsiteX7" fmla="*/ 5677423 w 6488483"/>
              <a:gd name="connsiteY7" fmla="*/ 8583460 h 9394520"/>
              <a:gd name="connsiteX8" fmla="*/ 5677423 w 6488483"/>
              <a:gd name="connsiteY8" fmla="*/ 811060 h 9394520"/>
              <a:gd name="connsiteX9" fmla="*/ 284967 w 6488483"/>
              <a:gd name="connsiteY9" fmla="*/ 272441 h 9394520"/>
              <a:gd name="connsiteX0" fmla="*/ 0 w 6488483"/>
              <a:gd name="connsiteY0" fmla="*/ 0 h 9394520"/>
              <a:gd name="connsiteX1" fmla="*/ 6488483 w 6488483"/>
              <a:gd name="connsiteY1" fmla="*/ 0 h 9394520"/>
              <a:gd name="connsiteX2" fmla="*/ 6488483 w 6488483"/>
              <a:gd name="connsiteY2" fmla="*/ 9394520 h 9394520"/>
              <a:gd name="connsiteX3" fmla="*/ 0 w 6488483"/>
              <a:gd name="connsiteY3" fmla="*/ 9394520 h 9394520"/>
              <a:gd name="connsiteX4" fmla="*/ 0 w 6488483"/>
              <a:gd name="connsiteY4" fmla="*/ 0 h 9394520"/>
              <a:gd name="connsiteX5" fmla="*/ 284967 w 6488483"/>
              <a:gd name="connsiteY5" fmla="*/ 272441 h 9394520"/>
              <a:gd name="connsiteX6" fmla="*/ 272441 w 6488483"/>
              <a:gd name="connsiteY6" fmla="*/ 9134605 h 9394520"/>
              <a:gd name="connsiteX7" fmla="*/ 5677423 w 6488483"/>
              <a:gd name="connsiteY7" fmla="*/ 8583460 h 9394520"/>
              <a:gd name="connsiteX8" fmla="*/ 5677423 w 6488483"/>
              <a:gd name="connsiteY8" fmla="*/ 811060 h 9394520"/>
              <a:gd name="connsiteX9" fmla="*/ 284967 w 6488483"/>
              <a:gd name="connsiteY9" fmla="*/ 272441 h 9394520"/>
              <a:gd name="connsiteX0" fmla="*/ 0 w 6488483"/>
              <a:gd name="connsiteY0" fmla="*/ 0 h 9394520"/>
              <a:gd name="connsiteX1" fmla="*/ 6488483 w 6488483"/>
              <a:gd name="connsiteY1" fmla="*/ 0 h 9394520"/>
              <a:gd name="connsiteX2" fmla="*/ 6488483 w 6488483"/>
              <a:gd name="connsiteY2" fmla="*/ 9394520 h 9394520"/>
              <a:gd name="connsiteX3" fmla="*/ 0 w 6488483"/>
              <a:gd name="connsiteY3" fmla="*/ 9394520 h 9394520"/>
              <a:gd name="connsiteX4" fmla="*/ 0 w 6488483"/>
              <a:gd name="connsiteY4" fmla="*/ 0 h 9394520"/>
              <a:gd name="connsiteX5" fmla="*/ 284967 w 6488483"/>
              <a:gd name="connsiteY5" fmla="*/ 272441 h 9394520"/>
              <a:gd name="connsiteX6" fmla="*/ 272441 w 6488483"/>
              <a:gd name="connsiteY6" fmla="*/ 9134605 h 9394520"/>
              <a:gd name="connsiteX7" fmla="*/ 6216042 w 6488483"/>
              <a:gd name="connsiteY7" fmla="*/ 9134606 h 9394520"/>
              <a:gd name="connsiteX8" fmla="*/ 5677423 w 6488483"/>
              <a:gd name="connsiteY8" fmla="*/ 811060 h 9394520"/>
              <a:gd name="connsiteX9" fmla="*/ 284967 w 6488483"/>
              <a:gd name="connsiteY9" fmla="*/ 272441 h 9394520"/>
              <a:gd name="connsiteX0" fmla="*/ 0 w 6488483"/>
              <a:gd name="connsiteY0" fmla="*/ 0 h 9394520"/>
              <a:gd name="connsiteX1" fmla="*/ 6488483 w 6488483"/>
              <a:gd name="connsiteY1" fmla="*/ 0 h 9394520"/>
              <a:gd name="connsiteX2" fmla="*/ 6488483 w 6488483"/>
              <a:gd name="connsiteY2" fmla="*/ 9394520 h 9394520"/>
              <a:gd name="connsiteX3" fmla="*/ 0 w 6488483"/>
              <a:gd name="connsiteY3" fmla="*/ 9394520 h 9394520"/>
              <a:gd name="connsiteX4" fmla="*/ 0 w 6488483"/>
              <a:gd name="connsiteY4" fmla="*/ 0 h 9394520"/>
              <a:gd name="connsiteX5" fmla="*/ 284967 w 6488483"/>
              <a:gd name="connsiteY5" fmla="*/ 272441 h 9394520"/>
              <a:gd name="connsiteX6" fmla="*/ 272441 w 6488483"/>
              <a:gd name="connsiteY6" fmla="*/ 9134605 h 9394520"/>
              <a:gd name="connsiteX7" fmla="*/ 6216042 w 6488483"/>
              <a:gd name="connsiteY7" fmla="*/ 9134606 h 9394520"/>
              <a:gd name="connsiteX8" fmla="*/ 6228568 w 6488483"/>
              <a:gd name="connsiteY8" fmla="*/ 272441 h 9394520"/>
              <a:gd name="connsiteX9" fmla="*/ 284967 w 6488483"/>
              <a:gd name="connsiteY9" fmla="*/ 272441 h 9394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88483" h="9394520">
                <a:moveTo>
                  <a:pt x="0" y="0"/>
                </a:moveTo>
                <a:lnTo>
                  <a:pt x="6488483" y="0"/>
                </a:lnTo>
                <a:lnTo>
                  <a:pt x="6488483" y="9394520"/>
                </a:lnTo>
                <a:lnTo>
                  <a:pt x="0" y="9394520"/>
                </a:lnTo>
                <a:lnTo>
                  <a:pt x="0" y="0"/>
                </a:lnTo>
                <a:close/>
                <a:moveTo>
                  <a:pt x="284967" y="272441"/>
                </a:moveTo>
                <a:cubicBezTo>
                  <a:pt x="280792" y="3226496"/>
                  <a:pt x="276616" y="6180550"/>
                  <a:pt x="272441" y="9134605"/>
                </a:cubicBezTo>
                <a:lnTo>
                  <a:pt x="6216042" y="9134606"/>
                </a:lnTo>
                <a:cubicBezTo>
                  <a:pt x="6220217" y="6180551"/>
                  <a:pt x="6224393" y="3226496"/>
                  <a:pt x="6228568" y="272441"/>
                </a:cubicBezTo>
                <a:lnTo>
                  <a:pt x="284967" y="272441"/>
                </a:lnTo>
                <a:close/>
              </a:path>
            </a:pathLst>
          </a:custGeom>
          <a:solidFill>
            <a:schemeClr val="bg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prstClr val="white"/>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AutoShape 6" descr="Image result for expression fun maths">
            <a:extLst>
              <a:ext uri="{FF2B5EF4-FFF2-40B4-BE49-F238E27FC236}">
                <a16:creationId xmlns:a16="http://schemas.microsoft.com/office/drawing/2014/main" id="{4EEC4E91-34C8-5C5A-095B-86F8444DFB8A}"/>
              </a:ext>
            </a:extLst>
          </p:cNvPr>
          <p:cNvSpPr>
            <a:spLocks noChangeAspect="1" noChangeArrowheads="1"/>
          </p:cNvSpPr>
          <p:nvPr/>
        </p:nvSpPr>
        <p:spPr bwMode="auto">
          <a:xfrm>
            <a:off x="155575" y="-623888"/>
            <a:ext cx="1924050" cy="131445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Slide Number Placeholder 1">
            <a:extLst>
              <a:ext uri="{FF2B5EF4-FFF2-40B4-BE49-F238E27FC236}">
                <a16:creationId xmlns:a16="http://schemas.microsoft.com/office/drawing/2014/main" id="{0796B36F-765B-7108-4EC8-6022C667EDB9}"/>
              </a:ext>
            </a:extLst>
          </p:cNvPr>
          <p:cNvSpPr>
            <a:spLocks noGrp="1"/>
          </p:cNvSpPr>
          <p:nvPr>
            <p:ph type="sldNum" sz="quarter" idx="12"/>
          </p:nvPr>
        </p:nvSpPr>
        <p:spPr>
          <a:xfrm>
            <a:off x="5314950" y="9553914"/>
            <a:ext cx="1543050" cy="527403"/>
          </a:xfrm>
        </p:spPr>
        <p:txBody>
          <a:bodyPr/>
          <a:lstStyle/>
          <a:p>
            <a:fld id="{19F1D9CC-7119-45EC-A96C-D8C0660F3AAB}" type="slidenum">
              <a:rPr lang="en-GB" smtClean="0">
                <a:solidFill>
                  <a:schemeClr val="bg1"/>
                </a:solidFill>
              </a:rPr>
              <a:t>2</a:t>
            </a:fld>
            <a:endParaRPr lang="en-GB">
              <a:solidFill>
                <a:schemeClr val="bg1"/>
              </a:solidFill>
            </a:endParaRPr>
          </a:p>
        </p:txBody>
      </p:sp>
      <mc:AlternateContent xmlns:mc="http://schemas.openxmlformats.org/markup-compatibility/2006" xmlns:a14="http://schemas.microsoft.com/office/drawing/2010/main">
        <mc:Choice Requires="a14">
          <p:graphicFrame>
            <p:nvGraphicFramePr>
              <p:cNvPr id="8" name="Table 7">
                <a:extLst>
                  <a:ext uri="{FF2B5EF4-FFF2-40B4-BE49-F238E27FC236}">
                    <a16:creationId xmlns:a16="http://schemas.microsoft.com/office/drawing/2014/main" id="{C004E945-695E-AF10-6C4E-FA0C7CB55FF4}"/>
                  </a:ext>
                </a:extLst>
              </p:cNvPr>
              <p:cNvGraphicFramePr>
                <a:graphicFrameLocks noGrp="1"/>
              </p:cNvGraphicFramePr>
              <p:nvPr>
                <p:extLst>
                  <p:ext uri="{D42A27DB-BD31-4B8C-83A1-F6EECF244321}">
                    <p14:modId xmlns:p14="http://schemas.microsoft.com/office/powerpoint/2010/main" val="2952908794"/>
                  </p:ext>
                </p:extLst>
              </p:nvPr>
            </p:nvGraphicFramePr>
            <p:xfrm>
              <a:off x="350715" y="373661"/>
              <a:ext cx="6156570" cy="5793804"/>
            </p:xfrm>
            <a:graphic>
              <a:graphicData uri="http://schemas.openxmlformats.org/drawingml/2006/table">
                <a:tbl>
                  <a:tblPr firstRow="1" bandRow="1">
                    <a:tableStyleId>{7E9639D4-E3E2-4D34-9284-5A2195B3D0D7}</a:tableStyleId>
                  </a:tblPr>
                  <a:tblGrid>
                    <a:gridCol w="1421466">
                      <a:extLst>
                        <a:ext uri="{9D8B030D-6E8A-4147-A177-3AD203B41FA5}">
                          <a16:colId xmlns:a16="http://schemas.microsoft.com/office/drawing/2014/main" val="3563799444"/>
                        </a:ext>
                      </a:extLst>
                    </a:gridCol>
                    <a:gridCol w="4735104">
                      <a:extLst>
                        <a:ext uri="{9D8B030D-6E8A-4147-A177-3AD203B41FA5}">
                          <a16:colId xmlns:a16="http://schemas.microsoft.com/office/drawing/2014/main" val="2581643566"/>
                        </a:ext>
                      </a:extLst>
                    </a:gridCol>
                  </a:tblGrid>
                  <a:tr h="250602">
                    <a:tc gridSpan="2">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GB" sz="1600" b="1" dirty="0">
                              <a:solidFill>
                                <a:schemeClr val="bg1"/>
                              </a:solidFill>
                              <a:latin typeface="Calibri Light" panose="020F0302020204030204" pitchFamily="34" charset="0"/>
                              <a:cs typeface="Calibri Light" panose="020F0302020204030204" pitchFamily="34" charset="0"/>
                            </a:rPr>
                            <a:t>KEY VOCABULARY LIST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hMerge="1">
                      <a:txBody>
                        <a:bodyPr/>
                        <a:lstStyle/>
                        <a:p>
                          <a:endParaRPr lang="en-GB" dirty="0"/>
                        </a:p>
                      </a:txBody>
                      <a:tcPr>
                        <a:solidFill>
                          <a:srgbClr val="7E2341"/>
                        </a:solidFill>
                      </a:tcPr>
                    </a:tc>
                    <a:extLst>
                      <a:ext uri="{0D108BD9-81ED-4DB2-BD59-A6C34878D82A}">
                        <a16:rowId xmlns:a16="http://schemas.microsoft.com/office/drawing/2014/main" val="163826269"/>
                      </a:ext>
                    </a:extLst>
                  </a:tr>
                  <a:tr h="0">
                    <a:tc>
                      <a:txBody>
                        <a:bodyPr/>
                        <a:lstStyle/>
                        <a:p>
                          <a:pPr algn="ctr" rtl="0" fontAlgn="base"/>
                          <a:r>
                            <a:rPr lang="en-GB" sz="1200" b="1" i="0" kern="1200" dirty="0">
                              <a:solidFill>
                                <a:schemeClr val="tx1"/>
                              </a:solidFill>
                              <a:effectLst/>
                              <a:latin typeface="+mn-lt"/>
                              <a:ea typeface="+mn-ea"/>
                              <a:cs typeface="Calibri" panose="020F0502020204030204" pitchFamily="34" charset="0"/>
                            </a:rPr>
                            <a:t>Multiple</a:t>
                          </a:r>
                          <a:endParaRPr lang="en-US" sz="1100" b="1" i="0" dirty="0">
                            <a:solidFill>
                              <a:srgbClr val="000000"/>
                            </a:solidFill>
                            <a:effectLst/>
                            <a:latin typeface="+mn-lt"/>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685800" rtl="0" eaLnBrk="1" fontAlgn="base" latinLnBrk="0" hangingPunct="1">
                            <a:lnSpc>
                              <a:spcPct val="100000"/>
                            </a:lnSpc>
                            <a:spcBef>
                              <a:spcPts val="0"/>
                            </a:spcBef>
                            <a:spcAft>
                              <a:spcPts val="0"/>
                            </a:spcAft>
                            <a:buClrTx/>
                            <a:buSzTx/>
                            <a:buFontTx/>
                            <a:buNone/>
                            <a:tabLst/>
                            <a:defRPr/>
                          </a:pPr>
                          <a:r>
                            <a:rPr lang="en-US" sz="1200" dirty="0">
                              <a:latin typeface="Calibri Light" panose="020F0302020204030204" pitchFamily="34" charset="0"/>
                              <a:cs typeface="Calibri Light" panose="020F0302020204030204" pitchFamily="34" charset="0"/>
                            </a:rPr>
                            <a:t>Any number in the multiplication table. For example, the multiples of 7 are 7, 14, 21, 28, 35,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94320498"/>
                      </a:ext>
                    </a:extLst>
                  </a:tr>
                  <a:tr h="0">
                    <a:tc>
                      <a:txBody>
                        <a:bodyPr/>
                        <a:lstStyle/>
                        <a:p>
                          <a:pPr algn="ctr" rtl="0" fontAlgn="base"/>
                          <a:r>
                            <a:rPr lang="en-US" sz="1200" b="1" i="0" dirty="0">
                              <a:solidFill>
                                <a:srgbClr val="000000"/>
                              </a:solidFill>
                              <a:effectLst/>
                              <a:latin typeface="+mn-lt"/>
                              <a:cs typeface="Calibri Light" panose="020F0302020204030204" pitchFamily="34" charset="0"/>
                            </a:rPr>
                            <a:t>Factor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685800" rtl="0" eaLnBrk="1" fontAlgn="base" latinLnBrk="0" hangingPunct="1">
                            <a:lnSpc>
                              <a:spcPct val="100000"/>
                            </a:lnSpc>
                            <a:spcBef>
                              <a:spcPts val="0"/>
                            </a:spcBef>
                            <a:spcAft>
                              <a:spcPts val="0"/>
                            </a:spcAft>
                            <a:buClrTx/>
                            <a:buSzTx/>
                            <a:buFontTx/>
                            <a:buNone/>
                            <a:tabLst/>
                            <a:defRPr/>
                          </a:pPr>
                          <a:r>
                            <a:rPr lang="en-GB" sz="1200" b="0" i="0" dirty="0">
                              <a:solidFill>
                                <a:srgbClr val="000000"/>
                              </a:solidFill>
                              <a:effectLst/>
                              <a:latin typeface="Calibri Light" panose="020F0302020204030204" pitchFamily="34" charset="0"/>
                              <a:cs typeface="Calibri Light" panose="020F0302020204030204" pitchFamily="34" charset="0"/>
                            </a:rPr>
                            <a:t>Any whole number that divides exactly into another number. For example, factors of 24 are 1, 2, 3, 4, 6, 8, 12 and 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0976864"/>
                      </a:ext>
                    </a:extLst>
                  </a:tr>
                  <a:tr h="0">
                    <a:tc>
                      <a:txBody>
                        <a:bodyPr/>
                        <a:lstStyle/>
                        <a:p>
                          <a:pPr algn="ctr" rtl="0" fontAlgn="base"/>
                          <a:r>
                            <a:rPr lang="en-US" sz="1200" b="1" i="0" dirty="0">
                              <a:solidFill>
                                <a:srgbClr val="000000"/>
                              </a:solidFill>
                              <a:effectLst/>
                              <a:latin typeface="+mn-lt"/>
                              <a:cs typeface="Calibri Light" panose="020F0302020204030204" pitchFamily="34" charset="0"/>
                            </a:rPr>
                            <a:t>Prime number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685800" rtl="0" eaLnBrk="1" fontAlgn="base" latinLnBrk="0" hangingPunct="1">
                            <a:lnSpc>
                              <a:spcPct val="100000"/>
                            </a:lnSpc>
                            <a:spcBef>
                              <a:spcPts val="0"/>
                            </a:spcBef>
                            <a:spcAft>
                              <a:spcPts val="0"/>
                            </a:spcAft>
                            <a:buClrTx/>
                            <a:buSzTx/>
                            <a:buFontTx/>
                            <a:buNone/>
                            <a:tabLst/>
                            <a:defRPr/>
                          </a:pPr>
                          <a:r>
                            <a:rPr lang="en-GB" sz="1200" b="0" i="0" dirty="0">
                              <a:solidFill>
                                <a:srgbClr val="000000"/>
                              </a:solidFill>
                              <a:effectLst/>
                              <a:latin typeface="Calibri Light" panose="020F0302020204030204" pitchFamily="34" charset="0"/>
                              <a:cs typeface="Calibri Light" panose="020F0302020204030204" pitchFamily="34" charset="0"/>
                            </a:rPr>
                            <a:t>Any number that only has two factors, 1 and itself. For example, 2, 3, 5, 7 and 11 are prime numbers. Note that 1 is not a prime number.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20846111"/>
                      </a:ext>
                    </a:extLst>
                  </a:tr>
                  <a:tr h="0">
                    <a:tc>
                      <a:txBody>
                        <a:bodyPr/>
                        <a:lstStyle/>
                        <a:p>
                          <a:pPr algn="ctr" rtl="0" fontAlgn="base"/>
                          <a:r>
                            <a:rPr lang="en-US" sz="1200" b="1" i="0" dirty="0">
                              <a:solidFill>
                                <a:srgbClr val="000000"/>
                              </a:solidFill>
                              <a:effectLst/>
                              <a:latin typeface="+mn-lt"/>
                              <a:cs typeface="Calibri Light" panose="020F0302020204030204" pitchFamily="34" charset="0"/>
                            </a:rPr>
                            <a:t>Square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685800" rtl="0" eaLnBrk="1" fontAlgn="base" latinLnBrk="0" hangingPunct="1">
                            <a:lnSpc>
                              <a:spcPct val="100000"/>
                            </a:lnSpc>
                            <a:spcBef>
                              <a:spcPts val="0"/>
                            </a:spcBef>
                            <a:spcAft>
                              <a:spcPts val="0"/>
                            </a:spcAft>
                            <a:buClrTx/>
                            <a:buSzTx/>
                            <a:buFontTx/>
                            <a:buNone/>
                            <a:tabLst/>
                            <a:defRPr/>
                          </a:pPr>
                          <a:r>
                            <a:rPr lang="en-GB" sz="1200" b="0" i="0" dirty="0">
                              <a:solidFill>
                                <a:srgbClr val="000000"/>
                              </a:solidFill>
                              <a:effectLst/>
                              <a:latin typeface="Calibri Light" panose="020F0302020204030204" pitchFamily="34" charset="0"/>
                              <a:cs typeface="Calibri Light" panose="020F0302020204030204" pitchFamily="34" charset="0"/>
                            </a:rPr>
                            <a:t>A number that results from multiplying a number by itself. For example, 1, 4, 9, 16 and 25 are square numbers.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6523481"/>
                      </a:ext>
                    </a:extLst>
                  </a:tr>
                  <a:tr h="0">
                    <a:tc>
                      <a:txBody>
                        <a:bodyPr/>
                        <a:lstStyle/>
                        <a:p>
                          <a:pPr algn="ctr" rtl="0" fontAlgn="base"/>
                          <a:r>
                            <a:rPr lang="en-US" sz="1200" b="1" i="0" dirty="0">
                              <a:solidFill>
                                <a:srgbClr val="000000"/>
                              </a:solidFill>
                              <a:effectLst/>
                              <a:latin typeface="+mn-lt"/>
                              <a:cs typeface="Calibri Light" panose="020F0302020204030204" pitchFamily="34" charset="0"/>
                            </a:rPr>
                            <a:t>Triangular numbers</a:t>
                          </a:r>
                        </a:p>
                        <a:p>
                          <a:pPr algn="ctr" rtl="0" fontAlgn="base"/>
                          <a:r>
                            <a:rPr lang="en-US" sz="1200" b="1" i="0" dirty="0">
                              <a:solidFill>
                                <a:srgbClr val="000000"/>
                              </a:solidFill>
                              <a:effectLst/>
                              <a:latin typeface="+mn-lt"/>
                              <a:cs typeface="Calibri Light" panose="020F0302020204030204" pitchFamily="34" charset="0"/>
                            </a:rPr>
                            <a:t>(in Sequences Unit)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685800" rtl="0" eaLnBrk="1" fontAlgn="base" latinLnBrk="0" hangingPunct="1">
                            <a:lnSpc>
                              <a:spcPct val="100000"/>
                            </a:lnSpc>
                            <a:spcBef>
                              <a:spcPts val="0"/>
                            </a:spcBef>
                            <a:spcAft>
                              <a:spcPts val="0"/>
                            </a:spcAft>
                            <a:buClrTx/>
                            <a:buSzTx/>
                            <a:buFontTx/>
                            <a:buNone/>
                            <a:tabLst/>
                            <a:defRPr/>
                          </a:pPr>
                          <a:r>
                            <a:rPr lang="en-GB" sz="1200" b="0" i="0" dirty="0">
                              <a:solidFill>
                                <a:srgbClr val="000000"/>
                              </a:solidFill>
                              <a:effectLst/>
                              <a:latin typeface="Calibri Light" panose="020F0302020204030204" pitchFamily="34" charset="0"/>
                              <a:cs typeface="Calibri Light" panose="020F0302020204030204" pitchFamily="34" charset="0"/>
                            </a:rPr>
                            <a:t>Numbers that can make triangular patterns. For example, 1, 3, 6, 10 and 15 are triangular numbers. Start with 1, add 2 to get 3, add 3 to 3 to get 6, add 4 to 6 to get 10, and so 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1373115"/>
                      </a:ext>
                    </a:extLst>
                  </a:tr>
                  <a:tr h="0">
                    <a:tc>
                      <a:txBody>
                        <a:bodyPr/>
                        <a:lstStyle/>
                        <a:p>
                          <a:pPr marL="0" marR="0" indent="0" algn="ctr" defTabSz="685800" rtl="0" eaLnBrk="1" fontAlgn="base" latinLnBrk="0" hangingPunct="1">
                            <a:lnSpc>
                              <a:spcPct val="100000"/>
                            </a:lnSpc>
                            <a:spcBef>
                              <a:spcPts val="0"/>
                            </a:spcBef>
                            <a:spcAft>
                              <a:spcPts val="0"/>
                            </a:spcAft>
                            <a:buClrTx/>
                            <a:buSzTx/>
                            <a:buFontTx/>
                            <a:buNone/>
                            <a:tabLst/>
                            <a:defRPr/>
                          </a:pPr>
                          <a:r>
                            <a:rPr lang="en-US" sz="1200" b="1" i="0" dirty="0">
                              <a:solidFill>
                                <a:srgbClr val="000000"/>
                              </a:solidFill>
                              <a:effectLst/>
                              <a:latin typeface="+mn-lt"/>
                              <a:cs typeface="Calibri Light" panose="020F0302020204030204" pitchFamily="34" charset="0"/>
                            </a:rPr>
                            <a:t>Square root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685800" rtl="0" eaLnBrk="1" fontAlgn="base" latinLnBrk="0" hangingPunct="1">
                            <a:lnSpc>
                              <a:spcPct val="100000"/>
                            </a:lnSpc>
                            <a:spcBef>
                              <a:spcPts val="0"/>
                            </a:spcBef>
                            <a:spcAft>
                              <a:spcPts val="0"/>
                            </a:spcAft>
                            <a:buClrTx/>
                            <a:buSzTx/>
                            <a:buFontTx/>
                            <a:buNone/>
                            <a:tabLst/>
                            <a:defRPr/>
                          </a:pPr>
                          <a:r>
                            <a:rPr lang="en-GB" sz="1200" b="0" i="0" dirty="0">
                              <a:solidFill>
                                <a:srgbClr val="000000"/>
                              </a:solidFill>
                              <a:effectLst/>
                              <a:latin typeface="Calibri Light" panose="020F0302020204030204" pitchFamily="34" charset="0"/>
                              <a:cs typeface="Calibri Light" panose="020F0302020204030204" pitchFamily="34" charset="0"/>
                            </a:rPr>
                            <a:t>The square root of a given number is a number that, when multiplied by itself, produces the given number. For example, the square root of 9 is 3, since 3 x 3 = 9.</a:t>
                          </a:r>
                          <a:br>
                            <a:rPr lang="en-GB" sz="1200" b="0" i="0" dirty="0">
                              <a:solidFill>
                                <a:srgbClr val="000000"/>
                              </a:solidFill>
                              <a:effectLst/>
                              <a:latin typeface="Calibri Light" panose="020F0302020204030204" pitchFamily="34" charset="0"/>
                              <a:cs typeface="Calibri Light" panose="020F0302020204030204" pitchFamily="34" charset="0"/>
                            </a:rPr>
                          </a:br>
                          <a:r>
                            <a:rPr lang="en-GB" sz="1200" b="0" i="0" dirty="0">
                              <a:solidFill>
                                <a:srgbClr val="000000"/>
                              </a:solidFill>
                              <a:effectLst/>
                              <a:latin typeface="Calibri Light" panose="020F0302020204030204" pitchFamily="34" charset="0"/>
                              <a:cs typeface="Calibri Light" panose="020F0302020204030204" pitchFamily="34" charset="0"/>
                            </a:rPr>
                            <a:t>A square root is represented by the symbol </a:t>
                          </a:r>
                          <a14:m>
                            <m:oMath xmlns:m="http://schemas.openxmlformats.org/officeDocument/2006/math">
                              <m:rad>
                                <m:radPr>
                                  <m:degHide m:val="on"/>
                                  <m:ctrlPr>
                                    <a:rPr lang="en-GB" sz="1200" b="0" i="1" smtClean="0">
                                      <a:solidFill>
                                        <a:srgbClr val="000000"/>
                                      </a:solidFill>
                                      <a:effectLst/>
                                      <a:latin typeface="Cambria Math" panose="02040503050406030204" pitchFamily="18" charset="0"/>
                                      <a:ea typeface="Cambria Math" panose="02040503050406030204" pitchFamily="18" charset="0"/>
                                      <a:cs typeface="Calibri Light" panose="020F0302020204030204" pitchFamily="34" charset="0"/>
                                    </a:rPr>
                                  </m:ctrlPr>
                                </m:radPr>
                                <m:deg/>
                                <m:e>
                                  <m:r>
                                    <a:rPr lang="en-GB" sz="1200" b="0" i="1" smtClean="0">
                                      <a:solidFill>
                                        <a:srgbClr val="000000"/>
                                      </a:solidFill>
                                      <a:effectLst/>
                                      <a:latin typeface="Cambria Math" panose="02040503050406030204" pitchFamily="18" charset="0"/>
                                      <a:ea typeface="Cambria Math" panose="02040503050406030204" pitchFamily="18" charset="0"/>
                                      <a:cs typeface="Calibri Light" panose="020F0302020204030204" pitchFamily="34" charset="0"/>
                                    </a:rPr>
                                    <m:t>    </m:t>
                                  </m:r>
                                </m:e>
                              </m:rad>
                            </m:oMath>
                          </a14:m>
                          <a:r>
                            <a:rPr lang="en-GB" sz="1200" b="0" i="0" dirty="0">
                              <a:solidFill>
                                <a:srgbClr val="000000"/>
                              </a:solidFill>
                              <a:effectLst/>
                              <a:latin typeface="Calibri Light" panose="020F0302020204030204" pitchFamily="34" charset="0"/>
                              <a:cs typeface="Calibri Light" panose="020F0302020204030204" pitchFamily="34" charset="0"/>
                            </a:rPr>
                            <a:t>. For example, </a:t>
                          </a:r>
                          <a14:m>
                            <m:oMath xmlns:m="http://schemas.openxmlformats.org/officeDocument/2006/math">
                              <m:rad>
                                <m:radPr>
                                  <m:degHide m:val="on"/>
                                  <m:ctrlPr>
                                    <a:rPr lang="en-GB" sz="1200" b="0" i="1" smtClean="0">
                                      <a:solidFill>
                                        <a:srgbClr val="000000"/>
                                      </a:solidFill>
                                      <a:effectLst/>
                                      <a:latin typeface="Cambria Math" panose="02040503050406030204" pitchFamily="18" charset="0"/>
                                      <a:ea typeface="Cambria Math" panose="02040503050406030204" pitchFamily="18" charset="0"/>
                                      <a:cs typeface="Calibri Light" panose="020F0302020204030204" pitchFamily="34" charset="0"/>
                                    </a:rPr>
                                  </m:ctrlPr>
                                </m:radPr>
                                <m:deg/>
                                <m:e>
                                  <m:r>
                                    <a:rPr lang="en-GB" sz="1200" b="0" i="1" smtClean="0">
                                      <a:solidFill>
                                        <a:srgbClr val="000000"/>
                                      </a:solidFill>
                                      <a:effectLst/>
                                      <a:latin typeface="Cambria Math" panose="02040503050406030204" pitchFamily="18" charset="0"/>
                                      <a:ea typeface="Cambria Math" panose="02040503050406030204" pitchFamily="18" charset="0"/>
                                      <a:cs typeface="Calibri Light" panose="020F0302020204030204" pitchFamily="34" charset="0"/>
                                    </a:rPr>
                                    <m:t>1</m:t>
                                  </m:r>
                                  <m:r>
                                    <a:rPr lang="en-US" sz="1200" b="0" i="1" smtClean="0">
                                      <a:solidFill>
                                        <a:srgbClr val="000000"/>
                                      </a:solidFill>
                                      <a:effectLst/>
                                      <a:latin typeface="Cambria Math" panose="02040503050406030204" pitchFamily="18" charset="0"/>
                                      <a:ea typeface="Cambria Math" panose="02040503050406030204" pitchFamily="18" charset="0"/>
                                      <a:cs typeface="Calibri Light" panose="020F0302020204030204" pitchFamily="34" charset="0"/>
                                    </a:rPr>
                                    <m:t>6</m:t>
                                  </m:r>
                                </m:e>
                              </m:rad>
                              <m:r>
                                <a:rPr lang="en-US" sz="1200" b="0" i="1" smtClean="0">
                                  <a:solidFill>
                                    <a:srgbClr val="000000"/>
                                  </a:solidFill>
                                  <a:effectLst/>
                                  <a:latin typeface="Cambria Math" panose="02040503050406030204" pitchFamily="18" charset="0"/>
                                  <a:ea typeface="Cambria Math" panose="02040503050406030204" pitchFamily="18" charset="0"/>
                                  <a:cs typeface="Calibri Light" panose="020F0302020204030204" pitchFamily="34" charset="0"/>
                                </a:rPr>
                                <m:t> </m:t>
                              </m:r>
                            </m:oMath>
                          </a14:m>
                          <a:r>
                            <a:rPr lang="en-GB" sz="1200" b="0" i="0" dirty="0">
                              <a:solidFill>
                                <a:srgbClr val="000000"/>
                              </a:solidFill>
                              <a:effectLst/>
                              <a:latin typeface="Calibri Light" panose="020F0302020204030204" pitchFamily="34" charset="0"/>
                              <a:cs typeface="Calibri Light" panose="020F0302020204030204" pitchFamily="34" charset="0"/>
                            </a:rPr>
                            <a:t> = 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94502126"/>
                      </a:ext>
                    </a:extLst>
                  </a:tr>
                  <a:tr h="0">
                    <a:tc>
                      <a:txBody>
                        <a:bodyPr/>
                        <a:lstStyle/>
                        <a:p>
                          <a:pPr marL="0" marR="0" indent="0" algn="ctr" defTabSz="685800" rtl="0" eaLnBrk="1" fontAlgn="base" latinLnBrk="0" hangingPunct="1">
                            <a:lnSpc>
                              <a:spcPct val="100000"/>
                            </a:lnSpc>
                            <a:spcBef>
                              <a:spcPts val="0"/>
                            </a:spcBef>
                            <a:spcAft>
                              <a:spcPts val="0"/>
                            </a:spcAft>
                            <a:buClrTx/>
                            <a:buSzTx/>
                            <a:buFontTx/>
                            <a:buNone/>
                            <a:tabLst/>
                            <a:defRPr/>
                          </a:pPr>
                          <a:r>
                            <a:rPr lang="en-US" sz="1200" b="1" i="0" dirty="0">
                              <a:solidFill>
                                <a:srgbClr val="000000"/>
                              </a:solidFill>
                              <a:effectLst/>
                              <a:latin typeface="+mn-lt"/>
                              <a:cs typeface="Calibri Light" panose="020F0302020204030204" pitchFamily="34" charset="0"/>
                            </a:rPr>
                            <a:t>Cube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ase"/>
                          <a:r>
                            <a:rPr lang="en-US" sz="1200" b="0" i="0" dirty="0">
                              <a:solidFill>
                                <a:srgbClr val="000000"/>
                              </a:solidFill>
                              <a:effectLst/>
                              <a:latin typeface="Calibri Light" panose="020F0302020204030204" pitchFamily="34" charset="0"/>
                              <a:cs typeface="Calibri Light" panose="020F0302020204030204" pitchFamily="34" charset="0"/>
                            </a:rPr>
                            <a:t>The cube of a number is a number multiplied by itself and then by itself again. For example, the cube of 4 is 4 x 4 x 4 = 64.</a:t>
                          </a:r>
                          <a:endParaRPr lang="en-GB" sz="1200" b="0" i="0" dirty="0">
                            <a:solidFill>
                              <a:srgbClr val="000000"/>
                            </a:solidFill>
                            <a:effectLst/>
                            <a:latin typeface="Calibri Light" panose="020F0302020204030204" pitchFamily="34" charset="0"/>
                            <a:cs typeface="Calibri Light" panose="020F03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94543264"/>
                      </a:ext>
                    </a:extLst>
                  </a:tr>
                  <a:tr h="0">
                    <a:tc>
                      <a:txBody>
                        <a:bodyPr/>
                        <a:lstStyle/>
                        <a:p>
                          <a:pPr marL="0" marR="0" indent="0" algn="ctr" defTabSz="685800" rtl="0" eaLnBrk="1" fontAlgn="base" latinLnBrk="0" hangingPunct="1">
                            <a:lnSpc>
                              <a:spcPct val="100000"/>
                            </a:lnSpc>
                            <a:spcBef>
                              <a:spcPts val="0"/>
                            </a:spcBef>
                            <a:spcAft>
                              <a:spcPts val="0"/>
                            </a:spcAft>
                            <a:buClrTx/>
                            <a:buSzTx/>
                            <a:buFontTx/>
                            <a:buNone/>
                            <a:tabLst/>
                            <a:defRPr/>
                          </a:pPr>
                          <a:r>
                            <a:rPr lang="en-US" sz="1200" b="1" i="0" dirty="0">
                              <a:solidFill>
                                <a:srgbClr val="000000"/>
                              </a:solidFill>
                              <a:effectLst/>
                              <a:latin typeface="+mn-lt"/>
                              <a:cs typeface="Calibri Light" panose="020F0302020204030204" pitchFamily="34" charset="0"/>
                            </a:rPr>
                            <a:t>Cube root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685800" rtl="0" eaLnBrk="1" fontAlgn="base" latinLnBrk="0" hangingPunct="1">
                            <a:lnSpc>
                              <a:spcPct val="100000"/>
                            </a:lnSpc>
                            <a:spcBef>
                              <a:spcPts val="0"/>
                            </a:spcBef>
                            <a:spcAft>
                              <a:spcPts val="0"/>
                            </a:spcAft>
                            <a:buClrTx/>
                            <a:buSzTx/>
                            <a:buFontTx/>
                            <a:buNone/>
                            <a:tabLst/>
                            <a:defRPr/>
                          </a:pPr>
                          <a:r>
                            <a:rPr lang="en-GB" sz="1200" b="0" i="0" dirty="0">
                              <a:solidFill>
                                <a:srgbClr val="000000"/>
                              </a:solidFill>
                              <a:effectLst/>
                              <a:latin typeface="Calibri Light" panose="020F0302020204030204" pitchFamily="34" charset="0"/>
                              <a:cs typeface="Calibri Light" panose="020F0302020204030204" pitchFamily="34" charset="0"/>
                            </a:rPr>
                            <a:t>The cube root of a number is the number that, when multiplied by itself and then multiplied by itself again, gives the number. For example, the cube root of 27 is 3 because 3 x 3 x 3=27 and the cube root of -8 is -2 because -2 x -2 x -2 = -8. If the cube root of b is written as </a:t>
                          </a:r>
                          <a14:m>
                            <m:oMath xmlns:m="http://schemas.openxmlformats.org/officeDocument/2006/math">
                              <m:rad>
                                <m:radPr>
                                  <m:ctrlPr>
                                    <a:rPr lang="en-GB" sz="1200" b="0" i="1" smtClean="0">
                                      <a:solidFill>
                                        <a:srgbClr val="000000"/>
                                      </a:solidFill>
                                      <a:effectLst/>
                                      <a:latin typeface="Cambria Math" panose="02040503050406030204" pitchFamily="18" charset="0"/>
                                      <a:cs typeface="Calibri Light" panose="020F0302020204030204" pitchFamily="34" charset="0"/>
                                    </a:rPr>
                                  </m:ctrlPr>
                                </m:radPr>
                                <m:deg>
                                  <m:r>
                                    <a:rPr lang="en-GB" sz="1200" b="0" i="1" smtClean="0">
                                      <a:solidFill>
                                        <a:srgbClr val="000000"/>
                                      </a:solidFill>
                                      <a:effectLst/>
                                      <a:latin typeface="Cambria Math" panose="02040503050406030204" pitchFamily="18" charset="0"/>
                                      <a:cs typeface="Calibri Light" panose="020F0302020204030204" pitchFamily="34" charset="0"/>
                                    </a:rPr>
                                    <m:t>3</m:t>
                                  </m:r>
                                </m:deg>
                                <m:e>
                                  <m:r>
                                    <a:rPr lang="en-GB" sz="1200" b="0" i="1" smtClean="0">
                                      <a:solidFill>
                                        <a:srgbClr val="000000"/>
                                      </a:solidFill>
                                      <a:effectLst/>
                                      <a:latin typeface="Cambria Math" panose="02040503050406030204" pitchFamily="18" charset="0"/>
                                      <a:cs typeface="Calibri Light" panose="020F0302020204030204" pitchFamily="34" charset="0"/>
                                    </a:rPr>
                                    <m:t>𝑏</m:t>
                                  </m:r>
                                  <m:r>
                                    <a:rPr lang="en-GB" sz="1200" b="0" i="1" smtClean="0">
                                      <a:solidFill>
                                        <a:srgbClr val="000000"/>
                                      </a:solidFill>
                                      <a:effectLst/>
                                      <a:latin typeface="Cambria Math" panose="02040503050406030204" pitchFamily="18" charset="0"/>
                                      <a:cs typeface="Calibri Light" panose="020F0302020204030204" pitchFamily="34" charset="0"/>
                                    </a:rPr>
                                    <m:t> </m:t>
                                  </m:r>
                                </m:e>
                              </m:rad>
                            </m:oMath>
                          </a14:m>
                          <a:r>
                            <a:rPr lang="en-GB" sz="1200" b="0" i="0" dirty="0">
                              <a:solidFill>
                                <a:srgbClr val="000000"/>
                              </a:solidFill>
                              <a:effectLst/>
                              <a:latin typeface="Calibri Light" panose="020F0302020204030204" pitchFamily="34" charset="0"/>
                              <a:cs typeface="Calibri Light" panose="020F0302020204030204" pitchFamily="34" charset="0"/>
                            </a:rPr>
                            <a:t> then </a:t>
                          </a:r>
                          <a14:m>
                            <m:oMath xmlns:m="http://schemas.openxmlformats.org/officeDocument/2006/math">
                              <m:rad>
                                <m:radPr>
                                  <m:ctrlPr>
                                    <a:rPr lang="en-GB" sz="1200" b="0" i="1" smtClean="0">
                                      <a:solidFill>
                                        <a:srgbClr val="000000"/>
                                      </a:solidFill>
                                      <a:effectLst/>
                                      <a:latin typeface="Cambria Math" panose="02040503050406030204" pitchFamily="18" charset="0"/>
                                      <a:cs typeface="Calibri Light" panose="020F0302020204030204" pitchFamily="34" charset="0"/>
                                    </a:rPr>
                                  </m:ctrlPr>
                                </m:radPr>
                                <m:deg>
                                  <m:r>
                                    <a:rPr lang="en-GB" sz="1200" b="0" i="1" smtClean="0">
                                      <a:solidFill>
                                        <a:srgbClr val="000000"/>
                                      </a:solidFill>
                                      <a:effectLst/>
                                      <a:latin typeface="Cambria Math" panose="02040503050406030204" pitchFamily="18" charset="0"/>
                                      <a:cs typeface="Calibri Light" panose="020F0302020204030204" pitchFamily="34" charset="0"/>
                                    </a:rPr>
                                    <m:t>3</m:t>
                                  </m:r>
                                </m:deg>
                                <m:e>
                                  <m:r>
                                    <a:rPr lang="en-GB" sz="1200" b="0" i="1" smtClean="0">
                                      <a:solidFill>
                                        <a:srgbClr val="000000"/>
                                      </a:solidFill>
                                      <a:effectLst/>
                                      <a:latin typeface="Cambria Math" panose="02040503050406030204" pitchFamily="18" charset="0"/>
                                      <a:cs typeface="Calibri Light" panose="020F0302020204030204" pitchFamily="34" charset="0"/>
                                    </a:rPr>
                                    <m:t>𝑏</m:t>
                                  </m:r>
                                  <m:r>
                                    <a:rPr lang="en-GB" sz="1200" b="0" i="1" smtClean="0">
                                      <a:solidFill>
                                        <a:srgbClr val="000000"/>
                                      </a:solidFill>
                                      <a:effectLst/>
                                      <a:latin typeface="Cambria Math" panose="02040503050406030204" pitchFamily="18" charset="0"/>
                                      <a:cs typeface="Calibri Light" panose="020F0302020204030204" pitchFamily="34" charset="0"/>
                                    </a:rPr>
                                    <m:t> </m:t>
                                  </m:r>
                                </m:e>
                              </m:rad>
                            </m:oMath>
                          </a14:m>
                          <a:r>
                            <a:rPr lang="en-GB" sz="1200" b="0" i="0" dirty="0">
                              <a:solidFill>
                                <a:srgbClr val="000000"/>
                              </a:solidFill>
                              <a:effectLst/>
                              <a:latin typeface="Calibri Light" panose="020F0302020204030204" pitchFamily="34" charset="0"/>
                              <a:cs typeface="Calibri Light" panose="020F0302020204030204" pitchFamily="34" charset="0"/>
                            </a:rPr>
                            <a:t> x </a:t>
                          </a:r>
                          <a14:m>
                            <m:oMath xmlns:m="http://schemas.openxmlformats.org/officeDocument/2006/math">
                              <m:rad>
                                <m:radPr>
                                  <m:ctrlPr>
                                    <a:rPr lang="en-GB" sz="1200" b="0" i="1" smtClean="0">
                                      <a:solidFill>
                                        <a:srgbClr val="000000"/>
                                      </a:solidFill>
                                      <a:effectLst/>
                                      <a:latin typeface="Cambria Math" panose="02040503050406030204" pitchFamily="18" charset="0"/>
                                      <a:cs typeface="Calibri Light" panose="020F0302020204030204" pitchFamily="34" charset="0"/>
                                    </a:rPr>
                                  </m:ctrlPr>
                                </m:radPr>
                                <m:deg>
                                  <m:r>
                                    <a:rPr lang="en-GB" sz="1200" b="0" i="1" smtClean="0">
                                      <a:solidFill>
                                        <a:srgbClr val="000000"/>
                                      </a:solidFill>
                                      <a:effectLst/>
                                      <a:latin typeface="Cambria Math" panose="02040503050406030204" pitchFamily="18" charset="0"/>
                                      <a:cs typeface="Calibri Light" panose="020F0302020204030204" pitchFamily="34" charset="0"/>
                                    </a:rPr>
                                    <m:t>3</m:t>
                                  </m:r>
                                </m:deg>
                                <m:e>
                                  <m:r>
                                    <a:rPr lang="en-GB" sz="1200" b="0" i="1" smtClean="0">
                                      <a:solidFill>
                                        <a:srgbClr val="000000"/>
                                      </a:solidFill>
                                      <a:effectLst/>
                                      <a:latin typeface="Cambria Math" panose="02040503050406030204" pitchFamily="18" charset="0"/>
                                      <a:cs typeface="Calibri Light" panose="020F0302020204030204" pitchFamily="34" charset="0"/>
                                    </a:rPr>
                                    <m:t>𝑏</m:t>
                                  </m:r>
                                  <m:r>
                                    <a:rPr lang="en-GB" sz="1200" b="0" i="1" smtClean="0">
                                      <a:solidFill>
                                        <a:srgbClr val="000000"/>
                                      </a:solidFill>
                                      <a:effectLst/>
                                      <a:latin typeface="Cambria Math" panose="02040503050406030204" pitchFamily="18" charset="0"/>
                                      <a:cs typeface="Calibri Light" panose="020F0302020204030204" pitchFamily="34" charset="0"/>
                                    </a:rPr>
                                    <m:t> </m:t>
                                  </m:r>
                                </m:e>
                              </m:rad>
                            </m:oMath>
                          </a14:m>
                          <a:r>
                            <a:rPr lang="en-GB" sz="1200" b="0" i="0" dirty="0">
                              <a:solidFill>
                                <a:srgbClr val="000000"/>
                              </a:solidFill>
                              <a:effectLst/>
                              <a:latin typeface="Calibri Light" panose="020F0302020204030204" pitchFamily="34" charset="0"/>
                              <a:cs typeface="Calibri Light" panose="020F0302020204030204" pitchFamily="34" charset="0"/>
                            </a:rPr>
                            <a:t> x </a:t>
                          </a:r>
                          <a14:m>
                            <m:oMath xmlns:m="http://schemas.openxmlformats.org/officeDocument/2006/math">
                              <m:rad>
                                <m:radPr>
                                  <m:ctrlPr>
                                    <a:rPr lang="en-GB" sz="1200" b="0" i="1" smtClean="0">
                                      <a:solidFill>
                                        <a:srgbClr val="000000"/>
                                      </a:solidFill>
                                      <a:effectLst/>
                                      <a:latin typeface="Cambria Math" panose="02040503050406030204" pitchFamily="18" charset="0"/>
                                      <a:cs typeface="Calibri Light" panose="020F0302020204030204" pitchFamily="34" charset="0"/>
                                    </a:rPr>
                                  </m:ctrlPr>
                                </m:radPr>
                                <m:deg>
                                  <m:r>
                                    <a:rPr lang="en-GB" sz="1200" b="0" i="1" smtClean="0">
                                      <a:solidFill>
                                        <a:srgbClr val="000000"/>
                                      </a:solidFill>
                                      <a:effectLst/>
                                      <a:latin typeface="Cambria Math" panose="02040503050406030204" pitchFamily="18" charset="0"/>
                                      <a:cs typeface="Calibri Light" panose="020F0302020204030204" pitchFamily="34" charset="0"/>
                                    </a:rPr>
                                    <m:t>3</m:t>
                                  </m:r>
                                </m:deg>
                                <m:e>
                                  <m:r>
                                    <a:rPr lang="en-GB" sz="1200" b="0" i="1" smtClean="0">
                                      <a:solidFill>
                                        <a:srgbClr val="000000"/>
                                      </a:solidFill>
                                      <a:effectLst/>
                                      <a:latin typeface="Cambria Math" panose="02040503050406030204" pitchFamily="18" charset="0"/>
                                      <a:cs typeface="Calibri Light" panose="020F0302020204030204" pitchFamily="34" charset="0"/>
                                    </a:rPr>
                                    <m:t>𝑏</m:t>
                                  </m:r>
                                  <m:r>
                                    <a:rPr lang="en-GB" sz="1200" b="0" i="1" smtClean="0">
                                      <a:solidFill>
                                        <a:srgbClr val="000000"/>
                                      </a:solidFill>
                                      <a:effectLst/>
                                      <a:latin typeface="Cambria Math" panose="02040503050406030204" pitchFamily="18" charset="0"/>
                                      <a:cs typeface="Calibri Light" panose="020F0302020204030204" pitchFamily="34" charset="0"/>
                                    </a:rPr>
                                    <m:t> </m:t>
                                  </m:r>
                                </m:e>
                              </m:rad>
                            </m:oMath>
                          </a14:m>
                          <a:r>
                            <a:rPr lang="en-GB" sz="1200" b="0" i="0" dirty="0">
                              <a:solidFill>
                                <a:srgbClr val="000000"/>
                              </a:solidFill>
                              <a:effectLst/>
                              <a:latin typeface="Calibri Light" panose="020F0302020204030204" pitchFamily="34" charset="0"/>
                              <a:cs typeface="Calibri Light" panose="020F0302020204030204" pitchFamily="34" charset="0"/>
                            </a:rPr>
                            <a:t>= </a:t>
                          </a:r>
                          <a:r>
                            <a:rPr lang="en-GB" sz="1200" b="0" i="1" dirty="0">
                              <a:solidFill>
                                <a:srgbClr val="000000"/>
                              </a:solidFill>
                              <a:effectLst/>
                              <a:latin typeface="Times New Roman" panose="02020603050405020304" pitchFamily="18" charset="0"/>
                              <a:cs typeface="Times New Roman" panose="02020603050405020304" pitchFamily="18" charset="0"/>
                            </a:rPr>
                            <a:t>b</a:t>
                          </a:r>
                          <a:r>
                            <a:rPr lang="en-GB" sz="1200" b="0" i="0" dirty="0">
                              <a:solidFill>
                                <a:srgbClr val="000000"/>
                              </a:solidFill>
                              <a:effectLst/>
                              <a:latin typeface="Calibri Light" panose="020F0302020204030204" pitchFamily="34" charset="0"/>
                              <a:cs typeface="Calibri Light" panose="020F030202020403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71441970"/>
                      </a:ext>
                    </a:extLst>
                  </a:tr>
                  <a:tr h="0">
                    <a:tc>
                      <a:txBody>
                        <a:bodyPr/>
                        <a:lstStyle/>
                        <a:p>
                          <a:pPr marL="0" marR="0" indent="0" algn="ctr" defTabSz="685800" rtl="0" eaLnBrk="1" fontAlgn="base" latinLnBrk="0" hangingPunct="1">
                            <a:lnSpc>
                              <a:spcPct val="100000"/>
                            </a:lnSpc>
                            <a:spcBef>
                              <a:spcPts val="0"/>
                            </a:spcBef>
                            <a:spcAft>
                              <a:spcPts val="0"/>
                            </a:spcAft>
                            <a:buClrTx/>
                            <a:buSzTx/>
                            <a:buFontTx/>
                            <a:buNone/>
                            <a:tabLst/>
                            <a:defRPr/>
                          </a:pPr>
                          <a:r>
                            <a:rPr lang="en-US" sz="1200" b="1" i="0" dirty="0">
                              <a:solidFill>
                                <a:srgbClr val="000000"/>
                              </a:solidFill>
                              <a:effectLst/>
                              <a:latin typeface="+mn-lt"/>
                              <a:cs typeface="Calibri Light" panose="020F0302020204030204" pitchFamily="34" charset="0"/>
                            </a:rPr>
                            <a:t>Powers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685800" rtl="0" eaLnBrk="1" fontAlgn="base" latinLnBrk="0" hangingPunct="1">
                            <a:lnSpc>
                              <a:spcPct val="100000"/>
                            </a:lnSpc>
                            <a:spcBef>
                              <a:spcPts val="0"/>
                            </a:spcBef>
                            <a:spcAft>
                              <a:spcPts val="0"/>
                            </a:spcAft>
                            <a:buClrTx/>
                            <a:buSzTx/>
                            <a:buFontTx/>
                            <a:buNone/>
                            <a:tabLst/>
                            <a:defRPr/>
                          </a:pPr>
                          <a:r>
                            <a:rPr lang="en-GB" sz="1200" b="0" i="0" dirty="0">
                              <a:solidFill>
                                <a:srgbClr val="000000"/>
                              </a:solidFill>
                              <a:effectLst/>
                              <a:latin typeface="Calibri Light" panose="020F0302020204030204" pitchFamily="34" charset="0"/>
                              <a:cs typeface="Calibri Light" panose="020F0302020204030204" pitchFamily="34" charset="0"/>
                            </a:rPr>
                            <a:t>The number of</a:t>
                          </a:r>
                          <a:r>
                            <a:rPr lang="en-GB" sz="1200" b="0" i="0" baseline="0" dirty="0">
                              <a:solidFill>
                                <a:srgbClr val="000000"/>
                              </a:solidFill>
                              <a:effectLst/>
                              <a:latin typeface="Calibri Light" panose="020F0302020204030204" pitchFamily="34" charset="0"/>
                              <a:cs typeface="Calibri Light" panose="020F0302020204030204" pitchFamily="34" charset="0"/>
                            </a:rPr>
                            <a:t> times you use a number or expression in a calculation; it is written as a small, raised number; for example, </a:t>
                          </a:r>
                          <a14:m>
                            <m:oMath xmlns:m="http://schemas.openxmlformats.org/officeDocument/2006/math">
                              <m:sSup>
                                <m:sSupPr>
                                  <m:ctrlPr>
                                    <a:rPr lang="en-US" sz="1200" b="0" i="1" baseline="0" smtClean="0">
                                      <a:solidFill>
                                        <a:srgbClr val="000000"/>
                                      </a:solidFill>
                                      <a:effectLst/>
                                      <a:latin typeface="Cambria Math" panose="02040503050406030204" pitchFamily="18" charset="0"/>
                                      <a:cs typeface="Calibri Light" panose="020F0302020204030204" pitchFamily="34" charset="0"/>
                                    </a:rPr>
                                  </m:ctrlPr>
                                </m:sSupPr>
                                <m:e>
                                  <m:r>
                                    <a:rPr lang="en-US" sz="1200" b="0" i="1" baseline="0" smtClean="0">
                                      <a:solidFill>
                                        <a:srgbClr val="000000"/>
                                      </a:solidFill>
                                      <a:effectLst/>
                                      <a:latin typeface="Cambria Math" panose="02040503050406030204" pitchFamily="18" charset="0"/>
                                      <a:cs typeface="Calibri Light" panose="020F0302020204030204" pitchFamily="34" charset="0"/>
                                    </a:rPr>
                                    <m:t>2</m:t>
                                  </m:r>
                                </m:e>
                                <m:sup>
                                  <m:r>
                                    <a:rPr lang="en-US" sz="1200" b="0" i="1" baseline="0" smtClean="0">
                                      <a:solidFill>
                                        <a:srgbClr val="000000"/>
                                      </a:solidFill>
                                      <a:effectLst/>
                                      <a:latin typeface="Cambria Math" panose="02040503050406030204" pitchFamily="18" charset="0"/>
                                      <a:cs typeface="Calibri Light" panose="020F0302020204030204" pitchFamily="34" charset="0"/>
                                    </a:rPr>
                                    <m:t>2</m:t>
                                  </m:r>
                                </m:sup>
                              </m:sSup>
                            </m:oMath>
                          </a14:m>
                          <a:r>
                            <a:rPr lang="en-GB" sz="1200" b="0" i="0" baseline="0" dirty="0">
                              <a:solidFill>
                                <a:srgbClr val="000000"/>
                              </a:solidFill>
                              <a:effectLst/>
                              <a:latin typeface="Calibri Light" panose="020F0302020204030204" pitchFamily="34" charset="0"/>
                              <a:cs typeface="Calibri Light" panose="020F0302020204030204" pitchFamily="34" charset="0"/>
                            </a:rPr>
                            <a:t> is 2 multiplied by itself, </a:t>
                          </a:r>
                          <a14:m>
                            <m:oMath xmlns:m="http://schemas.openxmlformats.org/officeDocument/2006/math">
                              <m:sSup>
                                <m:sSupPr>
                                  <m:ctrlPr>
                                    <a:rPr lang="en-US" sz="1200" b="0" i="1" baseline="0" smtClean="0">
                                      <a:solidFill>
                                        <a:srgbClr val="000000"/>
                                      </a:solidFill>
                                      <a:effectLst/>
                                      <a:latin typeface="Cambria Math" panose="02040503050406030204" pitchFamily="18" charset="0"/>
                                      <a:cs typeface="Calibri Light" panose="020F0302020204030204" pitchFamily="34" charset="0"/>
                                    </a:rPr>
                                  </m:ctrlPr>
                                </m:sSupPr>
                                <m:e>
                                  <m:r>
                                    <a:rPr lang="en-US" sz="1200" b="0" i="1" baseline="0" smtClean="0">
                                      <a:solidFill>
                                        <a:srgbClr val="000000"/>
                                      </a:solidFill>
                                      <a:effectLst/>
                                      <a:latin typeface="Cambria Math" panose="02040503050406030204" pitchFamily="18" charset="0"/>
                                      <a:cs typeface="Calibri Light" panose="020F0302020204030204" pitchFamily="34" charset="0"/>
                                    </a:rPr>
                                    <m:t>2</m:t>
                                  </m:r>
                                </m:e>
                                <m:sup>
                                  <m:r>
                                    <a:rPr lang="en-US" sz="1200" b="0" i="1" baseline="0" smtClean="0">
                                      <a:solidFill>
                                        <a:srgbClr val="000000"/>
                                      </a:solidFill>
                                      <a:effectLst/>
                                      <a:latin typeface="Cambria Math" panose="02040503050406030204" pitchFamily="18" charset="0"/>
                                      <a:cs typeface="Calibri Light" panose="020F0302020204030204" pitchFamily="34" charset="0"/>
                                    </a:rPr>
                                    <m:t>2</m:t>
                                  </m:r>
                                </m:sup>
                              </m:sSup>
                              <m:r>
                                <a:rPr lang="en-US" sz="1200" b="0" i="1" baseline="0" smtClean="0">
                                  <a:solidFill>
                                    <a:srgbClr val="000000"/>
                                  </a:solidFill>
                                  <a:effectLst/>
                                  <a:latin typeface="Cambria Math" panose="02040503050406030204" pitchFamily="18" charset="0"/>
                                  <a:cs typeface="Calibri Light" panose="020F0302020204030204" pitchFamily="34" charset="0"/>
                                </a:rPr>
                                <m:t>=2</m:t>
                              </m:r>
                              <m:r>
                                <a:rPr lang="en-US" sz="1200" b="0" i="1" baseline="0" smtClean="0">
                                  <a:solidFill>
                                    <a:srgbClr val="000000"/>
                                  </a:solidFill>
                                  <a:effectLst/>
                                  <a:latin typeface="Cambria Math" panose="02040503050406030204" pitchFamily="18" charset="0"/>
                                  <a:ea typeface="Cambria Math" panose="02040503050406030204" pitchFamily="18" charset="0"/>
                                  <a:cs typeface="Calibri Light" panose="020F0302020204030204" pitchFamily="34" charset="0"/>
                                </a:rPr>
                                <m:t>×2</m:t>
                              </m:r>
                            </m:oMath>
                          </a14:m>
                          <a:r>
                            <a:rPr lang="en-GB" sz="1200" b="0" i="0" baseline="0" dirty="0">
                              <a:solidFill>
                                <a:srgbClr val="000000"/>
                              </a:solidFill>
                              <a:effectLst/>
                              <a:latin typeface="Calibri Light" panose="020F0302020204030204" pitchFamily="34" charset="0"/>
                              <a:cs typeface="Calibri Light" panose="020F0302020204030204" pitchFamily="34" charset="0"/>
                            </a:rPr>
                            <a:t> and </a:t>
                          </a:r>
                          <a14:m>
                            <m:oMath xmlns:m="http://schemas.openxmlformats.org/officeDocument/2006/math">
                              <m:sSup>
                                <m:sSupPr>
                                  <m:ctrlPr>
                                    <a:rPr lang="en-US" sz="1200" b="0" i="1" baseline="0" smtClean="0">
                                      <a:solidFill>
                                        <a:srgbClr val="000000"/>
                                      </a:solidFill>
                                      <a:effectLst/>
                                      <a:latin typeface="Cambria Math" panose="02040503050406030204" pitchFamily="18" charset="0"/>
                                      <a:cs typeface="Calibri Light" panose="020F0302020204030204" pitchFamily="34" charset="0"/>
                                    </a:rPr>
                                  </m:ctrlPr>
                                </m:sSupPr>
                                <m:e>
                                  <m:r>
                                    <a:rPr lang="en-US" sz="1200" b="0" i="1" baseline="0" smtClean="0">
                                      <a:solidFill>
                                        <a:srgbClr val="000000"/>
                                      </a:solidFill>
                                      <a:effectLst/>
                                      <a:latin typeface="Cambria Math" panose="02040503050406030204" pitchFamily="18" charset="0"/>
                                      <a:cs typeface="Calibri Light" panose="020F0302020204030204" pitchFamily="34" charset="0"/>
                                    </a:rPr>
                                    <m:t>4</m:t>
                                  </m:r>
                                </m:e>
                                <m:sup>
                                  <m:r>
                                    <a:rPr lang="en-US" sz="1200" b="0" i="1" baseline="0" smtClean="0">
                                      <a:solidFill>
                                        <a:srgbClr val="000000"/>
                                      </a:solidFill>
                                      <a:effectLst/>
                                      <a:latin typeface="Cambria Math" panose="02040503050406030204" pitchFamily="18" charset="0"/>
                                      <a:cs typeface="Calibri Light" panose="020F0302020204030204" pitchFamily="34" charset="0"/>
                                    </a:rPr>
                                    <m:t>3</m:t>
                                  </m:r>
                                </m:sup>
                              </m:sSup>
                              <m:r>
                                <a:rPr lang="en-US" sz="1200" b="0" i="1" baseline="0" smtClean="0">
                                  <a:solidFill>
                                    <a:srgbClr val="000000"/>
                                  </a:solidFill>
                                  <a:effectLst/>
                                  <a:latin typeface="Cambria Math" panose="02040503050406030204" pitchFamily="18" charset="0"/>
                                  <a:cs typeface="Calibri Light" panose="020F0302020204030204" pitchFamily="34" charset="0"/>
                                </a:rPr>
                                <m:t>=4</m:t>
                              </m:r>
                              <m:r>
                                <a:rPr lang="en-US" sz="1200" b="0" i="1" baseline="0" smtClean="0">
                                  <a:solidFill>
                                    <a:srgbClr val="000000"/>
                                  </a:solidFill>
                                  <a:effectLst/>
                                  <a:latin typeface="Cambria Math" panose="02040503050406030204" pitchFamily="18" charset="0"/>
                                  <a:ea typeface="Cambria Math" panose="02040503050406030204" pitchFamily="18" charset="0"/>
                                  <a:cs typeface="Calibri Light" panose="020F0302020204030204" pitchFamily="34" charset="0"/>
                                </a:rPr>
                                <m:t>×4×4</m:t>
                              </m:r>
                            </m:oMath>
                          </a14:m>
                          <a:r>
                            <a:rPr lang="en-GB" sz="1200" b="0" i="0" baseline="0" dirty="0">
                              <a:solidFill>
                                <a:srgbClr val="000000"/>
                              </a:solidFill>
                              <a:effectLst/>
                              <a:latin typeface="Calibri Light" panose="020F0302020204030204" pitchFamily="34" charset="0"/>
                              <a:cs typeface="Calibri Light" panose="020F0302020204030204" pitchFamily="34" charset="0"/>
                            </a:rPr>
                            <a:t>. </a:t>
                          </a:r>
                          <a:endParaRPr lang="en-GB" sz="1200" b="0" i="0" dirty="0">
                            <a:solidFill>
                              <a:srgbClr val="000000"/>
                            </a:solidFill>
                            <a:effectLst/>
                            <a:latin typeface="Calibri Light" panose="020F0302020204030204" pitchFamily="34" charset="0"/>
                            <a:cs typeface="Calibri Light" panose="020F03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326350"/>
                      </a:ext>
                    </a:extLst>
                  </a:tr>
                </a:tbl>
              </a:graphicData>
            </a:graphic>
          </p:graphicFrame>
        </mc:Choice>
        <mc:Fallback xmlns="">
          <p:graphicFrame>
            <p:nvGraphicFramePr>
              <p:cNvPr id="8" name="Table 7">
                <a:extLst>
                  <a:ext uri="{FF2B5EF4-FFF2-40B4-BE49-F238E27FC236}">
                    <a16:creationId xmlns:a16="http://schemas.microsoft.com/office/drawing/2014/main" id="{C004E945-695E-AF10-6C4E-FA0C7CB55FF4}"/>
                  </a:ext>
                </a:extLst>
              </p:cNvPr>
              <p:cNvGraphicFramePr>
                <a:graphicFrameLocks noGrp="1"/>
              </p:cNvGraphicFramePr>
              <p:nvPr>
                <p:extLst>
                  <p:ext uri="{D42A27DB-BD31-4B8C-83A1-F6EECF244321}">
                    <p14:modId xmlns:p14="http://schemas.microsoft.com/office/powerpoint/2010/main" val="2952908794"/>
                  </p:ext>
                </p:extLst>
              </p:nvPr>
            </p:nvGraphicFramePr>
            <p:xfrm>
              <a:off x="350715" y="373661"/>
              <a:ext cx="6156570" cy="5793804"/>
            </p:xfrm>
            <a:graphic>
              <a:graphicData uri="http://schemas.openxmlformats.org/drawingml/2006/table">
                <a:tbl>
                  <a:tblPr firstRow="1" bandRow="1">
                    <a:tableStyleId>{7E9639D4-E3E2-4D34-9284-5A2195B3D0D7}</a:tableStyleId>
                  </a:tblPr>
                  <a:tblGrid>
                    <a:gridCol w="1421466">
                      <a:extLst>
                        <a:ext uri="{9D8B030D-6E8A-4147-A177-3AD203B41FA5}">
                          <a16:colId xmlns:a16="http://schemas.microsoft.com/office/drawing/2014/main" val="3563799444"/>
                        </a:ext>
                      </a:extLst>
                    </a:gridCol>
                    <a:gridCol w="4735104">
                      <a:extLst>
                        <a:ext uri="{9D8B030D-6E8A-4147-A177-3AD203B41FA5}">
                          <a16:colId xmlns:a16="http://schemas.microsoft.com/office/drawing/2014/main" val="2581643566"/>
                        </a:ext>
                      </a:extLst>
                    </a:gridCol>
                  </a:tblGrid>
                  <a:tr h="335280">
                    <a:tc gridSpan="2">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GB" sz="1600" b="1" dirty="0">
                              <a:solidFill>
                                <a:schemeClr val="bg1"/>
                              </a:solidFill>
                              <a:latin typeface="Calibri Light" panose="020F0302020204030204" pitchFamily="34" charset="0"/>
                              <a:cs typeface="Calibri Light" panose="020F0302020204030204" pitchFamily="34" charset="0"/>
                            </a:rPr>
                            <a:t>KEY VOCABULARY LIST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hMerge="1">
                      <a:txBody>
                        <a:bodyPr/>
                        <a:lstStyle/>
                        <a:p>
                          <a:endParaRPr lang="en-GB" dirty="0"/>
                        </a:p>
                      </a:txBody>
                      <a:tcPr>
                        <a:solidFill>
                          <a:srgbClr val="7E2341"/>
                        </a:solidFill>
                      </a:tcPr>
                    </a:tc>
                    <a:extLst>
                      <a:ext uri="{0D108BD9-81ED-4DB2-BD59-A6C34878D82A}">
                        <a16:rowId xmlns:a16="http://schemas.microsoft.com/office/drawing/2014/main" val="163826269"/>
                      </a:ext>
                    </a:extLst>
                  </a:tr>
                  <a:tr h="457200">
                    <a:tc>
                      <a:txBody>
                        <a:bodyPr/>
                        <a:lstStyle/>
                        <a:p>
                          <a:pPr algn="ctr" rtl="0" fontAlgn="base"/>
                          <a:r>
                            <a:rPr lang="en-GB" sz="1200" b="1" i="0" kern="1200" dirty="0">
                              <a:solidFill>
                                <a:schemeClr val="tx1"/>
                              </a:solidFill>
                              <a:effectLst/>
                              <a:latin typeface="+mn-lt"/>
                              <a:ea typeface="+mn-ea"/>
                              <a:cs typeface="Calibri" panose="020F0502020204030204" pitchFamily="34" charset="0"/>
                            </a:rPr>
                            <a:t>Multiple</a:t>
                          </a:r>
                          <a:endParaRPr lang="en-US" sz="1100" b="1" i="0" dirty="0">
                            <a:solidFill>
                              <a:srgbClr val="000000"/>
                            </a:solidFill>
                            <a:effectLst/>
                            <a:latin typeface="+mn-lt"/>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685800" rtl="0" eaLnBrk="1" fontAlgn="base" latinLnBrk="0" hangingPunct="1">
                            <a:lnSpc>
                              <a:spcPct val="100000"/>
                            </a:lnSpc>
                            <a:spcBef>
                              <a:spcPts val="0"/>
                            </a:spcBef>
                            <a:spcAft>
                              <a:spcPts val="0"/>
                            </a:spcAft>
                            <a:buClrTx/>
                            <a:buSzTx/>
                            <a:buFontTx/>
                            <a:buNone/>
                            <a:tabLst/>
                            <a:defRPr/>
                          </a:pPr>
                          <a:r>
                            <a:rPr lang="en-US" sz="1200" dirty="0">
                              <a:latin typeface="Calibri Light" panose="020F0302020204030204" pitchFamily="34" charset="0"/>
                              <a:cs typeface="Calibri Light" panose="020F0302020204030204" pitchFamily="34" charset="0"/>
                            </a:rPr>
                            <a:t>Any number in the multiplication table. For example, the multiples of 7 are 7, 14, 21, 28, 35,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94320498"/>
                      </a:ext>
                    </a:extLst>
                  </a:tr>
                  <a:tr h="457200">
                    <a:tc>
                      <a:txBody>
                        <a:bodyPr/>
                        <a:lstStyle/>
                        <a:p>
                          <a:pPr algn="ctr" rtl="0" fontAlgn="base"/>
                          <a:r>
                            <a:rPr lang="en-US" sz="1200" b="1" i="0" dirty="0">
                              <a:solidFill>
                                <a:srgbClr val="000000"/>
                              </a:solidFill>
                              <a:effectLst/>
                              <a:latin typeface="+mn-lt"/>
                              <a:cs typeface="Calibri Light" panose="020F0302020204030204" pitchFamily="34" charset="0"/>
                            </a:rPr>
                            <a:t>Factor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685800" rtl="0" eaLnBrk="1" fontAlgn="base" latinLnBrk="0" hangingPunct="1">
                            <a:lnSpc>
                              <a:spcPct val="100000"/>
                            </a:lnSpc>
                            <a:spcBef>
                              <a:spcPts val="0"/>
                            </a:spcBef>
                            <a:spcAft>
                              <a:spcPts val="0"/>
                            </a:spcAft>
                            <a:buClrTx/>
                            <a:buSzTx/>
                            <a:buFontTx/>
                            <a:buNone/>
                            <a:tabLst/>
                            <a:defRPr/>
                          </a:pPr>
                          <a:r>
                            <a:rPr lang="en-GB" sz="1200" b="0" i="0" dirty="0">
                              <a:solidFill>
                                <a:srgbClr val="000000"/>
                              </a:solidFill>
                              <a:effectLst/>
                              <a:latin typeface="Calibri Light" panose="020F0302020204030204" pitchFamily="34" charset="0"/>
                              <a:cs typeface="Calibri Light" panose="020F0302020204030204" pitchFamily="34" charset="0"/>
                            </a:rPr>
                            <a:t>Any whole number that divides exactly into another number. For example, factors of 24 are 1, 2, 3, 4, 6, 8, 12 and 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0976864"/>
                      </a:ext>
                    </a:extLst>
                  </a:tr>
                  <a:tr h="457200">
                    <a:tc>
                      <a:txBody>
                        <a:bodyPr/>
                        <a:lstStyle/>
                        <a:p>
                          <a:pPr algn="ctr" rtl="0" fontAlgn="base"/>
                          <a:r>
                            <a:rPr lang="en-US" sz="1200" b="1" i="0" dirty="0">
                              <a:solidFill>
                                <a:srgbClr val="000000"/>
                              </a:solidFill>
                              <a:effectLst/>
                              <a:latin typeface="+mn-lt"/>
                              <a:cs typeface="Calibri Light" panose="020F0302020204030204" pitchFamily="34" charset="0"/>
                            </a:rPr>
                            <a:t>Prime number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685800" rtl="0" eaLnBrk="1" fontAlgn="base" latinLnBrk="0" hangingPunct="1">
                            <a:lnSpc>
                              <a:spcPct val="100000"/>
                            </a:lnSpc>
                            <a:spcBef>
                              <a:spcPts val="0"/>
                            </a:spcBef>
                            <a:spcAft>
                              <a:spcPts val="0"/>
                            </a:spcAft>
                            <a:buClrTx/>
                            <a:buSzTx/>
                            <a:buFontTx/>
                            <a:buNone/>
                            <a:tabLst/>
                            <a:defRPr/>
                          </a:pPr>
                          <a:r>
                            <a:rPr lang="en-GB" sz="1200" b="0" i="0" dirty="0">
                              <a:solidFill>
                                <a:srgbClr val="000000"/>
                              </a:solidFill>
                              <a:effectLst/>
                              <a:latin typeface="Calibri Light" panose="020F0302020204030204" pitchFamily="34" charset="0"/>
                              <a:cs typeface="Calibri Light" panose="020F0302020204030204" pitchFamily="34" charset="0"/>
                            </a:rPr>
                            <a:t>Any number that only has two factors, 1 and itself. For example, 2, 3, 5, 7 and 11 are prime numbers. Note that 1 is not a prime number.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20846111"/>
                      </a:ext>
                    </a:extLst>
                  </a:tr>
                  <a:tr h="457200">
                    <a:tc>
                      <a:txBody>
                        <a:bodyPr/>
                        <a:lstStyle/>
                        <a:p>
                          <a:pPr algn="ctr" rtl="0" fontAlgn="base"/>
                          <a:r>
                            <a:rPr lang="en-US" sz="1200" b="1" i="0" dirty="0">
                              <a:solidFill>
                                <a:srgbClr val="000000"/>
                              </a:solidFill>
                              <a:effectLst/>
                              <a:latin typeface="+mn-lt"/>
                              <a:cs typeface="Calibri Light" panose="020F0302020204030204" pitchFamily="34" charset="0"/>
                            </a:rPr>
                            <a:t>Square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685800" rtl="0" eaLnBrk="1" fontAlgn="base" latinLnBrk="0" hangingPunct="1">
                            <a:lnSpc>
                              <a:spcPct val="100000"/>
                            </a:lnSpc>
                            <a:spcBef>
                              <a:spcPts val="0"/>
                            </a:spcBef>
                            <a:spcAft>
                              <a:spcPts val="0"/>
                            </a:spcAft>
                            <a:buClrTx/>
                            <a:buSzTx/>
                            <a:buFontTx/>
                            <a:buNone/>
                            <a:tabLst/>
                            <a:defRPr/>
                          </a:pPr>
                          <a:r>
                            <a:rPr lang="en-GB" sz="1200" b="0" i="0" dirty="0">
                              <a:solidFill>
                                <a:srgbClr val="000000"/>
                              </a:solidFill>
                              <a:effectLst/>
                              <a:latin typeface="Calibri Light" panose="020F0302020204030204" pitchFamily="34" charset="0"/>
                              <a:cs typeface="Calibri Light" panose="020F0302020204030204" pitchFamily="34" charset="0"/>
                            </a:rPr>
                            <a:t>A number that results from multiplying a number by itself. For example, 1, 4, 9, 16 and 25 are square numbers.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6523481"/>
                      </a:ext>
                    </a:extLst>
                  </a:tr>
                  <a:tr h="640080">
                    <a:tc>
                      <a:txBody>
                        <a:bodyPr/>
                        <a:lstStyle/>
                        <a:p>
                          <a:pPr algn="ctr" rtl="0" fontAlgn="base"/>
                          <a:r>
                            <a:rPr lang="en-US" sz="1200" b="1" i="0" dirty="0">
                              <a:solidFill>
                                <a:srgbClr val="000000"/>
                              </a:solidFill>
                              <a:effectLst/>
                              <a:latin typeface="+mn-lt"/>
                              <a:cs typeface="Calibri Light" panose="020F0302020204030204" pitchFamily="34" charset="0"/>
                            </a:rPr>
                            <a:t>Triangular numbers</a:t>
                          </a:r>
                        </a:p>
                        <a:p>
                          <a:pPr algn="ctr" rtl="0" fontAlgn="base"/>
                          <a:r>
                            <a:rPr lang="en-US" sz="1200" b="1" i="0" dirty="0">
                              <a:solidFill>
                                <a:srgbClr val="000000"/>
                              </a:solidFill>
                              <a:effectLst/>
                              <a:latin typeface="+mn-lt"/>
                              <a:cs typeface="Calibri Light" panose="020F0302020204030204" pitchFamily="34" charset="0"/>
                            </a:rPr>
                            <a:t>(in Sequences Unit)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685800" rtl="0" eaLnBrk="1" fontAlgn="base" latinLnBrk="0" hangingPunct="1">
                            <a:lnSpc>
                              <a:spcPct val="100000"/>
                            </a:lnSpc>
                            <a:spcBef>
                              <a:spcPts val="0"/>
                            </a:spcBef>
                            <a:spcAft>
                              <a:spcPts val="0"/>
                            </a:spcAft>
                            <a:buClrTx/>
                            <a:buSzTx/>
                            <a:buFontTx/>
                            <a:buNone/>
                            <a:tabLst/>
                            <a:defRPr/>
                          </a:pPr>
                          <a:r>
                            <a:rPr lang="en-GB" sz="1200" b="0" i="0" dirty="0">
                              <a:solidFill>
                                <a:srgbClr val="000000"/>
                              </a:solidFill>
                              <a:effectLst/>
                              <a:latin typeface="Calibri Light" panose="020F0302020204030204" pitchFamily="34" charset="0"/>
                              <a:cs typeface="Calibri Light" panose="020F0302020204030204" pitchFamily="34" charset="0"/>
                            </a:rPr>
                            <a:t>Numbers that can make triangular patterns. For example, 1, 3, 6, 10 and 15 are triangular numbers. Start with 1, add 2 to get 3, add 3 to 3 to get 6, add 4 to 6 to get 10, and so 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1373115"/>
                      </a:ext>
                    </a:extLst>
                  </a:tr>
                  <a:tr h="848424">
                    <a:tc>
                      <a:txBody>
                        <a:bodyPr/>
                        <a:lstStyle/>
                        <a:p>
                          <a:pPr marL="0" marR="0" indent="0" algn="ctr" defTabSz="685800" rtl="0" eaLnBrk="1" fontAlgn="base" latinLnBrk="0" hangingPunct="1">
                            <a:lnSpc>
                              <a:spcPct val="100000"/>
                            </a:lnSpc>
                            <a:spcBef>
                              <a:spcPts val="0"/>
                            </a:spcBef>
                            <a:spcAft>
                              <a:spcPts val="0"/>
                            </a:spcAft>
                            <a:buClrTx/>
                            <a:buSzTx/>
                            <a:buFontTx/>
                            <a:buNone/>
                            <a:tabLst/>
                            <a:defRPr/>
                          </a:pPr>
                          <a:r>
                            <a:rPr lang="en-US" sz="1200" b="1" i="0" dirty="0">
                              <a:solidFill>
                                <a:srgbClr val="000000"/>
                              </a:solidFill>
                              <a:effectLst/>
                              <a:latin typeface="+mn-lt"/>
                              <a:cs typeface="Calibri Light" panose="020F0302020204030204" pitchFamily="34" charset="0"/>
                            </a:rPr>
                            <a:t>Square root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0077" t="-330714" r="-257" b="-257143"/>
                          </a:stretch>
                        </a:blipFill>
                      </a:tcPr>
                    </a:tc>
                    <a:extLst>
                      <a:ext uri="{0D108BD9-81ED-4DB2-BD59-A6C34878D82A}">
                        <a16:rowId xmlns:a16="http://schemas.microsoft.com/office/drawing/2014/main" val="4294502126"/>
                      </a:ext>
                    </a:extLst>
                  </a:tr>
                  <a:tr h="457200">
                    <a:tc>
                      <a:txBody>
                        <a:bodyPr/>
                        <a:lstStyle/>
                        <a:p>
                          <a:pPr marL="0" marR="0" indent="0" algn="ctr" defTabSz="685800" rtl="0" eaLnBrk="1" fontAlgn="base" latinLnBrk="0" hangingPunct="1">
                            <a:lnSpc>
                              <a:spcPct val="100000"/>
                            </a:lnSpc>
                            <a:spcBef>
                              <a:spcPts val="0"/>
                            </a:spcBef>
                            <a:spcAft>
                              <a:spcPts val="0"/>
                            </a:spcAft>
                            <a:buClrTx/>
                            <a:buSzTx/>
                            <a:buFontTx/>
                            <a:buNone/>
                            <a:tabLst/>
                            <a:defRPr/>
                          </a:pPr>
                          <a:r>
                            <a:rPr lang="en-US" sz="1200" b="1" i="0" dirty="0">
                              <a:solidFill>
                                <a:srgbClr val="000000"/>
                              </a:solidFill>
                              <a:effectLst/>
                              <a:latin typeface="+mn-lt"/>
                              <a:cs typeface="Calibri Light" panose="020F0302020204030204" pitchFamily="34" charset="0"/>
                            </a:rPr>
                            <a:t>Cube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ase"/>
                          <a:r>
                            <a:rPr lang="en-US" sz="1200" b="0" i="0" dirty="0">
                              <a:solidFill>
                                <a:srgbClr val="000000"/>
                              </a:solidFill>
                              <a:effectLst/>
                              <a:latin typeface="Calibri Light" panose="020F0302020204030204" pitchFamily="34" charset="0"/>
                              <a:cs typeface="Calibri Light" panose="020F0302020204030204" pitchFamily="34" charset="0"/>
                            </a:rPr>
                            <a:t>The cube of a number is a number multiplied by itself and then by itself again. For example, the cube of 4 is 4 x 4 x 4 = 64.</a:t>
                          </a:r>
                          <a:endParaRPr lang="en-GB" sz="1200" b="0" i="0" dirty="0">
                            <a:solidFill>
                              <a:srgbClr val="000000"/>
                            </a:solidFill>
                            <a:effectLst/>
                            <a:latin typeface="Calibri Light" panose="020F0302020204030204" pitchFamily="34" charset="0"/>
                            <a:cs typeface="Calibri Light" panose="020F03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94543264"/>
                      </a:ext>
                    </a:extLst>
                  </a:tr>
                  <a:tr h="1043940">
                    <a:tc>
                      <a:txBody>
                        <a:bodyPr/>
                        <a:lstStyle/>
                        <a:p>
                          <a:pPr marL="0" marR="0" indent="0" algn="ctr" defTabSz="685800" rtl="0" eaLnBrk="1" fontAlgn="base" latinLnBrk="0" hangingPunct="1">
                            <a:lnSpc>
                              <a:spcPct val="100000"/>
                            </a:lnSpc>
                            <a:spcBef>
                              <a:spcPts val="0"/>
                            </a:spcBef>
                            <a:spcAft>
                              <a:spcPts val="0"/>
                            </a:spcAft>
                            <a:buClrTx/>
                            <a:buSzTx/>
                            <a:buFontTx/>
                            <a:buNone/>
                            <a:tabLst/>
                            <a:defRPr/>
                          </a:pPr>
                          <a:r>
                            <a:rPr lang="en-US" sz="1200" b="1" i="0" dirty="0">
                              <a:solidFill>
                                <a:srgbClr val="000000"/>
                              </a:solidFill>
                              <a:effectLst/>
                              <a:latin typeface="+mn-lt"/>
                              <a:cs typeface="Calibri Light" panose="020F0302020204030204" pitchFamily="34" charset="0"/>
                            </a:rPr>
                            <a:t>Cube root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0077" t="-396491" r="-257" b="-66667"/>
                          </a:stretch>
                        </a:blipFill>
                      </a:tcPr>
                    </a:tc>
                    <a:extLst>
                      <a:ext uri="{0D108BD9-81ED-4DB2-BD59-A6C34878D82A}">
                        <a16:rowId xmlns:a16="http://schemas.microsoft.com/office/drawing/2014/main" val="2571441970"/>
                      </a:ext>
                    </a:extLst>
                  </a:tr>
                  <a:tr h="640080">
                    <a:tc>
                      <a:txBody>
                        <a:bodyPr/>
                        <a:lstStyle/>
                        <a:p>
                          <a:pPr marL="0" marR="0" indent="0" algn="ctr" defTabSz="685800" rtl="0" eaLnBrk="1" fontAlgn="base" latinLnBrk="0" hangingPunct="1">
                            <a:lnSpc>
                              <a:spcPct val="100000"/>
                            </a:lnSpc>
                            <a:spcBef>
                              <a:spcPts val="0"/>
                            </a:spcBef>
                            <a:spcAft>
                              <a:spcPts val="0"/>
                            </a:spcAft>
                            <a:buClrTx/>
                            <a:buSzTx/>
                            <a:buFontTx/>
                            <a:buNone/>
                            <a:tabLst/>
                            <a:defRPr/>
                          </a:pPr>
                          <a:r>
                            <a:rPr lang="en-US" sz="1200" b="1" i="0" dirty="0">
                              <a:solidFill>
                                <a:srgbClr val="000000"/>
                              </a:solidFill>
                              <a:effectLst/>
                              <a:latin typeface="+mn-lt"/>
                              <a:cs typeface="Calibri Light" panose="020F0302020204030204" pitchFamily="34" charset="0"/>
                            </a:rPr>
                            <a:t>Powers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0077" t="-808571" r="-257" b="-8571"/>
                          </a:stretch>
                        </a:blipFill>
                      </a:tcPr>
                    </a:tc>
                    <a:extLst>
                      <a:ext uri="{0D108BD9-81ED-4DB2-BD59-A6C34878D82A}">
                        <a16:rowId xmlns:a16="http://schemas.microsoft.com/office/drawing/2014/main" val="403326350"/>
                      </a:ext>
                    </a:extLst>
                  </a:tr>
                </a:tbl>
              </a:graphicData>
            </a:graphic>
          </p:graphicFrame>
        </mc:Fallback>
      </mc:AlternateContent>
    </p:spTree>
    <p:extLst>
      <p:ext uri="{BB962C8B-B14F-4D97-AF65-F5344CB8AC3E}">
        <p14:creationId xmlns:p14="http://schemas.microsoft.com/office/powerpoint/2010/main" val="1498229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Frame 3">
            <a:extLst>
              <a:ext uri="{FF2B5EF4-FFF2-40B4-BE49-F238E27FC236}">
                <a16:creationId xmlns:a16="http://schemas.microsoft.com/office/drawing/2014/main" id="{3117BEEC-0E58-1341-A11D-9DBDBB61BE29}"/>
              </a:ext>
            </a:extLst>
          </p:cNvPr>
          <p:cNvSpPr/>
          <p:nvPr/>
        </p:nvSpPr>
        <p:spPr>
          <a:xfrm>
            <a:off x="0" y="0"/>
            <a:ext cx="6858000" cy="9906000"/>
          </a:xfrm>
          <a:custGeom>
            <a:avLst/>
            <a:gdLst>
              <a:gd name="connsiteX0" fmla="*/ 0 w 6488483"/>
              <a:gd name="connsiteY0" fmla="*/ 0 h 9394520"/>
              <a:gd name="connsiteX1" fmla="*/ 6488483 w 6488483"/>
              <a:gd name="connsiteY1" fmla="*/ 0 h 9394520"/>
              <a:gd name="connsiteX2" fmla="*/ 6488483 w 6488483"/>
              <a:gd name="connsiteY2" fmla="*/ 9394520 h 9394520"/>
              <a:gd name="connsiteX3" fmla="*/ 0 w 6488483"/>
              <a:gd name="connsiteY3" fmla="*/ 9394520 h 9394520"/>
              <a:gd name="connsiteX4" fmla="*/ 0 w 6488483"/>
              <a:gd name="connsiteY4" fmla="*/ 0 h 9394520"/>
              <a:gd name="connsiteX5" fmla="*/ 811060 w 6488483"/>
              <a:gd name="connsiteY5" fmla="*/ 811060 h 9394520"/>
              <a:gd name="connsiteX6" fmla="*/ 811060 w 6488483"/>
              <a:gd name="connsiteY6" fmla="*/ 8583460 h 9394520"/>
              <a:gd name="connsiteX7" fmla="*/ 5677423 w 6488483"/>
              <a:gd name="connsiteY7" fmla="*/ 8583460 h 9394520"/>
              <a:gd name="connsiteX8" fmla="*/ 5677423 w 6488483"/>
              <a:gd name="connsiteY8" fmla="*/ 811060 h 9394520"/>
              <a:gd name="connsiteX9" fmla="*/ 811060 w 6488483"/>
              <a:gd name="connsiteY9" fmla="*/ 811060 h 9394520"/>
              <a:gd name="connsiteX0" fmla="*/ 0 w 6488483"/>
              <a:gd name="connsiteY0" fmla="*/ 0 h 9394520"/>
              <a:gd name="connsiteX1" fmla="*/ 6488483 w 6488483"/>
              <a:gd name="connsiteY1" fmla="*/ 0 h 9394520"/>
              <a:gd name="connsiteX2" fmla="*/ 6488483 w 6488483"/>
              <a:gd name="connsiteY2" fmla="*/ 9394520 h 9394520"/>
              <a:gd name="connsiteX3" fmla="*/ 0 w 6488483"/>
              <a:gd name="connsiteY3" fmla="*/ 9394520 h 9394520"/>
              <a:gd name="connsiteX4" fmla="*/ 0 w 6488483"/>
              <a:gd name="connsiteY4" fmla="*/ 0 h 9394520"/>
              <a:gd name="connsiteX5" fmla="*/ 284967 w 6488483"/>
              <a:gd name="connsiteY5" fmla="*/ 272441 h 9394520"/>
              <a:gd name="connsiteX6" fmla="*/ 811060 w 6488483"/>
              <a:gd name="connsiteY6" fmla="*/ 8583460 h 9394520"/>
              <a:gd name="connsiteX7" fmla="*/ 5677423 w 6488483"/>
              <a:gd name="connsiteY7" fmla="*/ 8583460 h 9394520"/>
              <a:gd name="connsiteX8" fmla="*/ 5677423 w 6488483"/>
              <a:gd name="connsiteY8" fmla="*/ 811060 h 9394520"/>
              <a:gd name="connsiteX9" fmla="*/ 284967 w 6488483"/>
              <a:gd name="connsiteY9" fmla="*/ 272441 h 9394520"/>
              <a:gd name="connsiteX0" fmla="*/ 0 w 6488483"/>
              <a:gd name="connsiteY0" fmla="*/ 0 h 9394520"/>
              <a:gd name="connsiteX1" fmla="*/ 6488483 w 6488483"/>
              <a:gd name="connsiteY1" fmla="*/ 0 h 9394520"/>
              <a:gd name="connsiteX2" fmla="*/ 6488483 w 6488483"/>
              <a:gd name="connsiteY2" fmla="*/ 9394520 h 9394520"/>
              <a:gd name="connsiteX3" fmla="*/ 0 w 6488483"/>
              <a:gd name="connsiteY3" fmla="*/ 9394520 h 9394520"/>
              <a:gd name="connsiteX4" fmla="*/ 0 w 6488483"/>
              <a:gd name="connsiteY4" fmla="*/ 0 h 9394520"/>
              <a:gd name="connsiteX5" fmla="*/ 284967 w 6488483"/>
              <a:gd name="connsiteY5" fmla="*/ 272441 h 9394520"/>
              <a:gd name="connsiteX6" fmla="*/ 272441 w 6488483"/>
              <a:gd name="connsiteY6" fmla="*/ 9134605 h 9394520"/>
              <a:gd name="connsiteX7" fmla="*/ 5677423 w 6488483"/>
              <a:gd name="connsiteY7" fmla="*/ 8583460 h 9394520"/>
              <a:gd name="connsiteX8" fmla="*/ 5677423 w 6488483"/>
              <a:gd name="connsiteY8" fmla="*/ 811060 h 9394520"/>
              <a:gd name="connsiteX9" fmla="*/ 284967 w 6488483"/>
              <a:gd name="connsiteY9" fmla="*/ 272441 h 9394520"/>
              <a:gd name="connsiteX0" fmla="*/ 0 w 6488483"/>
              <a:gd name="connsiteY0" fmla="*/ 0 h 9394520"/>
              <a:gd name="connsiteX1" fmla="*/ 6488483 w 6488483"/>
              <a:gd name="connsiteY1" fmla="*/ 0 h 9394520"/>
              <a:gd name="connsiteX2" fmla="*/ 6488483 w 6488483"/>
              <a:gd name="connsiteY2" fmla="*/ 9394520 h 9394520"/>
              <a:gd name="connsiteX3" fmla="*/ 0 w 6488483"/>
              <a:gd name="connsiteY3" fmla="*/ 9394520 h 9394520"/>
              <a:gd name="connsiteX4" fmla="*/ 0 w 6488483"/>
              <a:gd name="connsiteY4" fmla="*/ 0 h 9394520"/>
              <a:gd name="connsiteX5" fmla="*/ 284967 w 6488483"/>
              <a:gd name="connsiteY5" fmla="*/ 272441 h 9394520"/>
              <a:gd name="connsiteX6" fmla="*/ 272441 w 6488483"/>
              <a:gd name="connsiteY6" fmla="*/ 9134605 h 9394520"/>
              <a:gd name="connsiteX7" fmla="*/ 6216042 w 6488483"/>
              <a:gd name="connsiteY7" fmla="*/ 9134606 h 9394520"/>
              <a:gd name="connsiteX8" fmla="*/ 5677423 w 6488483"/>
              <a:gd name="connsiteY8" fmla="*/ 811060 h 9394520"/>
              <a:gd name="connsiteX9" fmla="*/ 284967 w 6488483"/>
              <a:gd name="connsiteY9" fmla="*/ 272441 h 9394520"/>
              <a:gd name="connsiteX0" fmla="*/ 0 w 6488483"/>
              <a:gd name="connsiteY0" fmla="*/ 0 h 9394520"/>
              <a:gd name="connsiteX1" fmla="*/ 6488483 w 6488483"/>
              <a:gd name="connsiteY1" fmla="*/ 0 h 9394520"/>
              <a:gd name="connsiteX2" fmla="*/ 6488483 w 6488483"/>
              <a:gd name="connsiteY2" fmla="*/ 9394520 h 9394520"/>
              <a:gd name="connsiteX3" fmla="*/ 0 w 6488483"/>
              <a:gd name="connsiteY3" fmla="*/ 9394520 h 9394520"/>
              <a:gd name="connsiteX4" fmla="*/ 0 w 6488483"/>
              <a:gd name="connsiteY4" fmla="*/ 0 h 9394520"/>
              <a:gd name="connsiteX5" fmla="*/ 284967 w 6488483"/>
              <a:gd name="connsiteY5" fmla="*/ 272441 h 9394520"/>
              <a:gd name="connsiteX6" fmla="*/ 272441 w 6488483"/>
              <a:gd name="connsiteY6" fmla="*/ 9134605 h 9394520"/>
              <a:gd name="connsiteX7" fmla="*/ 6216042 w 6488483"/>
              <a:gd name="connsiteY7" fmla="*/ 9134606 h 9394520"/>
              <a:gd name="connsiteX8" fmla="*/ 6228568 w 6488483"/>
              <a:gd name="connsiteY8" fmla="*/ 272441 h 9394520"/>
              <a:gd name="connsiteX9" fmla="*/ 284967 w 6488483"/>
              <a:gd name="connsiteY9" fmla="*/ 272441 h 9394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88483" h="9394520">
                <a:moveTo>
                  <a:pt x="0" y="0"/>
                </a:moveTo>
                <a:lnTo>
                  <a:pt x="6488483" y="0"/>
                </a:lnTo>
                <a:lnTo>
                  <a:pt x="6488483" y="9394520"/>
                </a:lnTo>
                <a:lnTo>
                  <a:pt x="0" y="9394520"/>
                </a:lnTo>
                <a:lnTo>
                  <a:pt x="0" y="0"/>
                </a:lnTo>
                <a:close/>
                <a:moveTo>
                  <a:pt x="284967" y="272441"/>
                </a:moveTo>
                <a:cubicBezTo>
                  <a:pt x="280792" y="3226496"/>
                  <a:pt x="276616" y="6180550"/>
                  <a:pt x="272441" y="9134605"/>
                </a:cubicBezTo>
                <a:lnTo>
                  <a:pt x="6216042" y="9134606"/>
                </a:lnTo>
                <a:cubicBezTo>
                  <a:pt x="6220217" y="6180551"/>
                  <a:pt x="6224393" y="3226496"/>
                  <a:pt x="6228568" y="272441"/>
                </a:cubicBezTo>
                <a:lnTo>
                  <a:pt x="284967" y="272441"/>
                </a:lnTo>
                <a:close/>
              </a:path>
            </a:pathLst>
          </a:custGeom>
          <a:solidFill>
            <a:schemeClr val="bg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prstClr val="white"/>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Slide Number Placeholder 1"/>
          <p:cNvSpPr>
            <a:spLocks noGrp="1"/>
          </p:cNvSpPr>
          <p:nvPr>
            <p:ph type="sldNum" sz="quarter" idx="12"/>
          </p:nvPr>
        </p:nvSpPr>
        <p:spPr>
          <a:xfrm>
            <a:off x="5304685" y="9546774"/>
            <a:ext cx="1543050" cy="527403"/>
          </a:xfrm>
        </p:spPr>
        <p:txBody>
          <a:bodyPr/>
          <a:lstStyle/>
          <a:p>
            <a:fld id="{19F1D9CC-7119-45EC-A96C-D8C0660F3AAB}" type="slidenum">
              <a:rPr lang="en-GB" smtClean="0">
                <a:solidFill>
                  <a:schemeClr val="bg1"/>
                </a:solidFill>
              </a:rPr>
              <a:t>3</a:t>
            </a:fld>
            <a:endParaRPr lang="en-GB">
              <a:solidFill>
                <a:schemeClr val="bg1"/>
              </a:solidFill>
            </a:endParaRPr>
          </a:p>
        </p:txBody>
      </p:sp>
      <p:graphicFrame>
        <p:nvGraphicFramePr>
          <p:cNvPr id="13" name="Table 12"/>
          <p:cNvGraphicFramePr>
            <a:graphicFrameLocks noGrp="1"/>
          </p:cNvGraphicFramePr>
          <p:nvPr>
            <p:extLst>
              <p:ext uri="{D42A27DB-BD31-4B8C-83A1-F6EECF244321}">
                <p14:modId xmlns:p14="http://schemas.microsoft.com/office/powerpoint/2010/main" val="3952651539"/>
              </p:ext>
            </p:extLst>
          </p:nvPr>
        </p:nvGraphicFramePr>
        <p:xfrm>
          <a:off x="473748" y="367316"/>
          <a:ext cx="5966793" cy="7762082"/>
        </p:xfrm>
        <a:graphic>
          <a:graphicData uri="http://schemas.openxmlformats.org/drawingml/2006/table">
            <a:tbl>
              <a:tblPr firstRow="1" bandRow="1">
                <a:tableStyleId>{7E9639D4-E3E2-4D34-9284-5A2195B3D0D7}</a:tableStyleId>
              </a:tblPr>
              <a:tblGrid>
                <a:gridCol w="1254844">
                  <a:extLst>
                    <a:ext uri="{9D8B030D-6E8A-4147-A177-3AD203B41FA5}">
                      <a16:colId xmlns:a16="http://schemas.microsoft.com/office/drawing/2014/main" val="3563799444"/>
                    </a:ext>
                  </a:extLst>
                </a:gridCol>
                <a:gridCol w="3817935">
                  <a:extLst>
                    <a:ext uri="{9D8B030D-6E8A-4147-A177-3AD203B41FA5}">
                      <a16:colId xmlns:a16="http://schemas.microsoft.com/office/drawing/2014/main" val="2581643566"/>
                    </a:ext>
                  </a:extLst>
                </a:gridCol>
                <a:gridCol w="894014">
                  <a:extLst>
                    <a:ext uri="{9D8B030D-6E8A-4147-A177-3AD203B41FA5}">
                      <a16:colId xmlns:a16="http://schemas.microsoft.com/office/drawing/2014/main" val="498013621"/>
                    </a:ext>
                  </a:extLst>
                </a:gridCol>
              </a:tblGrid>
              <a:tr h="441899">
                <a:tc gridSpan="2">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sz="1400" b="1" dirty="0">
                          <a:solidFill>
                            <a:schemeClr val="tx1"/>
                          </a:solidFill>
                          <a:latin typeface="Calibri Light" panose="020F0302020204030204" pitchFamily="34" charset="0"/>
                          <a:cs typeface="Calibri Light" panose="020F0302020204030204" pitchFamily="34" charset="0"/>
                        </a:rPr>
                        <a:t>CONTENTS</a:t>
                      </a:r>
                      <a:r>
                        <a:rPr lang="en-GB" sz="1400" b="1" dirty="0">
                          <a:solidFill>
                            <a:schemeClr val="tx1"/>
                          </a:solidFill>
                          <a:latin typeface="Calibri Light" panose="020F0302020204030204" pitchFamily="34" charset="0"/>
                          <a:cs typeface="Calibri Light" panose="020F0302020204030204" pitchFamily="34"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GB"/>
                    </a:p>
                  </a:txBody>
                  <a:tcPr>
                    <a:solidFill>
                      <a:srgbClr val="7E2341"/>
                    </a:solidFill>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sz="1400" b="1">
                          <a:solidFill>
                            <a:schemeClr val="tx1"/>
                          </a:solidFill>
                          <a:latin typeface="Calibri Light" panose="020F0302020204030204" pitchFamily="34" charset="0"/>
                          <a:cs typeface="Calibri Light" panose="020F0302020204030204" pitchFamily="34" charset="0"/>
                        </a:rPr>
                        <a:t>Page </a:t>
                      </a:r>
                      <a:endParaRPr lang="en-GB" sz="1400" b="1">
                        <a:solidFill>
                          <a:schemeClr val="tx1"/>
                        </a:solidFill>
                        <a:latin typeface="Calibri Light" panose="020F0302020204030204" pitchFamily="34" charset="0"/>
                        <a:cs typeface="Calibri Light" panose="020F0302020204030204" pitchFamily="34" charset="0"/>
                      </a:endParaRPr>
                    </a:p>
                  </a:txBody>
                  <a:tcPr marL="45720" marR="45720" anchor="ctr">
                    <a:lnL w="12700" cap="flat" cmpd="sng" algn="ctr">
                      <a:solidFill>
                        <a:schemeClr val="tx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3826269"/>
                  </a:ext>
                </a:extLst>
              </a:tr>
              <a:tr h="469211">
                <a:tc>
                  <a:txBody>
                    <a:bodyPr/>
                    <a:lstStyle/>
                    <a:p>
                      <a:pPr algn="ctr" rtl="0" fontAlgn="base"/>
                      <a:r>
                        <a:rPr lang="en-US" sz="1400" b="1" i="0">
                          <a:solidFill>
                            <a:srgbClr val="000000"/>
                          </a:solidFill>
                          <a:effectLst/>
                          <a:latin typeface="+mn-lt"/>
                          <a:cs typeface="Calibri Light" panose="020F0302020204030204" pitchFamily="34" charset="0"/>
                        </a:rPr>
                        <a:t>SUBTOPIC 1</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tcPr>
                </a:tc>
                <a:tc>
                  <a:txBody>
                    <a:bodyPr/>
                    <a:lstStyle/>
                    <a:p>
                      <a:pPr algn="l" rtl="0" fontAlgn="base"/>
                      <a:r>
                        <a:rPr lang="en-GB" sz="1400" b="0" i="0" dirty="0">
                          <a:solidFill>
                            <a:srgbClr val="000000"/>
                          </a:solidFill>
                          <a:effectLst/>
                          <a:latin typeface="+mn-lt"/>
                          <a:cs typeface="Calibri Light" panose="020F0302020204030204" pitchFamily="34" charset="0"/>
                        </a:rPr>
                        <a:t>Multiples and Factors</a:t>
                      </a:r>
                    </a:p>
                  </a:txBody>
                  <a:tcPr marL="45720" marR="4572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tcPr>
                </a:tc>
                <a:tc>
                  <a:txBody>
                    <a:bodyPr/>
                    <a:lstStyle/>
                    <a:p>
                      <a:pPr algn="ctr" rtl="0" fontAlgn="base"/>
                      <a:r>
                        <a:rPr lang="en-GB" sz="1400" b="0" i="0" dirty="0">
                          <a:solidFill>
                            <a:srgbClr val="000000"/>
                          </a:solidFill>
                          <a:effectLst/>
                          <a:latin typeface="+mn-lt"/>
                          <a:cs typeface="Calibri Light" panose="020F0302020204030204" pitchFamily="34" charset="0"/>
                        </a:rPr>
                        <a:t>4</a:t>
                      </a:r>
                    </a:p>
                  </a:txBody>
                  <a:tcPr marL="45720" marR="45720" anchor="ctr">
                    <a:lnL w="12700" cap="flat" cmpd="sng" algn="ctr">
                      <a:solidFill>
                        <a:schemeClr val="tx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94543264"/>
                  </a:ext>
                </a:extLst>
              </a:tr>
              <a:tr h="469211">
                <a:tc>
                  <a:txBody>
                    <a:bodyPr/>
                    <a:lstStyle/>
                    <a:p>
                      <a:pPr algn="ctr" rtl="0" fontAlgn="base"/>
                      <a:r>
                        <a:rPr lang="en-US" sz="1400" b="1" i="0">
                          <a:solidFill>
                            <a:srgbClr val="000000"/>
                          </a:solidFill>
                          <a:effectLst/>
                          <a:latin typeface="+mn-lt"/>
                          <a:cs typeface="Calibri Light" panose="020F0302020204030204" pitchFamily="34" charset="0"/>
                        </a:rPr>
                        <a:t>SUBTOPIC 2</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tcPr>
                </a:tc>
                <a:tc>
                  <a:txBody>
                    <a:bodyPr/>
                    <a:lstStyle/>
                    <a:p>
                      <a:pPr marL="0" marR="0" indent="0" algn="l" defTabSz="685800" rtl="0" eaLnBrk="1" fontAlgn="base" latinLnBrk="0" hangingPunct="1">
                        <a:lnSpc>
                          <a:spcPct val="100000"/>
                        </a:lnSpc>
                        <a:spcBef>
                          <a:spcPts val="0"/>
                        </a:spcBef>
                        <a:spcAft>
                          <a:spcPts val="0"/>
                        </a:spcAft>
                        <a:buClrTx/>
                        <a:buSzTx/>
                        <a:buFontTx/>
                        <a:buNone/>
                        <a:tabLst/>
                        <a:defRPr/>
                      </a:pPr>
                      <a:r>
                        <a:rPr lang="en-GB" sz="1400" b="0" i="0" dirty="0">
                          <a:solidFill>
                            <a:srgbClr val="000000"/>
                          </a:solidFill>
                          <a:effectLst/>
                          <a:latin typeface="+mn-lt"/>
                          <a:cs typeface="Calibri Light" panose="020F0302020204030204" pitchFamily="34" charset="0"/>
                        </a:rPr>
                        <a:t>Lowest Common Multiples</a:t>
                      </a:r>
                    </a:p>
                  </a:txBody>
                  <a:tcPr marL="45720" marR="4572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685800" rtl="0" eaLnBrk="1" fontAlgn="base" latinLnBrk="0" hangingPunct="1">
                        <a:lnSpc>
                          <a:spcPct val="100000"/>
                        </a:lnSpc>
                        <a:spcBef>
                          <a:spcPts val="0"/>
                        </a:spcBef>
                        <a:spcAft>
                          <a:spcPts val="0"/>
                        </a:spcAft>
                        <a:buClrTx/>
                        <a:buSzTx/>
                        <a:buFontTx/>
                        <a:buNone/>
                        <a:tabLst/>
                        <a:defRPr/>
                      </a:pPr>
                      <a:r>
                        <a:rPr lang="en-GB" sz="1400" b="0" i="0" dirty="0">
                          <a:solidFill>
                            <a:srgbClr val="000000"/>
                          </a:solidFill>
                          <a:effectLst/>
                          <a:latin typeface="+mn-lt"/>
                          <a:cs typeface="Calibri Light" panose="020F0302020204030204" pitchFamily="34" charset="0"/>
                        </a:rPr>
                        <a:t>10</a:t>
                      </a:r>
                    </a:p>
                  </a:txBody>
                  <a:tcPr marL="45720" marR="45720" anchor="ctr">
                    <a:lnL w="12700" cap="flat" cmpd="sng" algn="ctr">
                      <a:solidFill>
                        <a:schemeClr val="tx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71441970"/>
                  </a:ext>
                </a:extLst>
              </a:tr>
              <a:tr h="469211">
                <a:tc>
                  <a:txBody>
                    <a:bodyPr/>
                    <a:lstStyle/>
                    <a:p>
                      <a:pPr marL="0" marR="0" indent="0" algn="ctr" defTabSz="685800" rtl="0" eaLnBrk="1" fontAlgn="base" latinLnBrk="0" hangingPunct="1">
                        <a:lnSpc>
                          <a:spcPct val="100000"/>
                        </a:lnSpc>
                        <a:spcBef>
                          <a:spcPts val="0"/>
                        </a:spcBef>
                        <a:spcAft>
                          <a:spcPts val="0"/>
                        </a:spcAft>
                        <a:buClrTx/>
                        <a:buSzTx/>
                        <a:buFontTx/>
                        <a:buNone/>
                        <a:tabLst/>
                        <a:defRPr/>
                      </a:pPr>
                      <a:r>
                        <a:rPr lang="en-US" sz="1400" b="1" i="0" dirty="0">
                          <a:solidFill>
                            <a:srgbClr val="000000"/>
                          </a:solidFill>
                          <a:effectLst/>
                          <a:latin typeface="+mn-lt"/>
                          <a:cs typeface="Calibri Light" panose="020F0302020204030204" pitchFamily="34" charset="0"/>
                        </a:rPr>
                        <a:t>SUBTOPIC 3</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tcPr>
                </a:tc>
                <a:tc>
                  <a:txBody>
                    <a:bodyPr/>
                    <a:lstStyle/>
                    <a:p>
                      <a:pPr algn="l" rtl="0" fontAlgn="base"/>
                      <a:r>
                        <a:rPr lang="en-GB" sz="1400" b="0" i="0" dirty="0">
                          <a:solidFill>
                            <a:srgbClr val="000000"/>
                          </a:solidFill>
                          <a:effectLst/>
                          <a:latin typeface="+mn-lt"/>
                          <a:cs typeface="Calibri Light" panose="020F0302020204030204" pitchFamily="34" charset="0"/>
                        </a:rPr>
                        <a:t>Highest Common Factors</a:t>
                      </a:r>
                    </a:p>
                  </a:txBody>
                  <a:tcPr marL="45720" marR="4572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tcPr>
                </a:tc>
                <a:tc>
                  <a:txBody>
                    <a:bodyPr/>
                    <a:lstStyle/>
                    <a:p>
                      <a:pPr algn="ctr" rtl="0" fontAlgn="base"/>
                      <a:r>
                        <a:rPr lang="en-GB" sz="1400" b="0" i="0" dirty="0">
                          <a:solidFill>
                            <a:srgbClr val="000000"/>
                          </a:solidFill>
                          <a:effectLst/>
                          <a:latin typeface="+mn-lt"/>
                          <a:cs typeface="Calibri Light" panose="020F0302020204030204" pitchFamily="34" charset="0"/>
                        </a:rPr>
                        <a:t>15</a:t>
                      </a:r>
                    </a:p>
                  </a:txBody>
                  <a:tcPr marL="45720" marR="45720" anchor="ctr">
                    <a:lnL w="12700" cap="flat" cmpd="sng" algn="ctr">
                      <a:solidFill>
                        <a:schemeClr val="tx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28983851"/>
                  </a:ext>
                </a:extLst>
              </a:tr>
              <a:tr h="469211">
                <a:tc>
                  <a:txBody>
                    <a:bodyPr/>
                    <a:lstStyle/>
                    <a:p>
                      <a:pPr marL="0" marR="0" indent="0" algn="ctr" defTabSz="685800" rtl="0" eaLnBrk="1" fontAlgn="base" latinLnBrk="0" hangingPunct="1">
                        <a:lnSpc>
                          <a:spcPct val="100000"/>
                        </a:lnSpc>
                        <a:spcBef>
                          <a:spcPts val="0"/>
                        </a:spcBef>
                        <a:spcAft>
                          <a:spcPts val="0"/>
                        </a:spcAft>
                        <a:buClrTx/>
                        <a:buSzTx/>
                        <a:buFontTx/>
                        <a:buNone/>
                        <a:tabLst/>
                        <a:defRPr/>
                      </a:pPr>
                      <a:r>
                        <a:rPr lang="en-US" sz="1400" b="1" i="0" dirty="0">
                          <a:solidFill>
                            <a:srgbClr val="000000"/>
                          </a:solidFill>
                          <a:effectLst/>
                          <a:latin typeface="+mn-lt"/>
                          <a:cs typeface="Calibri Light" panose="020F0302020204030204" pitchFamily="34" charset="0"/>
                        </a:rPr>
                        <a:t>SUBTOPIC 4</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tcPr>
                </a:tc>
                <a:tc>
                  <a:txBody>
                    <a:bodyPr/>
                    <a:lstStyle/>
                    <a:p>
                      <a:pPr algn="l" rtl="0" fontAlgn="base"/>
                      <a:r>
                        <a:rPr lang="en-GB" sz="1400" b="0" i="0" dirty="0">
                          <a:solidFill>
                            <a:srgbClr val="000000"/>
                          </a:solidFill>
                          <a:effectLst/>
                          <a:latin typeface="+mn-lt"/>
                          <a:cs typeface="Calibri Light"/>
                        </a:rPr>
                        <a:t>Prime Numbers and Prime Factorisation</a:t>
                      </a:r>
                      <a:endParaRPr lang="en-US" sz="1400" b="0" i="0" dirty="0">
                        <a:solidFill>
                          <a:srgbClr val="000000"/>
                        </a:solidFill>
                        <a:effectLst/>
                        <a:latin typeface="+mn-lt"/>
                        <a:cs typeface="Calibri Light"/>
                      </a:endParaRPr>
                    </a:p>
                  </a:txBody>
                  <a:tcPr marL="45720" marR="4572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tcPr>
                </a:tc>
                <a:tc>
                  <a:txBody>
                    <a:bodyPr/>
                    <a:lstStyle/>
                    <a:p>
                      <a:pPr algn="ctr" rtl="0" fontAlgn="base"/>
                      <a:r>
                        <a:rPr lang="en-GB" sz="1400" b="0" i="0" dirty="0">
                          <a:solidFill>
                            <a:srgbClr val="000000"/>
                          </a:solidFill>
                          <a:effectLst/>
                          <a:latin typeface="+mn-lt"/>
                          <a:cs typeface="Calibri Light" panose="020F0302020204030204" pitchFamily="34" charset="0"/>
                        </a:rPr>
                        <a:t>19</a:t>
                      </a:r>
                      <a:endParaRPr lang="en-US" sz="1400" b="0" i="0" dirty="0">
                        <a:solidFill>
                          <a:srgbClr val="000000"/>
                        </a:solidFill>
                        <a:effectLst/>
                        <a:latin typeface="+mn-lt"/>
                        <a:cs typeface="Calibri Light" panose="020F0302020204030204" pitchFamily="34" charset="0"/>
                      </a:endParaRPr>
                    </a:p>
                  </a:txBody>
                  <a:tcPr marL="45720" marR="45720" anchor="ctr">
                    <a:lnL w="12700" cap="flat" cmpd="sng" algn="ctr">
                      <a:solidFill>
                        <a:schemeClr val="tx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5416219"/>
                  </a:ext>
                </a:extLst>
              </a:tr>
              <a:tr h="469211">
                <a:tc>
                  <a:txBody>
                    <a:bodyPr/>
                    <a:lstStyle/>
                    <a:p>
                      <a:pPr marL="0" marR="0" indent="0" algn="ctr" defTabSz="685800" rtl="0" eaLnBrk="1" fontAlgn="base" latinLnBrk="0" hangingPunct="1">
                        <a:lnSpc>
                          <a:spcPct val="100000"/>
                        </a:lnSpc>
                        <a:spcBef>
                          <a:spcPts val="0"/>
                        </a:spcBef>
                        <a:spcAft>
                          <a:spcPts val="0"/>
                        </a:spcAft>
                        <a:buClrTx/>
                        <a:buSzTx/>
                        <a:buFontTx/>
                        <a:buNone/>
                        <a:tabLst/>
                        <a:defRPr/>
                      </a:pPr>
                      <a:r>
                        <a:rPr lang="en-US" sz="1400" b="1" i="0" dirty="0">
                          <a:solidFill>
                            <a:srgbClr val="000000"/>
                          </a:solidFill>
                          <a:effectLst/>
                          <a:latin typeface="+mn-lt"/>
                          <a:cs typeface="Calibri Light" panose="020F0302020204030204" pitchFamily="34" charset="0"/>
                        </a:rPr>
                        <a:t>SUBTOPIC 5</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tcPr>
                </a:tc>
                <a:tc>
                  <a:txBody>
                    <a:bodyPr/>
                    <a:lstStyle/>
                    <a:p>
                      <a:pPr algn="l" rtl="0" fontAlgn="base"/>
                      <a:r>
                        <a:rPr lang="en-GB" sz="1400" b="0" i="0" dirty="0">
                          <a:solidFill>
                            <a:srgbClr val="000000"/>
                          </a:solidFill>
                          <a:effectLst/>
                          <a:latin typeface="+mn-lt"/>
                          <a:cs typeface="Calibri Light" panose="020F0302020204030204" pitchFamily="34" charset="0"/>
                        </a:rPr>
                        <a:t>(Crossover) HCF and LCM using Prime Factorisation</a:t>
                      </a:r>
                      <a:endParaRPr lang="en-US" sz="1400" b="0" i="0" dirty="0">
                        <a:solidFill>
                          <a:srgbClr val="000000"/>
                        </a:solidFill>
                        <a:effectLst/>
                        <a:latin typeface="+mn-lt"/>
                        <a:cs typeface="Calibri Light" panose="020F0302020204030204" pitchFamily="34" charset="0"/>
                      </a:endParaRPr>
                    </a:p>
                  </a:txBody>
                  <a:tcPr marL="45720" marR="4572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tcPr>
                </a:tc>
                <a:tc>
                  <a:txBody>
                    <a:bodyPr/>
                    <a:lstStyle/>
                    <a:p>
                      <a:pPr algn="ctr" rtl="0" fontAlgn="base"/>
                      <a:r>
                        <a:rPr lang="en-GB" sz="1400" b="0" i="0" dirty="0">
                          <a:solidFill>
                            <a:srgbClr val="000000"/>
                          </a:solidFill>
                          <a:effectLst/>
                          <a:latin typeface="+mn-lt"/>
                          <a:cs typeface="Calibri Light" panose="020F0302020204030204" pitchFamily="34" charset="0"/>
                        </a:rPr>
                        <a:t>24</a:t>
                      </a:r>
                      <a:endParaRPr lang="en-US" sz="1400" b="0" i="0" dirty="0">
                        <a:solidFill>
                          <a:srgbClr val="000000"/>
                        </a:solidFill>
                        <a:effectLst/>
                        <a:latin typeface="+mn-lt"/>
                        <a:cs typeface="Calibri Light" panose="020F0302020204030204" pitchFamily="34" charset="0"/>
                      </a:endParaRPr>
                    </a:p>
                  </a:txBody>
                  <a:tcPr marL="45720" marR="45720" anchor="ctr">
                    <a:lnL w="12700" cap="flat" cmpd="sng" algn="ctr">
                      <a:solidFill>
                        <a:schemeClr val="tx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7594989"/>
                  </a:ext>
                </a:extLst>
              </a:tr>
              <a:tr h="469211">
                <a:tc>
                  <a:txBody>
                    <a:bodyPr/>
                    <a:lstStyle/>
                    <a:p>
                      <a:pPr marL="0" marR="0" indent="0" algn="ctr" defTabSz="685800" rtl="0" eaLnBrk="1" fontAlgn="base" latinLnBrk="0" hangingPunct="1">
                        <a:lnSpc>
                          <a:spcPct val="100000"/>
                        </a:lnSpc>
                        <a:spcBef>
                          <a:spcPts val="0"/>
                        </a:spcBef>
                        <a:spcAft>
                          <a:spcPts val="0"/>
                        </a:spcAft>
                        <a:buClrTx/>
                        <a:buSzTx/>
                        <a:buFontTx/>
                        <a:buNone/>
                        <a:tabLst/>
                        <a:defRPr/>
                      </a:pPr>
                      <a:endParaRPr lang="en-US" sz="1400" b="1" i="0" dirty="0">
                        <a:solidFill>
                          <a:srgbClr val="000000"/>
                        </a:solidFill>
                        <a:effectLst/>
                        <a:latin typeface="+mn-lt"/>
                        <a:cs typeface="Calibri Light" panose="020F03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tcPr>
                </a:tc>
                <a:tc>
                  <a:txBody>
                    <a:bodyPr/>
                    <a:lstStyle/>
                    <a:p>
                      <a:pPr algn="l" rtl="0" fontAlgn="base"/>
                      <a:r>
                        <a:rPr lang="en-GB" sz="1400" b="1" i="0" dirty="0">
                          <a:solidFill>
                            <a:srgbClr val="000000"/>
                          </a:solidFill>
                          <a:effectLst/>
                          <a:latin typeface="+mn-lt"/>
                          <a:cs typeface="Calibri Light" panose="020F0302020204030204" pitchFamily="34" charset="0"/>
                        </a:rPr>
                        <a:t>GCSE Practice Questions</a:t>
                      </a:r>
                      <a:endParaRPr lang="en-US" sz="1400" b="1" i="0" dirty="0">
                        <a:solidFill>
                          <a:srgbClr val="000000"/>
                        </a:solidFill>
                        <a:effectLst/>
                        <a:latin typeface="+mn-lt"/>
                        <a:cs typeface="Calibri Light" panose="020F0302020204030204" pitchFamily="34" charset="0"/>
                      </a:endParaRPr>
                    </a:p>
                  </a:txBody>
                  <a:tcPr marL="45720" marR="4572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tcPr>
                </a:tc>
                <a:tc>
                  <a:txBody>
                    <a:bodyPr/>
                    <a:lstStyle/>
                    <a:p>
                      <a:pPr algn="ctr" rtl="0" fontAlgn="base"/>
                      <a:r>
                        <a:rPr lang="en-GB" sz="1400" b="0" i="0" dirty="0">
                          <a:solidFill>
                            <a:srgbClr val="000000"/>
                          </a:solidFill>
                          <a:effectLst/>
                          <a:latin typeface="+mn-lt"/>
                          <a:cs typeface="Calibri Light" panose="020F0302020204030204" pitchFamily="34" charset="0"/>
                        </a:rPr>
                        <a:t>34</a:t>
                      </a:r>
                      <a:endParaRPr lang="en-US" sz="1400" b="0" i="0" dirty="0">
                        <a:solidFill>
                          <a:srgbClr val="000000"/>
                        </a:solidFill>
                        <a:effectLst/>
                        <a:latin typeface="+mn-lt"/>
                        <a:cs typeface="Calibri Light" panose="020F0302020204030204" pitchFamily="34" charset="0"/>
                      </a:endParaRPr>
                    </a:p>
                  </a:txBody>
                  <a:tcPr marL="45720" marR="45720" anchor="ctr">
                    <a:lnL w="12700" cap="flat" cmpd="sng" algn="ctr">
                      <a:solidFill>
                        <a:schemeClr val="tx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56428872"/>
                  </a:ext>
                </a:extLst>
              </a:tr>
              <a:tr h="469211">
                <a:tc>
                  <a:txBody>
                    <a:bodyPr/>
                    <a:lstStyle/>
                    <a:p>
                      <a:pPr marL="0" marR="0" indent="0" algn="ctr" defTabSz="685800" rtl="0" eaLnBrk="1" fontAlgn="base" latinLnBrk="0" hangingPunct="1">
                        <a:lnSpc>
                          <a:spcPct val="100000"/>
                        </a:lnSpc>
                        <a:spcBef>
                          <a:spcPts val="0"/>
                        </a:spcBef>
                        <a:spcAft>
                          <a:spcPts val="0"/>
                        </a:spcAft>
                        <a:buClrTx/>
                        <a:buSzTx/>
                        <a:buFontTx/>
                        <a:buNone/>
                        <a:tabLst/>
                        <a:defRPr/>
                      </a:pPr>
                      <a:r>
                        <a:rPr lang="en-US" sz="1400" b="1" i="0">
                          <a:solidFill>
                            <a:srgbClr val="000000"/>
                          </a:solidFill>
                          <a:effectLst/>
                          <a:latin typeface="+mn-lt"/>
                          <a:cs typeface="Calibri Light" panose="020F0302020204030204" pitchFamily="34" charset="0"/>
                        </a:rPr>
                        <a:t>SUBTOPIC 6</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tcPr>
                </a:tc>
                <a:tc>
                  <a:txBody>
                    <a:bodyPr/>
                    <a:lstStyle/>
                    <a:p>
                      <a:pPr algn="l" rtl="0" fontAlgn="base"/>
                      <a:r>
                        <a:rPr lang="en-GB" sz="1400" b="0" i="0" dirty="0">
                          <a:solidFill>
                            <a:srgbClr val="000000"/>
                          </a:solidFill>
                          <a:effectLst/>
                          <a:latin typeface="+mn-lt"/>
                          <a:cs typeface="Calibri Light" panose="020F0302020204030204" pitchFamily="34" charset="0"/>
                        </a:rPr>
                        <a:t>Squares, Cubes and Roots</a:t>
                      </a:r>
                      <a:endParaRPr lang="en-US" sz="1400" b="0" i="0" dirty="0">
                        <a:solidFill>
                          <a:srgbClr val="000000"/>
                        </a:solidFill>
                        <a:effectLst/>
                        <a:latin typeface="+mn-lt"/>
                        <a:cs typeface="Calibri Light" panose="020F0302020204030204" pitchFamily="34" charset="0"/>
                      </a:endParaRPr>
                    </a:p>
                  </a:txBody>
                  <a:tcPr marL="45720" marR="4572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tcPr>
                </a:tc>
                <a:tc>
                  <a:txBody>
                    <a:bodyPr/>
                    <a:lstStyle/>
                    <a:p>
                      <a:pPr algn="ctr" rtl="0" fontAlgn="base"/>
                      <a:r>
                        <a:rPr lang="en-GB" sz="1400" b="0" i="0" dirty="0">
                          <a:solidFill>
                            <a:srgbClr val="000000"/>
                          </a:solidFill>
                          <a:effectLst/>
                          <a:latin typeface="+mn-lt"/>
                          <a:cs typeface="Calibri Light" panose="020F0302020204030204" pitchFamily="34" charset="0"/>
                        </a:rPr>
                        <a:t>39</a:t>
                      </a:r>
                      <a:endParaRPr lang="en-US" sz="1400" b="0" i="0" dirty="0">
                        <a:solidFill>
                          <a:srgbClr val="000000"/>
                        </a:solidFill>
                        <a:effectLst/>
                        <a:latin typeface="+mn-lt"/>
                        <a:cs typeface="Calibri Light" panose="020F0302020204030204" pitchFamily="34" charset="0"/>
                      </a:endParaRPr>
                    </a:p>
                  </a:txBody>
                  <a:tcPr marL="45720" marR="45720" anchor="ctr">
                    <a:lnL w="12700" cap="flat" cmpd="sng" algn="ctr">
                      <a:solidFill>
                        <a:schemeClr val="tx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72325475"/>
                  </a:ext>
                </a:extLst>
              </a:tr>
              <a:tr h="469211">
                <a:tc>
                  <a:txBody>
                    <a:bodyPr/>
                    <a:lstStyle/>
                    <a:p>
                      <a:pPr marL="0" marR="0" indent="0" algn="ctr" defTabSz="685800" rtl="0" eaLnBrk="1" fontAlgn="base" latinLnBrk="0" hangingPunct="1">
                        <a:lnSpc>
                          <a:spcPct val="100000"/>
                        </a:lnSpc>
                        <a:spcBef>
                          <a:spcPts val="0"/>
                        </a:spcBef>
                        <a:spcAft>
                          <a:spcPts val="0"/>
                        </a:spcAft>
                        <a:buClrTx/>
                        <a:buSzTx/>
                        <a:buFontTx/>
                        <a:buNone/>
                        <a:tabLst/>
                        <a:defRPr/>
                      </a:pPr>
                      <a:r>
                        <a:rPr lang="en-GB" sz="1400" b="1" i="0" dirty="0">
                          <a:solidFill>
                            <a:srgbClr val="000000"/>
                          </a:solidFill>
                          <a:effectLst/>
                          <a:latin typeface="+mn-lt"/>
                          <a:cs typeface="Calibri Light" panose="020F0302020204030204" pitchFamily="34" charset="0"/>
                        </a:rPr>
                        <a:t>SUBTOPIC 7a</a:t>
                      </a:r>
                      <a:endParaRPr lang="en-US" sz="1400" b="1" i="0" dirty="0">
                        <a:solidFill>
                          <a:srgbClr val="000000"/>
                        </a:solidFill>
                        <a:effectLst/>
                        <a:latin typeface="+mn-lt"/>
                        <a:cs typeface="Calibri Light" panose="020F03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tcPr>
                </a:tc>
                <a:tc>
                  <a:txBody>
                    <a:bodyPr/>
                    <a:lstStyle/>
                    <a:p>
                      <a:pPr algn="l" rtl="0" fontAlgn="base"/>
                      <a:r>
                        <a:rPr lang="en-GB" sz="1400" b="0" i="0" dirty="0">
                          <a:solidFill>
                            <a:srgbClr val="000000"/>
                          </a:solidFill>
                          <a:effectLst/>
                          <a:latin typeface="+mn-lt"/>
                          <a:cs typeface="Calibri Light" panose="020F0302020204030204" pitchFamily="34" charset="0"/>
                        </a:rPr>
                        <a:t>Positive Indices and the Laws of Indices</a:t>
                      </a:r>
                      <a:endParaRPr lang="en-US" sz="1400" b="0" i="0" dirty="0">
                        <a:solidFill>
                          <a:srgbClr val="000000"/>
                        </a:solidFill>
                        <a:effectLst/>
                        <a:latin typeface="+mn-lt"/>
                        <a:cs typeface="Calibri Light" panose="020F0302020204030204" pitchFamily="34" charset="0"/>
                      </a:endParaRPr>
                    </a:p>
                  </a:txBody>
                  <a:tcPr marL="45720" marR="4572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tcPr>
                </a:tc>
                <a:tc>
                  <a:txBody>
                    <a:bodyPr/>
                    <a:lstStyle/>
                    <a:p>
                      <a:pPr algn="ctr" rtl="0" fontAlgn="base"/>
                      <a:r>
                        <a:rPr lang="en-GB" sz="1400" b="0" i="0" dirty="0">
                          <a:solidFill>
                            <a:srgbClr val="000000"/>
                          </a:solidFill>
                          <a:effectLst/>
                          <a:latin typeface="+mn-lt"/>
                          <a:cs typeface="Calibri Light" panose="020F0302020204030204" pitchFamily="34" charset="0"/>
                        </a:rPr>
                        <a:t>46</a:t>
                      </a:r>
                      <a:endParaRPr lang="en-US" sz="1400" b="0" i="0" dirty="0">
                        <a:solidFill>
                          <a:srgbClr val="000000"/>
                        </a:solidFill>
                        <a:effectLst/>
                        <a:latin typeface="+mn-lt"/>
                        <a:cs typeface="Calibri Light" panose="020F0302020204030204" pitchFamily="34" charset="0"/>
                      </a:endParaRPr>
                    </a:p>
                  </a:txBody>
                  <a:tcPr marL="45720" marR="45720" anchor="ctr">
                    <a:lnL w="12700" cap="flat" cmpd="sng" algn="ctr">
                      <a:solidFill>
                        <a:schemeClr val="tx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55224469"/>
                  </a:ext>
                </a:extLst>
              </a:tr>
              <a:tr h="469211">
                <a:tc>
                  <a:txBody>
                    <a:bodyPr/>
                    <a:lstStyle/>
                    <a:p>
                      <a:pPr marL="0" marR="0" indent="0" algn="ctr" defTabSz="685800" rtl="0" eaLnBrk="1" fontAlgn="base" latinLnBrk="0" hangingPunct="1">
                        <a:lnSpc>
                          <a:spcPct val="100000"/>
                        </a:lnSpc>
                        <a:spcBef>
                          <a:spcPts val="0"/>
                        </a:spcBef>
                        <a:spcAft>
                          <a:spcPts val="0"/>
                        </a:spcAft>
                        <a:buClrTx/>
                        <a:buSzTx/>
                        <a:buFontTx/>
                        <a:buNone/>
                        <a:tabLst/>
                        <a:defRPr/>
                      </a:pPr>
                      <a:r>
                        <a:rPr lang="en-GB" sz="1400" b="1" i="0" dirty="0">
                          <a:solidFill>
                            <a:srgbClr val="000000"/>
                          </a:solidFill>
                          <a:effectLst/>
                          <a:latin typeface="+mn-lt"/>
                          <a:cs typeface="Calibri Light" panose="020F0302020204030204" pitchFamily="34" charset="0"/>
                        </a:rPr>
                        <a:t>SUBTOPIC 7b</a:t>
                      </a:r>
                      <a:endParaRPr lang="en-US" sz="1400" b="1" i="0" dirty="0">
                        <a:solidFill>
                          <a:srgbClr val="000000"/>
                        </a:solidFill>
                        <a:effectLst/>
                        <a:latin typeface="+mn-lt"/>
                        <a:cs typeface="Calibri Light" panose="020F03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tcPr>
                </a:tc>
                <a:tc>
                  <a:txBody>
                    <a:bodyPr/>
                    <a:lstStyle/>
                    <a:p>
                      <a:pPr algn="l" rtl="0" fontAlgn="base"/>
                      <a:r>
                        <a:rPr lang="en-GB" sz="1400" b="0" i="0" dirty="0">
                          <a:solidFill>
                            <a:srgbClr val="000000"/>
                          </a:solidFill>
                          <a:effectLst/>
                          <a:latin typeface="+mn-lt"/>
                          <a:cs typeface="Calibri Light" panose="020F0302020204030204" pitchFamily="34" charset="0"/>
                        </a:rPr>
                        <a:t>Zero and Negative Indices</a:t>
                      </a:r>
                      <a:endParaRPr lang="en-US" sz="1400" b="0" i="0" dirty="0">
                        <a:solidFill>
                          <a:srgbClr val="000000"/>
                        </a:solidFill>
                        <a:effectLst/>
                        <a:latin typeface="+mn-lt"/>
                        <a:cs typeface="Calibri Light" panose="020F0302020204030204" pitchFamily="34" charset="0"/>
                      </a:endParaRPr>
                    </a:p>
                  </a:txBody>
                  <a:tcPr marL="45720" marR="4572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tcPr>
                </a:tc>
                <a:tc>
                  <a:txBody>
                    <a:bodyPr/>
                    <a:lstStyle/>
                    <a:p>
                      <a:pPr algn="ctr" rtl="0" fontAlgn="base"/>
                      <a:r>
                        <a:rPr lang="en-GB" sz="1400" b="0" i="0" dirty="0">
                          <a:solidFill>
                            <a:srgbClr val="000000"/>
                          </a:solidFill>
                          <a:effectLst/>
                          <a:latin typeface="+mn-lt"/>
                          <a:cs typeface="Calibri Light" panose="020F0302020204030204" pitchFamily="34" charset="0"/>
                        </a:rPr>
                        <a:t>59</a:t>
                      </a:r>
                      <a:endParaRPr lang="en-US" sz="1400" b="0" i="0" dirty="0">
                        <a:solidFill>
                          <a:srgbClr val="000000"/>
                        </a:solidFill>
                        <a:effectLst/>
                        <a:latin typeface="+mn-lt"/>
                        <a:cs typeface="Calibri Light" panose="020F0302020204030204" pitchFamily="34" charset="0"/>
                      </a:endParaRPr>
                    </a:p>
                  </a:txBody>
                  <a:tcPr marL="45720" marR="45720" anchor="ctr">
                    <a:lnL w="12700" cap="flat" cmpd="sng" algn="ctr">
                      <a:solidFill>
                        <a:schemeClr val="tx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39386217"/>
                  </a:ext>
                </a:extLst>
              </a:tr>
              <a:tr h="469211">
                <a:tc>
                  <a:txBody>
                    <a:bodyPr/>
                    <a:lstStyle/>
                    <a:p>
                      <a:pPr marL="0" marR="0" indent="0" algn="ctr" defTabSz="685800" rtl="0" eaLnBrk="1" fontAlgn="base" latinLnBrk="0" hangingPunct="1">
                        <a:lnSpc>
                          <a:spcPct val="100000"/>
                        </a:lnSpc>
                        <a:spcBef>
                          <a:spcPts val="0"/>
                        </a:spcBef>
                        <a:spcAft>
                          <a:spcPts val="0"/>
                        </a:spcAft>
                        <a:buClrTx/>
                        <a:buSzTx/>
                        <a:buFontTx/>
                        <a:buNone/>
                        <a:tabLst/>
                        <a:defRPr/>
                      </a:pPr>
                      <a:endParaRPr lang="en-US" sz="1400" b="1" i="0" dirty="0">
                        <a:solidFill>
                          <a:srgbClr val="000000"/>
                        </a:solidFill>
                        <a:effectLst/>
                        <a:latin typeface="+mn-lt"/>
                        <a:cs typeface="Calibri Light" panose="020F03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tcPr>
                </a:tc>
                <a:tc>
                  <a:txBody>
                    <a:bodyPr/>
                    <a:lstStyle/>
                    <a:p>
                      <a:pPr algn="l" rtl="0" fontAlgn="base"/>
                      <a:r>
                        <a:rPr lang="en-GB" sz="1400" b="1" i="0" dirty="0">
                          <a:solidFill>
                            <a:srgbClr val="000000"/>
                          </a:solidFill>
                          <a:effectLst/>
                          <a:latin typeface="+mn-lt"/>
                          <a:cs typeface="Calibri Light" panose="020F0302020204030204" pitchFamily="34" charset="0"/>
                        </a:rPr>
                        <a:t>GCSE Practice Questions</a:t>
                      </a:r>
                      <a:endParaRPr lang="en-US" sz="1400" b="1" i="0" dirty="0">
                        <a:solidFill>
                          <a:srgbClr val="000000"/>
                        </a:solidFill>
                        <a:effectLst/>
                        <a:latin typeface="+mn-lt"/>
                        <a:cs typeface="Calibri Light" panose="020F0302020204030204" pitchFamily="34" charset="0"/>
                      </a:endParaRPr>
                    </a:p>
                  </a:txBody>
                  <a:tcPr marL="45720" marR="4572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tcPr>
                </a:tc>
                <a:tc>
                  <a:txBody>
                    <a:bodyPr/>
                    <a:lstStyle/>
                    <a:p>
                      <a:pPr algn="ctr" rtl="0" fontAlgn="base"/>
                      <a:r>
                        <a:rPr lang="en-GB" sz="1400" b="0" i="0" dirty="0">
                          <a:solidFill>
                            <a:srgbClr val="000000"/>
                          </a:solidFill>
                          <a:effectLst/>
                          <a:latin typeface="+mn-lt"/>
                          <a:cs typeface="Calibri Light" panose="020F0302020204030204" pitchFamily="34" charset="0"/>
                        </a:rPr>
                        <a:t>62</a:t>
                      </a:r>
                      <a:endParaRPr lang="en-US" sz="1400" b="0" i="0" dirty="0">
                        <a:solidFill>
                          <a:srgbClr val="000000"/>
                        </a:solidFill>
                        <a:effectLst/>
                        <a:latin typeface="+mn-lt"/>
                        <a:cs typeface="Calibri Light" panose="020F0302020204030204" pitchFamily="34" charset="0"/>
                      </a:endParaRPr>
                    </a:p>
                  </a:txBody>
                  <a:tcPr marL="45720" marR="45720" anchor="ctr">
                    <a:lnL w="12700" cap="flat" cmpd="sng" algn="ctr">
                      <a:solidFill>
                        <a:schemeClr val="tx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81600875"/>
                  </a:ext>
                </a:extLst>
              </a:tr>
              <a:tr h="469211">
                <a:tc>
                  <a:txBody>
                    <a:bodyPr/>
                    <a:lstStyle/>
                    <a:p>
                      <a:pPr marL="0" marR="0" indent="0" algn="ctr" defTabSz="685800" rtl="0" eaLnBrk="1" fontAlgn="base" latinLnBrk="0" hangingPunct="1">
                        <a:lnSpc>
                          <a:spcPct val="100000"/>
                        </a:lnSpc>
                        <a:spcBef>
                          <a:spcPts val="0"/>
                        </a:spcBef>
                        <a:spcAft>
                          <a:spcPts val="0"/>
                        </a:spcAft>
                        <a:buClrTx/>
                        <a:buSzTx/>
                        <a:buFontTx/>
                        <a:buNone/>
                        <a:tabLst/>
                        <a:defRPr/>
                      </a:pPr>
                      <a:r>
                        <a:rPr lang="en-GB" sz="1400" b="1" i="0" dirty="0">
                          <a:solidFill>
                            <a:srgbClr val="000000"/>
                          </a:solidFill>
                          <a:effectLst/>
                          <a:latin typeface="+mn-lt"/>
                          <a:cs typeface="Calibri Light" panose="020F0302020204030204" pitchFamily="34" charset="0"/>
                        </a:rPr>
                        <a:t>SUBTOPIC 8a</a:t>
                      </a:r>
                      <a:endParaRPr lang="en-US" sz="1400" b="1" i="0" dirty="0">
                        <a:solidFill>
                          <a:srgbClr val="000000"/>
                        </a:solidFill>
                        <a:effectLst/>
                        <a:latin typeface="+mn-lt"/>
                        <a:cs typeface="Calibri Light" panose="020F03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tcPr>
                </a:tc>
                <a:tc>
                  <a:txBody>
                    <a:bodyPr/>
                    <a:lstStyle/>
                    <a:p>
                      <a:pPr algn="l" rtl="0" fontAlgn="base"/>
                      <a:r>
                        <a:rPr lang="en-GB" sz="1400" b="0" i="0" dirty="0">
                          <a:solidFill>
                            <a:srgbClr val="000000"/>
                          </a:solidFill>
                          <a:effectLst/>
                          <a:latin typeface="+mn-lt"/>
                          <a:cs typeface="Calibri Light" panose="020F0302020204030204" pitchFamily="34" charset="0"/>
                        </a:rPr>
                        <a:t>(Crossover) Standard Form</a:t>
                      </a:r>
                      <a:endParaRPr lang="en-US" sz="1400" b="0" i="0" dirty="0">
                        <a:solidFill>
                          <a:srgbClr val="000000"/>
                        </a:solidFill>
                        <a:effectLst/>
                        <a:latin typeface="+mn-lt"/>
                        <a:cs typeface="Calibri Light" panose="020F0302020204030204" pitchFamily="34" charset="0"/>
                      </a:endParaRPr>
                    </a:p>
                  </a:txBody>
                  <a:tcPr marL="45720" marR="4572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tcPr>
                </a:tc>
                <a:tc>
                  <a:txBody>
                    <a:bodyPr/>
                    <a:lstStyle/>
                    <a:p>
                      <a:pPr algn="ctr" rtl="0" fontAlgn="base"/>
                      <a:r>
                        <a:rPr lang="en-GB" sz="1400" b="0" i="0" dirty="0">
                          <a:solidFill>
                            <a:srgbClr val="000000"/>
                          </a:solidFill>
                          <a:effectLst/>
                          <a:latin typeface="+mn-lt"/>
                          <a:cs typeface="Calibri Light" panose="020F0302020204030204" pitchFamily="34" charset="0"/>
                        </a:rPr>
                        <a:t>64</a:t>
                      </a:r>
                      <a:endParaRPr lang="en-US" sz="1400" b="0" i="0" dirty="0">
                        <a:solidFill>
                          <a:srgbClr val="000000"/>
                        </a:solidFill>
                        <a:effectLst/>
                        <a:latin typeface="+mn-lt"/>
                        <a:cs typeface="Calibri Light" panose="020F0302020204030204" pitchFamily="34" charset="0"/>
                      </a:endParaRPr>
                    </a:p>
                  </a:txBody>
                  <a:tcPr marL="45720" marR="45720" anchor="ctr">
                    <a:lnL w="12700" cap="flat" cmpd="sng" algn="ctr">
                      <a:solidFill>
                        <a:schemeClr val="tx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07006413"/>
                  </a:ext>
                </a:extLst>
              </a:tr>
              <a:tr h="469211">
                <a:tc>
                  <a:txBody>
                    <a:bodyPr/>
                    <a:lstStyle/>
                    <a:p>
                      <a:pPr marL="0" marR="0" indent="0" algn="ctr" defTabSz="685800" rtl="0" eaLnBrk="1" fontAlgn="base" latinLnBrk="0" hangingPunct="1">
                        <a:lnSpc>
                          <a:spcPct val="100000"/>
                        </a:lnSpc>
                        <a:spcBef>
                          <a:spcPts val="0"/>
                        </a:spcBef>
                        <a:spcAft>
                          <a:spcPts val="0"/>
                        </a:spcAft>
                        <a:buClrTx/>
                        <a:buSzTx/>
                        <a:buFontTx/>
                        <a:buNone/>
                        <a:tabLst/>
                        <a:defRPr/>
                      </a:pPr>
                      <a:r>
                        <a:rPr lang="en-GB" sz="1400" b="1" i="0" dirty="0">
                          <a:solidFill>
                            <a:srgbClr val="000000"/>
                          </a:solidFill>
                          <a:effectLst/>
                          <a:latin typeface="+mn-lt"/>
                          <a:cs typeface="Calibri Light" panose="020F0302020204030204" pitchFamily="34" charset="0"/>
                        </a:rPr>
                        <a:t>SUBTOPIC 8b</a:t>
                      </a:r>
                      <a:endParaRPr lang="en-US" sz="1400" b="1" i="0" dirty="0">
                        <a:solidFill>
                          <a:srgbClr val="000000"/>
                        </a:solidFill>
                        <a:effectLst/>
                        <a:latin typeface="+mn-lt"/>
                        <a:cs typeface="Calibri Light" panose="020F03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tcPr>
                </a:tc>
                <a:tc>
                  <a:txBody>
                    <a:bodyPr/>
                    <a:lstStyle/>
                    <a:p>
                      <a:pPr algn="l" rtl="0" fontAlgn="base"/>
                      <a:r>
                        <a:rPr lang="en-GB" sz="1400" b="0" i="0" dirty="0">
                          <a:solidFill>
                            <a:srgbClr val="000000"/>
                          </a:solidFill>
                          <a:effectLst/>
                          <a:latin typeface="+mn-lt"/>
                          <a:cs typeface="Calibri Light" panose="020F0302020204030204" pitchFamily="34" charset="0"/>
                        </a:rPr>
                        <a:t>The Four Operations with Standard Form</a:t>
                      </a:r>
                      <a:endParaRPr lang="en-US" sz="1400" b="0" i="0" dirty="0">
                        <a:solidFill>
                          <a:srgbClr val="000000"/>
                        </a:solidFill>
                        <a:effectLst/>
                        <a:latin typeface="+mn-lt"/>
                        <a:cs typeface="Calibri Light" panose="020F0302020204030204" pitchFamily="34" charset="0"/>
                      </a:endParaRPr>
                    </a:p>
                  </a:txBody>
                  <a:tcPr marL="45720" marR="4572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tcPr>
                </a:tc>
                <a:tc>
                  <a:txBody>
                    <a:bodyPr/>
                    <a:lstStyle/>
                    <a:p>
                      <a:pPr algn="ctr" rtl="0" fontAlgn="base"/>
                      <a:r>
                        <a:rPr lang="en-GB" sz="1400" b="0" i="0" dirty="0">
                          <a:solidFill>
                            <a:srgbClr val="000000"/>
                          </a:solidFill>
                          <a:effectLst/>
                          <a:latin typeface="+mn-lt"/>
                          <a:cs typeface="Calibri Light" panose="020F0302020204030204" pitchFamily="34" charset="0"/>
                        </a:rPr>
                        <a:t>75</a:t>
                      </a:r>
                      <a:endParaRPr lang="en-US" sz="1400" b="0" i="0" dirty="0">
                        <a:solidFill>
                          <a:srgbClr val="000000"/>
                        </a:solidFill>
                        <a:effectLst/>
                        <a:latin typeface="+mn-lt"/>
                        <a:cs typeface="Calibri Light" panose="020F0302020204030204" pitchFamily="34" charset="0"/>
                      </a:endParaRPr>
                    </a:p>
                  </a:txBody>
                  <a:tcPr marL="45720" marR="45720" anchor="ctr">
                    <a:lnL w="12700" cap="flat" cmpd="sng" algn="ctr">
                      <a:solidFill>
                        <a:schemeClr val="tx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57836608"/>
                  </a:ext>
                </a:extLst>
              </a:tr>
              <a:tr h="469211">
                <a:tc>
                  <a:txBody>
                    <a:bodyPr/>
                    <a:lstStyle/>
                    <a:p>
                      <a:pPr marL="0" marR="0" indent="0" algn="ctr" defTabSz="685800" rtl="0" eaLnBrk="1" fontAlgn="base" latinLnBrk="0" hangingPunct="1">
                        <a:lnSpc>
                          <a:spcPct val="100000"/>
                        </a:lnSpc>
                        <a:spcBef>
                          <a:spcPts val="0"/>
                        </a:spcBef>
                        <a:spcAft>
                          <a:spcPts val="0"/>
                        </a:spcAft>
                        <a:buClrTx/>
                        <a:buSzTx/>
                        <a:buFontTx/>
                        <a:buNone/>
                        <a:tabLst/>
                        <a:defRPr/>
                      </a:pPr>
                      <a:endParaRPr lang="en-US" sz="1400" b="1" i="0" dirty="0">
                        <a:solidFill>
                          <a:srgbClr val="000000"/>
                        </a:solidFill>
                        <a:effectLst/>
                        <a:latin typeface="+mn-lt"/>
                        <a:cs typeface="Calibri Light" panose="020F03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tcPr>
                </a:tc>
                <a:tc>
                  <a:txBody>
                    <a:bodyPr/>
                    <a:lstStyle/>
                    <a:p>
                      <a:pPr algn="l" rtl="0" fontAlgn="base"/>
                      <a:r>
                        <a:rPr lang="en-GB" sz="1400" b="1" i="0" dirty="0">
                          <a:solidFill>
                            <a:srgbClr val="000000"/>
                          </a:solidFill>
                          <a:effectLst/>
                          <a:latin typeface="+mn-lt"/>
                          <a:cs typeface="Calibri Light" panose="020F0302020204030204" pitchFamily="34" charset="0"/>
                        </a:rPr>
                        <a:t>GCSE Practice Questions</a:t>
                      </a:r>
                      <a:endParaRPr lang="en-US" sz="1400" b="1" i="0" dirty="0">
                        <a:solidFill>
                          <a:srgbClr val="000000"/>
                        </a:solidFill>
                        <a:effectLst/>
                        <a:latin typeface="+mn-lt"/>
                        <a:cs typeface="Calibri Light" panose="020F0302020204030204" pitchFamily="34" charset="0"/>
                      </a:endParaRPr>
                    </a:p>
                  </a:txBody>
                  <a:tcPr marL="45720" marR="4572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tcPr>
                </a:tc>
                <a:tc>
                  <a:txBody>
                    <a:bodyPr/>
                    <a:lstStyle/>
                    <a:p>
                      <a:pPr algn="ctr" rtl="0" fontAlgn="base"/>
                      <a:r>
                        <a:rPr lang="en-GB" sz="1400" b="0" i="0" dirty="0">
                          <a:solidFill>
                            <a:srgbClr val="000000"/>
                          </a:solidFill>
                          <a:effectLst/>
                          <a:latin typeface="+mn-lt"/>
                          <a:cs typeface="Calibri Light" panose="020F0302020204030204" pitchFamily="34" charset="0"/>
                        </a:rPr>
                        <a:t>88</a:t>
                      </a:r>
                      <a:endParaRPr lang="en-US" sz="1400" b="0" i="0" dirty="0">
                        <a:solidFill>
                          <a:srgbClr val="000000"/>
                        </a:solidFill>
                        <a:effectLst/>
                        <a:latin typeface="+mn-lt"/>
                        <a:cs typeface="Calibri Light" panose="020F0302020204030204" pitchFamily="34" charset="0"/>
                      </a:endParaRPr>
                    </a:p>
                  </a:txBody>
                  <a:tcPr marL="45720" marR="45720" anchor="ctr">
                    <a:lnL w="12700" cap="flat" cmpd="sng" algn="ctr">
                      <a:solidFill>
                        <a:schemeClr val="tx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32370762"/>
                  </a:ext>
                </a:extLst>
              </a:tr>
              <a:tr h="751229">
                <a:tc>
                  <a:txBody>
                    <a:bodyPr/>
                    <a:lstStyle/>
                    <a:p>
                      <a:pPr marL="0" marR="0" indent="0" algn="ctr" defTabSz="685800" rtl="0" eaLnBrk="1" fontAlgn="base" latinLnBrk="0" hangingPunct="1">
                        <a:lnSpc>
                          <a:spcPct val="100000"/>
                        </a:lnSpc>
                        <a:spcBef>
                          <a:spcPts val="0"/>
                        </a:spcBef>
                        <a:spcAft>
                          <a:spcPts val="0"/>
                        </a:spcAft>
                        <a:buClrTx/>
                        <a:buSzTx/>
                        <a:buFontTx/>
                        <a:buNone/>
                        <a:tabLst/>
                        <a:defRPr/>
                      </a:pPr>
                      <a:r>
                        <a:rPr lang="en-GB" sz="1400" b="1" i="0" dirty="0">
                          <a:solidFill>
                            <a:srgbClr val="000000"/>
                          </a:solidFill>
                          <a:effectLst/>
                          <a:latin typeface="+mn-lt"/>
                          <a:cs typeface="Calibri Light" panose="020F0302020204030204" pitchFamily="34" charset="0"/>
                        </a:rPr>
                        <a:t>SUBTOPIC 9</a:t>
                      </a:r>
                      <a:endParaRPr lang="en-US" sz="1400" b="1" i="0" dirty="0">
                        <a:solidFill>
                          <a:srgbClr val="000000"/>
                        </a:solidFill>
                        <a:effectLst/>
                        <a:latin typeface="+mn-lt"/>
                        <a:cs typeface="Calibri Light" panose="020F03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tcPr>
                </a:tc>
                <a:tc>
                  <a:txBody>
                    <a:bodyPr/>
                    <a:lstStyle/>
                    <a:p>
                      <a:pPr algn="l" rtl="0" fontAlgn="base"/>
                      <a:r>
                        <a:rPr lang="en-GB" sz="1400" b="0" i="0" dirty="0">
                          <a:solidFill>
                            <a:srgbClr val="000000"/>
                          </a:solidFill>
                          <a:effectLst/>
                          <a:latin typeface="+mn-lt"/>
                          <a:cs typeface="Calibri Light" panose="020F0302020204030204" pitchFamily="34" charset="0"/>
                        </a:rPr>
                        <a:t>(Crossover) Limits of Accuracy, Bounds and Error Intervals</a:t>
                      </a:r>
                      <a:endParaRPr lang="en-US" sz="1400" b="0" i="0" dirty="0">
                        <a:solidFill>
                          <a:srgbClr val="000000"/>
                        </a:solidFill>
                        <a:effectLst/>
                        <a:latin typeface="+mn-lt"/>
                        <a:cs typeface="Calibri Light" panose="020F0302020204030204" pitchFamily="34" charset="0"/>
                      </a:endParaRPr>
                    </a:p>
                  </a:txBody>
                  <a:tcPr marL="45720" marR="4572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tcPr>
                </a:tc>
                <a:tc>
                  <a:txBody>
                    <a:bodyPr/>
                    <a:lstStyle/>
                    <a:p>
                      <a:pPr algn="ctr" rtl="0" fontAlgn="base"/>
                      <a:r>
                        <a:rPr lang="en-GB" sz="1400" b="0" i="0" dirty="0">
                          <a:solidFill>
                            <a:srgbClr val="000000"/>
                          </a:solidFill>
                          <a:effectLst/>
                          <a:latin typeface="+mn-lt"/>
                          <a:cs typeface="Calibri Light" panose="020F0302020204030204" pitchFamily="34" charset="0"/>
                        </a:rPr>
                        <a:t>90</a:t>
                      </a:r>
                      <a:endParaRPr lang="en-US" sz="1400" b="0" i="0" dirty="0">
                        <a:solidFill>
                          <a:srgbClr val="000000"/>
                        </a:solidFill>
                        <a:effectLst/>
                        <a:latin typeface="+mn-lt"/>
                        <a:cs typeface="Calibri Light" panose="020F0302020204030204" pitchFamily="34" charset="0"/>
                      </a:endParaRPr>
                    </a:p>
                  </a:txBody>
                  <a:tcPr marL="45720" marR="45720" anchor="ctr">
                    <a:lnL w="12700" cap="flat" cmpd="sng" algn="ctr">
                      <a:solidFill>
                        <a:schemeClr val="tx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18951294"/>
                  </a:ext>
                </a:extLst>
              </a:tr>
              <a:tr h="469211">
                <a:tc>
                  <a:txBody>
                    <a:bodyPr/>
                    <a:lstStyle/>
                    <a:p>
                      <a:pPr marL="0" marR="0" indent="0" algn="ctr" defTabSz="685800" rtl="0" eaLnBrk="1" fontAlgn="base" latinLnBrk="0" hangingPunct="1">
                        <a:lnSpc>
                          <a:spcPct val="100000"/>
                        </a:lnSpc>
                        <a:spcBef>
                          <a:spcPts val="0"/>
                        </a:spcBef>
                        <a:spcAft>
                          <a:spcPts val="0"/>
                        </a:spcAft>
                        <a:buClrTx/>
                        <a:buSzTx/>
                        <a:buFontTx/>
                        <a:buNone/>
                        <a:tabLst/>
                        <a:defRPr/>
                      </a:pPr>
                      <a:endParaRPr lang="en-US" sz="1400" b="1" i="0" dirty="0">
                        <a:solidFill>
                          <a:srgbClr val="000000"/>
                        </a:solidFill>
                        <a:effectLst/>
                        <a:latin typeface="+mn-lt"/>
                        <a:cs typeface="Calibri Light" panose="020F03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5800" rtl="0" eaLnBrk="1" fontAlgn="base" latinLnBrk="0" hangingPunct="1">
                        <a:lnSpc>
                          <a:spcPct val="100000"/>
                        </a:lnSpc>
                        <a:spcBef>
                          <a:spcPts val="0"/>
                        </a:spcBef>
                        <a:spcAft>
                          <a:spcPts val="0"/>
                        </a:spcAft>
                        <a:buClrTx/>
                        <a:buSzTx/>
                        <a:buFontTx/>
                        <a:buNone/>
                        <a:tabLst/>
                        <a:defRPr/>
                      </a:pPr>
                      <a:r>
                        <a:rPr lang="en-GB" sz="1400" b="1" i="0" dirty="0">
                          <a:solidFill>
                            <a:srgbClr val="000000"/>
                          </a:solidFill>
                          <a:effectLst/>
                          <a:latin typeface="+mn-lt"/>
                          <a:cs typeface="Calibri Light" panose="020F0302020204030204" pitchFamily="34" charset="0"/>
                        </a:rPr>
                        <a:t>GCSE Practice Questions</a:t>
                      </a:r>
                      <a:endParaRPr lang="en-US" sz="1400" b="1" i="0" dirty="0">
                        <a:solidFill>
                          <a:srgbClr val="000000"/>
                        </a:solidFill>
                        <a:effectLst/>
                        <a:latin typeface="+mn-lt"/>
                        <a:cs typeface="Calibri Light" panose="020F0302020204030204" pitchFamily="34" charset="0"/>
                      </a:endParaRPr>
                    </a:p>
                  </a:txBody>
                  <a:tcPr marL="45720" marR="4572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tcPr>
                </a:tc>
                <a:tc>
                  <a:txBody>
                    <a:bodyPr/>
                    <a:lstStyle/>
                    <a:p>
                      <a:pPr algn="ctr" rtl="0" fontAlgn="base"/>
                      <a:r>
                        <a:rPr lang="en-GB" sz="1400" b="0" i="0" dirty="0">
                          <a:solidFill>
                            <a:srgbClr val="000000"/>
                          </a:solidFill>
                          <a:effectLst/>
                          <a:latin typeface="+mn-lt"/>
                          <a:cs typeface="Calibri Light" panose="020F0302020204030204" pitchFamily="34" charset="0"/>
                        </a:rPr>
                        <a:t>104</a:t>
                      </a:r>
                      <a:endParaRPr lang="en-US" sz="1400" b="0" i="0" dirty="0">
                        <a:solidFill>
                          <a:srgbClr val="000000"/>
                        </a:solidFill>
                        <a:effectLst/>
                        <a:latin typeface="+mn-lt"/>
                        <a:cs typeface="Calibri Light" panose="020F0302020204030204" pitchFamily="34" charset="0"/>
                      </a:endParaRPr>
                    </a:p>
                  </a:txBody>
                  <a:tcPr marL="45720" marR="45720" anchor="ctr">
                    <a:lnL w="12700" cap="flat" cmpd="sng" algn="ctr">
                      <a:solidFill>
                        <a:schemeClr val="tx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05639052"/>
                  </a:ext>
                </a:extLst>
              </a:tr>
            </a:tbl>
          </a:graphicData>
        </a:graphic>
      </p:graphicFrame>
    </p:spTree>
    <p:extLst>
      <p:ext uri="{BB962C8B-B14F-4D97-AF65-F5344CB8AC3E}">
        <p14:creationId xmlns:p14="http://schemas.microsoft.com/office/powerpoint/2010/main" val="12579124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TextBox 106">
            <a:extLst>
              <a:ext uri="{FF2B5EF4-FFF2-40B4-BE49-F238E27FC236}">
                <a16:creationId xmlns:a16="http://schemas.microsoft.com/office/drawing/2014/main" id="{8B18A967-1850-1C4D-BBF0-6C0490978000}"/>
              </a:ext>
            </a:extLst>
          </p:cNvPr>
          <p:cNvSpPr txBox="1"/>
          <p:nvPr/>
        </p:nvSpPr>
        <p:spPr>
          <a:xfrm>
            <a:off x="3619329" y="6116835"/>
            <a:ext cx="3469147" cy="2616101"/>
          </a:xfrm>
          <a:prstGeom prst="rect">
            <a:avLst/>
          </a:prstGeom>
          <a:noFill/>
        </p:spPr>
        <p:txBody>
          <a:bodyPr wrap="square" rtlCol="0">
            <a:spAutoFit/>
          </a:bodyPr>
          <a:lstStyle/>
          <a:p>
            <a:pPr marL="228600" indent="-228600">
              <a:buAutoNum type="alphaLcParenBoth"/>
            </a:pPr>
            <a:r>
              <a:rPr lang="en-GB" sz="1200" dirty="0"/>
              <a:t>Write down the first five multiples of 4</a:t>
            </a:r>
            <a:r>
              <a:rPr lang="en-GB" sz="1200" dirty="0">
                <a:solidFill>
                  <a:prstClr val="black"/>
                </a:solidFill>
              </a:rPr>
              <a:t>. </a:t>
            </a:r>
          </a:p>
          <a:p>
            <a:pPr marL="228600" indent="-228600">
              <a:buAutoNum type="alphaLcParenBoth"/>
            </a:pPr>
            <a:endParaRPr lang="en-GB" sz="1200" dirty="0">
              <a:solidFill>
                <a:prstClr val="black"/>
              </a:solidFill>
            </a:endParaRPr>
          </a:p>
          <a:p>
            <a:pPr marL="228600" indent="-228600">
              <a:buAutoNum type="alphaLcParenBoth"/>
            </a:pPr>
            <a:endParaRPr lang="en-GB" sz="1200" dirty="0">
              <a:solidFill>
                <a:prstClr val="black"/>
              </a:solidFill>
            </a:endParaRPr>
          </a:p>
          <a:p>
            <a:pPr marL="228600" indent="-228600">
              <a:buAutoNum type="alphaLcParenBoth"/>
            </a:pPr>
            <a:endParaRPr lang="en-GB" sz="1200" dirty="0">
              <a:solidFill>
                <a:prstClr val="black"/>
              </a:solidFill>
            </a:endParaRPr>
          </a:p>
          <a:p>
            <a:pPr marL="228600" indent="-228600">
              <a:buAutoNum type="alphaLcParenBoth" startAt="2"/>
            </a:pPr>
            <a:r>
              <a:rPr lang="en-GB" sz="1200" dirty="0"/>
              <a:t>Write down the first five multiples of 5</a:t>
            </a:r>
            <a:r>
              <a:rPr lang="en-GB" sz="1200" dirty="0">
                <a:solidFill>
                  <a:prstClr val="black"/>
                </a:solidFill>
              </a:rPr>
              <a:t>. </a:t>
            </a:r>
          </a:p>
          <a:p>
            <a:pPr marL="228600" indent="-228600">
              <a:buAutoNum type="alphaLcParenBoth" startAt="2"/>
            </a:pPr>
            <a:endParaRPr lang="en-GB" sz="1200" dirty="0">
              <a:solidFill>
                <a:prstClr val="black"/>
              </a:solidFill>
            </a:endParaRPr>
          </a:p>
          <a:p>
            <a:pPr marL="228600" indent="-228600">
              <a:buAutoNum type="alphaLcParenBoth" startAt="2"/>
            </a:pPr>
            <a:endParaRPr lang="en-GB" sz="1200" dirty="0">
              <a:solidFill>
                <a:prstClr val="black"/>
              </a:solidFill>
            </a:endParaRPr>
          </a:p>
          <a:p>
            <a:pPr marL="228600" indent="-228600">
              <a:buAutoNum type="alphaLcParenBoth" startAt="2"/>
            </a:pPr>
            <a:endParaRPr lang="en-GB" sz="1200" dirty="0">
              <a:solidFill>
                <a:prstClr val="black"/>
              </a:solidFill>
            </a:endParaRPr>
          </a:p>
          <a:p>
            <a:pPr marL="228600" indent="-228600">
              <a:buAutoNum type="alphaLcParenBoth" startAt="3"/>
            </a:pPr>
            <a:r>
              <a:rPr lang="en-GB" sz="1200" dirty="0"/>
              <a:t>List the first five common multiples of 4 and 5. </a:t>
            </a:r>
          </a:p>
          <a:p>
            <a:pPr marL="228600" indent="-228600">
              <a:buAutoNum type="alphaLcParenBoth" startAt="3"/>
            </a:pPr>
            <a:endParaRPr lang="en-GB" sz="1200" dirty="0"/>
          </a:p>
          <a:p>
            <a:endParaRPr lang="en-GB" sz="1600" dirty="0"/>
          </a:p>
          <a:p>
            <a:endParaRPr lang="en-GB" sz="1600" dirty="0"/>
          </a:p>
          <a:p>
            <a:r>
              <a:rPr lang="en-GB" sz="1200" dirty="0">
                <a:solidFill>
                  <a:prstClr val="black"/>
                </a:solidFill>
              </a:rPr>
              <a:t>(d)  Find the lowest common multiple of 4 and 5. </a:t>
            </a:r>
          </a:p>
        </p:txBody>
      </p:sp>
      <p:sp>
        <p:nvSpPr>
          <p:cNvPr id="2" name="Slide Number Placeholder 1">
            <a:extLst>
              <a:ext uri="{FF2B5EF4-FFF2-40B4-BE49-F238E27FC236}">
                <a16:creationId xmlns:a16="http://schemas.microsoft.com/office/drawing/2014/main" id="{F3B6EFE1-0BD8-7A4B-A457-4ACAB5DB011B}"/>
              </a:ext>
            </a:extLst>
          </p:cNvPr>
          <p:cNvSpPr>
            <a:spLocks noGrp="1"/>
          </p:cNvSpPr>
          <p:nvPr>
            <p:ph type="sldNum" sz="quarter" idx="12"/>
          </p:nvPr>
        </p:nvSpPr>
        <p:spPr>
          <a:xfrm>
            <a:off x="5339038" y="9499352"/>
            <a:ext cx="1543050" cy="527403"/>
          </a:xfrm>
        </p:spPr>
        <p:txBody>
          <a:bodyPr/>
          <a:lstStyle/>
          <a:p>
            <a:fld id="{19F1D9CC-7119-45EC-A96C-D8C0660F3AAB}" type="slidenum">
              <a:rPr lang="en-GB" smtClean="0"/>
              <a:t>4</a:t>
            </a:fld>
            <a:endParaRPr lang="en-GB" dirty="0"/>
          </a:p>
        </p:txBody>
      </p:sp>
      <p:sp>
        <p:nvSpPr>
          <p:cNvPr id="3" name="Rectangle 2">
            <a:extLst>
              <a:ext uri="{FF2B5EF4-FFF2-40B4-BE49-F238E27FC236}">
                <a16:creationId xmlns:a16="http://schemas.microsoft.com/office/drawing/2014/main" id="{EEB31203-9840-BF41-BC21-9BBDC9FD889E}"/>
              </a:ext>
            </a:extLst>
          </p:cNvPr>
          <p:cNvSpPr/>
          <p:nvPr/>
        </p:nvSpPr>
        <p:spPr>
          <a:xfrm>
            <a:off x="62231" y="349311"/>
            <a:ext cx="6728829" cy="141744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ysClr val="windowText" lastClr="000000"/>
              </a:solidFill>
            </a:endParaRPr>
          </a:p>
        </p:txBody>
      </p:sp>
      <p:sp>
        <p:nvSpPr>
          <p:cNvPr id="4" name="Rectangle 3">
            <a:extLst>
              <a:ext uri="{FF2B5EF4-FFF2-40B4-BE49-F238E27FC236}">
                <a16:creationId xmlns:a16="http://schemas.microsoft.com/office/drawing/2014/main" id="{1EED420E-C5C3-084E-AD63-09BFD36770FC}"/>
              </a:ext>
            </a:extLst>
          </p:cNvPr>
          <p:cNvSpPr/>
          <p:nvPr/>
        </p:nvSpPr>
        <p:spPr>
          <a:xfrm>
            <a:off x="-2618" y="3326"/>
            <a:ext cx="6858000" cy="2880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Subtopic 1 – Multiples and Factors</a:t>
            </a:r>
          </a:p>
        </p:txBody>
      </p:sp>
      <p:sp>
        <p:nvSpPr>
          <p:cNvPr id="5" name="TextBox 4">
            <a:extLst>
              <a:ext uri="{FF2B5EF4-FFF2-40B4-BE49-F238E27FC236}">
                <a16:creationId xmlns:a16="http://schemas.microsoft.com/office/drawing/2014/main" id="{11A70DB0-E034-5E48-820B-5C1AA0BA9573}"/>
              </a:ext>
            </a:extLst>
          </p:cNvPr>
          <p:cNvSpPr txBox="1"/>
          <p:nvPr/>
        </p:nvSpPr>
        <p:spPr>
          <a:xfrm>
            <a:off x="295089" y="722052"/>
            <a:ext cx="1149390" cy="276999"/>
          </a:xfrm>
          <a:prstGeom prst="rect">
            <a:avLst/>
          </a:prstGeom>
          <a:noFill/>
        </p:spPr>
        <p:txBody>
          <a:bodyPr wrap="square" rtlCol="0">
            <a:spAutoFit/>
          </a:bodyPr>
          <a:lstStyle/>
          <a:p>
            <a:r>
              <a:rPr lang="en-GB" sz="1200" b="1" dirty="0"/>
              <a:t>Objectives</a:t>
            </a:r>
            <a:r>
              <a:rPr lang="en-GB" sz="1200" b="1" dirty="0">
                <a:solidFill>
                  <a:srgbClr val="0070C0"/>
                </a:solidFill>
              </a:rPr>
              <a:t>:</a:t>
            </a:r>
          </a:p>
        </p:txBody>
      </p:sp>
      <p:sp>
        <p:nvSpPr>
          <p:cNvPr id="6" name="TextBox 5">
            <a:extLst>
              <a:ext uri="{FF2B5EF4-FFF2-40B4-BE49-F238E27FC236}">
                <a16:creationId xmlns:a16="http://schemas.microsoft.com/office/drawing/2014/main" id="{37984E60-955D-B34D-9C29-81C074B56229}"/>
              </a:ext>
            </a:extLst>
          </p:cNvPr>
          <p:cNvSpPr txBox="1"/>
          <p:nvPr/>
        </p:nvSpPr>
        <p:spPr>
          <a:xfrm>
            <a:off x="669076" y="929880"/>
            <a:ext cx="5055338" cy="646331"/>
          </a:xfrm>
          <a:prstGeom prst="rect">
            <a:avLst/>
          </a:prstGeom>
          <a:noFill/>
        </p:spPr>
        <p:txBody>
          <a:bodyPr wrap="square" rtlCol="0">
            <a:spAutoFit/>
          </a:bodyPr>
          <a:lstStyle/>
          <a:p>
            <a:pPr marL="342900" indent="-342900">
              <a:buFont typeface="+mj-lt"/>
              <a:buAutoNum type="arabicPeriod"/>
              <a:defRPr/>
            </a:pPr>
            <a:r>
              <a:rPr lang="en-GB" sz="1200" dirty="0"/>
              <a:t>Find multiples of whole numbers.</a:t>
            </a:r>
          </a:p>
          <a:p>
            <a:pPr marL="342900" indent="-342900">
              <a:buFont typeface="+mj-lt"/>
              <a:buAutoNum type="arabicPeriod"/>
              <a:defRPr/>
            </a:pPr>
            <a:r>
              <a:rPr lang="en-GB" sz="1200" dirty="0"/>
              <a:t>Recognise multiples of numbers.</a:t>
            </a:r>
          </a:p>
          <a:p>
            <a:pPr marL="342900" indent="-342900">
              <a:buFont typeface="+mj-lt"/>
              <a:buAutoNum type="arabicPeriod"/>
              <a:defRPr/>
            </a:pPr>
            <a:r>
              <a:rPr lang="en-GB" sz="1200" dirty="0"/>
              <a:t>Look at problem solving questions.</a:t>
            </a:r>
          </a:p>
        </p:txBody>
      </p:sp>
      <p:sp>
        <p:nvSpPr>
          <p:cNvPr id="7" name="TextBox 6">
            <a:extLst>
              <a:ext uri="{FF2B5EF4-FFF2-40B4-BE49-F238E27FC236}">
                <a16:creationId xmlns:a16="http://schemas.microsoft.com/office/drawing/2014/main" id="{36530E70-874D-7543-8430-2F865F81EB0F}"/>
              </a:ext>
            </a:extLst>
          </p:cNvPr>
          <p:cNvSpPr txBox="1"/>
          <p:nvPr/>
        </p:nvSpPr>
        <p:spPr>
          <a:xfrm>
            <a:off x="902330" y="416060"/>
            <a:ext cx="5048103" cy="276999"/>
          </a:xfrm>
          <a:prstGeom prst="rect">
            <a:avLst/>
          </a:prstGeom>
          <a:noFill/>
          <a:ln>
            <a:solidFill>
              <a:schemeClr val="tx1"/>
            </a:solidFill>
          </a:ln>
        </p:spPr>
        <p:txBody>
          <a:bodyPr wrap="square" rtlCol="0">
            <a:spAutoFit/>
          </a:bodyPr>
          <a:lstStyle/>
          <a:p>
            <a:pPr algn="ctr"/>
            <a:r>
              <a:rPr lang="en-GB" sz="1200" b="1" dirty="0"/>
              <a:t>LEARNING OUTCOME:</a:t>
            </a:r>
            <a:r>
              <a:rPr lang="en-GB" sz="1200" dirty="0"/>
              <a:t> To understand what multiples of whole numbers are</a:t>
            </a:r>
          </a:p>
        </p:txBody>
      </p:sp>
      <p:sp>
        <p:nvSpPr>
          <p:cNvPr id="8" name="TextBox 7">
            <a:extLst>
              <a:ext uri="{FF2B5EF4-FFF2-40B4-BE49-F238E27FC236}">
                <a16:creationId xmlns:a16="http://schemas.microsoft.com/office/drawing/2014/main" id="{169B8EF0-B913-6D41-A23F-4869CF21BF26}"/>
              </a:ext>
            </a:extLst>
          </p:cNvPr>
          <p:cNvSpPr txBox="1"/>
          <p:nvPr/>
        </p:nvSpPr>
        <p:spPr>
          <a:xfrm>
            <a:off x="5598045" y="1094127"/>
            <a:ext cx="1139641" cy="600164"/>
          </a:xfrm>
          <a:prstGeom prst="rect">
            <a:avLst/>
          </a:prstGeom>
          <a:noFill/>
          <a:ln w="12700">
            <a:solidFill>
              <a:schemeClr val="tx1"/>
            </a:solidFill>
          </a:ln>
        </p:spPr>
        <p:txBody>
          <a:bodyPr wrap="square" rtlCol="0">
            <a:spAutoFit/>
          </a:bodyPr>
          <a:lstStyle/>
          <a:p>
            <a:r>
              <a:rPr lang="en-US" sz="1100" b="1" u="sng" dirty="0"/>
              <a:t>Keywords:</a:t>
            </a:r>
            <a:endParaRPr lang="en-US" sz="1100" dirty="0"/>
          </a:p>
          <a:p>
            <a:pPr marL="285750" indent="-285750">
              <a:buFont typeface=".AppleSystemUIFont" charset="-120"/>
              <a:buChar char="-"/>
            </a:pPr>
            <a:r>
              <a:rPr lang="en-US" sz="1100" dirty="0"/>
              <a:t>Multiples</a:t>
            </a:r>
          </a:p>
          <a:p>
            <a:pPr marL="285750" indent="-285750">
              <a:buFont typeface=".AppleSystemUIFont" charset="-120"/>
              <a:buChar char="-"/>
            </a:pPr>
            <a:r>
              <a:rPr lang="en-US" sz="1100" dirty="0"/>
              <a:t>Integers</a:t>
            </a:r>
          </a:p>
        </p:txBody>
      </p:sp>
      <p:sp>
        <p:nvSpPr>
          <p:cNvPr id="104" name="TextBox 103">
            <a:extLst>
              <a:ext uri="{FF2B5EF4-FFF2-40B4-BE49-F238E27FC236}">
                <a16:creationId xmlns:a16="http://schemas.microsoft.com/office/drawing/2014/main" id="{D2F667AB-7EBB-6B4B-9999-00A20EC1ED48}"/>
              </a:ext>
            </a:extLst>
          </p:cNvPr>
          <p:cNvSpPr txBox="1"/>
          <p:nvPr/>
        </p:nvSpPr>
        <p:spPr>
          <a:xfrm>
            <a:off x="200525" y="6136531"/>
            <a:ext cx="3383254" cy="2539157"/>
          </a:xfrm>
          <a:prstGeom prst="rect">
            <a:avLst/>
          </a:prstGeom>
          <a:noFill/>
        </p:spPr>
        <p:txBody>
          <a:bodyPr wrap="square" rtlCol="0">
            <a:spAutoFit/>
          </a:bodyPr>
          <a:lstStyle/>
          <a:p>
            <a:pPr marL="228600" indent="-228600">
              <a:buAutoNum type="alphaLcParenBoth"/>
            </a:pPr>
            <a:r>
              <a:rPr lang="en-GB" sz="1200" dirty="0"/>
              <a:t>Write down the first five multiples of 2</a:t>
            </a:r>
            <a:r>
              <a:rPr lang="en-GB" sz="1200" dirty="0">
                <a:solidFill>
                  <a:prstClr val="black"/>
                </a:solidFill>
              </a:rPr>
              <a:t>. </a:t>
            </a:r>
          </a:p>
          <a:p>
            <a:pPr marL="228600" indent="-228600">
              <a:buAutoNum type="alphaLcParenBoth"/>
            </a:pPr>
            <a:endParaRPr lang="en-GB" sz="1200" dirty="0">
              <a:solidFill>
                <a:prstClr val="black"/>
              </a:solidFill>
            </a:endParaRPr>
          </a:p>
          <a:p>
            <a:pPr marL="228600" indent="-228600">
              <a:buAutoNum type="alphaLcParenBoth"/>
            </a:pPr>
            <a:endParaRPr lang="en-GB" sz="1200" dirty="0">
              <a:solidFill>
                <a:prstClr val="black"/>
              </a:solidFill>
            </a:endParaRPr>
          </a:p>
          <a:p>
            <a:endParaRPr lang="en-GB" sz="1200" dirty="0">
              <a:solidFill>
                <a:prstClr val="black"/>
              </a:solidFill>
            </a:endParaRPr>
          </a:p>
          <a:p>
            <a:pPr marL="228600" indent="-228600">
              <a:buAutoNum type="alphaLcParenBoth" startAt="2"/>
            </a:pPr>
            <a:r>
              <a:rPr lang="en-GB" sz="1200" dirty="0"/>
              <a:t>Write down the first five multiples of 3</a:t>
            </a:r>
            <a:r>
              <a:rPr lang="en-GB" sz="1200" dirty="0">
                <a:solidFill>
                  <a:prstClr val="black"/>
                </a:solidFill>
              </a:rPr>
              <a:t>. </a:t>
            </a:r>
          </a:p>
          <a:p>
            <a:pPr marL="228600" indent="-228600">
              <a:buAutoNum type="alphaLcParenBoth" startAt="2"/>
            </a:pPr>
            <a:endParaRPr lang="en-GB" sz="1200" dirty="0">
              <a:solidFill>
                <a:prstClr val="black"/>
              </a:solidFill>
            </a:endParaRPr>
          </a:p>
          <a:p>
            <a:pPr marL="228600" indent="-228600">
              <a:buAutoNum type="alphaLcParenBoth" startAt="2"/>
            </a:pPr>
            <a:endParaRPr lang="en-GB" sz="1200" dirty="0">
              <a:solidFill>
                <a:prstClr val="black"/>
              </a:solidFill>
            </a:endParaRPr>
          </a:p>
          <a:p>
            <a:pPr marL="228600" indent="-228600">
              <a:buAutoNum type="alphaLcParenBoth" startAt="2"/>
            </a:pPr>
            <a:endParaRPr lang="en-GB" sz="1200" dirty="0">
              <a:solidFill>
                <a:prstClr val="black"/>
              </a:solidFill>
            </a:endParaRPr>
          </a:p>
          <a:p>
            <a:pPr marL="228600" indent="-228600">
              <a:buAutoNum type="alphaLcParenBoth" startAt="3"/>
            </a:pPr>
            <a:r>
              <a:rPr lang="en-GB" sz="1200" dirty="0"/>
              <a:t>List the first five common multiples of 2 and 3. </a:t>
            </a:r>
          </a:p>
          <a:p>
            <a:endParaRPr lang="en-GB" sz="1200" dirty="0"/>
          </a:p>
          <a:p>
            <a:pPr marL="228600" indent="-228600">
              <a:buAutoNum type="alphaLcParenBoth" startAt="3"/>
            </a:pPr>
            <a:endParaRPr lang="en-GB" sz="1200" dirty="0"/>
          </a:p>
          <a:p>
            <a:pPr marL="228600" indent="-228600">
              <a:buAutoNum type="alphaLcParenBoth" startAt="3"/>
            </a:pPr>
            <a:endParaRPr lang="en-GB" sz="1200" dirty="0"/>
          </a:p>
          <a:p>
            <a:endParaRPr lang="en-GB" sz="300" dirty="0"/>
          </a:p>
          <a:p>
            <a:r>
              <a:rPr lang="en-GB" sz="1200" dirty="0">
                <a:solidFill>
                  <a:prstClr val="black"/>
                </a:solidFill>
              </a:rPr>
              <a:t>(d)  Find the lowest common multiple of 2 and 3. </a:t>
            </a:r>
          </a:p>
        </p:txBody>
      </p:sp>
      <p:sp>
        <p:nvSpPr>
          <p:cNvPr id="105" name="TextBox 104">
            <a:extLst>
              <a:ext uri="{FF2B5EF4-FFF2-40B4-BE49-F238E27FC236}">
                <a16:creationId xmlns:a16="http://schemas.microsoft.com/office/drawing/2014/main" id="{2522B1A8-F5BA-6A46-9CAB-1E8C1D34FC61}"/>
              </a:ext>
            </a:extLst>
          </p:cNvPr>
          <p:cNvSpPr txBox="1"/>
          <p:nvPr/>
        </p:nvSpPr>
        <p:spPr>
          <a:xfrm>
            <a:off x="125275" y="5905566"/>
            <a:ext cx="527765" cy="261610"/>
          </a:xfrm>
          <a:prstGeom prst="rect">
            <a:avLst/>
          </a:prstGeom>
          <a:noFill/>
        </p:spPr>
        <p:txBody>
          <a:bodyPr wrap="square" rtlCol="0">
            <a:spAutoFit/>
          </a:bodyPr>
          <a:lstStyle/>
          <a:p>
            <a:r>
              <a:rPr lang="en-GB" sz="1100" b="1" dirty="0">
                <a:solidFill>
                  <a:prstClr val="black"/>
                </a:solidFill>
              </a:rPr>
              <a:t>1.</a:t>
            </a:r>
          </a:p>
        </p:txBody>
      </p:sp>
      <p:sp>
        <p:nvSpPr>
          <p:cNvPr id="106" name="TextBox 105">
            <a:extLst>
              <a:ext uri="{FF2B5EF4-FFF2-40B4-BE49-F238E27FC236}">
                <a16:creationId xmlns:a16="http://schemas.microsoft.com/office/drawing/2014/main" id="{27C3AEEE-EC9D-6F45-A469-E19F049CBBF1}"/>
              </a:ext>
            </a:extLst>
          </p:cNvPr>
          <p:cNvSpPr txBox="1"/>
          <p:nvPr/>
        </p:nvSpPr>
        <p:spPr>
          <a:xfrm>
            <a:off x="3618530" y="5908466"/>
            <a:ext cx="527765" cy="261610"/>
          </a:xfrm>
          <a:prstGeom prst="rect">
            <a:avLst/>
          </a:prstGeom>
          <a:noFill/>
        </p:spPr>
        <p:txBody>
          <a:bodyPr wrap="square" rtlCol="0">
            <a:spAutoFit/>
          </a:bodyPr>
          <a:lstStyle/>
          <a:p>
            <a:r>
              <a:rPr lang="en-GB" sz="1100" b="1" dirty="0">
                <a:solidFill>
                  <a:prstClr val="black"/>
                </a:solidFill>
              </a:rPr>
              <a:t>2</a:t>
            </a:r>
            <a:r>
              <a:rPr lang="en-GB" sz="1100" dirty="0">
                <a:solidFill>
                  <a:prstClr val="black"/>
                </a:solidFill>
              </a:rPr>
              <a:t>.</a:t>
            </a:r>
          </a:p>
        </p:txBody>
      </p:sp>
      <p:grpSp>
        <p:nvGrpSpPr>
          <p:cNvPr id="117" name="Group 116">
            <a:extLst>
              <a:ext uri="{FF2B5EF4-FFF2-40B4-BE49-F238E27FC236}">
                <a16:creationId xmlns:a16="http://schemas.microsoft.com/office/drawing/2014/main" id="{971048E7-41CD-1541-B29C-B5BADCBBA3DF}"/>
              </a:ext>
            </a:extLst>
          </p:cNvPr>
          <p:cNvGrpSpPr/>
          <p:nvPr/>
        </p:nvGrpSpPr>
        <p:grpSpPr>
          <a:xfrm>
            <a:off x="3941994" y="6415817"/>
            <a:ext cx="2297243" cy="2664414"/>
            <a:chOff x="537321" y="7467101"/>
            <a:chExt cx="2297243" cy="2664414"/>
          </a:xfrm>
        </p:grpSpPr>
        <p:sp>
          <p:nvSpPr>
            <p:cNvPr id="118" name="Rectangle 117">
              <a:extLst>
                <a:ext uri="{FF2B5EF4-FFF2-40B4-BE49-F238E27FC236}">
                  <a16:creationId xmlns:a16="http://schemas.microsoft.com/office/drawing/2014/main" id="{34632236-9A38-754E-B4A2-A04D82F564A0}"/>
                </a:ext>
              </a:extLst>
            </p:cNvPr>
            <p:cNvSpPr/>
            <p:nvPr/>
          </p:nvSpPr>
          <p:spPr>
            <a:xfrm>
              <a:off x="566718" y="9798951"/>
              <a:ext cx="2267846" cy="332564"/>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endParaRPr>
            </a:p>
          </p:txBody>
        </p:sp>
        <p:sp>
          <p:nvSpPr>
            <p:cNvPr id="119" name="Rectangle 118">
              <a:extLst>
                <a:ext uri="{FF2B5EF4-FFF2-40B4-BE49-F238E27FC236}">
                  <a16:creationId xmlns:a16="http://schemas.microsoft.com/office/drawing/2014/main" id="{3C1ADF49-D962-BA40-8DFE-2DE1B5677003}"/>
                </a:ext>
              </a:extLst>
            </p:cNvPr>
            <p:cNvSpPr/>
            <p:nvPr/>
          </p:nvSpPr>
          <p:spPr>
            <a:xfrm>
              <a:off x="537321" y="8940058"/>
              <a:ext cx="2267846" cy="332564"/>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rgbClr val="FF0000"/>
                </a:solidFill>
              </a:endParaRPr>
            </a:p>
          </p:txBody>
        </p:sp>
        <p:sp>
          <p:nvSpPr>
            <p:cNvPr id="120" name="Rectangle 119">
              <a:extLst>
                <a:ext uri="{FF2B5EF4-FFF2-40B4-BE49-F238E27FC236}">
                  <a16:creationId xmlns:a16="http://schemas.microsoft.com/office/drawing/2014/main" id="{1EAF38BB-D9AD-F54F-B17A-233F0F9C5569}"/>
                </a:ext>
              </a:extLst>
            </p:cNvPr>
            <p:cNvSpPr/>
            <p:nvPr/>
          </p:nvSpPr>
          <p:spPr>
            <a:xfrm>
              <a:off x="537321" y="8218223"/>
              <a:ext cx="2267846" cy="332564"/>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
          <p:nvSpPr>
            <p:cNvPr id="121" name="Rectangle 120">
              <a:extLst>
                <a:ext uri="{FF2B5EF4-FFF2-40B4-BE49-F238E27FC236}">
                  <a16:creationId xmlns:a16="http://schemas.microsoft.com/office/drawing/2014/main" id="{D3144649-7756-E743-8AF2-103985AFF81B}"/>
                </a:ext>
              </a:extLst>
            </p:cNvPr>
            <p:cNvSpPr/>
            <p:nvPr/>
          </p:nvSpPr>
          <p:spPr>
            <a:xfrm>
              <a:off x="537321" y="7467101"/>
              <a:ext cx="2267846" cy="332564"/>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grpSp>
      <p:grpSp>
        <p:nvGrpSpPr>
          <p:cNvPr id="122" name="Group 121">
            <a:extLst>
              <a:ext uri="{FF2B5EF4-FFF2-40B4-BE49-F238E27FC236}">
                <a16:creationId xmlns:a16="http://schemas.microsoft.com/office/drawing/2014/main" id="{E40C4619-DD20-624D-8A01-C7BC23BC5E02}"/>
              </a:ext>
            </a:extLst>
          </p:cNvPr>
          <p:cNvGrpSpPr/>
          <p:nvPr/>
        </p:nvGrpSpPr>
        <p:grpSpPr>
          <a:xfrm>
            <a:off x="537755" y="6520382"/>
            <a:ext cx="2267846" cy="2539157"/>
            <a:chOff x="537321" y="7467101"/>
            <a:chExt cx="2267846" cy="2539157"/>
          </a:xfrm>
        </p:grpSpPr>
        <p:sp>
          <p:nvSpPr>
            <p:cNvPr id="123" name="Rectangle 122">
              <a:extLst>
                <a:ext uri="{FF2B5EF4-FFF2-40B4-BE49-F238E27FC236}">
                  <a16:creationId xmlns:a16="http://schemas.microsoft.com/office/drawing/2014/main" id="{9E937143-70D8-8F4B-A6B2-8D0F1BFAE5E0}"/>
                </a:ext>
              </a:extLst>
            </p:cNvPr>
            <p:cNvSpPr/>
            <p:nvPr/>
          </p:nvSpPr>
          <p:spPr>
            <a:xfrm>
              <a:off x="537321" y="9673694"/>
              <a:ext cx="2267846" cy="332564"/>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endParaRPr>
            </a:p>
          </p:txBody>
        </p:sp>
        <p:sp>
          <p:nvSpPr>
            <p:cNvPr id="124" name="Rectangle 123">
              <a:extLst>
                <a:ext uri="{FF2B5EF4-FFF2-40B4-BE49-F238E27FC236}">
                  <a16:creationId xmlns:a16="http://schemas.microsoft.com/office/drawing/2014/main" id="{59FDA149-D709-524C-8FE7-C1831DFCEF51}"/>
                </a:ext>
              </a:extLst>
            </p:cNvPr>
            <p:cNvSpPr/>
            <p:nvPr/>
          </p:nvSpPr>
          <p:spPr>
            <a:xfrm>
              <a:off x="537321" y="8940058"/>
              <a:ext cx="2267846" cy="332564"/>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rgbClr val="FF0000"/>
                </a:solidFill>
              </a:endParaRPr>
            </a:p>
          </p:txBody>
        </p:sp>
        <p:sp>
          <p:nvSpPr>
            <p:cNvPr id="125" name="Rectangle 124">
              <a:extLst>
                <a:ext uri="{FF2B5EF4-FFF2-40B4-BE49-F238E27FC236}">
                  <a16:creationId xmlns:a16="http://schemas.microsoft.com/office/drawing/2014/main" id="{EF072C35-A3A3-294C-8B37-9F812F56B571}"/>
                </a:ext>
              </a:extLst>
            </p:cNvPr>
            <p:cNvSpPr/>
            <p:nvPr/>
          </p:nvSpPr>
          <p:spPr>
            <a:xfrm>
              <a:off x="537321" y="8218223"/>
              <a:ext cx="2267846" cy="332564"/>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
          <p:nvSpPr>
            <p:cNvPr id="126" name="Rectangle 125">
              <a:extLst>
                <a:ext uri="{FF2B5EF4-FFF2-40B4-BE49-F238E27FC236}">
                  <a16:creationId xmlns:a16="http://schemas.microsoft.com/office/drawing/2014/main" id="{825EF119-69ED-264E-A4FD-34AC6AAF4F54}"/>
                </a:ext>
              </a:extLst>
            </p:cNvPr>
            <p:cNvSpPr/>
            <p:nvPr/>
          </p:nvSpPr>
          <p:spPr>
            <a:xfrm>
              <a:off x="537321" y="7467101"/>
              <a:ext cx="2267846" cy="332564"/>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grpSp>
      <p:graphicFrame>
        <p:nvGraphicFramePr>
          <p:cNvPr id="9" name="Table 8">
            <a:extLst>
              <a:ext uri="{FF2B5EF4-FFF2-40B4-BE49-F238E27FC236}">
                <a16:creationId xmlns:a16="http://schemas.microsoft.com/office/drawing/2014/main" id="{15F423F3-612E-46E0-1230-7CA80F77DE4C}"/>
              </a:ext>
            </a:extLst>
          </p:cNvPr>
          <p:cNvGraphicFramePr>
            <a:graphicFrameLocks noGrp="1"/>
          </p:cNvGraphicFramePr>
          <p:nvPr>
            <p:extLst>
              <p:ext uri="{D42A27DB-BD31-4B8C-83A1-F6EECF244321}">
                <p14:modId xmlns:p14="http://schemas.microsoft.com/office/powerpoint/2010/main" val="1177840778"/>
              </p:ext>
            </p:extLst>
          </p:nvPr>
        </p:nvGraphicFramePr>
        <p:xfrm>
          <a:off x="125275" y="2301544"/>
          <a:ext cx="6560101" cy="3445714"/>
        </p:xfrm>
        <a:graphic>
          <a:graphicData uri="http://schemas.openxmlformats.org/drawingml/2006/table">
            <a:tbl>
              <a:tblPr firstRow="1" bandRow="1">
                <a:tableStyleId>{5C22544A-7EE6-4342-B048-85BDC9FD1C3A}</a:tableStyleId>
              </a:tblPr>
              <a:tblGrid>
                <a:gridCol w="1495660">
                  <a:extLst>
                    <a:ext uri="{9D8B030D-6E8A-4147-A177-3AD203B41FA5}">
                      <a16:colId xmlns:a16="http://schemas.microsoft.com/office/drawing/2014/main" val="1316977692"/>
                    </a:ext>
                  </a:extLst>
                </a:gridCol>
                <a:gridCol w="1688147">
                  <a:extLst>
                    <a:ext uri="{9D8B030D-6E8A-4147-A177-3AD203B41FA5}">
                      <a16:colId xmlns:a16="http://schemas.microsoft.com/office/drawing/2014/main" val="1342049170"/>
                    </a:ext>
                  </a:extLst>
                </a:gridCol>
                <a:gridCol w="1688147">
                  <a:extLst>
                    <a:ext uri="{9D8B030D-6E8A-4147-A177-3AD203B41FA5}">
                      <a16:colId xmlns:a16="http://schemas.microsoft.com/office/drawing/2014/main" val="1363445951"/>
                    </a:ext>
                  </a:extLst>
                </a:gridCol>
                <a:gridCol w="1688147">
                  <a:extLst>
                    <a:ext uri="{9D8B030D-6E8A-4147-A177-3AD203B41FA5}">
                      <a16:colId xmlns:a16="http://schemas.microsoft.com/office/drawing/2014/main" val="1083003371"/>
                    </a:ext>
                  </a:extLst>
                </a:gridCol>
              </a:tblGrid>
              <a:tr h="538156">
                <a:tc>
                  <a:txBody>
                    <a:bodyPr/>
                    <a:lstStyle/>
                    <a:p>
                      <a:r>
                        <a:rPr lang="en-US" dirty="0">
                          <a:solidFill>
                            <a:schemeClr val="tx1"/>
                          </a:solidFill>
                        </a:rPr>
                        <a:t>Steps</a:t>
                      </a:r>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0" dirty="0">
                          <a:solidFill>
                            <a:schemeClr val="tx1"/>
                          </a:solidFill>
                        </a:rPr>
                        <a:t>Write down the first five multiples of 13</a:t>
                      </a:r>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0" dirty="0">
                          <a:solidFill>
                            <a:schemeClr val="tx1"/>
                          </a:solidFill>
                        </a:rPr>
                        <a:t>Write down the first five multiples of 8</a:t>
                      </a:r>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0" dirty="0">
                          <a:solidFill>
                            <a:schemeClr val="tx1"/>
                          </a:solidFill>
                        </a:rPr>
                        <a:t>Write down the first five multiples of 7</a:t>
                      </a:r>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3924369"/>
                  </a:ext>
                </a:extLst>
              </a:tr>
              <a:tr h="1453779">
                <a:tc>
                  <a:txBody>
                    <a:bodyPr/>
                    <a:lstStyle/>
                    <a:p>
                      <a:r>
                        <a:rPr lang="en-GB" sz="1100" dirty="0">
                          <a:solidFill>
                            <a:schemeClr val="tx1"/>
                          </a:solidFill>
                        </a:rPr>
                        <a:t>1) Start with the number you are finding the multiples of. This is always the first multiple.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5163190"/>
                  </a:ext>
                </a:extLst>
              </a:tr>
              <a:tr h="1453779">
                <a:tc>
                  <a:txBody>
                    <a:bodyPr/>
                    <a:lstStyle/>
                    <a:p>
                      <a:r>
                        <a:rPr lang="en-GB" sz="1100" dirty="0">
                          <a:solidFill>
                            <a:schemeClr val="tx1"/>
                          </a:solidFill>
                        </a:rPr>
                        <a:t>2) To find the next multiple, add on the number again. Keep repeating this until you have desired number of multiples.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1495693244"/>
                  </a:ext>
                </a:extLst>
              </a:tr>
            </a:tbl>
          </a:graphicData>
        </a:graphic>
      </p:graphicFrame>
      <p:sp>
        <p:nvSpPr>
          <p:cNvPr id="86" name="TextBox 85">
            <a:extLst>
              <a:ext uri="{FF2B5EF4-FFF2-40B4-BE49-F238E27FC236}">
                <a16:creationId xmlns:a16="http://schemas.microsoft.com/office/drawing/2014/main" id="{2DE19B6A-99C5-E955-B21F-82F98C84C214}"/>
              </a:ext>
            </a:extLst>
          </p:cNvPr>
          <p:cNvSpPr txBox="1"/>
          <p:nvPr/>
        </p:nvSpPr>
        <p:spPr>
          <a:xfrm>
            <a:off x="1911985" y="1984070"/>
            <a:ext cx="1212191" cy="261610"/>
          </a:xfrm>
          <a:prstGeom prst="rect">
            <a:avLst/>
          </a:prstGeom>
          <a:noFill/>
          <a:ln>
            <a:noFill/>
          </a:ln>
        </p:spPr>
        <p:txBody>
          <a:bodyPr wrap="none" rtlCol="0">
            <a:spAutoFit/>
          </a:bodyPr>
          <a:lstStyle/>
          <a:p>
            <a:r>
              <a:rPr lang="en-GB" sz="1100" b="1" i="1" dirty="0">
                <a:solidFill>
                  <a:srgbClr val="FF0000"/>
                </a:solidFill>
              </a:rPr>
              <a:t>Example 1 - I do…</a:t>
            </a:r>
          </a:p>
        </p:txBody>
      </p:sp>
      <p:sp>
        <p:nvSpPr>
          <p:cNvPr id="100" name="TextBox 99">
            <a:extLst>
              <a:ext uri="{FF2B5EF4-FFF2-40B4-BE49-F238E27FC236}">
                <a16:creationId xmlns:a16="http://schemas.microsoft.com/office/drawing/2014/main" id="{9C243970-41E8-6905-313C-396D9FBB9A44}"/>
              </a:ext>
            </a:extLst>
          </p:cNvPr>
          <p:cNvSpPr txBox="1"/>
          <p:nvPr/>
        </p:nvSpPr>
        <p:spPr>
          <a:xfrm>
            <a:off x="3504919" y="1984070"/>
            <a:ext cx="1372492" cy="261610"/>
          </a:xfrm>
          <a:prstGeom prst="rect">
            <a:avLst/>
          </a:prstGeom>
          <a:noFill/>
          <a:ln>
            <a:noFill/>
          </a:ln>
        </p:spPr>
        <p:txBody>
          <a:bodyPr wrap="none" rtlCol="0">
            <a:spAutoFit/>
          </a:bodyPr>
          <a:lstStyle/>
          <a:p>
            <a:r>
              <a:rPr lang="en-GB" sz="1100" b="1" i="1" dirty="0">
                <a:solidFill>
                  <a:srgbClr val="ED7D31"/>
                </a:solidFill>
              </a:rPr>
              <a:t>Example 2 - We do…</a:t>
            </a:r>
          </a:p>
        </p:txBody>
      </p:sp>
      <p:sp>
        <p:nvSpPr>
          <p:cNvPr id="109" name="TextBox 108">
            <a:extLst>
              <a:ext uri="{FF2B5EF4-FFF2-40B4-BE49-F238E27FC236}">
                <a16:creationId xmlns:a16="http://schemas.microsoft.com/office/drawing/2014/main" id="{E8281E5C-FFE9-C286-ABD0-5AEBD0C3C3EF}"/>
              </a:ext>
            </a:extLst>
          </p:cNvPr>
          <p:cNvSpPr txBox="1"/>
          <p:nvPr/>
        </p:nvSpPr>
        <p:spPr>
          <a:xfrm>
            <a:off x="5121450" y="1990321"/>
            <a:ext cx="1423788" cy="261610"/>
          </a:xfrm>
          <a:prstGeom prst="rect">
            <a:avLst/>
          </a:prstGeom>
          <a:noFill/>
          <a:ln>
            <a:noFill/>
          </a:ln>
        </p:spPr>
        <p:txBody>
          <a:bodyPr wrap="none" rtlCol="0">
            <a:spAutoFit/>
          </a:bodyPr>
          <a:lstStyle/>
          <a:p>
            <a:r>
              <a:rPr lang="en-GB" sz="1100" b="1" i="1" dirty="0">
                <a:solidFill>
                  <a:srgbClr val="00B050"/>
                </a:solidFill>
              </a:rPr>
              <a:t>Example 3 – You do…</a:t>
            </a:r>
          </a:p>
        </p:txBody>
      </p:sp>
    </p:spTree>
    <p:extLst>
      <p:ext uri="{BB962C8B-B14F-4D97-AF65-F5344CB8AC3E}">
        <p14:creationId xmlns:p14="http://schemas.microsoft.com/office/powerpoint/2010/main" val="36347564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C97469D-B2B6-2C42-886F-24DE8D97DD3B}"/>
              </a:ext>
            </a:extLst>
          </p:cNvPr>
          <p:cNvSpPr>
            <a:spLocks noGrp="1"/>
          </p:cNvSpPr>
          <p:nvPr>
            <p:ph type="sldNum" sz="quarter" idx="12"/>
          </p:nvPr>
        </p:nvSpPr>
        <p:spPr>
          <a:xfrm>
            <a:off x="5364378" y="9566075"/>
            <a:ext cx="1543050" cy="527403"/>
          </a:xfrm>
        </p:spPr>
        <p:txBody>
          <a:bodyPr/>
          <a:lstStyle/>
          <a:p>
            <a:fld id="{19F1D9CC-7119-45EC-A96C-D8C0660F3AAB}" type="slidenum">
              <a:rPr lang="en-GB" smtClean="0"/>
              <a:t>5</a:t>
            </a:fld>
            <a:endParaRPr lang="en-GB" dirty="0"/>
          </a:p>
        </p:txBody>
      </p:sp>
      <p:sp>
        <p:nvSpPr>
          <p:cNvPr id="3" name="TextBox 2">
            <a:extLst>
              <a:ext uri="{FF2B5EF4-FFF2-40B4-BE49-F238E27FC236}">
                <a16:creationId xmlns:a16="http://schemas.microsoft.com/office/drawing/2014/main" id="{D2DE9BF6-E10F-F24E-BB74-B848D41B29EE}"/>
              </a:ext>
            </a:extLst>
          </p:cNvPr>
          <p:cNvSpPr txBox="1"/>
          <p:nvPr/>
        </p:nvSpPr>
        <p:spPr>
          <a:xfrm>
            <a:off x="0" y="0"/>
            <a:ext cx="3460627" cy="276999"/>
          </a:xfrm>
          <a:prstGeom prst="rect">
            <a:avLst/>
          </a:prstGeom>
          <a:noFill/>
        </p:spPr>
        <p:txBody>
          <a:bodyPr wrap="none" rtlCol="0">
            <a:spAutoFit/>
          </a:bodyPr>
          <a:lstStyle/>
          <a:p>
            <a:r>
              <a:rPr lang="en-GB" sz="1200" b="1" dirty="0"/>
              <a:t>3.   </a:t>
            </a:r>
            <a:r>
              <a:rPr lang="en-GB" sz="1200" dirty="0"/>
              <a:t>Write out the first five multiples of each number.</a:t>
            </a:r>
          </a:p>
        </p:txBody>
      </p:sp>
      <p:sp>
        <p:nvSpPr>
          <p:cNvPr id="4" name="TextBox 3">
            <a:extLst>
              <a:ext uri="{FF2B5EF4-FFF2-40B4-BE49-F238E27FC236}">
                <a16:creationId xmlns:a16="http://schemas.microsoft.com/office/drawing/2014/main" id="{F204891D-E49A-BE46-B44A-8EC2B2DE0FB5}"/>
              </a:ext>
            </a:extLst>
          </p:cNvPr>
          <p:cNvSpPr txBox="1"/>
          <p:nvPr/>
        </p:nvSpPr>
        <p:spPr>
          <a:xfrm>
            <a:off x="214562" y="138499"/>
            <a:ext cx="688009" cy="2325830"/>
          </a:xfrm>
          <a:prstGeom prst="rect">
            <a:avLst/>
          </a:prstGeom>
          <a:noFill/>
        </p:spPr>
        <p:txBody>
          <a:bodyPr wrap="none" rtlCol="0">
            <a:spAutoFit/>
          </a:bodyPr>
          <a:lstStyle/>
          <a:p>
            <a:pPr marL="342900" indent="-342900">
              <a:lnSpc>
                <a:spcPct val="250000"/>
              </a:lnSpc>
              <a:buFont typeface="+mj-lt"/>
              <a:buAutoNum type="alphaLcParenR"/>
            </a:pPr>
            <a:r>
              <a:rPr lang="en-GB" sz="1200" dirty="0">
                <a:latin typeface="Calibri" panose="020F0502020204030204" pitchFamily="34" charset="0"/>
                <a:cs typeface="Calibri" panose="020F0502020204030204" pitchFamily="34" charset="0"/>
              </a:rPr>
              <a:t>3</a:t>
            </a:r>
          </a:p>
          <a:p>
            <a:pPr marL="342900" indent="-342900">
              <a:lnSpc>
                <a:spcPct val="250000"/>
              </a:lnSpc>
              <a:buFont typeface="+mj-lt"/>
              <a:buAutoNum type="alphaLcParenR"/>
            </a:pPr>
            <a:r>
              <a:rPr lang="en-GB" sz="1200" dirty="0">
                <a:latin typeface="Calibri" panose="020F0502020204030204" pitchFamily="34" charset="0"/>
                <a:cs typeface="Calibri" panose="020F0502020204030204" pitchFamily="34" charset="0"/>
              </a:rPr>
              <a:t>7</a:t>
            </a:r>
          </a:p>
          <a:p>
            <a:pPr marL="342900" indent="-342900">
              <a:lnSpc>
                <a:spcPct val="250000"/>
              </a:lnSpc>
              <a:buFont typeface="+mj-lt"/>
              <a:buAutoNum type="alphaLcParenR"/>
            </a:pPr>
            <a:r>
              <a:rPr lang="en-GB" sz="1200" dirty="0">
                <a:latin typeface="Calibri" panose="020F0502020204030204" pitchFamily="34" charset="0"/>
                <a:cs typeface="Calibri" panose="020F0502020204030204" pitchFamily="34" charset="0"/>
              </a:rPr>
              <a:t>9</a:t>
            </a:r>
          </a:p>
          <a:p>
            <a:pPr marL="342900" indent="-342900">
              <a:lnSpc>
                <a:spcPct val="250000"/>
              </a:lnSpc>
              <a:buFont typeface="+mj-lt"/>
              <a:buAutoNum type="alphaLcParenR"/>
            </a:pPr>
            <a:r>
              <a:rPr lang="en-GB" sz="1200" dirty="0">
                <a:latin typeface="Calibri" panose="020F0502020204030204" pitchFamily="34" charset="0"/>
                <a:cs typeface="Calibri" panose="020F0502020204030204" pitchFamily="34" charset="0"/>
              </a:rPr>
              <a:t>11</a:t>
            </a:r>
          </a:p>
          <a:p>
            <a:pPr marL="342900" indent="-342900">
              <a:lnSpc>
                <a:spcPct val="250000"/>
              </a:lnSpc>
              <a:buFont typeface="+mj-lt"/>
              <a:buAutoNum type="alphaLcParenR"/>
            </a:pPr>
            <a:r>
              <a:rPr lang="en-GB" sz="1200" dirty="0">
                <a:latin typeface="Calibri" panose="020F0502020204030204" pitchFamily="34" charset="0"/>
                <a:cs typeface="Calibri" panose="020F0502020204030204" pitchFamily="34" charset="0"/>
              </a:rPr>
              <a:t>16</a:t>
            </a:r>
          </a:p>
        </p:txBody>
      </p:sp>
      <p:sp>
        <p:nvSpPr>
          <p:cNvPr id="5" name="Rectangle 4">
            <a:extLst>
              <a:ext uri="{FF2B5EF4-FFF2-40B4-BE49-F238E27FC236}">
                <a16:creationId xmlns:a16="http://schemas.microsoft.com/office/drawing/2014/main" id="{FB14CADE-5197-5746-9390-D84B19D9022D}"/>
              </a:ext>
            </a:extLst>
          </p:cNvPr>
          <p:cNvSpPr/>
          <p:nvPr/>
        </p:nvSpPr>
        <p:spPr>
          <a:xfrm>
            <a:off x="926742" y="301713"/>
            <a:ext cx="2267846" cy="332564"/>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
        <p:nvSpPr>
          <p:cNvPr id="6" name="Rectangle 5">
            <a:extLst>
              <a:ext uri="{FF2B5EF4-FFF2-40B4-BE49-F238E27FC236}">
                <a16:creationId xmlns:a16="http://schemas.microsoft.com/office/drawing/2014/main" id="{4F94F23E-91EF-EC4B-ADBC-2CDB5DDC245D}"/>
              </a:ext>
            </a:extLst>
          </p:cNvPr>
          <p:cNvSpPr/>
          <p:nvPr/>
        </p:nvSpPr>
        <p:spPr>
          <a:xfrm>
            <a:off x="922464" y="765971"/>
            <a:ext cx="2267846" cy="332564"/>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
        <p:nvSpPr>
          <p:cNvPr id="7" name="Rectangle 6">
            <a:extLst>
              <a:ext uri="{FF2B5EF4-FFF2-40B4-BE49-F238E27FC236}">
                <a16:creationId xmlns:a16="http://schemas.microsoft.com/office/drawing/2014/main" id="{7F3DA803-7D87-464F-9D93-06C6E10D0DA1}"/>
              </a:ext>
            </a:extLst>
          </p:cNvPr>
          <p:cNvSpPr/>
          <p:nvPr/>
        </p:nvSpPr>
        <p:spPr>
          <a:xfrm>
            <a:off x="922464" y="1233356"/>
            <a:ext cx="2267846" cy="332564"/>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
        <p:nvSpPr>
          <p:cNvPr id="8" name="Rectangle 7">
            <a:extLst>
              <a:ext uri="{FF2B5EF4-FFF2-40B4-BE49-F238E27FC236}">
                <a16:creationId xmlns:a16="http://schemas.microsoft.com/office/drawing/2014/main" id="{6C1F795C-0BE4-AC4D-9BB9-71025705D2EC}"/>
              </a:ext>
            </a:extLst>
          </p:cNvPr>
          <p:cNvSpPr/>
          <p:nvPr/>
        </p:nvSpPr>
        <p:spPr>
          <a:xfrm>
            <a:off x="922464" y="1700664"/>
            <a:ext cx="2267846" cy="332564"/>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
        <p:nvSpPr>
          <p:cNvPr id="9" name="Rectangle 8">
            <a:extLst>
              <a:ext uri="{FF2B5EF4-FFF2-40B4-BE49-F238E27FC236}">
                <a16:creationId xmlns:a16="http://schemas.microsoft.com/office/drawing/2014/main" id="{7705ED65-A0DC-824B-AD68-5ACA596C2E83}"/>
              </a:ext>
            </a:extLst>
          </p:cNvPr>
          <p:cNvSpPr/>
          <p:nvPr/>
        </p:nvSpPr>
        <p:spPr>
          <a:xfrm>
            <a:off x="929669" y="2139775"/>
            <a:ext cx="2267846" cy="332564"/>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
        <p:nvSpPr>
          <p:cNvPr id="10" name="TextBox 9">
            <a:extLst>
              <a:ext uri="{FF2B5EF4-FFF2-40B4-BE49-F238E27FC236}">
                <a16:creationId xmlns:a16="http://schemas.microsoft.com/office/drawing/2014/main" id="{9344EEAA-2BBF-924F-9152-2DCCAC7CB270}"/>
              </a:ext>
            </a:extLst>
          </p:cNvPr>
          <p:cNvSpPr txBox="1"/>
          <p:nvPr/>
        </p:nvSpPr>
        <p:spPr>
          <a:xfrm>
            <a:off x="3448851" y="0"/>
            <a:ext cx="3409150" cy="461665"/>
          </a:xfrm>
          <a:prstGeom prst="rect">
            <a:avLst/>
          </a:prstGeom>
          <a:noFill/>
        </p:spPr>
        <p:txBody>
          <a:bodyPr wrap="square" rtlCol="0">
            <a:spAutoFit/>
          </a:bodyPr>
          <a:lstStyle/>
          <a:p>
            <a:pPr marL="228600" indent="-228600"/>
            <a:r>
              <a:rPr lang="en-GB" sz="1200" b="1" dirty="0"/>
              <a:t>4.   </a:t>
            </a:r>
            <a:r>
              <a:rPr lang="en-GB" sz="1200" dirty="0"/>
              <a:t>Write down the numbers from the box below that are multiples of:</a:t>
            </a:r>
          </a:p>
        </p:txBody>
      </p:sp>
      <p:grpSp>
        <p:nvGrpSpPr>
          <p:cNvPr id="19" name="Group 18">
            <a:extLst>
              <a:ext uri="{FF2B5EF4-FFF2-40B4-BE49-F238E27FC236}">
                <a16:creationId xmlns:a16="http://schemas.microsoft.com/office/drawing/2014/main" id="{0C256852-2B47-AC41-90AA-784CC784D20E}"/>
              </a:ext>
            </a:extLst>
          </p:cNvPr>
          <p:cNvGrpSpPr/>
          <p:nvPr/>
        </p:nvGrpSpPr>
        <p:grpSpPr>
          <a:xfrm>
            <a:off x="3693872" y="863549"/>
            <a:ext cx="2980026" cy="1864165"/>
            <a:chOff x="3663412" y="138499"/>
            <a:chExt cx="2980026" cy="1864165"/>
          </a:xfrm>
        </p:grpSpPr>
        <p:sp>
          <p:nvSpPr>
            <p:cNvPr id="11" name="TextBox 10">
              <a:extLst>
                <a:ext uri="{FF2B5EF4-FFF2-40B4-BE49-F238E27FC236}">
                  <a16:creationId xmlns:a16="http://schemas.microsoft.com/office/drawing/2014/main" id="{23A1C38E-3C5F-F545-85AA-E3DE67B9B043}"/>
                </a:ext>
              </a:extLst>
            </p:cNvPr>
            <p:cNvSpPr txBox="1"/>
            <p:nvPr/>
          </p:nvSpPr>
          <p:spPr>
            <a:xfrm>
              <a:off x="3663412" y="138499"/>
              <a:ext cx="609462" cy="1864165"/>
            </a:xfrm>
            <a:prstGeom prst="rect">
              <a:avLst/>
            </a:prstGeom>
            <a:noFill/>
          </p:spPr>
          <p:txBody>
            <a:bodyPr wrap="none" rtlCol="0">
              <a:spAutoFit/>
            </a:bodyPr>
            <a:lstStyle/>
            <a:p>
              <a:pPr marL="342900" indent="-342900">
                <a:lnSpc>
                  <a:spcPct val="250000"/>
                </a:lnSpc>
                <a:buFont typeface="+mj-lt"/>
                <a:buAutoNum type="alphaLcParenR"/>
              </a:pPr>
              <a:r>
                <a:rPr lang="en-GB" sz="1200" dirty="0">
                  <a:latin typeface="Calibri" panose="020F0502020204030204" pitchFamily="34" charset="0"/>
                  <a:cs typeface="Calibri" panose="020F0502020204030204" pitchFamily="34" charset="0"/>
                </a:rPr>
                <a:t>2</a:t>
              </a:r>
            </a:p>
            <a:p>
              <a:pPr marL="342900" indent="-342900">
                <a:lnSpc>
                  <a:spcPct val="250000"/>
                </a:lnSpc>
                <a:buFont typeface="+mj-lt"/>
                <a:buAutoNum type="alphaLcParenR"/>
              </a:pPr>
              <a:r>
                <a:rPr lang="en-GB" sz="1200" dirty="0">
                  <a:latin typeface="Calibri" panose="020F0502020204030204" pitchFamily="34" charset="0"/>
                  <a:cs typeface="Calibri" panose="020F0502020204030204" pitchFamily="34" charset="0"/>
                </a:rPr>
                <a:t>3</a:t>
              </a:r>
            </a:p>
            <a:p>
              <a:pPr marL="342900" indent="-342900">
                <a:lnSpc>
                  <a:spcPct val="250000"/>
                </a:lnSpc>
                <a:buFont typeface="+mj-lt"/>
                <a:buAutoNum type="alphaLcParenR"/>
              </a:pPr>
              <a:r>
                <a:rPr lang="en-GB" sz="1200" dirty="0">
                  <a:latin typeface="Calibri" panose="020F0502020204030204" pitchFamily="34" charset="0"/>
                  <a:cs typeface="Calibri" panose="020F0502020204030204" pitchFamily="34" charset="0"/>
                </a:rPr>
                <a:t>5</a:t>
              </a:r>
            </a:p>
            <a:p>
              <a:pPr marL="342900" indent="-342900">
                <a:lnSpc>
                  <a:spcPct val="250000"/>
                </a:lnSpc>
                <a:buFont typeface="+mj-lt"/>
                <a:buAutoNum type="alphaLcParenR"/>
              </a:pPr>
              <a:r>
                <a:rPr lang="en-GB" sz="1200" dirty="0">
                  <a:latin typeface="Calibri" panose="020F0502020204030204" pitchFamily="34" charset="0"/>
                  <a:cs typeface="Calibri" panose="020F0502020204030204" pitchFamily="34" charset="0"/>
                </a:rPr>
                <a:t>9</a:t>
              </a:r>
            </a:p>
          </p:txBody>
        </p:sp>
        <p:sp>
          <p:nvSpPr>
            <p:cNvPr id="12" name="Rectangle 11">
              <a:extLst>
                <a:ext uri="{FF2B5EF4-FFF2-40B4-BE49-F238E27FC236}">
                  <a16:creationId xmlns:a16="http://schemas.microsoft.com/office/drawing/2014/main" id="{8C43C196-F9EE-DD44-ADEE-1D023EA716CF}"/>
                </a:ext>
              </a:extLst>
            </p:cNvPr>
            <p:cNvSpPr/>
            <p:nvPr/>
          </p:nvSpPr>
          <p:spPr>
            <a:xfrm>
              <a:off x="4375592" y="301713"/>
              <a:ext cx="2267846" cy="332564"/>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
          <p:nvSpPr>
            <p:cNvPr id="13" name="Rectangle 12">
              <a:extLst>
                <a:ext uri="{FF2B5EF4-FFF2-40B4-BE49-F238E27FC236}">
                  <a16:creationId xmlns:a16="http://schemas.microsoft.com/office/drawing/2014/main" id="{441FFBF4-7B37-0740-A2F3-337EBAA70011}"/>
                </a:ext>
              </a:extLst>
            </p:cNvPr>
            <p:cNvSpPr/>
            <p:nvPr/>
          </p:nvSpPr>
          <p:spPr>
            <a:xfrm>
              <a:off x="4375592" y="739667"/>
              <a:ext cx="2267846" cy="332564"/>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
          <p:nvSpPr>
            <p:cNvPr id="14" name="Rectangle 13">
              <a:extLst>
                <a:ext uri="{FF2B5EF4-FFF2-40B4-BE49-F238E27FC236}">
                  <a16:creationId xmlns:a16="http://schemas.microsoft.com/office/drawing/2014/main" id="{FCB7F62F-96CE-AE44-B3AA-C96EA6196534}"/>
                </a:ext>
              </a:extLst>
            </p:cNvPr>
            <p:cNvSpPr/>
            <p:nvPr/>
          </p:nvSpPr>
          <p:spPr>
            <a:xfrm>
              <a:off x="4375592" y="1204382"/>
              <a:ext cx="2267846" cy="332564"/>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
          <p:nvSpPr>
            <p:cNvPr id="15" name="Rectangle 14">
              <a:extLst>
                <a:ext uri="{FF2B5EF4-FFF2-40B4-BE49-F238E27FC236}">
                  <a16:creationId xmlns:a16="http://schemas.microsoft.com/office/drawing/2014/main" id="{4D1815F0-2F9F-4941-B2BC-1462AF26ABFD}"/>
                </a:ext>
              </a:extLst>
            </p:cNvPr>
            <p:cNvSpPr/>
            <p:nvPr/>
          </p:nvSpPr>
          <p:spPr>
            <a:xfrm>
              <a:off x="4375592" y="1667050"/>
              <a:ext cx="2267846" cy="332564"/>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grpSp>
      <p:pic>
        <p:nvPicPr>
          <p:cNvPr id="18" name="Picture 17" descr="Table&#10;&#10;Description automatically generated with medium confidence">
            <a:extLst>
              <a:ext uri="{FF2B5EF4-FFF2-40B4-BE49-F238E27FC236}">
                <a16:creationId xmlns:a16="http://schemas.microsoft.com/office/drawing/2014/main" id="{473A622A-7B01-9749-86B8-DC9AEA90D4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709257" y="426834"/>
            <a:ext cx="3107553" cy="544296"/>
          </a:xfrm>
          <a:prstGeom prst="rect">
            <a:avLst/>
          </a:prstGeom>
        </p:spPr>
      </p:pic>
      <p:sp>
        <p:nvSpPr>
          <p:cNvPr id="20" name="Rectangle 19">
            <a:extLst>
              <a:ext uri="{FF2B5EF4-FFF2-40B4-BE49-F238E27FC236}">
                <a16:creationId xmlns:a16="http://schemas.microsoft.com/office/drawing/2014/main" id="{A2749BA2-39A8-CF4D-A4FC-BC1539D61058}"/>
              </a:ext>
            </a:extLst>
          </p:cNvPr>
          <p:cNvSpPr/>
          <p:nvPr/>
        </p:nvSpPr>
        <p:spPr>
          <a:xfrm>
            <a:off x="0" y="7252218"/>
            <a:ext cx="3429000" cy="461665"/>
          </a:xfrm>
          <a:prstGeom prst="rect">
            <a:avLst/>
          </a:prstGeom>
        </p:spPr>
        <p:txBody>
          <a:bodyPr>
            <a:spAutoFit/>
          </a:bodyPr>
          <a:lstStyle/>
          <a:p>
            <a:pPr marL="269875" indent="-269875"/>
            <a:r>
              <a:rPr lang="en-GB" sz="1200" b="1" dirty="0"/>
              <a:t>6.    </a:t>
            </a:r>
            <a:r>
              <a:rPr lang="en-GB" sz="1200" dirty="0"/>
              <a:t>Write down the numbers from the box below that are multiples of:</a:t>
            </a:r>
          </a:p>
        </p:txBody>
      </p:sp>
      <p:sp>
        <p:nvSpPr>
          <p:cNvPr id="21" name="TextBox 20">
            <a:extLst>
              <a:ext uri="{FF2B5EF4-FFF2-40B4-BE49-F238E27FC236}">
                <a16:creationId xmlns:a16="http://schemas.microsoft.com/office/drawing/2014/main" id="{475E7A19-A173-A541-A9AA-B8C89948983F}"/>
              </a:ext>
            </a:extLst>
          </p:cNvPr>
          <p:cNvSpPr txBox="1"/>
          <p:nvPr/>
        </p:nvSpPr>
        <p:spPr>
          <a:xfrm>
            <a:off x="271812" y="8078688"/>
            <a:ext cx="609462" cy="1402500"/>
          </a:xfrm>
          <a:prstGeom prst="rect">
            <a:avLst/>
          </a:prstGeom>
          <a:noFill/>
        </p:spPr>
        <p:txBody>
          <a:bodyPr wrap="none" rtlCol="0">
            <a:spAutoFit/>
          </a:bodyPr>
          <a:lstStyle/>
          <a:p>
            <a:pPr marL="342900" indent="-342900">
              <a:lnSpc>
                <a:spcPct val="250000"/>
              </a:lnSpc>
              <a:buFont typeface="+mj-lt"/>
              <a:buAutoNum type="alphaLcParenR"/>
            </a:pPr>
            <a:r>
              <a:rPr lang="en-GB" sz="1200" dirty="0"/>
              <a:t>4</a:t>
            </a:r>
          </a:p>
          <a:p>
            <a:pPr marL="342900" indent="-342900">
              <a:lnSpc>
                <a:spcPct val="250000"/>
              </a:lnSpc>
              <a:buFont typeface="+mj-lt"/>
              <a:buAutoNum type="alphaLcParenR"/>
            </a:pPr>
            <a:r>
              <a:rPr lang="en-GB" sz="1200" dirty="0"/>
              <a:t>7</a:t>
            </a:r>
          </a:p>
          <a:p>
            <a:pPr marL="342900" indent="-342900">
              <a:lnSpc>
                <a:spcPct val="250000"/>
              </a:lnSpc>
              <a:buFont typeface="+mj-lt"/>
              <a:buAutoNum type="alphaLcParenR"/>
            </a:pPr>
            <a:r>
              <a:rPr lang="en-GB" sz="1200" dirty="0"/>
              <a:t>6</a:t>
            </a:r>
          </a:p>
        </p:txBody>
      </p:sp>
      <p:sp>
        <p:nvSpPr>
          <p:cNvPr id="22" name="TextBox 21">
            <a:extLst>
              <a:ext uri="{FF2B5EF4-FFF2-40B4-BE49-F238E27FC236}">
                <a16:creationId xmlns:a16="http://schemas.microsoft.com/office/drawing/2014/main" id="{9516CE7D-D568-0845-9BDB-D6629B0D1F8F}"/>
              </a:ext>
            </a:extLst>
          </p:cNvPr>
          <p:cNvSpPr txBox="1"/>
          <p:nvPr/>
        </p:nvSpPr>
        <p:spPr>
          <a:xfrm>
            <a:off x="247098" y="9479212"/>
            <a:ext cx="2163156" cy="276999"/>
          </a:xfrm>
          <a:prstGeom prst="rect">
            <a:avLst/>
          </a:prstGeom>
          <a:noFill/>
        </p:spPr>
        <p:txBody>
          <a:bodyPr wrap="none" rtlCol="0">
            <a:spAutoFit/>
          </a:bodyPr>
          <a:lstStyle/>
          <a:p>
            <a:r>
              <a:rPr lang="en-GB" sz="1200" i="1" dirty="0"/>
              <a:t>Use your calculator to help you.</a:t>
            </a:r>
          </a:p>
        </p:txBody>
      </p:sp>
      <p:pic>
        <p:nvPicPr>
          <p:cNvPr id="23" name="Picture 22">
            <a:extLst>
              <a:ext uri="{FF2B5EF4-FFF2-40B4-BE49-F238E27FC236}">
                <a16:creationId xmlns:a16="http://schemas.microsoft.com/office/drawing/2014/main" id="{F114AEE5-3223-264F-9D52-EFE90585CEBB}"/>
              </a:ext>
            </a:extLst>
          </p:cNvPr>
          <p:cNvPicPr>
            <a:picLocks noChangeAspect="1"/>
          </p:cNvPicPr>
          <p:nvPr/>
        </p:nvPicPr>
        <p:blipFill>
          <a:blip r:embed="rId3"/>
          <a:stretch>
            <a:fillRect/>
          </a:stretch>
        </p:blipFill>
        <p:spPr>
          <a:xfrm>
            <a:off x="11115" y="7527143"/>
            <a:ext cx="244221" cy="325628"/>
          </a:xfrm>
          <a:prstGeom prst="rect">
            <a:avLst/>
          </a:prstGeom>
        </p:spPr>
      </p:pic>
      <p:pic>
        <p:nvPicPr>
          <p:cNvPr id="25" name="Picture 24" descr="A picture containing text&#10;&#10;Description automatically generated">
            <a:extLst>
              <a:ext uri="{FF2B5EF4-FFF2-40B4-BE49-F238E27FC236}">
                <a16:creationId xmlns:a16="http://schemas.microsoft.com/office/drawing/2014/main" id="{3C961901-6071-3A4B-A231-91D2E5E74483}"/>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8260"/>
          <a:stretch/>
        </p:blipFill>
        <p:spPr>
          <a:xfrm>
            <a:off x="327789" y="7640672"/>
            <a:ext cx="3007834" cy="559771"/>
          </a:xfrm>
          <a:prstGeom prst="rect">
            <a:avLst/>
          </a:prstGeom>
        </p:spPr>
      </p:pic>
      <p:sp>
        <p:nvSpPr>
          <p:cNvPr id="26" name="Rectangle 25">
            <a:extLst>
              <a:ext uri="{FF2B5EF4-FFF2-40B4-BE49-F238E27FC236}">
                <a16:creationId xmlns:a16="http://schemas.microsoft.com/office/drawing/2014/main" id="{D5A872E2-09B2-F04D-A880-B5212B4CBB42}"/>
              </a:ext>
            </a:extLst>
          </p:cNvPr>
          <p:cNvSpPr/>
          <p:nvPr/>
        </p:nvSpPr>
        <p:spPr>
          <a:xfrm>
            <a:off x="881274" y="8236956"/>
            <a:ext cx="2267846" cy="332564"/>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
        <p:nvSpPr>
          <p:cNvPr id="27" name="Rectangle 26">
            <a:extLst>
              <a:ext uri="{FF2B5EF4-FFF2-40B4-BE49-F238E27FC236}">
                <a16:creationId xmlns:a16="http://schemas.microsoft.com/office/drawing/2014/main" id="{7658E5AF-52AC-AD43-8628-538C7318377A}"/>
              </a:ext>
            </a:extLst>
          </p:cNvPr>
          <p:cNvSpPr/>
          <p:nvPr/>
        </p:nvSpPr>
        <p:spPr>
          <a:xfrm>
            <a:off x="881274" y="8708773"/>
            <a:ext cx="2267846" cy="332564"/>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
        <p:nvSpPr>
          <p:cNvPr id="28" name="Rectangle 27">
            <a:extLst>
              <a:ext uri="{FF2B5EF4-FFF2-40B4-BE49-F238E27FC236}">
                <a16:creationId xmlns:a16="http://schemas.microsoft.com/office/drawing/2014/main" id="{28272DB1-295B-5C4E-AC38-B2919DB7A8B2}"/>
              </a:ext>
            </a:extLst>
          </p:cNvPr>
          <p:cNvSpPr/>
          <p:nvPr/>
        </p:nvSpPr>
        <p:spPr>
          <a:xfrm>
            <a:off x="881274" y="9180590"/>
            <a:ext cx="2267846" cy="332564"/>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
        <p:nvSpPr>
          <p:cNvPr id="29" name="TextBox 28">
            <a:extLst>
              <a:ext uri="{FF2B5EF4-FFF2-40B4-BE49-F238E27FC236}">
                <a16:creationId xmlns:a16="http://schemas.microsoft.com/office/drawing/2014/main" id="{E5E1B8BA-F3F2-AE46-9797-1475EEC218B3}"/>
              </a:ext>
            </a:extLst>
          </p:cNvPr>
          <p:cNvSpPr txBox="1"/>
          <p:nvPr/>
        </p:nvSpPr>
        <p:spPr>
          <a:xfrm>
            <a:off x="3516889" y="7276328"/>
            <a:ext cx="3299921" cy="461665"/>
          </a:xfrm>
          <a:prstGeom prst="rect">
            <a:avLst/>
          </a:prstGeom>
          <a:noFill/>
        </p:spPr>
        <p:txBody>
          <a:bodyPr wrap="square" rtlCol="0">
            <a:spAutoFit/>
          </a:bodyPr>
          <a:lstStyle/>
          <a:p>
            <a:pPr marL="269875" indent="-269875"/>
            <a:r>
              <a:rPr lang="en-GB" sz="1200" b="1" dirty="0"/>
              <a:t>7.    </a:t>
            </a:r>
            <a:r>
              <a:rPr lang="en-GB" sz="1200" dirty="0"/>
              <a:t>Find the biggest number less than 100 that is a multiple of:</a:t>
            </a:r>
          </a:p>
        </p:txBody>
      </p:sp>
      <p:pic>
        <p:nvPicPr>
          <p:cNvPr id="30" name="Picture 29">
            <a:extLst>
              <a:ext uri="{FF2B5EF4-FFF2-40B4-BE49-F238E27FC236}">
                <a16:creationId xmlns:a16="http://schemas.microsoft.com/office/drawing/2014/main" id="{B03A8FA9-8C86-6845-A94E-DD55755160A2}"/>
              </a:ext>
            </a:extLst>
          </p:cNvPr>
          <p:cNvPicPr>
            <a:picLocks noChangeAspect="1"/>
          </p:cNvPicPr>
          <p:nvPr/>
        </p:nvPicPr>
        <p:blipFill>
          <a:blip r:embed="rId3"/>
          <a:stretch>
            <a:fillRect/>
          </a:stretch>
        </p:blipFill>
        <p:spPr>
          <a:xfrm>
            <a:off x="3533365" y="7527143"/>
            <a:ext cx="244221" cy="325628"/>
          </a:xfrm>
          <a:prstGeom prst="rect">
            <a:avLst/>
          </a:prstGeom>
        </p:spPr>
      </p:pic>
      <p:sp>
        <p:nvSpPr>
          <p:cNvPr id="31" name="TextBox 30">
            <a:extLst>
              <a:ext uri="{FF2B5EF4-FFF2-40B4-BE49-F238E27FC236}">
                <a16:creationId xmlns:a16="http://schemas.microsoft.com/office/drawing/2014/main" id="{62CF5C93-ACB1-964A-B8DA-CD3AB59A7295}"/>
              </a:ext>
            </a:extLst>
          </p:cNvPr>
          <p:cNvSpPr txBox="1"/>
          <p:nvPr/>
        </p:nvSpPr>
        <p:spPr>
          <a:xfrm>
            <a:off x="3777586" y="7614805"/>
            <a:ext cx="609462" cy="2256580"/>
          </a:xfrm>
          <a:prstGeom prst="rect">
            <a:avLst/>
          </a:prstGeom>
          <a:noFill/>
        </p:spPr>
        <p:txBody>
          <a:bodyPr wrap="none" rtlCol="0">
            <a:spAutoFit/>
          </a:bodyPr>
          <a:lstStyle/>
          <a:p>
            <a:pPr marL="342900" indent="-342900">
              <a:lnSpc>
                <a:spcPct val="200000"/>
              </a:lnSpc>
              <a:buFont typeface="+mj-lt"/>
              <a:buAutoNum type="alphaLcParenR"/>
            </a:pPr>
            <a:r>
              <a:rPr lang="en-GB" sz="1200" dirty="0"/>
              <a:t>2</a:t>
            </a:r>
          </a:p>
          <a:p>
            <a:pPr marL="342900" indent="-342900">
              <a:lnSpc>
                <a:spcPct val="200000"/>
              </a:lnSpc>
              <a:buFont typeface="+mj-lt"/>
              <a:buAutoNum type="alphaLcParenR"/>
            </a:pPr>
            <a:r>
              <a:rPr lang="en-GB" sz="1200" dirty="0"/>
              <a:t>3</a:t>
            </a:r>
          </a:p>
          <a:p>
            <a:pPr marL="342900" indent="-342900">
              <a:lnSpc>
                <a:spcPct val="200000"/>
              </a:lnSpc>
              <a:buFont typeface="+mj-lt"/>
              <a:buAutoNum type="alphaLcParenR"/>
            </a:pPr>
            <a:r>
              <a:rPr lang="en-GB" sz="1200" dirty="0"/>
              <a:t>4</a:t>
            </a:r>
          </a:p>
          <a:p>
            <a:pPr marL="342900" indent="-342900">
              <a:lnSpc>
                <a:spcPct val="200000"/>
              </a:lnSpc>
              <a:buFont typeface="+mj-lt"/>
              <a:buAutoNum type="alphaLcParenR"/>
            </a:pPr>
            <a:r>
              <a:rPr lang="en-GB" sz="1200" dirty="0"/>
              <a:t>5</a:t>
            </a:r>
          </a:p>
          <a:p>
            <a:pPr marL="342900" indent="-342900">
              <a:lnSpc>
                <a:spcPct val="200000"/>
              </a:lnSpc>
              <a:buFont typeface="+mj-lt"/>
              <a:buAutoNum type="alphaLcParenR"/>
            </a:pPr>
            <a:r>
              <a:rPr lang="en-GB" sz="1200" dirty="0"/>
              <a:t>7</a:t>
            </a:r>
          </a:p>
          <a:p>
            <a:pPr marL="342900" indent="-342900">
              <a:lnSpc>
                <a:spcPct val="200000"/>
              </a:lnSpc>
              <a:buFont typeface="+mj-lt"/>
              <a:buAutoNum type="alphaLcParenR"/>
            </a:pPr>
            <a:r>
              <a:rPr lang="en-GB" sz="1200" dirty="0"/>
              <a:t>6</a:t>
            </a:r>
          </a:p>
        </p:txBody>
      </p:sp>
      <p:sp>
        <p:nvSpPr>
          <p:cNvPr id="37" name="Rectangle 36">
            <a:extLst>
              <a:ext uri="{FF2B5EF4-FFF2-40B4-BE49-F238E27FC236}">
                <a16:creationId xmlns:a16="http://schemas.microsoft.com/office/drawing/2014/main" id="{F3508749-EEDA-354E-8B57-FB54913F653F}"/>
              </a:ext>
            </a:extLst>
          </p:cNvPr>
          <p:cNvSpPr/>
          <p:nvPr/>
        </p:nvSpPr>
        <p:spPr>
          <a:xfrm>
            <a:off x="4406052" y="7713883"/>
            <a:ext cx="2267846" cy="294254"/>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
        <p:nvSpPr>
          <p:cNvPr id="38" name="Rectangle 37">
            <a:extLst>
              <a:ext uri="{FF2B5EF4-FFF2-40B4-BE49-F238E27FC236}">
                <a16:creationId xmlns:a16="http://schemas.microsoft.com/office/drawing/2014/main" id="{57E15FAE-902A-A14F-B775-1E0D9AB548D0}"/>
              </a:ext>
            </a:extLst>
          </p:cNvPr>
          <p:cNvSpPr/>
          <p:nvPr/>
        </p:nvSpPr>
        <p:spPr>
          <a:xfrm>
            <a:off x="4406052" y="8085238"/>
            <a:ext cx="2267846" cy="294254"/>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
        <p:nvSpPr>
          <p:cNvPr id="39" name="Rectangle 38">
            <a:extLst>
              <a:ext uri="{FF2B5EF4-FFF2-40B4-BE49-F238E27FC236}">
                <a16:creationId xmlns:a16="http://schemas.microsoft.com/office/drawing/2014/main" id="{A54A8635-E8B8-5141-95C6-86B660A7E645}"/>
              </a:ext>
            </a:extLst>
          </p:cNvPr>
          <p:cNvSpPr/>
          <p:nvPr/>
        </p:nvSpPr>
        <p:spPr>
          <a:xfrm>
            <a:off x="4406052" y="8456593"/>
            <a:ext cx="2267846" cy="294254"/>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
        <p:nvSpPr>
          <p:cNvPr id="40" name="Rectangle 39">
            <a:extLst>
              <a:ext uri="{FF2B5EF4-FFF2-40B4-BE49-F238E27FC236}">
                <a16:creationId xmlns:a16="http://schemas.microsoft.com/office/drawing/2014/main" id="{4C2888F0-362B-5B48-BD85-E8E3E64FF364}"/>
              </a:ext>
            </a:extLst>
          </p:cNvPr>
          <p:cNvSpPr/>
          <p:nvPr/>
        </p:nvSpPr>
        <p:spPr>
          <a:xfrm>
            <a:off x="4406052" y="8857775"/>
            <a:ext cx="2267846" cy="294254"/>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
        <p:nvSpPr>
          <p:cNvPr id="41" name="Rectangle 40">
            <a:extLst>
              <a:ext uri="{FF2B5EF4-FFF2-40B4-BE49-F238E27FC236}">
                <a16:creationId xmlns:a16="http://schemas.microsoft.com/office/drawing/2014/main" id="{007F3B38-AD5C-6C48-A42A-321B448EE355}"/>
              </a:ext>
            </a:extLst>
          </p:cNvPr>
          <p:cNvSpPr/>
          <p:nvPr/>
        </p:nvSpPr>
        <p:spPr>
          <a:xfrm>
            <a:off x="4406052" y="9224840"/>
            <a:ext cx="2267846" cy="294254"/>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
        <p:nvSpPr>
          <p:cNvPr id="42" name="Rectangle 41">
            <a:extLst>
              <a:ext uri="{FF2B5EF4-FFF2-40B4-BE49-F238E27FC236}">
                <a16:creationId xmlns:a16="http://schemas.microsoft.com/office/drawing/2014/main" id="{FB6FC8FF-1CF3-6A4D-A16E-6385D8BAC3E8}"/>
              </a:ext>
            </a:extLst>
          </p:cNvPr>
          <p:cNvSpPr/>
          <p:nvPr/>
        </p:nvSpPr>
        <p:spPr>
          <a:xfrm>
            <a:off x="4406052" y="9591905"/>
            <a:ext cx="2267846" cy="294254"/>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grpSp>
        <p:nvGrpSpPr>
          <p:cNvPr id="59" name="Group 58">
            <a:extLst>
              <a:ext uri="{FF2B5EF4-FFF2-40B4-BE49-F238E27FC236}">
                <a16:creationId xmlns:a16="http://schemas.microsoft.com/office/drawing/2014/main" id="{24A4FC3B-6509-F748-A660-9488FBDB4FD3}"/>
              </a:ext>
            </a:extLst>
          </p:cNvPr>
          <p:cNvGrpSpPr/>
          <p:nvPr/>
        </p:nvGrpSpPr>
        <p:grpSpPr>
          <a:xfrm>
            <a:off x="0" y="2817643"/>
            <a:ext cx="6907428" cy="4447184"/>
            <a:chOff x="52305" y="7299348"/>
            <a:chExt cx="6907428" cy="4447184"/>
          </a:xfrm>
        </p:grpSpPr>
        <p:pic>
          <p:nvPicPr>
            <p:cNvPr id="56" name="Picture 55">
              <a:extLst>
                <a:ext uri="{FF2B5EF4-FFF2-40B4-BE49-F238E27FC236}">
                  <a16:creationId xmlns:a16="http://schemas.microsoft.com/office/drawing/2014/main" id="{A6F8095E-3E03-C24E-8097-E467CFF8FDAD}"/>
                </a:ext>
              </a:extLst>
            </p:cNvPr>
            <p:cNvPicPr>
              <a:picLocks noChangeAspect="1"/>
            </p:cNvPicPr>
            <p:nvPr/>
          </p:nvPicPr>
          <p:blipFill>
            <a:blip r:embed="rId5"/>
            <a:stretch>
              <a:fillRect/>
            </a:stretch>
          </p:blipFill>
          <p:spPr>
            <a:xfrm>
              <a:off x="5315338" y="7527312"/>
              <a:ext cx="1459555" cy="1459555"/>
            </a:xfrm>
            <a:prstGeom prst="rect">
              <a:avLst/>
            </a:prstGeom>
          </p:spPr>
        </p:pic>
        <p:sp>
          <p:nvSpPr>
            <p:cNvPr id="57" name="TextBox 56">
              <a:extLst>
                <a:ext uri="{FF2B5EF4-FFF2-40B4-BE49-F238E27FC236}">
                  <a16:creationId xmlns:a16="http://schemas.microsoft.com/office/drawing/2014/main" id="{1F25A619-79CA-B240-8790-8BDFF2CE2BD1}"/>
                </a:ext>
              </a:extLst>
            </p:cNvPr>
            <p:cNvSpPr txBox="1"/>
            <p:nvPr/>
          </p:nvSpPr>
          <p:spPr>
            <a:xfrm>
              <a:off x="52305" y="7299348"/>
              <a:ext cx="6785100" cy="276999"/>
            </a:xfrm>
            <a:prstGeom prst="rect">
              <a:avLst/>
            </a:prstGeom>
            <a:noFill/>
          </p:spPr>
          <p:txBody>
            <a:bodyPr wrap="square" rtlCol="0">
              <a:spAutoFit/>
            </a:bodyPr>
            <a:lstStyle/>
            <a:p>
              <a:pPr marL="179388" indent="-179388"/>
              <a:r>
                <a:rPr lang="en-GB" sz="1200" b="1" dirty="0"/>
                <a:t>5.</a:t>
              </a:r>
              <a:r>
                <a:rPr lang="en-GB" sz="1200" dirty="0"/>
                <a:t> Choose the number from the box that fits each of these descriptions (one number per description).</a:t>
              </a:r>
            </a:p>
          </p:txBody>
        </p:sp>
        <p:sp>
          <p:nvSpPr>
            <p:cNvPr id="58" name="TextBox 57">
              <a:extLst>
                <a:ext uri="{FF2B5EF4-FFF2-40B4-BE49-F238E27FC236}">
                  <a16:creationId xmlns:a16="http://schemas.microsoft.com/office/drawing/2014/main" id="{6C0FEE92-43E7-5349-A404-AA3BF5D09234}"/>
                </a:ext>
              </a:extLst>
            </p:cNvPr>
            <p:cNvSpPr txBox="1"/>
            <p:nvPr/>
          </p:nvSpPr>
          <p:spPr>
            <a:xfrm>
              <a:off x="266867" y="7406882"/>
              <a:ext cx="6692866" cy="4339650"/>
            </a:xfrm>
            <a:prstGeom prst="rect">
              <a:avLst/>
            </a:prstGeom>
            <a:noFill/>
          </p:spPr>
          <p:txBody>
            <a:bodyPr wrap="square" rtlCol="0">
              <a:spAutoFit/>
            </a:bodyPr>
            <a:lstStyle/>
            <a:p>
              <a:pPr marL="228600" indent="-228600">
                <a:lnSpc>
                  <a:spcPct val="200000"/>
                </a:lnSpc>
                <a:buFont typeface="+mj-lt"/>
                <a:buAutoNum type="alphaLcParenR"/>
              </a:pPr>
              <a:r>
                <a:rPr lang="en-GB" sz="1200" dirty="0"/>
                <a:t>a multiple of 3 and a multiple of 4</a:t>
              </a:r>
            </a:p>
            <a:p>
              <a:pPr marL="228600" indent="-228600">
                <a:lnSpc>
                  <a:spcPct val="200000"/>
                </a:lnSpc>
                <a:buFont typeface="+mj-lt"/>
                <a:buAutoNum type="alphaLcParenR"/>
              </a:pPr>
              <a:r>
                <a:rPr lang="en-GB" sz="1200" dirty="0"/>
                <a:t>a square number and an odd number</a:t>
              </a:r>
            </a:p>
            <a:p>
              <a:pPr marL="228600" indent="-228600">
                <a:lnSpc>
                  <a:spcPct val="200000"/>
                </a:lnSpc>
                <a:buFont typeface="+mj-lt"/>
                <a:buAutoNum type="alphaLcParenR"/>
              </a:pPr>
              <a:r>
                <a:rPr lang="en-GB" sz="1200" dirty="0"/>
                <a:t>a factor of 24 and a factor of 18</a:t>
              </a:r>
            </a:p>
            <a:p>
              <a:pPr marL="228600" indent="-228600">
                <a:lnSpc>
                  <a:spcPct val="200000"/>
                </a:lnSpc>
                <a:buFont typeface="+mj-lt"/>
                <a:buAutoNum type="alphaLcParenR"/>
              </a:pPr>
              <a:r>
                <a:rPr lang="en-GB" sz="1200" dirty="0"/>
                <a:t>a prime number and a factor of 39</a:t>
              </a:r>
            </a:p>
            <a:p>
              <a:pPr marL="228600" indent="-228600">
                <a:lnSpc>
                  <a:spcPct val="200000"/>
                </a:lnSpc>
                <a:buFont typeface="+mj-lt"/>
                <a:buAutoNum type="alphaLcParenR"/>
              </a:pPr>
              <a:r>
                <a:rPr lang="en-GB" sz="1200" dirty="0"/>
                <a:t>an odd factor of 30 and a multiple of 3</a:t>
              </a:r>
            </a:p>
            <a:p>
              <a:pPr marL="228600" indent="-228600">
                <a:lnSpc>
                  <a:spcPct val="200000"/>
                </a:lnSpc>
                <a:buFont typeface="+mj-lt"/>
                <a:buAutoNum type="alphaLcParenR"/>
              </a:pPr>
              <a:r>
                <a:rPr lang="en-GB" sz="1200" dirty="0"/>
                <a:t>a number with four factors and a multiple of 2 and 7</a:t>
              </a:r>
            </a:p>
            <a:p>
              <a:pPr marL="228600" indent="-228600">
                <a:lnSpc>
                  <a:spcPct val="200000"/>
                </a:lnSpc>
                <a:buFont typeface="+mj-lt"/>
                <a:buAutoNum type="alphaLcParenR"/>
              </a:pPr>
              <a:r>
                <a:rPr lang="en-GB" sz="1200" dirty="0"/>
                <a:t>a number with five factors exactly</a:t>
              </a:r>
            </a:p>
            <a:p>
              <a:pPr marL="228600" indent="-228600">
                <a:lnSpc>
                  <a:spcPct val="200000"/>
                </a:lnSpc>
                <a:buFont typeface="+mj-lt"/>
                <a:buAutoNum type="alphaLcParenR"/>
              </a:pPr>
              <a:r>
                <a:rPr lang="en-GB" sz="1200" dirty="0"/>
                <a:t>a triangular number and a factor of 20</a:t>
              </a:r>
            </a:p>
            <a:p>
              <a:pPr marL="228600" indent="-228600">
                <a:lnSpc>
                  <a:spcPct val="200000"/>
                </a:lnSpc>
                <a:buFont typeface="+mj-lt"/>
                <a:buAutoNum type="alphaLcParenR"/>
              </a:pPr>
              <a:r>
                <a:rPr lang="en-GB" sz="1200" dirty="0"/>
                <a:t>an even number and a factor of 36 and a multiple of 9</a:t>
              </a:r>
            </a:p>
            <a:p>
              <a:pPr marL="228600" indent="-228600">
                <a:lnSpc>
                  <a:spcPct val="200000"/>
                </a:lnSpc>
                <a:buFont typeface="+mj-lt"/>
                <a:buAutoNum type="alphaLcParenR"/>
              </a:pPr>
              <a:r>
                <a:rPr lang="en-GB" sz="1200" dirty="0"/>
                <a:t>a prime number that is one more than a square number</a:t>
              </a:r>
              <a:endParaRPr lang="en-GB" sz="1050" dirty="0"/>
            </a:p>
            <a:p>
              <a:pPr marL="228600" indent="-228600">
                <a:lnSpc>
                  <a:spcPct val="200000"/>
                </a:lnSpc>
                <a:buFont typeface="+mj-lt"/>
                <a:buAutoNum type="alphaLcParenR"/>
              </a:pPr>
              <a:endParaRPr lang="en-GB" sz="400" dirty="0"/>
            </a:p>
            <a:p>
              <a:pPr marL="228600" indent="-228600">
                <a:buFont typeface="+mj-lt"/>
                <a:buAutoNum type="alphaLcParenR"/>
              </a:pPr>
              <a:r>
                <a:rPr lang="en-GB" sz="1200" dirty="0"/>
                <a:t>a number with factors that, when written out in order, make a number pattern in which each number is twice the one before</a:t>
              </a:r>
            </a:p>
          </p:txBody>
        </p:sp>
      </p:grpSp>
      <p:sp>
        <p:nvSpPr>
          <p:cNvPr id="67" name="Rectangle 66">
            <a:extLst>
              <a:ext uri="{FF2B5EF4-FFF2-40B4-BE49-F238E27FC236}">
                <a16:creationId xmlns:a16="http://schemas.microsoft.com/office/drawing/2014/main" id="{271AA3EA-620F-7848-8917-89E00B4B3D06}"/>
              </a:ext>
            </a:extLst>
          </p:cNvPr>
          <p:cNvSpPr/>
          <p:nvPr/>
        </p:nvSpPr>
        <p:spPr>
          <a:xfrm>
            <a:off x="3594576" y="3055023"/>
            <a:ext cx="1572127" cy="313280"/>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
        <p:nvSpPr>
          <p:cNvPr id="68" name="Rectangle 67">
            <a:extLst>
              <a:ext uri="{FF2B5EF4-FFF2-40B4-BE49-F238E27FC236}">
                <a16:creationId xmlns:a16="http://schemas.microsoft.com/office/drawing/2014/main" id="{E9E6B909-F39A-AA4C-87E2-9B019BD6A050}"/>
              </a:ext>
            </a:extLst>
          </p:cNvPr>
          <p:cNvSpPr/>
          <p:nvPr/>
        </p:nvSpPr>
        <p:spPr>
          <a:xfrm>
            <a:off x="3594576" y="3416177"/>
            <a:ext cx="1572127" cy="313280"/>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
        <p:nvSpPr>
          <p:cNvPr id="69" name="Rectangle 68">
            <a:extLst>
              <a:ext uri="{FF2B5EF4-FFF2-40B4-BE49-F238E27FC236}">
                <a16:creationId xmlns:a16="http://schemas.microsoft.com/office/drawing/2014/main" id="{04E881E2-C0CF-6448-96C0-ED9092735C84}"/>
              </a:ext>
            </a:extLst>
          </p:cNvPr>
          <p:cNvSpPr/>
          <p:nvPr/>
        </p:nvSpPr>
        <p:spPr>
          <a:xfrm>
            <a:off x="3594576" y="3774509"/>
            <a:ext cx="1572127" cy="313280"/>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
        <p:nvSpPr>
          <p:cNvPr id="70" name="Rectangle 69">
            <a:extLst>
              <a:ext uri="{FF2B5EF4-FFF2-40B4-BE49-F238E27FC236}">
                <a16:creationId xmlns:a16="http://schemas.microsoft.com/office/drawing/2014/main" id="{B657522E-17ED-A847-80F5-DADC56337AD6}"/>
              </a:ext>
            </a:extLst>
          </p:cNvPr>
          <p:cNvSpPr/>
          <p:nvPr/>
        </p:nvSpPr>
        <p:spPr>
          <a:xfrm>
            <a:off x="3594576" y="4135663"/>
            <a:ext cx="1572127" cy="313280"/>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
        <p:nvSpPr>
          <p:cNvPr id="71" name="Rectangle 70">
            <a:extLst>
              <a:ext uri="{FF2B5EF4-FFF2-40B4-BE49-F238E27FC236}">
                <a16:creationId xmlns:a16="http://schemas.microsoft.com/office/drawing/2014/main" id="{D02CF248-B134-D74C-BA2B-452B163B4516}"/>
              </a:ext>
            </a:extLst>
          </p:cNvPr>
          <p:cNvSpPr/>
          <p:nvPr/>
        </p:nvSpPr>
        <p:spPr>
          <a:xfrm>
            <a:off x="3600984" y="4493995"/>
            <a:ext cx="1572127" cy="313280"/>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
        <p:nvSpPr>
          <p:cNvPr id="72" name="Rectangle 71">
            <a:extLst>
              <a:ext uri="{FF2B5EF4-FFF2-40B4-BE49-F238E27FC236}">
                <a16:creationId xmlns:a16="http://schemas.microsoft.com/office/drawing/2014/main" id="{58DDA8F2-DF08-C445-9863-7DBF9EF6E2F1}"/>
              </a:ext>
            </a:extLst>
          </p:cNvPr>
          <p:cNvSpPr/>
          <p:nvPr/>
        </p:nvSpPr>
        <p:spPr>
          <a:xfrm>
            <a:off x="4051779" y="4855149"/>
            <a:ext cx="1572127" cy="313280"/>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
        <p:nvSpPr>
          <p:cNvPr id="73" name="Rectangle 72">
            <a:extLst>
              <a:ext uri="{FF2B5EF4-FFF2-40B4-BE49-F238E27FC236}">
                <a16:creationId xmlns:a16="http://schemas.microsoft.com/office/drawing/2014/main" id="{F1AB4392-20F0-3849-8182-E3D436B3E46F}"/>
              </a:ext>
            </a:extLst>
          </p:cNvPr>
          <p:cNvSpPr/>
          <p:nvPr/>
        </p:nvSpPr>
        <p:spPr>
          <a:xfrm>
            <a:off x="4051779" y="5240403"/>
            <a:ext cx="1572127" cy="313280"/>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
        <p:nvSpPr>
          <p:cNvPr id="74" name="Rectangle 73">
            <a:extLst>
              <a:ext uri="{FF2B5EF4-FFF2-40B4-BE49-F238E27FC236}">
                <a16:creationId xmlns:a16="http://schemas.microsoft.com/office/drawing/2014/main" id="{27D90E45-F7FB-F649-8B4C-BA20E254EE88}"/>
              </a:ext>
            </a:extLst>
          </p:cNvPr>
          <p:cNvSpPr/>
          <p:nvPr/>
        </p:nvSpPr>
        <p:spPr>
          <a:xfrm>
            <a:off x="4051779" y="5601557"/>
            <a:ext cx="1572127" cy="313280"/>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
        <p:nvSpPr>
          <p:cNvPr id="90" name="Rectangle 89">
            <a:extLst>
              <a:ext uri="{FF2B5EF4-FFF2-40B4-BE49-F238E27FC236}">
                <a16:creationId xmlns:a16="http://schemas.microsoft.com/office/drawing/2014/main" id="{006650D0-DE42-6747-AB6B-533F27439160}"/>
              </a:ext>
            </a:extLst>
          </p:cNvPr>
          <p:cNvSpPr/>
          <p:nvPr/>
        </p:nvSpPr>
        <p:spPr>
          <a:xfrm>
            <a:off x="4051779" y="5965901"/>
            <a:ext cx="1572127" cy="313280"/>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
        <p:nvSpPr>
          <p:cNvPr id="91" name="Rectangle 90">
            <a:extLst>
              <a:ext uri="{FF2B5EF4-FFF2-40B4-BE49-F238E27FC236}">
                <a16:creationId xmlns:a16="http://schemas.microsoft.com/office/drawing/2014/main" id="{F0880582-BE61-534E-BC82-06EA7EB6716E}"/>
              </a:ext>
            </a:extLst>
          </p:cNvPr>
          <p:cNvSpPr/>
          <p:nvPr/>
        </p:nvSpPr>
        <p:spPr>
          <a:xfrm>
            <a:off x="4051778" y="6316539"/>
            <a:ext cx="1572127" cy="313280"/>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
        <p:nvSpPr>
          <p:cNvPr id="92" name="Rectangle 91">
            <a:extLst>
              <a:ext uri="{FF2B5EF4-FFF2-40B4-BE49-F238E27FC236}">
                <a16:creationId xmlns:a16="http://schemas.microsoft.com/office/drawing/2014/main" id="{63053BB0-EB5A-DD4F-B991-1DAC44063862}"/>
              </a:ext>
            </a:extLst>
          </p:cNvPr>
          <p:cNvSpPr/>
          <p:nvPr/>
        </p:nvSpPr>
        <p:spPr>
          <a:xfrm>
            <a:off x="2024508" y="6929083"/>
            <a:ext cx="1572127" cy="313280"/>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Tree>
    <p:extLst>
      <p:ext uri="{BB962C8B-B14F-4D97-AF65-F5344CB8AC3E}">
        <p14:creationId xmlns:p14="http://schemas.microsoft.com/office/powerpoint/2010/main" val="39653426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8BA2C2B-E56C-7F42-AD3E-7ED305303D39}"/>
              </a:ext>
            </a:extLst>
          </p:cNvPr>
          <p:cNvSpPr>
            <a:spLocks noGrp="1"/>
          </p:cNvSpPr>
          <p:nvPr>
            <p:ph type="sldNum" sz="quarter" idx="12"/>
          </p:nvPr>
        </p:nvSpPr>
        <p:spPr>
          <a:xfrm>
            <a:off x="5384846" y="9569682"/>
            <a:ext cx="1543050" cy="527403"/>
          </a:xfrm>
        </p:spPr>
        <p:txBody>
          <a:bodyPr/>
          <a:lstStyle/>
          <a:p>
            <a:fld id="{19F1D9CC-7119-45EC-A96C-D8C0660F3AAB}" type="slidenum">
              <a:rPr lang="en-GB" smtClean="0"/>
              <a:t>6</a:t>
            </a:fld>
            <a:endParaRPr lang="en-GB" dirty="0"/>
          </a:p>
        </p:txBody>
      </p:sp>
      <p:sp>
        <p:nvSpPr>
          <p:cNvPr id="3" name="TextBox 2">
            <a:extLst>
              <a:ext uri="{FF2B5EF4-FFF2-40B4-BE49-F238E27FC236}">
                <a16:creationId xmlns:a16="http://schemas.microsoft.com/office/drawing/2014/main" id="{DCB3A4EB-58EB-F241-A175-E938EFE33CA4}"/>
              </a:ext>
            </a:extLst>
          </p:cNvPr>
          <p:cNvSpPr txBox="1"/>
          <p:nvPr/>
        </p:nvSpPr>
        <p:spPr>
          <a:xfrm>
            <a:off x="314917" y="48372"/>
            <a:ext cx="2952204" cy="1015663"/>
          </a:xfrm>
          <a:prstGeom prst="rect">
            <a:avLst/>
          </a:prstGeom>
          <a:noFill/>
        </p:spPr>
        <p:txBody>
          <a:bodyPr wrap="square" rtlCol="0">
            <a:spAutoFit/>
          </a:bodyPr>
          <a:lstStyle/>
          <a:p>
            <a:pPr algn="just"/>
            <a:r>
              <a:rPr lang="en-GB" sz="1200" dirty="0"/>
              <a:t>Hot-dog sausages are sold in packs of 10 and hot-dog buns are sold in packs of 8. How many of each do you have to buy to have complete hot dogs with no wasted sausages or buns?</a:t>
            </a:r>
          </a:p>
        </p:txBody>
      </p:sp>
      <p:sp>
        <p:nvSpPr>
          <p:cNvPr id="5" name="Rectangle 4">
            <a:extLst>
              <a:ext uri="{FF2B5EF4-FFF2-40B4-BE49-F238E27FC236}">
                <a16:creationId xmlns:a16="http://schemas.microsoft.com/office/drawing/2014/main" id="{9D4424F4-CABE-8F40-B10E-F7A505873887}"/>
              </a:ext>
            </a:extLst>
          </p:cNvPr>
          <p:cNvSpPr/>
          <p:nvPr/>
        </p:nvSpPr>
        <p:spPr>
          <a:xfrm>
            <a:off x="3288983" y="108477"/>
            <a:ext cx="3438388" cy="1160071"/>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
        <p:nvSpPr>
          <p:cNvPr id="8" name="TextBox 7">
            <a:extLst>
              <a:ext uri="{FF2B5EF4-FFF2-40B4-BE49-F238E27FC236}">
                <a16:creationId xmlns:a16="http://schemas.microsoft.com/office/drawing/2014/main" id="{657347B6-CD24-FA4C-98DD-DAA690B27FAA}"/>
              </a:ext>
            </a:extLst>
          </p:cNvPr>
          <p:cNvSpPr txBox="1"/>
          <p:nvPr/>
        </p:nvSpPr>
        <p:spPr>
          <a:xfrm>
            <a:off x="327980" y="1640786"/>
            <a:ext cx="2741791" cy="1015663"/>
          </a:xfrm>
          <a:prstGeom prst="rect">
            <a:avLst/>
          </a:prstGeom>
          <a:noFill/>
        </p:spPr>
        <p:txBody>
          <a:bodyPr wrap="square" rtlCol="0">
            <a:spAutoFit/>
          </a:bodyPr>
          <a:lstStyle/>
          <a:p>
            <a:pPr algn="just"/>
            <a:r>
              <a:rPr lang="en-GB" sz="1200" dirty="0"/>
              <a:t>A bell chimes every 6 seconds. Another bell chimes every 5 seconds. If they both chime together, how many seconds will it be before they both chime together again?</a:t>
            </a:r>
          </a:p>
        </p:txBody>
      </p:sp>
      <p:sp>
        <p:nvSpPr>
          <p:cNvPr id="10" name="Rectangle 9">
            <a:extLst>
              <a:ext uri="{FF2B5EF4-FFF2-40B4-BE49-F238E27FC236}">
                <a16:creationId xmlns:a16="http://schemas.microsoft.com/office/drawing/2014/main" id="{3C239C94-C254-1749-B906-E824705C987C}"/>
              </a:ext>
            </a:extLst>
          </p:cNvPr>
          <p:cNvSpPr/>
          <p:nvPr/>
        </p:nvSpPr>
        <p:spPr>
          <a:xfrm>
            <a:off x="3288983" y="1523219"/>
            <a:ext cx="3438388" cy="1160071"/>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
        <p:nvSpPr>
          <p:cNvPr id="11" name="TextBox 10">
            <a:extLst>
              <a:ext uri="{FF2B5EF4-FFF2-40B4-BE49-F238E27FC236}">
                <a16:creationId xmlns:a16="http://schemas.microsoft.com/office/drawing/2014/main" id="{E06CFBBD-1F34-9341-9077-EE4477A837C7}"/>
              </a:ext>
            </a:extLst>
          </p:cNvPr>
          <p:cNvSpPr txBox="1"/>
          <p:nvPr/>
        </p:nvSpPr>
        <p:spPr>
          <a:xfrm>
            <a:off x="314917" y="2870704"/>
            <a:ext cx="2952204" cy="1569660"/>
          </a:xfrm>
          <a:prstGeom prst="rect">
            <a:avLst/>
          </a:prstGeom>
          <a:noFill/>
        </p:spPr>
        <p:txBody>
          <a:bodyPr wrap="square" rtlCol="0">
            <a:spAutoFit/>
          </a:bodyPr>
          <a:lstStyle/>
          <a:p>
            <a:pPr algn="just"/>
            <a:r>
              <a:rPr lang="en-GB" sz="1200" dirty="0"/>
              <a:t>Fred runs round a running track in 4 minutes. Debbie runs round in 3 minutes. If they both start together on the line at the end of the finishing straight:</a:t>
            </a:r>
          </a:p>
          <a:p>
            <a:pPr marL="228600" indent="-228600" algn="just">
              <a:buAutoNum type="alphaLcParenR"/>
            </a:pPr>
            <a:r>
              <a:rPr lang="en-GB" sz="1200" dirty="0"/>
              <a:t>When will they both be on the same line together again? </a:t>
            </a:r>
          </a:p>
          <a:p>
            <a:pPr marL="228600" indent="-228600" algn="just">
              <a:buAutoNum type="alphaLcParenR"/>
            </a:pPr>
            <a:r>
              <a:rPr lang="en-GB" sz="1200" dirty="0"/>
              <a:t>How many laps will Debbie have run? </a:t>
            </a:r>
          </a:p>
          <a:p>
            <a:pPr marL="228600" indent="-228600" algn="just">
              <a:buAutoNum type="alphaLcParenR"/>
            </a:pPr>
            <a:r>
              <a:rPr lang="en-GB" sz="1200" dirty="0"/>
              <a:t>How many laps will Fred have run?</a:t>
            </a:r>
          </a:p>
        </p:txBody>
      </p:sp>
      <p:sp>
        <p:nvSpPr>
          <p:cNvPr id="14" name="Rectangle 13">
            <a:extLst>
              <a:ext uri="{FF2B5EF4-FFF2-40B4-BE49-F238E27FC236}">
                <a16:creationId xmlns:a16="http://schemas.microsoft.com/office/drawing/2014/main" id="{CA40284A-68EB-C94D-8D2E-9CBDC9E9866F}"/>
              </a:ext>
            </a:extLst>
          </p:cNvPr>
          <p:cNvSpPr/>
          <p:nvPr/>
        </p:nvSpPr>
        <p:spPr>
          <a:xfrm>
            <a:off x="3288983" y="2930769"/>
            <a:ext cx="3438388" cy="1324930"/>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
        <p:nvSpPr>
          <p:cNvPr id="27" name="TextBox 26">
            <a:extLst>
              <a:ext uri="{FF2B5EF4-FFF2-40B4-BE49-F238E27FC236}">
                <a16:creationId xmlns:a16="http://schemas.microsoft.com/office/drawing/2014/main" id="{9B493851-D1F3-DF4E-844D-1D577EBF3CB3}"/>
              </a:ext>
            </a:extLst>
          </p:cNvPr>
          <p:cNvSpPr txBox="1"/>
          <p:nvPr/>
        </p:nvSpPr>
        <p:spPr>
          <a:xfrm>
            <a:off x="406920" y="4491335"/>
            <a:ext cx="2993791" cy="461665"/>
          </a:xfrm>
          <a:prstGeom prst="rect">
            <a:avLst/>
          </a:prstGeom>
          <a:noFill/>
        </p:spPr>
        <p:txBody>
          <a:bodyPr wrap="square" rtlCol="0">
            <a:spAutoFit/>
          </a:bodyPr>
          <a:lstStyle/>
          <a:p>
            <a:r>
              <a:rPr lang="en-GB" sz="1200" dirty="0"/>
              <a:t>Write down the negative square root of each number.</a:t>
            </a:r>
          </a:p>
        </p:txBody>
      </p:sp>
      <p:sp>
        <p:nvSpPr>
          <p:cNvPr id="28" name="TextBox 27">
            <a:extLst>
              <a:ext uri="{FF2B5EF4-FFF2-40B4-BE49-F238E27FC236}">
                <a16:creationId xmlns:a16="http://schemas.microsoft.com/office/drawing/2014/main" id="{C36760D8-29A4-7748-8CC2-98BCE40BA29D}"/>
              </a:ext>
            </a:extLst>
          </p:cNvPr>
          <p:cNvSpPr txBox="1"/>
          <p:nvPr/>
        </p:nvSpPr>
        <p:spPr>
          <a:xfrm>
            <a:off x="102305" y="4491335"/>
            <a:ext cx="383438" cy="276999"/>
          </a:xfrm>
          <a:prstGeom prst="rect">
            <a:avLst/>
          </a:prstGeom>
          <a:noFill/>
        </p:spPr>
        <p:txBody>
          <a:bodyPr wrap="none" rtlCol="0">
            <a:spAutoFit/>
          </a:bodyPr>
          <a:lstStyle/>
          <a:p>
            <a:r>
              <a:rPr lang="en-GB" sz="1200" b="1" dirty="0"/>
              <a:t>11.</a:t>
            </a:r>
          </a:p>
        </p:txBody>
      </p:sp>
      <p:sp>
        <p:nvSpPr>
          <p:cNvPr id="29" name="Rectangle 28">
            <a:extLst>
              <a:ext uri="{FF2B5EF4-FFF2-40B4-BE49-F238E27FC236}">
                <a16:creationId xmlns:a16="http://schemas.microsoft.com/office/drawing/2014/main" id="{A9559AE5-12DE-9640-A282-A37EE0B13C67}"/>
              </a:ext>
            </a:extLst>
          </p:cNvPr>
          <p:cNvSpPr/>
          <p:nvPr/>
        </p:nvSpPr>
        <p:spPr>
          <a:xfrm>
            <a:off x="1108575" y="5032604"/>
            <a:ext cx="656562" cy="288000"/>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
        <p:nvSpPr>
          <p:cNvPr id="36" name="TextBox 35">
            <a:extLst>
              <a:ext uri="{FF2B5EF4-FFF2-40B4-BE49-F238E27FC236}">
                <a16:creationId xmlns:a16="http://schemas.microsoft.com/office/drawing/2014/main" id="{2E3765A7-98AB-7E4C-A3C2-63DBE9E5D84A}"/>
              </a:ext>
            </a:extLst>
          </p:cNvPr>
          <p:cNvSpPr txBox="1"/>
          <p:nvPr/>
        </p:nvSpPr>
        <p:spPr>
          <a:xfrm>
            <a:off x="342018" y="4847938"/>
            <a:ext cx="766557" cy="2325830"/>
          </a:xfrm>
          <a:prstGeom prst="rect">
            <a:avLst/>
          </a:prstGeom>
          <a:noFill/>
        </p:spPr>
        <p:txBody>
          <a:bodyPr wrap="none" rtlCol="0">
            <a:spAutoFit/>
          </a:bodyPr>
          <a:lstStyle/>
          <a:p>
            <a:pPr marL="342900" indent="-342900">
              <a:lnSpc>
                <a:spcPct val="250000"/>
              </a:lnSpc>
              <a:buFont typeface="+mj-lt"/>
              <a:buAutoNum type="alphaLcParenR"/>
            </a:pPr>
            <a:r>
              <a:rPr lang="en-GB" sz="1200" dirty="0"/>
              <a:t>4</a:t>
            </a:r>
          </a:p>
          <a:p>
            <a:pPr marL="342900" indent="-342900">
              <a:lnSpc>
                <a:spcPct val="250000"/>
              </a:lnSpc>
              <a:buFont typeface="+mj-lt"/>
              <a:buAutoNum type="alphaLcParenR"/>
            </a:pPr>
            <a:r>
              <a:rPr lang="en-GB" sz="1200" dirty="0"/>
              <a:t>49</a:t>
            </a:r>
          </a:p>
          <a:p>
            <a:pPr marL="342900" indent="-342900">
              <a:lnSpc>
                <a:spcPct val="250000"/>
              </a:lnSpc>
              <a:buFont typeface="+mj-lt"/>
              <a:buAutoNum type="alphaLcParenR"/>
            </a:pPr>
            <a:r>
              <a:rPr lang="en-GB" sz="1200" dirty="0"/>
              <a:t>144</a:t>
            </a:r>
          </a:p>
          <a:p>
            <a:pPr marL="342900" indent="-342900">
              <a:lnSpc>
                <a:spcPct val="250000"/>
              </a:lnSpc>
              <a:buFont typeface="+mj-lt"/>
              <a:buAutoNum type="alphaLcParenR"/>
            </a:pPr>
            <a:r>
              <a:rPr lang="en-GB" sz="1200" dirty="0"/>
              <a:t>1</a:t>
            </a:r>
          </a:p>
          <a:p>
            <a:pPr marL="342900" indent="-342900">
              <a:lnSpc>
                <a:spcPct val="250000"/>
              </a:lnSpc>
              <a:buFont typeface="+mj-lt"/>
              <a:buAutoNum type="alphaLcParenR"/>
            </a:pPr>
            <a:r>
              <a:rPr lang="en-GB" sz="1200" dirty="0"/>
              <a:t>900</a:t>
            </a:r>
          </a:p>
        </p:txBody>
      </p:sp>
      <p:sp>
        <p:nvSpPr>
          <p:cNvPr id="37" name="Rectangle 36">
            <a:extLst>
              <a:ext uri="{FF2B5EF4-FFF2-40B4-BE49-F238E27FC236}">
                <a16:creationId xmlns:a16="http://schemas.microsoft.com/office/drawing/2014/main" id="{5BB584A8-3A81-9F46-AA96-665548CC31A2}"/>
              </a:ext>
            </a:extLst>
          </p:cNvPr>
          <p:cNvSpPr/>
          <p:nvPr/>
        </p:nvSpPr>
        <p:spPr>
          <a:xfrm>
            <a:off x="1108575" y="5504930"/>
            <a:ext cx="656562" cy="288000"/>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
        <p:nvSpPr>
          <p:cNvPr id="38" name="Rectangle 37">
            <a:extLst>
              <a:ext uri="{FF2B5EF4-FFF2-40B4-BE49-F238E27FC236}">
                <a16:creationId xmlns:a16="http://schemas.microsoft.com/office/drawing/2014/main" id="{06A44F0A-3BED-FA47-B426-0A6C3FEF68E8}"/>
              </a:ext>
            </a:extLst>
          </p:cNvPr>
          <p:cNvSpPr/>
          <p:nvPr/>
        </p:nvSpPr>
        <p:spPr>
          <a:xfrm>
            <a:off x="1108575" y="5981922"/>
            <a:ext cx="656562" cy="288000"/>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
        <p:nvSpPr>
          <p:cNvPr id="39" name="Rectangle 38">
            <a:extLst>
              <a:ext uri="{FF2B5EF4-FFF2-40B4-BE49-F238E27FC236}">
                <a16:creationId xmlns:a16="http://schemas.microsoft.com/office/drawing/2014/main" id="{97B33AA5-CCB9-CC4E-94E2-5063C19FCE4F}"/>
              </a:ext>
            </a:extLst>
          </p:cNvPr>
          <p:cNvSpPr/>
          <p:nvPr/>
        </p:nvSpPr>
        <p:spPr>
          <a:xfrm>
            <a:off x="1108575" y="6454248"/>
            <a:ext cx="656562" cy="288000"/>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
        <p:nvSpPr>
          <p:cNvPr id="40" name="Rectangle 39">
            <a:extLst>
              <a:ext uri="{FF2B5EF4-FFF2-40B4-BE49-F238E27FC236}">
                <a16:creationId xmlns:a16="http://schemas.microsoft.com/office/drawing/2014/main" id="{206F2AC0-D048-3548-A110-173762944E9D}"/>
              </a:ext>
            </a:extLst>
          </p:cNvPr>
          <p:cNvSpPr/>
          <p:nvPr/>
        </p:nvSpPr>
        <p:spPr>
          <a:xfrm>
            <a:off x="1108575" y="6926574"/>
            <a:ext cx="656562" cy="288000"/>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
        <p:nvSpPr>
          <p:cNvPr id="41" name="TextBox 40">
            <a:extLst>
              <a:ext uri="{FF2B5EF4-FFF2-40B4-BE49-F238E27FC236}">
                <a16:creationId xmlns:a16="http://schemas.microsoft.com/office/drawing/2014/main" id="{BBC712E1-D71D-DC47-B7D7-2989397DA0A6}"/>
              </a:ext>
            </a:extLst>
          </p:cNvPr>
          <p:cNvSpPr txBox="1"/>
          <p:nvPr/>
        </p:nvSpPr>
        <p:spPr>
          <a:xfrm>
            <a:off x="142241" y="7249991"/>
            <a:ext cx="6585130" cy="338554"/>
          </a:xfrm>
          <a:prstGeom prst="rect">
            <a:avLst/>
          </a:prstGeom>
          <a:solidFill>
            <a:srgbClr val="7E2341"/>
          </a:solidFill>
        </p:spPr>
        <p:txBody>
          <a:bodyPr wrap="square" rtlCol="0" anchor="ctr">
            <a:spAutoFit/>
          </a:bodyPr>
          <a:lstStyle/>
          <a:p>
            <a:pPr algn="ctr"/>
            <a:r>
              <a:rPr lang="en-GB" sz="1600" b="1" dirty="0">
                <a:solidFill>
                  <a:schemeClr val="bg1"/>
                </a:solidFill>
              </a:rPr>
              <a:t>Skills Check</a:t>
            </a:r>
          </a:p>
        </p:txBody>
      </p:sp>
      <p:grpSp>
        <p:nvGrpSpPr>
          <p:cNvPr id="4" name="Group 3">
            <a:extLst>
              <a:ext uri="{FF2B5EF4-FFF2-40B4-BE49-F238E27FC236}">
                <a16:creationId xmlns:a16="http://schemas.microsoft.com/office/drawing/2014/main" id="{BE3A64CC-394F-DBDF-762F-102EE8A4B2EC}"/>
              </a:ext>
            </a:extLst>
          </p:cNvPr>
          <p:cNvGrpSpPr/>
          <p:nvPr/>
        </p:nvGrpSpPr>
        <p:grpSpPr>
          <a:xfrm>
            <a:off x="102305" y="7822425"/>
            <a:ext cx="3164815" cy="1994375"/>
            <a:chOff x="102305" y="7822425"/>
            <a:chExt cx="3164815" cy="1994375"/>
          </a:xfrm>
        </p:grpSpPr>
        <p:sp>
          <p:nvSpPr>
            <p:cNvPr id="42" name="TextBox 41">
              <a:extLst>
                <a:ext uri="{FF2B5EF4-FFF2-40B4-BE49-F238E27FC236}">
                  <a16:creationId xmlns:a16="http://schemas.microsoft.com/office/drawing/2014/main" id="{91A590F9-2162-1848-9899-E044D2F7FD0A}"/>
                </a:ext>
              </a:extLst>
            </p:cNvPr>
            <p:cNvSpPr txBox="1"/>
            <p:nvPr/>
          </p:nvSpPr>
          <p:spPr>
            <a:xfrm>
              <a:off x="1016570" y="8609032"/>
              <a:ext cx="1410964" cy="230832"/>
            </a:xfrm>
            <a:prstGeom prst="rect">
              <a:avLst/>
            </a:prstGeom>
            <a:noFill/>
          </p:spPr>
          <p:txBody>
            <a:bodyPr wrap="none" rtlCol="0">
              <a:spAutoFit/>
            </a:bodyPr>
            <a:lstStyle/>
            <a:p>
              <a:pPr algn="ctr"/>
              <a:r>
                <a:rPr lang="en-GB" sz="900" i="1" dirty="0">
                  <a:solidFill>
                    <a:srgbClr val="0070C0"/>
                  </a:solidFill>
                </a:rPr>
                <a:t>(Circle the correct answer)</a:t>
              </a:r>
            </a:p>
          </p:txBody>
        </p:sp>
        <p:sp>
          <p:nvSpPr>
            <p:cNvPr id="43" name="TextBox 42">
              <a:extLst>
                <a:ext uri="{FF2B5EF4-FFF2-40B4-BE49-F238E27FC236}">
                  <a16:creationId xmlns:a16="http://schemas.microsoft.com/office/drawing/2014/main" id="{C6B12FAC-4381-8847-9E07-5EA6115E9ED9}"/>
                </a:ext>
              </a:extLst>
            </p:cNvPr>
            <p:cNvSpPr txBox="1"/>
            <p:nvPr/>
          </p:nvSpPr>
          <p:spPr>
            <a:xfrm>
              <a:off x="102305" y="7981371"/>
              <a:ext cx="2948322" cy="276999"/>
            </a:xfrm>
            <a:prstGeom prst="rect">
              <a:avLst/>
            </a:prstGeom>
            <a:noFill/>
          </p:spPr>
          <p:txBody>
            <a:bodyPr wrap="square" rtlCol="0">
              <a:spAutoFit/>
            </a:bodyPr>
            <a:lstStyle/>
            <a:p>
              <a:pPr marL="180975" indent="-180975"/>
              <a:r>
                <a:rPr lang="en-GB" sz="1200" b="1" dirty="0"/>
                <a:t>1.    </a:t>
              </a:r>
              <a:r>
                <a:rPr lang="en-GB" sz="1200" dirty="0"/>
                <a:t>Which two numbers are multiples of 6?</a:t>
              </a:r>
            </a:p>
          </p:txBody>
        </p:sp>
        <p:grpSp>
          <p:nvGrpSpPr>
            <p:cNvPr id="44" name="Group 43">
              <a:extLst>
                <a:ext uri="{FF2B5EF4-FFF2-40B4-BE49-F238E27FC236}">
                  <a16:creationId xmlns:a16="http://schemas.microsoft.com/office/drawing/2014/main" id="{537CDA79-8F5F-EB49-AFD4-DDD5EE12E809}"/>
                </a:ext>
              </a:extLst>
            </p:cNvPr>
            <p:cNvGrpSpPr/>
            <p:nvPr/>
          </p:nvGrpSpPr>
          <p:grpSpPr>
            <a:xfrm>
              <a:off x="499510" y="8953447"/>
              <a:ext cx="2398729" cy="646944"/>
              <a:chOff x="3428556" y="1037259"/>
              <a:chExt cx="2987314" cy="805685"/>
            </a:xfrm>
          </p:grpSpPr>
          <p:sp>
            <p:nvSpPr>
              <p:cNvPr id="45" name="TextBox 44">
                <a:extLst>
                  <a:ext uri="{FF2B5EF4-FFF2-40B4-BE49-F238E27FC236}">
                    <a16:creationId xmlns:a16="http://schemas.microsoft.com/office/drawing/2014/main" id="{5ED54F8E-6C56-734F-B099-5DA2D9CACA1A}"/>
                  </a:ext>
                </a:extLst>
              </p:cNvPr>
              <p:cNvSpPr txBox="1"/>
              <p:nvPr/>
            </p:nvSpPr>
            <p:spPr>
              <a:xfrm>
                <a:off x="3428556" y="1438326"/>
                <a:ext cx="563367" cy="383296"/>
              </a:xfrm>
              <a:prstGeom prst="rect">
                <a:avLst/>
              </a:prstGeom>
              <a:noFill/>
            </p:spPr>
            <p:txBody>
              <a:bodyPr wrap="none" rtlCol="0">
                <a:spAutoFit/>
              </a:bodyPr>
              <a:lstStyle/>
              <a:p>
                <a:r>
                  <a:rPr lang="en-US" sz="1400" dirty="0">
                    <a:solidFill>
                      <a:srgbClr val="000000"/>
                    </a:solidFill>
                    <a:latin typeface="Calibri" panose="020F0502020204030204" pitchFamily="34" charset="0"/>
                    <a:cs typeface="Times New Roman" panose="02020603050405020304" pitchFamily="18" charset="0"/>
                  </a:rPr>
                  <a:t>7, 8</a:t>
                </a:r>
                <a:endParaRPr lang="en-GB" sz="1400" dirty="0"/>
              </a:p>
            </p:txBody>
          </p:sp>
          <p:sp>
            <p:nvSpPr>
              <p:cNvPr id="46" name="TextBox 45">
                <a:extLst>
                  <a:ext uri="{FF2B5EF4-FFF2-40B4-BE49-F238E27FC236}">
                    <a16:creationId xmlns:a16="http://schemas.microsoft.com/office/drawing/2014/main" id="{E46D5E14-7B79-6D48-BD33-A8BBD2EF775B}"/>
                  </a:ext>
                </a:extLst>
              </p:cNvPr>
              <p:cNvSpPr txBox="1"/>
              <p:nvPr/>
            </p:nvSpPr>
            <p:spPr>
              <a:xfrm>
                <a:off x="4061679" y="1438326"/>
                <a:ext cx="790949" cy="383296"/>
              </a:xfrm>
              <a:prstGeom prst="rect">
                <a:avLst/>
              </a:prstGeom>
              <a:noFill/>
            </p:spPr>
            <p:txBody>
              <a:bodyPr wrap="none" rtlCol="0">
                <a:spAutoFit/>
              </a:bodyPr>
              <a:lstStyle/>
              <a:p>
                <a:r>
                  <a:rPr lang="en-US" sz="1400" dirty="0">
                    <a:solidFill>
                      <a:srgbClr val="000000"/>
                    </a:solidFill>
                    <a:latin typeface="Calibri" panose="020F0502020204030204" pitchFamily="34" charset="0"/>
                    <a:cs typeface="Times New Roman" panose="02020603050405020304" pitchFamily="18" charset="0"/>
                  </a:rPr>
                  <a:t>12, 18</a:t>
                </a:r>
                <a:endParaRPr lang="en-GB" sz="1400" baseline="30000" dirty="0"/>
              </a:p>
            </p:txBody>
          </p:sp>
          <p:sp>
            <p:nvSpPr>
              <p:cNvPr id="47" name="TextBox 46">
                <a:extLst>
                  <a:ext uri="{FF2B5EF4-FFF2-40B4-BE49-F238E27FC236}">
                    <a16:creationId xmlns:a16="http://schemas.microsoft.com/office/drawing/2014/main" id="{F00D4DD2-8F1B-E147-9042-57A61140B370}"/>
                  </a:ext>
                </a:extLst>
              </p:cNvPr>
              <p:cNvSpPr txBox="1"/>
              <p:nvPr/>
            </p:nvSpPr>
            <p:spPr>
              <a:xfrm>
                <a:off x="4951078" y="1451182"/>
                <a:ext cx="677158" cy="383296"/>
              </a:xfrm>
              <a:prstGeom prst="rect">
                <a:avLst/>
              </a:prstGeom>
              <a:noFill/>
            </p:spPr>
            <p:txBody>
              <a:bodyPr wrap="none" rtlCol="0">
                <a:spAutoFit/>
              </a:bodyPr>
              <a:lstStyle/>
              <a:p>
                <a:r>
                  <a:rPr lang="en-US" sz="1400" dirty="0">
                    <a:solidFill>
                      <a:srgbClr val="000000"/>
                    </a:solidFill>
                    <a:latin typeface="Calibri" panose="020F0502020204030204" pitchFamily="34" charset="0"/>
                    <a:cs typeface="Times New Roman" panose="02020603050405020304" pitchFamily="18" charset="0"/>
                  </a:rPr>
                  <a:t>8, 10</a:t>
                </a:r>
                <a:endParaRPr lang="en-GB" sz="1400" baseline="30000" dirty="0"/>
              </a:p>
            </p:txBody>
          </p:sp>
          <p:sp>
            <p:nvSpPr>
              <p:cNvPr id="48" name="TextBox 47">
                <a:extLst>
                  <a:ext uri="{FF2B5EF4-FFF2-40B4-BE49-F238E27FC236}">
                    <a16:creationId xmlns:a16="http://schemas.microsoft.com/office/drawing/2014/main" id="{F6617258-D44B-9746-93B3-9C82A2F8C54B}"/>
                  </a:ext>
                </a:extLst>
              </p:cNvPr>
              <p:cNvSpPr txBox="1"/>
              <p:nvPr/>
            </p:nvSpPr>
            <p:spPr>
              <a:xfrm>
                <a:off x="5852503" y="1459648"/>
                <a:ext cx="563367" cy="383296"/>
              </a:xfrm>
              <a:prstGeom prst="rect">
                <a:avLst/>
              </a:prstGeom>
              <a:noFill/>
            </p:spPr>
            <p:txBody>
              <a:bodyPr wrap="none" rtlCol="0">
                <a:spAutoFit/>
              </a:bodyPr>
              <a:lstStyle/>
              <a:p>
                <a:r>
                  <a:rPr lang="en-US" sz="1400" dirty="0">
                    <a:solidFill>
                      <a:srgbClr val="000000"/>
                    </a:solidFill>
                    <a:latin typeface="Calibri" panose="020F0502020204030204" pitchFamily="34" charset="0"/>
                    <a:cs typeface="Times New Roman" panose="02020603050405020304" pitchFamily="18" charset="0"/>
                  </a:rPr>
                  <a:t>2, 4</a:t>
                </a:r>
                <a:endParaRPr lang="en-GB" sz="1400" baseline="30000" dirty="0"/>
              </a:p>
            </p:txBody>
          </p:sp>
          <p:grpSp>
            <p:nvGrpSpPr>
              <p:cNvPr id="49" name="Group 48">
                <a:extLst>
                  <a:ext uri="{FF2B5EF4-FFF2-40B4-BE49-F238E27FC236}">
                    <a16:creationId xmlns:a16="http://schemas.microsoft.com/office/drawing/2014/main" id="{EFBA3B0B-CBA8-1F4D-9D93-028432C673E8}"/>
                  </a:ext>
                </a:extLst>
              </p:cNvPr>
              <p:cNvGrpSpPr/>
              <p:nvPr/>
            </p:nvGrpSpPr>
            <p:grpSpPr>
              <a:xfrm>
                <a:off x="3457619" y="1037259"/>
                <a:ext cx="2819021" cy="464909"/>
                <a:chOff x="7091126" y="945391"/>
                <a:chExt cx="2819021" cy="464909"/>
              </a:xfrm>
            </p:grpSpPr>
            <p:pic>
              <p:nvPicPr>
                <p:cNvPr id="50" name="Picture 49">
                  <a:extLst>
                    <a:ext uri="{FF2B5EF4-FFF2-40B4-BE49-F238E27FC236}">
                      <a16:creationId xmlns:a16="http://schemas.microsoft.com/office/drawing/2014/main" id="{5667292E-F36D-9840-9FB2-64471A6FD67B}"/>
                    </a:ext>
                  </a:extLst>
                </p:cNvPr>
                <p:cNvPicPr>
                  <a:picLocks noChangeAspect="1"/>
                </p:cNvPicPr>
                <p:nvPr/>
              </p:nvPicPr>
              <p:blipFill rotWithShape="1">
                <a:blip r:embed="rId2"/>
                <a:srcRect l="5631" t="62856" r="82800" b="18131"/>
                <a:stretch/>
              </p:blipFill>
              <p:spPr>
                <a:xfrm>
                  <a:off x="7091126" y="953101"/>
                  <a:ext cx="456912" cy="457199"/>
                </a:xfrm>
                <a:prstGeom prst="rect">
                  <a:avLst/>
                </a:prstGeom>
              </p:spPr>
            </p:pic>
            <p:pic>
              <p:nvPicPr>
                <p:cNvPr id="51" name="Picture 50">
                  <a:extLst>
                    <a:ext uri="{FF2B5EF4-FFF2-40B4-BE49-F238E27FC236}">
                      <a16:creationId xmlns:a16="http://schemas.microsoft.com/office/drawing/2014/main" id="{AFBB16E6-8954-AE47-83EA-5737B43A5F58}"/>
                    </a:ext>
                  </a:extLst>
                </p:cNvPr>
                <p:cNvPicPr>
                  <a:picLocks noChangeAspect="1"/>
                </p:cNvPicPr>
                <p:nvPr/>
              </p:nvPicPr>
              <p:blipFill rotWithShape="1">
                <a:blip r:embed="rId2"/>
                <a:srcRect l="31806" t="62855" r="56625" b="19115"/>
                <a:stretch/>
              </p:blipFill>
              <p:spPr>
                <a:xfrm>
                  <a:off x="7871340" y="945391"/>
                  <a:ext cx="456913" cy="433553"/>
                </a:xfrm>
                <a:prstGeom prst="rect">
                  <a:avLst/>
                </a:prstGeom>
              </p:spPr>
            </p:pic>
            <p:pic>
              <p:nvPicPr>
                <p:cNvPr id="52" name="Picture 51">
                  <a:extLst>
                    <a:ext uri="{FF2B5EF4-FFF2-40B4-BE49-F238E27FC236}">
                      <a16:creationId xmlns:a16="http://schemas.microsoft.com/office/drawing/2014/main" id="{731C1AFA-9A0B-7D43-96F8-77665788714F}"/>
                    </a:ext>
                  </a:extLst>
                </p:cNvPr>
                <p:cNvPicPr>
                  <a:picLocks noChangeAspect="1"/>
                </p:cNvPicPr>
                <p:nvPr/>
              </p:nvPicPr>
              <p:blipFill rotWithShape="1">
                <a:blip r:embed="rId2"/>
                <a:srcRect l="57110" t="62855" r="31321" b="19115"/>
                <a:stretch/>
              </p:blipFill>
              <p:spPr>
                <a:xfrm>
                  <a:off x="8662288" y="958924"/>
                  <a:ext cx="456912" cy="433553"/>
                </a:xfrm>
                <a:prstGeom prst="rect">
                  <a:avLst/>
                </a:prstGeom>
              </p:spPr>
            </p:pic>
            <p:pic>
              <p:nvPicPr>
                <p:cNvPr id="53" name="Picture 52">
                  <a:extLst>
                    <a:ext uri="{FF2B5EF4-FFF2-40B4-BE49-F238E27FC236}">
                      <a16:creationId xmlns:a16="http://schemas.microsoft.com/office/drawing/2014/main" id="{55018536-F19C-7F41-88FF-7D38DFB1B569}"/>
                    </a:ext>
                  </a:extLst>
                </p:cNvPr>
                <p:cNvPicPr>
                  <a:picLocks noChangeAspect="1"/>
                </p:cNvPicPr>
                <p:nvPr/>
              </p:nvPicPr>
              <p:blipFill rotWithShape="1">
                <a:blip r:embed="rId2"/>
                <a:srcRect l="84026" t="62855" r="4405" b="19115"/>
                <a:stretch/>
              </p:blipFill>
              <p:spPr>
                <a:xfrm>
                  <a:off x="9453235" y="958923"/>
                  <a:ext cx="456912" cy="433553"/>
                </a:xfrm>
                <a:prstGeom prst="rect">
                  <a:avLst/>
                </a:prstGeom>
              </p:spPr>
            </p:pic>
          </p:grpSp>
        </p:grpSp>
        <p:sp>
          <p:nvSpPr>
            <p:cNvPr id="54" name="Rectangle 53">
              <a:extLst>
                <a:ext uri="{FF2B5EF4-FFF2-40B4-BE49-F238E27FC236}">
                  <a16:creationId xmlns:a16="http://schemas.microsoft.com/office/drawing/2014/main" id="{FC20837B-8F76-AF41-B36E-C638A2B7606F}"/>
                </a:ext>
              </a:extLst>
            </p:cNvPr>
            <p:cNvSpPr/>
            <p:nvPr/>
          </p:nvSpPr>
          <p:spPr>
            <a:xfrm>
              <a:off x="138755" y="7822425"/>
              <a:ext cx="3128365" cy="1994375"/>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grpSp>
      <p:sp>
        <p:nvSpPr>
          <p:cNvPr id="57" name="Rectangle 56">
            <a:extLst>
              <a:ext uri="{FF2B5EF4-FFF2-40B4-BE49-F238E27FC236}">
                <a16:creationId xmlns:a16="http://schemas.microsoft.com/office/drawing/2014/main" id="{7F72781A-AFF2-4A48-905A-C0D1796CC682}"/>
              </a:ext>
            </a:extLst>
          </p:cNvPr>
          <p:cNvSpPr/>
          <p:nvPr/>
        </p:nvSpPr>
        <p:spPr>
          <a:xfrm>
            <a:off x="3566995" y="7832398"/>
            <a:ext cx="3128365" cy="1994375"/>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
        <p:nvSpPr>
          <p:cNvPr id="58" name="TextBox 57">
            <a:extLst>
              <a:ext uri="{FF2B5EF4-FFF2-40B4-BE49-F238E27FC236}">
                <a16:creationId xmlns:a16="http://schemas.microsoft.com/office/drawing/2014/main" id="{B2C918B0-7002-5C4A-B297-D6CA530C322A}"/>
              </a:ext>
            </a:extLst>
          </p:cNvPr>
          <p:cNvSpPr txBox="1"/>
          <p:nvPr/>
        </p:nvSpPr>
        <p:spPr>
          <a:xfrm>
            <a:off x="3566995" y="8023782"/>
            <a:ext cx="2948322" cy="276999"/>
          </a:xfrm>
          <a:prstGeom prst="rect">
            <a:avLst/>
          </a:prstGeom>
          <a:noFill/>
        </p:spPr>
        <p:txBody>
          <a:bodyPr wrap="square" rtlCol="0">
            <a:spAutoFit/>
          </a:bodyPr>
          <a:lstStyle/>
          <a:p>
            <a:pPr marL="180975" indent="-180975"/>
            <a:r>
              <a:rPr lang="en-GB" sz="1200" b="1" dirty="0"/>
              <a:t>2.    </a:t>
            </a:r>
            <a:r>
              <a:rPr lang="en-GB" sz="1200" dirty="0"/>
              <a:t>Write the first six multiples of 8</a:t>
            </a:r>
          </a:p>
        </p:txBody>
      </p:sp>
      <p:sp>
        <p:nvSpPr>
          <p:cNvPr id="60" name="Rectangle 59">
            <a:extLst>
              <a:ext uri="{FF2B5EF4-FFF2-40B4-BE49-F238E27FC236}">
                <a16:creationId xmlns:a16="http://schemas.microsoft.com/office/drawing/2014/main" id="{E8780997-D212-CD4D-BEC3-2F8E2E4072FB}"/>
              </a:ext>
            </a:extLst>
          </p:cNvPr>
          <p:cNvSpPr/>
          <p:nvPr/>
        </p:nvSpPr>
        <p:spPr>
          <a:xfrm>
            <a:off x="3657016" y="8420537"/>
            <a:ext cx="2948322" cy="1142161"/>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
        <p:nvSpPr>
          <p:cNvPr id="9" name="TextBox 8">
            <a:extLst>
              <a:ext uri="{FF2B5EF4-FFF2-40B4-BE49-F238E27FC236}">
                <a16:creationId xmlns:a16="http://schemas.microsoft.com/office/drawing/2014/main" id="{91B1A06A-62BF-4471-B6AE-5A80D7AED116}"/>
              </a:ext>
            </a:extLst>
          </p:cNvPr>
          <p:cNvSpPr txBox="1"/>
          <p:nvPr/>
        </p:nvSpPr>
        <p:spPr>
          <a:xfrm>
            <a:off x="12763" y="78660"/>
            <a:ext cx="304892" cy="276999"/>
          </a:xfrm>
          <a:prstGeom prst="rect">
            <a:avLst/>
          </a:prstGeom>
          <a:noFill/>
        </p:spPr>
        <p:txBody>
          <a:bodyPr wrap="none" rtlCol="0">
            <a:spAutoFit/>
          </a:bodyPr>
          <a:lstStyle/>
          <a:p>
            <a:r>
              <a:rPr lang="en-GB" sz="1200" b="1" dirty="0"/>
              <a:t>8.</a:t>
            </a:r>
          </a:p>
        </p:txBody>
      </p:sp>
      <p:sp>
        <p:nvSpPr>
          <p:cNvPr id="12" name="TextBox 11">
            <a:extLst>
              <a:ext uri="{FF2B5EF4-FFF2-40B4-BE49-F238E27FC236}">
                <a16:creationId xmlns:a16="http://schemas.microsoft.com/office/drawing/2014/main" id="{EF64042B-CC16-C4BC-7DF8-EFDF0A6F089E}"/>
              </a:ext>
            </a:extLst>
          </p:cNvPr>
          <p:cNvSpPr txBox="1"/>
          <p:nvPr/>
        </p:nvSpPr>
        <p:spPr>
          <a:xfrm>
            <a:off x="29780" y="1647630"/>
            <a:ext cx="304892" cy="276999"/>
          </a:xfrm>
          <a:prstGeom prst="rect">
            <a:avLst/>
          </a:prstGeom>
          <a:noFill/>
        </p:spPr>
        <p:txBody>
          <a:bodyPr wrap="none" rtlCol="0">
            <a:spAutoFit/>
          </a:bodyPr>
          <a:lstStyle/>
          <a:p>
            <a:r>
              <a:rPr lang="en-GB" sz="1200" b="1" dirty="0"/>
              <a:t>9.</a:t>
            </a:r>
          </a:p>
        </p:txBody>
      </p:sp>
      <p:sp>
        <p:nvSpPr>
          <p:cNvPr id="13" name="TextBox 12">
            <a:extLst>
              <a:ext uri="{FF2B5EF4-FFF2-40B4-BE49-F238E27FC236}">
                <a16:creationId xmlns:a16="http://schemas.microsoft.com/office/drawing/2014/main" id="{55D960FB-228E-3405-FD15-6CB850746D7D}"/>
              </a:ext>
            </a:extLst>
          </p:cNvPr>
          <p:cNvSpPr txBox="1"/>
          <p:nvPr/>
        </p:nvSpPr>
        <p:spPr>
          <a:xfrm>
            <a:off x="74694" y="2874552"/>
            <a:ext cx="383438" cy="276999"/>
          </a:xfrm>
          <a:prstGeom prst="rect">
            <a:avLst/>
          </a:prstGeom>
          <a:noFill/>
        </p:spPr>
        <p:txBody>
          <a:bodyPr wrap="none" rtlCol="0">
            <a:spAutoFit/>
          </a:bodyPr>
          <a:lstStyle/>
          <a:p>
            <a:r>
              <a:rPr lang="en-GB" sz="1200" b="1" dirty="0"/>
              <a:t>10.</a:t>
            </a:r>
          </a:p>
        </p:txBody>
      </p:sp>
    </p:spTree>
    <p:extLst>
      <p:ext uri="{BB962C8B-B14F-4D97-AF65-F5344CB8AC3E}">
        <p14:creationId xmlns:p14="http://schemas.microsoft.com/office/powerpoint/2010/main" val="12619051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3B6EFE1-0BD8-7A4B-A457-4ACAB5DB011B}"/>
              </a:ext>
            </a:extLst>
          </p:cNvPr>
          <p:cNvSpPr>
            <a:spLocks noGrp="1"/>
          </p:cNvSpPr>
          <p:nvPr>
            <p:ph type="sldNum" sz="quarter" idx="12"/>
          </p:nvPr>
        </p:nvSpPr>
        <p:spPr>
          <a:xfrm>
            <a:off x="5407053" y="9604537"/>
            <a:ext cx="1543050" cy="527403"/>
          </a:xfrm>
        </p:spPr>
        <p:txBody>
          <a:bodyPr/>
          <a:lstStyle/>
          <a:p>
            <a:fld id="{19F1D9CC-7119-45EC-A96C-D8C0660F3AAB}" type="slidenum">
              <a:rPr lang="en-GB" smtClean="0"/>
              <a:t>7</a:t>
            </a:fld>
            <a:endParaRPr lang="en-GB" dirty="0"/>
          </a:p>
        </p:txBody>
      </p:sp>
      <p:sp>
        <p:nvSpPr>
          <p:cNvPr id="3" name="Rectangle 2">
            <a:extLst>
              <a:ext uri="{FF2B5EF4-FFF2-40B4-BE49-F238E27FC236}">
                <a16:creationId xmlns:a16="http://schemas.microsoft.com/office/drawing/2014/main" id="{EEB31203-9840-BF41-BC21-9BBDC9FD889E}"/>
              </a:ext>
            </a:extLst>
          </p:cNvPr>
          <p:cNvSpPr/>
          <p:nvPr/>
        </p:nvSpPr>
        <p:spPr>
          <a:xfrm>
            <a:off x="62231" y="349311"/>
            <a:ext cx="6728829" cy="131671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ysClr val="windowText" lastClr="000000"/>
              </a:solidFill>
            </a:endParaRPr>
          </a:p>
        </p:txBody>
      </p:sp>
      <p:sp>
        <p:nvSpPr>
          <p:cNvPr id="4" name="Rectangle 3">
            <a:extLst>
              <a:ext uri="{FF2B5EF4-FFF2-40B4-BE49-F238E27FC236}">
                <a16:creationId xmlns:a16="http://schemas.microsoft.com/office/drawing/2014/main" id="{1EED420E-C5C3-084E-AD63-09BFD36770FC}"/>
              </a:ext>
            </a:extLst>
          </p:cNvPr>
          <p:cNvSpPr/>
          <p:nvPr/>
        </p:nvSpPr>
        <p:spPr>
          <a:xfrm>
            <a:off x="-2618" y="3326"/>
            <a:ext cx="6858000" cy="288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b="1" dirty="0"/>
              <a:t>Factors</a:t>
            </a:r>
          </a:p>
        </p:txBody>
      </p:sp>
      <p:sp>
        <p:nvSpPr>
          <p:cNvPr id="5" name="TextBox 4">
            <a:extLst>
              <a:ext uri="{FF2B5EF4-FFF2-40B4-BE49-F238E27FC236}">
                <a16:creationId xmlns:a16="http://schemas.microsoft.com/office/drawing/2014/main" id="{11A70DB0-E034-5E48-820B-5C1AA0BA9573}"/>
              </a:ext>
            </a:extLst>
          </p:cNvPr>
          <p:cNvSpPr txBox="1"/>
          <p:nvPr/>
        </p:nvSpPr>
        <p:spPr>
          <a:xfrm>
            <a:off x="295089" y="722052"/>
            <a:ext cx="1149390" cy="276999"/>
          </a:xfrm>
          <a:prstGeom prst="rect">
            <a:avLst/>
          </a:prstGeom>
          <a:noFill/>
        </p:spPr>
        <p:txBody>
          <a:bodyPr wrap="square" rtlCol="0">
            <a:spAutoFit/>
          </a:bodyPr>
          <a:lstStyle/>
          <a:p>
            <a:r>
              <a:rPr lang="en-GB" sz="1200" b="1" dirty="0"/>
              <a:t>Objectives:</a:t>
            </a:r>
          </a:p>
        </p:txBody>
      </p:sp>
      <p:sp>
        <p:nvSpPr>
          <p:cNvPr id="6" name="TextBox 5">
            <a:extLst>
              <a:ext uri="{FF2B5EF4-FFF2-40B4-BE49-F238E27FC236}">
                <a16:creationId xmlns:a16="http://schemas.microsoft.com/office/drawing/2014/main" id="{37984E60-955D-B34D-9C29-81C074B56229}"/>
              </a:ext>
            </a:extLst>
          </p:cNvPr>
          <p:cNvSpPr txBox="1"/>
          <p:nvPr/>
        </p:nvSpPr>
        <p:spPr>
          <a:xfrm>
            <a:off x="669076" y="929880"/>
            <a:ext cx="5055338" cy="646331"/>
          </a:xfrm>
          <a:prstGeom prst="rect">
            <a:avLst/>
          </a:prstGeom>
          <a:noFill/>
        </p:spPr>
        <p:txBody>
          <a:bodyPr wrap="square" rtlCol="0">
            <a:spAutoFit/>
          </a:bodyPr>
          <a:lstStyle/>
          <a:p>
            <a:pPr marL="342900" indent="-342900">
              <a:buFont typeface="+mj-lt"/>
              <a:buAutoNum type="arabicPeriod"/>
              <a:defRPr/>
            </a:pPr>
            <a:r>
              <a:rPr lang="en-GB" sz="1200" dirty="0"/>
              <a:t>Find factors of whole numbers.</a:t>
            </a:r>
          </a:p>
          <a:p>
            <a:pPr marL="342900" indent="-342900">
              <a:buFont typeface="+mj-lt"/>
              <a:buAutoNum type="arabicPeriod"/>
              <a:defRPr/>
            </a:pPr>
            <a:r>
              <a:rPr lang="en-GB" sz="1200" dirty="0"/>
              <a:t>Recognise factors of numbers.</a:t>
            </a:r>
          </a:p>
          <a:p>
            <a:pPr marL="342900" indent="-342900">
              <a:buFont typeface="+mj-lt"/>
              <a:buAutoNum type="arabicPeriod"/>
              <a:defRPr/>
            </a:pPr>
            <a:r>
              <a:rPr lang="en-GB" sz="1200" dirty="0"/>
              <a:t>Look at problem solving questions.</a:t>
            </a:r>
          </a:p>
        </p:txBody>
      </p:sp>
      <p:sp>
        <p:nvSpPr>
          <p:cNvPr id="7" name="TextBox 6">
            <a:extLst>
              <a:ext uri="{FF2B5EF4-FFF2-40B4-BE49-F238E27FC236}">
                <a16:creationId xmlns:a16="http://schemas.microsoft.com/office/drawing/2014/main" id="{36530E70-874D-7543-8430-2F865F81EB0F}"/>
              </a:ext>
            </a:extLst>
          </p:cNvPr>
          <p:cNvSpPr txBox="1"/>
          <p:nvPr/>
        </p:nvSpPr>
        <p:spPr>
          <a:xfrm>
            <a:off x="902330" y="416060"/>
            <a:ext cx="5048103" cy="276999"/>
          </a:xfrm>
          <a:prstGeom prst="rect">
            <a:avLst/>
          </a:prstGeom>
          <a:noFill/>
          <a:ln>
            <a:solidFill>
              <a:schemeClr val="tx1"/>
            </a:solidFill>
          </a:ln>
        </p:spPr>
        <p:txBody>
          <a:bodyPr wrap="square" rtlCol="0">
            <a:spAutoFit/>
          </a:bodyPr>
          <a:lstStyle/>
          <a:p>
            <a:pPr algn="ctr"/>
            <a:r>
              <a:rPr lang="en-GB" sz="1200" b="1" dirty="0"/>
              <a:t>LEARNING OUTCOME:</a:t>
            </a:r>
            <a:r>
              <a:rPr lang="en-GB" sz="1200" dirty="0"/>
              <a:t> To understand what factors of whole numbers are</a:t>
            </a:r>
          </a:p>
        </p:txBody>
      </p:sp>
      <p:sp>
        <p:nvSpPr>
          <p:cNvPr id="8" name="TextBox 7">
            <a:extLst>
              <a:ext uri="{FF2B5EF4-FFF2-40B4-BE49-F238E27FC236}">
                <a16:creationId xmlns:a16="http://schemas.microsoft.com/office/drawing/2014/main" id="{169B8EF0-B913-6D41-A23F-4869CF21BF26}"/>
              </a:ext>
            </a:extLst>
          </p:cNvPr>
          <p:cNvSpPr txBox="1"/>
          <p:nvPr/>
        </p:nvSpPr>
        <p:spPr>
          <a:xfrm>
            <a:off x="5489759" y="962232"/>
            <a:ext cx="1233799" cy="600164"/>
          </a:xfrm>
          <a:prstGeom prst="rect">
            <a:avLst/>
          </a:prstGeom>
          <a:noFill/>
          <a:ln w="12700">
            <a:solidFill>
              <a:schemeClr val="tx1"/>
            </a:solidFill>
          </a:ln>
        </p:spPr>
        <p:txBody>
          <a:bodyPr wrap="square" rtlCol="0">
            <a:spAutoFit/>
          </a:bodyPr>
          <a:lstStyle/>
          <a:p>
            <a:r>
              <a:rPr lang="en-US" sz="1100" b="1" u="sng" dirty="0"/>
              <a:t>Keywords:</a:t>
            </a:r>
            <a:endParaRPr lang="en-US" sz="1100" dirty="0"/>
          </a:p>
          <a:p>
            <a:pPr marL="285750" indent="-285750">
              <a:buFont typeface=".AppleSystemUIFont" charset="-120"/>
              <a:buChar char="-"/>
            </a:pPr>
            <a:r>
              <a:rPr lang="en-US" sz="1100" dirty="0"/>
              <a:t>factors</a:t>
            </a:r>
          </a:p>
          <a:p>
            <a:pPr marL="285750" indent="-285750">
              <a:buFont typeface=".AppleSystemUIFont" charset="-120"/>
              <a:buChar char="-"/>
            </a:pPr>
            <a:r>
              <a:rPr lang="en-US" sz="1100" dirty="0"/>
              <a:t>Integers</a:t>
            </a:r>
          </a:p>
        </p:txBody>
      </p:sp>
      <p:graphicFrame>
        <p:nvGraphicFramePr>
          <p:cNvPr id="70" name="Table 69">
            <a:extLst>
              <a:ext uri="{FF2B5EF4-FFF2-40B4-BE49-F238E27FC236}">
                <a16:creationId xmlns:a16="http://schemas.microsoft.com/office/drawing/2014/main" id="{8A9EE85E-1D2E-AADB-0D1A-DAE80EF91D52}"/>
              </a:ext>
            </a:extLst>
          </p:cNvPr>
          <p:cNvGraphicFramePr>
            <a:graphicFrameLocks noGrp="1"/>
          </p:cNvGraphicFramePr>
          <p:nvPr>
            <p:extLst>
              <p:ext uri="{D42A27DB-BD31-4B8C-83A1-F6EECF244321}">
                <p14:modId xmlns:p14="http://schemas.microsoft.com/office/powerpoint/2010/main" val="1302866996"/>
              </p:ext>
            </p:extLst>
          </p:nvPr>
        </p:nvGraphicFramePr>
        <p:xfrm>
          <a:off x="207204" y="4594632"/>
          <a:ext cx="6413466" cy="3652754"/>
        </p:xfrm>
        <a:graphic>
          <a:graphicData uri="http://schemas.openxmlformats.org/drawingml/2006/table">
            <a:tbl>
              <a:tblPr firstRow="1" bandRow="1">
                <a:tableStyleId>{5C22544A-7EE6-4342-B048-85BDC9FD1C3A}</a:tableStyleId>
              </a:tblPr>
              <a:tblGrid>
                <a:gridCol w="1162958">
                  <a:extLst>
                    <a:ext uri="{9D8B030D-6E8A-4147-A177-3AD203B41FA5}">
                      <a16:colId xmlns:a16="http://schemas.microsoft.com/office/drawing/2014/main" val="676621082"/>
                    </a:ext>
                  </a:extLst>
                </a:gridCol>
                <a:gridCol w="1312627">
                  <a:extLst>
                    <a:ext uri="{9D8B030D-6E8A-4147-A177-3AD203B41FA5}">
                      <a16:colId xmlns:a16="http://schemas.microsoft.com/office/drawing/2014/main" val="2178426734"/>
                    </a:ext>
                  </a:extLst>
                </a:gridCol>
                <a:gridCol w="1312627">
                  <a:extLst>
                    <a:ext uri="{9D8B030D-6E8A-4147-A177-3AD203B41FA5}">
                      <a16:colId xmlns:a16="http://schemas.microsoft.com/office/drawing/2014/main" val="2043389302"/>
                    </a:ext>
                  </a:extLst>
                </a:gridCol>
                <a:gridCol w="1312627">
                  <a:extLst>
                    <a:ext uri="{9D8B030D-6E8A-4147-A177-3AD203B41FA5}">
                      <a16:colId xmlns:a16="http://schemas.microsoft.com/office/drawing/2014/main" val="1196294643"/>
                    </a:ext>
                  </a:extLst>
                </a:gridCol>
                <a:gridCol w="1312627">
                  <a:extLst>
                    <a:ext uri="{9D8B030D-6E8A-4147-A177-3AD203B41FA5}">
                      <a16:colId xmlns:a16="http://schemas.microsoft.com/office/drawing/2014/main" val="75552963"/>
                    </a:ext>
                  </a:extLst>
                </a:gridCol>
              </a:tblGrid>
              <a:tr h="570492">
                <a:tc>
                  <a:txBody>
                    <a:bodyPr/>
                    <a:lstStyle/>
                    <a:p>
                      <a:r>
                        <a:rPr lang="en-US" dirty="0">
                          <a:solidFill>
                            <a:schemeClr val="tx1"/>
                          </a:solidFill>
                        </a:rPr>
                        <a:t>Steps</a:t>
                      </a:r>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0" dirty="0">
                          <a:solidFill>
                            <a:schemeClr val="tx1"/>
                          </a:solidFill>
                        </a:rPr>
                        <a:t>Write down the factors of 12</a:t>
                      </a:r>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0" dirty="0">
                          <a:solidFill>
                            <a:schemeClr val="tx1"/>
                          </a:solidFill>
                        </a:rPr>
                        <a:t>Write down the factors of 18</a:t>
                      </a:r>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0" dirty="0">
                          <a:solidFill>
                            <a:schemeClr val="tx1"/>
                          </a:solidFill>
                        </a:rPr>
                        <a:t>Write down the factors of 24</a:t>
                      </a:r>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0" dirty="0">
                          <a:solidFill>
                            <a:schemeClr val="tx1"/>
                          </a:solidFill>
                        </a:rPr>
                        <a:t>Write down the factors of 36</a:t>
                      </a:r>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14729701"/>
                  </a:ext>
                </a:extLst>
              </a:tr>
              <a:tr h="3082262">
                <a:tc>
                  <a:txBody>
                    <a:bodyPr/>
                    <a:lstStyle/>
                    <a:p>
                      <a:r>
                        <a:rPr lang="en-US" sz="1100" dirty="0">
                          <a:solidFill>
                            <a:schemeClr val="tx1"/>
                          </a:solidFill>
                        </a:rPr>
                        <a:t>Find</a:t>
                      </a:r>
                      <a:r>
                        <a:rPr lang="en-US" sz="1100" baseline="0" dirty="0">
                          <a:solidFill>
                            <a:schemeClr val="tx1"/>
                          </a:solidFill>
                        </a:rPr>
                        <a:t> which integer value multiply to make the value</a:t>
                      </a:r>
                      <a:endParaRPr lang="en-GB"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0668134"/>
                  </a:ext>
                </a:extLst>
              </a:tr>
            </a:tbl>
          </a:graphicData>
        </a:graphic>
      </p:graphicFrame>
      <p:sp>
        <p:nvSpPr>
          <p:cNvPr id="76" name="TextBox 75">
            <a:extLst>
              <a:ext uri="{FF2B5EF4-FFF2-40B4-BE49-F238E27FC236}">
                <a16:creationId xmlns:a16="http://schemas.microsoft.com/office/drawing/2014/main" id="{44927CA7-BF1E-C815-8181-A23719E92414}"/>
              </a:ext>
            </a:extLst>
          </p:cNvPr>
          <p:cNvSpPr txBox="1"/>
          <p:nvPr/>
        </p:nvSpPr>
        <p:spPr>
          <a:xfrm>
            <a:off x="1334061" y="4352675"/>
            <a:ext cx="1212191" cy="261610"/>
          </a:xfrm>
          <a:prstGeom prst="rect">
            <a:avLst/>
          </a:prstGeom>
          <a:noFill/>
          <a:ln>
            <a:noFill/>
          </a:ln>
        </p:spPr>
        <p:txBody>
          <a:bodyPr wrap="none" rtlCol="0">
            <a:spAutoFit/>
          </a:bodyPr>
          <a:lstStyle/>
          <a:p>
            <a:r>
              <a:rPr lang="en-GB" sz="1100" b="1" i="1" dirty="0">
                <a:solidFill>
                  <a:srgbClr val="FF0000"/>
                </a:solidFill>
              </a:rPr>
              <a:t>Example 1 - I do…</a:t>
            </a:r>
          </a:p>
        </p:txBody>
      </p:sp>
      <p:sp>
        <p:nvSpPr>
          <p:cNvPr id="77" name="TextBox 76">
            <a:extLst>
              <a:ext uri="{FF2B5EF4-FFF2-40B4-BE49-F238E27FC236}">
                <a16:creationId xmlns:a16="http://schemas.microsoft.com/office/drawing/2014/main" id="{4F5DA0D3-EC30-AC82-2620-D5844B539897}"/>
              </a:ext>
            </a:extLst>
          </p:cNvPr>
          <p:cNvSpPr txBox="1"/>
          <p:nvPr/>
        </p:nvSpPr>
        <p:spPr>
          <a:xfrm>
            <a:off x="2674148" y="4352675"/>
            <a:ext cx="1372492" cy="261610"/>
          </a:xfrm>
          <a:prstGeom prst="rect">
            <a:avLst/>
          </a:prstGeom>
          <a:noFill/>
          <a:ln>
            <a:noFill/>
          </a:ln>
        </p:spPr>
        <p:txBody>
          <a:bodyPr wrap="none" rtlCol="0">
            <a:spAutoFit/>
          </a:bodyPr>
          <a:lstStyle/>
          <a:p>
            <a:r>
              <a:rPr lang="en-GB" sz="1100" b="1" i="1" dirty="0">
                <a:solidFill>
                  <a:srgbClr val="ED7D31"/>
                </a:solidFill>
              </a:rPr>
              <a:t>Example 2 - We do…</a:t>
            </a:r>
          </a:p>
        </p:txBody>
      </p:sp>
      <p:sp>
        <p:nvSpPr>
          <p:cNvPr id="78" name="TextBox 77">
            <a:extLst>
              <a:ext uri="{FF2B5EF4-FFF2-40B4-BE49-F238E27FC236}">
                <a16:creationId xmlns:a16="http://schemas.microsoft.com/office/drawing/2014/main" id="{3D55F7FE-9161-4238-78F6-BEA3BF437E2B}"/>
              </a:ext>
            </a:extLst>
          </p:cNvPr>
          <p:cNvSpPr txBox="1"/>
          <p:nvPr/>
        </p:nvSpPr>
        <p:spPr>
          <a:xfrm>
            <a:off x="3948721" y="4345513"/>
            <a:ext cx="1423788" cy="261610"/>
          </a:xfrm>
          <a:prstGeom prst="rect">
            <a:avLst/>
          </a:prstGeom>
          <a:noFill/>
          <a:ln>
            <a:noFill/>
          </a:ln>
        </p:spPr>
        <p:txBody>
          <a:bodyPr wrap="none" rtlCol="0">
            <a:spAutoFit/>
          </a:bodyPr>
          <a:lstStyle/>
          <a:p>
            <a:r>
              <a:rPr lang="en-GB" sz="1100" b="1" i="1" dirty="0">
                <a:solidFill>
                  <a:srgbClr val="00B050"/>
                </a:solidFill>
              </a:rPr>
              <a:t>Example 3 – You do…</a:t>
            </a:r>
          </a:p>
        </p:txBody>
      </p:sp>
      <p:sp>
        <p:nvSpPr>
          <p:cNvPr id="79" name="TextBox 78">
            <a:extLst>
              <a:ext uri="{FF2B5EF4-FFF2-40B4-BE49-F238E27FC236}">
                <a16:creationId xmlns:a16="http://schemas.microsoft.com/office/drawing/2014/main" id="{8F54F619-265A-056E-3E9F-380B795E0E78}"/>
              </a:ext>
            </a:extLst>
          </p:cNvPr>
          <p:cNvSpPr txBox="1"/>
          <p:nvPr/>
        </p:nvSpPr>
        <p:spPr>
          <a:xfrm>
            <a:off x="5315302" y="4352675"/>
            <a:ext cx="1372492" cy="261610"/>
          </a:xfrm>
          <a:prstGeom prst="rect">
            <a:avLst/>
          </a:prstGeom>
          <a:noFill/>
          <a:ln>
            <a:noFill/>
          </a:ln>
        </p:spPr>
        <p:txBody>
          <a:bodyPr wrap="none" rtlCol="0">
            <a:spAutoFit/>
          </a:bodyPr>
          <a:lstStyle/>
          <a:p>
            <a:r>
              <a:rPr lang="en-GB" sz="1100" b="1" i="1" dirty="0">
                <a:solidFill>
                  <a:srgbClr val="ED7D31"/>
                </a:solidFill>
              </a:rPr>
              <a:t>Example 4- We do…</a:t>
            </a:r>
          </a:p>
        </p:txBody>
      </p:sp>
      <p:graphicFrame>
        <p:nvGraphicFramePr>
          <p:cNvPr id="16" name="Table 15">
            <a:extLst>
              <a:ext uri="{FF2B5EF4-FFF2-40B4-BE49-F238E27FC236}">
                <a16:creationId xmlns:a16="http://schemas.microsoft.com/office/drawing/2014/main" id="{903E20C2-52A6-8088-EFE8-B4525D1845F9}"/>
              </a:ext>
            </a:extLst>
          </p:cNvPr>
          <p:cNvGraphicFramePr>
            <a:graphicFrameLocks noGrp="1"/>
          </p:cNvGraphicFramePr>
          <p:nvPr/>
        </p:nvGraphicFramePr>
        <p:xfrm>
          <a:off x="1161054" y="2502754"/>
          <a:ext cx="4530430" cy="754380"/>
        </p:xfrm>
        <a:graphic>
          <a:graphicData uri="http://schemas.openxmlformats.org/drawingml/2006/table">
            <a:tbl>
              <a:tblPr/>
              <a:tblGrid>
                <a:gridCol w="2265215">
                  <a:extLst>
                    <a:ext uri="{9D8B030D-6E8A-4147-A177-3AD203B41FA5}">
                      <a16:colId xmlns:a16="http://schemas.microsoft.com/office/drawing/2014/main" val="3334771856"/>
                    </a:ext>
                  </a:extLst>
                </a:gridCol>
                <a:gridCol w="2265215">
                  <a:extLst>
                    <a:ext uri="{9D8B030D-6E8A-4147-A177-3AD203B41FA5}">
                      <a16:colId xmlns:a16="http://schemas.microsoft.com/office/drawing/2014/main" val="1719544582"/>
                    </a:ext>
                  </a:extLst>
                </a:gridCol>
              </a:tblGrid>
              <a:tr h="0">
                <a:tc>
                  <a:txBody>
                    <a:bodyPr/>
                    <a:lstStyle/>
                    <a:p>
                      <a:pPr algn="l"/>
                      <a:r>
                        <a:rPr lang="en-GB" sz="1050">
                          <a:solidFill>
                            <a:schemeClr val="bg1"/>
                          </a:solidFill>
                          <a:effectLst/>
                        </a:rPr>
                        <a:t>4</a:t>
                      </a:r>
                      <a:r>
                        <a:rPr lang="en-GB" sz="1050" baseline="30000">
                          <a:solidFill>
                            <a:schemeClr val="bg1"/>
                          </a:solidFill>
                          <a:effectLst/>
                        </a:rPr>
                        <a:t>6</a:t>
                      </a:r>
                      <a:r>
                        <a:rPr lang="en-GB" sz="1050">
                          <a:solidFill>
                            <a:schemeClr val="bg1"/>
                          </a:solidFill>
                          <a:effectLst/>
                        </a:rPr>
                        <a:t> = 4 × 4 × 4 × 4 × 4 × 4</a:t>
                      </a:r>
                    </a:p>
                  </a:txBody>
                  <a:tcPr marL="95250">
                    <a:lnL>
                      <a:noFill/>
                    </a:lnL>
                    <a:lnR>
                      <a:noFill/>
                    </a:lnR>
                    <a:lnT>
                      <a:noFill/>
                    </a:lnT>
                    <a:lnB>
                      <a:noFill/>
                    </a:lnB>
                    <a:noFill/>
                  </a:tcPr>
                </a:tc>
                <a:tc>
                  <a:txBody>
                    <a:bodyPr/>
                    <a:lstStyle/>
                    <a:p>
                      <a:pPr algn="l"/>
                      <a:r>
                        <a:rPr lang="en-GB" sz="1050">
                          <a:solidFill>
                            <a:schemeClr val="bg1"/>
                          </a:solidFill>
                          <a:effectLst/>
                        </a:rPr>
                        <a:t>six lots of 4 multiplied together</a:t>
                      </a:r>
                    </a:p>
                  </a:txBody>
                  <a:tcPr>
                    <a:lnL>
                      <a:noFill/>
                    </a:lnL>
                    <a:lnR>
                      <a:noFill/>
                    </a:lnR>
                    <a:lnT>
                      <a:noFill/>
                    </a:lnT>
                    <a:lnB>
                      <a:noFill/>
                    </a:lnB>
                    <a:noFill/>
                  </a:tcPr>
                </a:tc>
                <a:extLst>
                  <a:ext uri="{0D108BD9-81ED-4DB2-BD59-A6C34878D82A}">
                    <a16:rowId xmlns:a16="http://schemas.microsoft.com/office/drawing/2014/main" val="55284901"/>
                  </a:ext>
                </a:extLst>
              </a:tr>
              <a:tr h="0">
                <a:tc>
                  <a:txBody>
                    <a:bodyPr/>
                    <a:lstStyle/>
                    <a:p>
                      <a:pPr algn="l"/>
                      <a:r>
                        <a:rPr lang="en-GB" sz="1050" dirty="0">
                          <a:solidFill>
                            <a:schemeClr val="bg1"/>
                          </a:solidFill>
                          <a:effectLst/>
                        </a:rPr>
                        <a:t>6</a:t>
                      </a:r>
                      <a:r>
                        <a:rPr lang="en-GB" sz="1050" baseline="30000" dirty="0">
                          <a:solidFill>
                            <a:schemeClr val="bg1"/>
                          </a:solidFill>
                          <a:effectLst/>
                        </a:rPr>
                        <a:t>4</a:t>
                      </a:r>
                      <a:r>
                        <a:rPr lang="en-GB" sz="1050" dirty="0">
                          <a:solidFill>
                            <a:schemeClr val="bg1"/>
                          </a:solidFill>
                          <a:effectLst/>
                        </a:rPr>
                        <a:t> = 6 × 6 × 6 × 6</a:t>
                      </a:r>
                    </a:p>
                  </a:txBody>
                  <a:tcPr marL="95250">
                    <a:lnL>
                      <a:noFill/>
                    </a:lnL>
                    <a:lnR>
                      <a:noFill/>
                    </a:lnR>
                    <a:lnT>
                      <a:noFill/>
                    </a:lnT>
                    <a:lnB>
                      <a:noFill/>
                    </a:lnB>
                    <a:noFill/>
                  </a:tcPr>
                </a:tc>
                <a:tc>
                  <a:txBody>
                    <a:bodyPr/>
                    <a:lstStyle/>
                    <a:p>
                      <a:pPr algn="l"/>
                      <a:r>
                        <a:rPr lang="en-GB" sz="1050" dirty="0">
                          <a:solidFill>
                            <a:schemeClr val="bg1"/>
                          </a:solidFill>
                          <a:effectLst/>
                        </a:rPr>
                        <a:t>four lots of 6 multiplied together</a:t>
                      </a:r>
                    </a:p>
                  </a:txBody>
                  <a:tcPr>
                    <a:lnL>
                      <a:noFill/>
                    </a:lnL>
                    <a:lnR>
                      <a:noFill/>
                    </a:lnR>
                    <a:lnT>
                      <a:noFill/>
                    </a:lnT>
                    <a:lnB>
                      <a:noFill/>
                    </a:lnB>
                    <a:noFill/>
                  </a:tcPr>
                </a:tc>
                <a:extLst>
                  <a:ext uri="{0D108BD9-81ED-4DB2-BD59-A6C34878D82A}">
                    <a16:rowId xmlns:a16="http://schemas.microsoft.com/office/drawing/2014/main" val="2713990286"/>
                  </a:ext>
                </a:extLst>
              </a:tr>
              <a:tr h="0">
                <a:tc>
                  <a:txBody>
                    <a:bodyPr/>
                    <a:lstStyle/>
                    <a:p>
                      <a:pPr algn="l"/>
                      <a:r>
                        <a:rPr lang="en-GB" sz="1050" dirty="0">
                          <a:solidFill>
                            <a:schemeClr val="bg1"/>
                          </a:solidFill>
                          <a:effectLst/>
                        </a:rPr>
                        <a:t>7</a:t>
                      </a:r>
                      <a:r>
                        <a:rPr lang="en-GB" sz="1050" baseline="30000" dirty="0">
                          <a:solidFill>
                            <a:schemeClr val="bg1"/>
                          </a:solidFill>
                          <a:effectLst/>
                        </a:rPr>
                        <a:t>3</a:t>
                      </a:r>
                      <a:r>
                        <a:rPr lang="en-GB" sz="1050" dirty="0">
                          <a:solidFill>
                            <a:schemeClr val="bg1"/>
                          </a:solidFill>
                          <a:effectLst/>
                        </a:rPr>
                        <a:t> = 7 × 7 × 7</a:t>
                      </a:r>
                    </a:p>
                  </a:txBody>
                  <a:tcPr marL="95250">
                    <a:lnL>
                      <a:noFill/>
                    </a:lnL>
                    <a:lnR>
                      <a:noFill/>
                    </a:lnR>
                    <a:lnT>
                      <a:noFill/>
                    </a:lnT>
                    <a:lnB>
                      <a:noFill/>
                    </a:lnB>
                    <a:noFill/>
                  </a:tcPr>
                </a:tc>
                <a:tc>
                  <a:txBody>
                    <a:bodyPr/>
                    <a:lstStyle/>
                    <a:p>
                      <a:endParaRPr lang="en-GB" sz="1050" dirty="0">
                        <a:solidFill>
                          <a:schemeClr val="bg1"/>
                        </a:solidFill>
                        <a:effectLst/>
                      </a:endParaRPr>
                    </a:p>
                  </a:txBody>
                  <a:tcPr>
                    <a:lnL>
                      <a:noFill/>
                    </a:lnL>
                    <a:lnR>
                      <a:noFill/>
                    </a:lnR>
                    <a:lnT>
                      <a:noFill/>
                    </a:lnT>
                    <a:lnB>
                      <a:noFill/>
                    </a:lnB>
                    <a:noFill/>
                  </a:tcPr>
                </a:tc>
                <a:extLst>
                  <a:ext uri="{0D108BD9-81ED-4DB2-BD59-A6C34878D82A}">
                    <a16:rowId xmlns:a16="http://schemas.microsoft.com/office/drawing/2014/main" val="1998133532"/>
                  </a:ext>
                </a:extLst>
              </a:tr>
            </a:tbl>
          </a:graphicData>
        </a:graphic>
      </p:graphicFrame>
      <p:sp>
        <p:nvSpPr>
          <p:cNvPr id="18" name="TextBox 17">
            <a:extLst>
              <a:ext uri="{FF2B5EF4-FFF2-40B4-BE49-F238E27FC236}">
                <a16:creationId xmlns:a16="http://schemas.microsoft.com/office/drawing/2014/main" id="{643B4C05-8F88-9990-0526-FAB97E530B53}"/>
              </a:ext>
            </a:extLst>
          </p:cNvPr>
          <p:cNvSpPr txBox="1"/>
          <p:nvPr/>
        </p:nvSpPr>
        <p:spPr>
          <a:xfrm>
            <a:off x="761619" y="3221085"/>
            <a:ext cx="5859051"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1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You can write a million as 1 000 000 = 10</a:t>
            </a:r>
            <a:r>
              <a:rPr kumimoji="0" lang="en-US" altLang="en-US" sz="1100" b="0" i="0" u="none" strike="noStrike" kern="1200" cap="none" spc="0" normalizeH="0" baseline="30000" noProof="0" dirty="0">
                <a:ln>
                  <a:noFill/>
                </a:ln>
                <a:solidFill>
                  <a:prstClr val="white"/>
                </a:solidFill>
                <a:effectLst/>
                <a:uLnTx/>
                <a:uFillTx/>
                <a:latin typeface="Calibri" panose="020F0502020204030204" pitchFamily="34" charset="0"/>
                <a:ea typeface="+mn-ea"/>
                <a:cs typeface="Calibri" panose="020F0502020204030204" pitchFamily="34" charset="0"/>
              </a:rPr>
              <a:t>6</a:t>
            </a:r>
            <a:r>
              <a:rPr kumimoji="0" lang="en-US" altLang="en-US" sz="11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A number multiplied by itself is the number ‘squared’. You need to know the square numbers (power 2) up to 15</a:t>
            </a:r>
            <a:r>
              <a:rPr kumimoji="0" lang="en-US" altLang="en-US" sz="1100" b="0" i="0" u="none" strike="noStrike" kern="1200" cap="none" spc="0" normalizeH="0" baseline="30000" noProof="0" dirty="0">
                <a:ln>
                  <a:noFill/>
                </a:ln>
                <a:solidFill>
                  <a:prstClr val="white"/>
                </a:solidFill>
                <a:effectLst/>
                <a:uLnTx/>
                <a:uFillTx/>
                <a:latin typeface="Calibri" panose="020F0502020204030204" pitchFamily="34" charset="0"/>
                <a:ea typeface="+mn-ea"/>
                <a:cs typeface="Calibri" panose="020F0502020204030204" pitchFamily="34" charset="0"/>
              </a:rPr>
              <a:t>2</a:t>
            </a:r>
            <a:r>
              <a:rPr kumimoji="0" lang="en-US" altLang="en-US" sz="11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 = 225. How many of them can you write down from memory? You will also find it helpful to know the cubes</a:t>
            </a:r>
            <a:r>
              <a:rPr kumimoji="0" lang="en-US" altLang="en-US" sz="1100" b="0" i="0" u="none" strike="noStrike" kern="1200" cap="none" spc="0" normalizeH="0" noProof="0" dirty="0">
                <a:ln>
                  <a:noFill/>
                </a:ln>
                <a:solidFill>
                  <a:prstClr val="white"/>
                </a:solidFill>
                <a:effectLst/>
                <a:uLnTx/>
                <a:uFillTx/>
                <a:latin typeface="Calibri" panose="020F0502020204030204" pitchFamily="34" charset="0"/>
                <a:ea typeface="+mn-ea"/>
                <a:cs typeface="Calibri" panose="020F0502020204030204" pitchFamily="34" charset="0"/>
              </a:rPr>
              <a:t> </a:t>
            </a:r>
            <a:r>
              <a:rPr kumimoji="0" lang="en-US" altLang="en-US" sz="11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numbers (power 3)</a:t>
            </a:r>
            <a:r>
              <a:rPr kumimoji="0" lang="en-US" altLang="en-US" sz="1100" b="0" i="0" u="none" strike="noStrike" kern="1200" cap="none" spc="0" normalizeH="0" noProof="0" dirty="0">
                <a:ln>
                  <a:noFill/>
                </a:ln>
                <a:solidFill>
                  <a:prstClr val="white"/>
                </a:solidFill>
                <a:effectLst/>
                <a:uLnTx/>
                <a:uFillTx/>
                <a:latin typeface="Calibri" panose="020F0502020204030204" pitchFamily="34" charset="0"/>
                <a:ea typeface="+mn-ea"/>
                <a:cs typeface="Calibri" panose="020F0502020204030204" pitchFamily="34" charset="0"/>
              </a:rPr>
              <a:t> up to 6</a:t>
            </a:r>
            <a:r>
              <a:rPr kumimoji="0" lang="en-US" altLang="en-US" sz="1100" b="0" i="0" u="none" strike="noStrike" kern="1200" cap="none" spc="0" normalizeH="0" baseline="30000" noProof="0" dirty="0">
                <a:ln>
                  <a:noFill/>
                </a:ln>
                <a:solidFill>
                  <a:prstClr val="white"/>
                </a:solidFill>
                <a:effectLst/>
                <a:uLnTx/>
                <a:uFillTx/>
                <a:latin typeface="Calibri" panose="020F0502020204030204" pitchFamily="34" charset="0"/>
                <a:ea typeface="+mn-ea"/>
                <a:cs typeface="Calibri" panose="020F0502020204030204" pitchFamily="34" charset="0"/>
              </a:rPr>
              <a:t>3 </a:t>
            </a:r>
            <a:r>
              <a:rPr kumimoji="0" lang="en-US" altLang="en-US" sz="1100" b="0" i="0" u="none" strike="noStrike" kern="1200" cap="none" spc="0" normalizeH="0" noProof="0" dirty="0">
                <a:ln>
                  <a:noFill/>
                </a:ln>
                <a:solidFill>
                  <a:prstClr val="white"/>
                </a:solidFill>
                <a:effectLst/>
                <a:uLnTx/>
                <a:uFillTx/>
                <a:latin typeface="Calibri" panose="020F0502020204030204" pitchFamily="34" charset="0"/>
                <a:ea typeface="+mn-ea"/>
                <a:cs typeface="Calibri" panose="020F0502020204030204" pitchFamily="34" charset="0"/>
              </a:rPr>
              <a:t>= 216</a:t>
            </a:r>
          </a:p>
        </p:txBody>
      </p:sp>
      <p:cxnSp>
        <p:nvCxnSpPr>
          <p:cNvPr id="19" name="Straight Connector 18">
            <a:extLst>
              <a:ext uri="{FF2B5EF4-FFF2-40B4-BE49-F238E27FC236}">
                <a16:creationId xmlns:a16="http://schemas.microsoft.com/office/drawing/2014/main" id="{9E3BA332-9DAA-5AE2-947D-A9DF6F555EF8}"/>
              </a:ext>
            </a:extLst>
          </p:cNvPr>
          <p:cNvCxnSpPr/>
          <p:nvPr/>
        </p:nvCxnSpPr>
        <p:spPr>
          <a:xfrm flipV="1">
            <a:off x="943791" y="3685829"/>
            <a:ext cx="5541513" cy="2282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4683B547-E0D0-A14D-E593-4062BE780717}"/>
              </a:ext>
            </a:extLst>
          </p:cNvPr>
          <p:cNvSpPr/>
          <p:nvPr/>
        </p:nvSpPr>
        <p:spPr>
          <a:xfrm>
            <a:off x="64585" y="1732775"/>
            <a:ext cx="6728829" cy="245928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1" name="Straight Connector 20">
            <a:extLst>
              <a:ext uri="{FF2B5EF4-FFF2-40B4-BE49-F238E27FC236}">
                <a16:creationId xmlns:a16="http://schemas.microsoft.com/office/drawing/2014/main" id="{77DA56D5-83C6-E42F-0BED-8B3C4EEAD087}"/>
              </a:ext>
            </a:extLst>
          </p:cNvPr>
          <p:cNvCxnSpPr>
            <a:stCxn id="20" idx="1"/>
            <a:endCxn id="20" idx="3"/>
          </p:cNvCxnSpPr>
          <p:nvPr/>
        </p:nvCxnSpPr>
        <p:spPr>
          <a:xfrm>
            <a:off x="59500" y="2984876"/>
            <a:ext cx="6728829" cy="0"/>
          </a:xfrm>
          <a:prstGeom prst="line">
            <a:avLst/>
          </a:prstGeom>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D11085F1-612E-3D1A-2C28-098D4F811389}"/>
              </a:ext>
            </a:extLst>
          </p:cNvPr>
          <p:cNvCxnSpPr>
            <a:stCxn id="20" idx="2"/>
            <a:endCxn id="20" idx="0"/>
          </p:cNvCxnSpPr>
          <p:nvPr/>
        </p:nvCxnSpPr>
        <p:spPr>
          <a:xfrm flipV="1">
            <a:off x="3423915" y="1755234"/>
            <a:ext cx="0" cy="2459284"/>
          </a:xfrm>
          <a:prstGeom prst="line">
            <a:avLst/>
          </a:prstGeom>
        </p:spPr>
        <p:style>
          <a:lnRef idx="1">
            <a:schemeClr val="dk1"/>
          </a:lnRef>
          <a:fillRef idx="0">
            <a:schemeClr val="dk1"/>
          </a:fillRef>
          <a:effectRef idx="0">
            <a:schemeClr val="dk1"/>
          </a:effectRef>
          <a:fontRef idx="minor">
            <a:schemeClr val="tx1"/>
          </a:fontRef>
        </p:style>
      </p:cxnSp>
      <p:sp>
        <p:nvSpPr>
          <p:cNvPr id="23" name="TextBox 22">
            <a:extLst>
              <a:ext uri="{FF2B5EF4-FFF2-40B4-BE49-F238E27FC236}">
                <a16:creationId xmlns:a16="http://schemas.microsoft.com/office/drawing/2014/main" id="{E726FD06-3E22-0F0B-5DBB-AAD0BE140B9E}"/>
              </a:ext>
            </a:extLst>
          </p:cNvPr>
          <p:cNvSpPr txBox="1"/>
          <p:nvPr/>
        </p:nvSpPr>
        <p:spPr>
          <a:xfrm>
            <a:off x="106865" y="1755233"/>
            <a:ext cx="800476" cy="276999"/>
          </a:xfrm>
          <a:prstGeom prst="rect">
            <a:avLst/>
          </a:prstGeom>
          <a:noFill/>
        </p:spPr>
        <p:txBody>
          <a:bodyPr wrap="none" rtlCol="0">
            <a:spAutoFit/>
          </a:bodyPr>
          <a:lstStyle/>
          <a:p>
            <a:r>
              <a:rPr lang="en-US" sz="1200" dirty="0"/>
              <a:t>Definition</a:t>
            </a:r>
          </a:p>
        </p:txBody>
      </p:sp>
      <p:sp>
        <p:nvSpPr>
          <p:cNvPr id="25" name="TextBox 24">
            <a:extLst>
              <a:ext uri="{FF2B5EF4-FFF2-40B4-BE49-F238E27FC236}">
                <a16:creationId xmlns:a16="http://schemas.microsoft.com/office/drawing/2014/main" id="{7E796C77-991A-6999-9FC4-FE43C6342B49}"/>
              </a:ext>
            </a:extLst>
          </p:cNvPr>
          <p:cNvSpPr txBox="1"/>
          <p:nvPr/>
        </p:nvSpPr>
        <p:spPr>
          <a:xfrm>
            <a:off x="5584410" y="1754587"/>
            <a:ext cx="1096647" cy="276999"/>
          </a:xfrm>
          <a:prstGeom prst="rect">
            <a:avLst/>
          </a:prstGeom>
          <a:noFill/>
        </p:spPr>
        <p:txBody>
          <a:bodyPr wrap="none" rtlCol="0">
            <a:spAutoFit/>
          </a:bodyPr>
          <a:lstStyle/>
          <a:p>
            <a:r>
              <a:rPr lang="en-US" sz="1200" dirty="0"/>
              <a:t>Characteristics</a:t>
            </a:r>
            <a:endParaRPr lang="en-GB" sz="1200" dirty="0"/>
          </a:p>
        </p:txBody>
      </p:sp>
      <p:sp>
        <p:nvSpPr>
          <p:cNvPr id="28" name="TextBox 27">
            <a:extLst>
              <a:ext uri="{FF2B5EF4-FFF2-40B4-BE49-F238E27FC236}">
                <a16:creationId xmlns:a16="http://schemas.microsoft.com/office/drawing/2014/main" id="{E4BFB603-BE45-A71B-B96D-273627AD2C3C}"/>
              </a:ext>
            </a:extLst>
          </p:cNvPr>
          <p:cNvSpPr txBox="1"/>
          <p:nvPr/>
        </p:nvSpPr>
        <p:spPr>
          <a:xfrm>
            <a:off x="10897" y="2942720"/>
            <a:ext cx="775020" cy="276999"/>
          </a:xfrm>
          <a:prstGeom prst="rect">
            <a:avLst/>
          </a:prstGeom>
          <a:noFill/>
        </p:spPr>
        <p:txBody>
          <a:bodyPr wrap="none" rtlCol="0">
            <a:spAutoFit/>
          </a:bodyPr>
          <a:lstStyle/>
          <a:p>
            <a:r>
              <a:rPr lang="en-US" sz="1200" dirty="0"/>
              <a:t>Examples</a:t>
            </a:r>
            <a:endParaRPr lang="en-GB" sz="1200" dirty="0"/>
          </a:p>
        </p:txBody>
      </p:sp>
      <p:sp>
        <p:nvSpPr>
          <p:cNvPr id="31" name="TextBox 30">
            <a:extLst>
              <a:ext uri="{FF2B5EF4-FFF2-40B4-BE49-F238E27FC236}">
                <a16:creationId xmlns:a16="http://schemas.microsoft.com/office/drawing/2014/main" id="{1DDE8D30-3881-6DAA-D578-9C7C61070894}"/>
              </a:ext>
            </a:extLst>
          </p:cNvPr>
          <p:cNvSpPr txBox="1"/>
          <p:nvPr/>
        </p:nvSpPr>
        <p:spPr>
          <a:xfrm>
            <a:off x="5715274" y="2930905"/>
            <a:ext cx="1153329" cy="276999"/>
          </a:xfrm>
          <a:prstGeom prst="rect">
            <a:avLst/>
          </a:prstGeom>
          <a:noFill/>
        </p:spPr>
        <p:txBody>
          <a:bodyPr wrap="none" rtlCol="0">
            <a:spAutoFit/>
          </a:bodyPr>
          <a:lstStyle/>
          <a:p>
            <a:r>
              <a:rPr lang="en-US" sz="1200" dirty="0"/>
              <a:t>Non - Examples</a:t>
            </a:r>
            <a:endParaRPr lang="en-GB" sz="1200" dirty="0"/>
          </a:p>
        </p:txBody>
      </p:sp>
      <p:sp>
        <p:nvSpPr>
          <p:cNvPr id="32" name="TextBox 31">
            <a:extLst>
              <a:ext uri="{FF2B5EF4-FFF2-40B4-BE49-F238E27FC236}">
                <a16:creationId xmlns:a16="http://schemas.microsoft.com/office/drawing/2014/main" id="{665FBBAD-0340-4033-B322-4478693597E5}"/>
              </a:ext>
            </a:extLst>
          </p:cNvPr>
          <p:cNvSpPr txBox="1"/>
          <p:nvPr/>
        </p:nvSpPr>
        <p:spPr>
          <a:xfrm>
            <a:off x="3039257" y="2845300"/>
            <a:ext cx="769313" cy="369332"/>
          </a:xfrm>
          <a:prstGeom prst="rect">
            <a:avLst/>
          </a:prstGeom>
          <a:solidFill>
            <a:schemeClr val="bg1"/>
          </a:solidFill>
          <a:ln>
            <a:solidFill>
              <a:schemeClr val="tx1"/>
            </a:solidFill>
          </a:ln>
        </p:spPr>
        <p:txBody>
          <a:bodyPr wrap="none" rtlCol="0">
            <a:spAutoFit/>
          </a:bodyPr>
          <a:lstStyle/>
          <a:p>
            <a:r>
              <a:rPr lang="en-US" dirty="0"/>
              <a:t>Factor</a:t>
            </a:r>
            <a:endParaRPr lang="en-GB" dirty="0"/>
          </a:p>
        </p:txBody>
      </p:sp>
      <p:sp>
        <p:nvSpPr>
          <p:cNvPr id="33" name="TextBox 32">
            <a:extLst>
              <a:ext uri="{FF2B5EF4-FFF2-40B4-BE49-F238E27FC236}">
                <a16:creationId xmlns:a16="http://schemas.microsoft.com/office/drawing/2014/main" id="{1AA6BFDC-CD34-4274-5B13-16E4CCCF0D75}"/>
              </a:ext>
            </a:extLst>
          </p:cNvPr>
          <p:cNvSpPr txBox="1"/>
          <p:nvPr/>
        </p:nvSpPr>
        <p:spPr>
          <a:xfrm>
            <a:off x="85207" y="3301925"/>
            <a:ext cx="3389604" cy="276999"/>
          </a:xfrm>
          <a:prstGeom prst="rect">
            <a:avLst/>
          </a:prstGeom>
          <a:noFill/>
        </p:spPr>
        <p:txBody>
          <a:bodyPr wrap="square" rtlCol="0">
            <a:spAutoFit/>
          </a:bodyPr>
          <a:lstStyle/>
          <a:p>
            <a:r>
              <a:rPr lang="en-GB" sz="1200" dirty="0">
                <a:solidFill>
                  <a:srgbClr val="000000"/>
                </a:solidFill>
                <a:cs typeface="Calibri Light" panose="020F0302020204030204" pitchFamily="34" charset="0"/>
              </a:rPr>
              <a:t>The factors of 24 are 1, 2, 3, 4, 6, 8, 12 and 24.</a:t>
            </a:r>
            <a:endParaRPr lang="en-US" sz="1200" dirty="0"/>
          </a:p>
        </p:txBody>
      </p:sp>
      <p:sp>
        <p:nvSpPr>
          <p:cNvPr id="34" name="TextBox 33">
            <a:extLst>
              <a:ext uri="{FF2B5EF4-FFF2-40B4-BE49-F238E27FC236}">
                <a16:creationId xmlns:a16="http://schemas.microsoft.com/office/drawing/2014/main" id="{9106F2FA-0549-3EEE-7A2C-E4B50BC6A6CE}"/>
              </a:ext>
            </a:extLst>
          </p:cNvPr>
          <p:cNvSpPr txBox="1"/>
          <p:nvPr/>
        </p:nvSpPr>
        <p:spPr>
          <a:xfrm>
            <a:off x="3542919" y="3268603"/>
            <a:ext cx="3097490" cy="276999"/>
          </a:xfrm>
          <a:prstGeom prst="rect">
            <a:avLst/>
          </a:prstGeom>
          <a:noFill/>
        </p:spPr>
        <p:txBody>
          <a:bodyPr wrap="square" rtlCol="0">
            <a:spAutoFit/>
          </a:bodyPr>
          <a:lstStyle/>
          <a:p>
            <a:r>
              <a:rPr lang="en-US" sz="1200" dirty="0"/>
              <a:t>24, 48, 72, 96 are the multiples of 24</a:t>
            </a:r>
          </a:p>
        </p:txBody>
      </p:sp>
      <p:sp>
        <p:nvSpPr>
          <p:cNvPr id="35" name="TextBox 34">
            <a:extLst>
              <a:ext uri="{FF2B5EF4-FFF2-40B4-BE49-F238E27FC236}">
                <a16:creationId xmlns:a16="http://schemas.microsoft.com/office/drawing/2014/main" id="{CD7B8A5D-DF1E-50B4-866D-479E542F856F}"/>
              </a:ext>
            </a:extLst>
          </p:cNvPr>
          <p:cNvSpPr txBox="1"/>
          <p:nvPr/>
        </p:nvSpPr>
        <p:spPr>
          <a:xfrm>
            <a:off x="228352" y="2024686"/>
            <a:ext cx="3055214" cy="461665"/>
          </a:xfrm>
          <a:prstGeom prst="rect">
            <a:avLst/>
          </a:prstGeom>
          <a:noFill/>
        </p:spPr>
        <p:txBody>
          <a:bodyPr wrap="square" rtlCol="0">
            <a:spAutoFit/>
          </a:bodyPr>
          <a:lstStyle/>
          <a:p>
            <a:pPr marL="0" marR="0" indent="0" algn="l" defTabSz="685800" rtl="0" eaLnBrk="1" fontAlgn="base" latinLnBrk="0" hangingPunct="1">
              <a:lnSpc>
                <a:spcPct val="100000"/>
              </a:lnSpc>
              <a:spcBef>
                <a:spcPts val="0"/>
              </a:spcBef>
              <a:spcAft>
                <a:spcPts val="0"/>
              </a:spcAft>
              <a:buClrTx/>
              <a:buSzTx/>
              <a:buFontTx/>
              <a:buNone/>
              <a:tabLst/>
              <a:defRPr/>
            </a:pPr>
            <a:r>
              <a:rPr lang="en-GB" sz="1200" b="0" i="0" dirty="0">
                <a:solidFill>
                  <a:srgbClr val="000000"/>
                </a:solidFill>
                <a:effectLst/>
                <a:cs typeface="Calibri Light" panose="020F0302020204030204" pitchFamily="34" charset="0"/>
              </a:rPr>
              <a:t>Any whole number that divides exactly into another number. </a:t>
            </a:r>
          </a:p>
        </p:txBody>
      </p:sp>
      <p:sp>
        <p:nvSpPr>
          <p:cNvPr id="36" name="TextBox 35">
            <a:extLst>
              <a:ext uri="{FF2B5EF4-FFF2-40B4-BE49-F238E27FC236}">
                <a16:creationId xmlns:a16="http://schemas.microsoft.com/office/drawing/2014/main" id="{E1675AA3-F25C-1CE3-364B-6ADEA411D774}"/>
              </a:ext>
            </a:extLst>
          </p:cNvPr>
          <p:cNvSpPr txBox="1"/>
          <p:nvPr/>
        </p:nvSpPr>
        <p:spPr>
          <a:xfrm>
            <a:off x="3482892" y="1975277"/>
            <a:ext cx="3233709" cy="461665"/>
          </a:xfrm>
          <a:prstGeom prst="rect">
            <a:avLst/>
          </a:prstGeom>
          <a:noFill/>
        </p:spPr>
        <p:txBody>
          <a:bodyPr wrap="square" lIns="91440" tIns="45720" rIns="91440" bIns="45720" rtlCol="0" anchor="t">
            <a:spAutoFit/>
          </a:bodyPr>
          <a:lstStyle/>
          <a:p>
            <a:pPr marL="171450" indent="-171450">
              <a:buFont typeface="Arial" panose="020B0604020202020204" pitchFamily="34" charset="0"/>
              <a:buChar char="•"/>
            </a:pPr>
            <a:r>
              <a:rPr lang="en-US" sz="1200" dirty="0"/>
              <a:t>Always smaller than the number, except for the number itself.</a:t>
            </a:r>
            <a:endParaRPr lang="en-GB" sz="1200" dirty="0"/>
          </a:p>
        </p:txBody>
      </p:sp>
    </p:spTree>
    <p:extLst>
      <p:ext uri="{BB962C8B-B14F-4D97-AF65-F5344CB8AC3E}">
        <p14:creationId xmlns:p14="http://schemas.microsoft.com/office/powerpoint/2010/main" val="28851286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TextBox 44"/>
          <p:cNvSpPr txBox="1"/>
          <p:nvPr/>
        </p:nvSpPr>
        <p:spPr>
          <a:xfrm>
            <a:off x="93021" y="5887190"/>
            <a:ext cx="6562177" cy="3739485"/>
          </a:xfrm>
          <a:prstGeom prst="rect">
            <a:avLst/>
          </a:prstGeom>
          <a:noFill/>
        </p:spPr>
        <p:txBody>
          <a:bodyPr wrap="square" rtlCol="0">
            <a:spAutoFit/>
          </a:bodyPr>
          <a:lstStyle/>
          <a:p>
            <a:pPr>
              <a:lnSpc>
                <a:spcPct val="200000"/>
              </a:lnSpc>
              <a:tabLst>
                <a:tab pos="1616075" algn="l"/>
                <a:tab pos="3314700" algn="l"/>
                <a:tab pos="4930775" algn="l"/>
              </a:tabLst>
            </a:pPr>
            <a:r>
              <a:rPr lang="en-US" sz="1200" dirty="0"/>
              <a:t>a) 120	b) 150	c) 144	d) 180</a:t>
            </a:r>
          </a:p>
          <a:p>
            <a:pPr>
              <a:lnSpc>
                <a:spcPct val="200000"/>
              </a:lnSpc>
            </a:pPr>
            <a:endParaRPr lang="en-US" sz="1200" dirty="0"/>
          </a:p>
          <a:p>
            <a:pPr>
              <a:lnSpc>
                <a:spcPct val="200000"/>
              </a:lnSpc>
            </a:pPr>
            <a:endParaRPr lang="en-US" sz="1200" dirty="0"/>
          </a:p>
          <a:p>
            <a:pPr>
              <a:lnSpc>
                <a:spcPct val="200000"/>
              </a:lnSpc>
            </a:pPr>
            <a:endParaRPr lang="en-US" sz="1200" dirty="0"/>
          </a:p>
          <a:p>
            <a:pPr>
              <a:lnSpc>
                <a:spcPct val="200000"/>
              </a:lnSpc>
            </a:pPr>
            <a:endParaRPr lang="en-US" sz="1200" dirty="0"/>
          </a:p>
          <a:p>
            <a:pPr>
              <a:lnSpc>
                <a:spcPct val="200000"/>
              </a:lnSpc>
              <a:tabLst>
                <a:tab pos="1616075" algn="l"/>
                <a:tab pos="3314700" algn="l"/>
                <a:tab pos="4930775" algn="l"/>
              </a:tabLst>
            </a:pPr>
            <a:r>
              <a:rPr lang="en-US" sz="1200" dirty="0"/>
              <a:t>e) 169	f) 108	g) 196	h) 153</a:t>
            </a:r>
          </a:p>
          <a:p>
            <a:pPr>
              <a:lnSpc>
                <a:spcPct val="200000"/>
              </a:lnSpc>
            </a:pPr>
            <a:endParaRPr lang="en-US" sz="1200" dirty="0"/>
          </a:p>
          <a:p>
            <a:pPr>
              <a:lnSpc>
                <a:spcPct val="200000"/>
              </a:lnSpc>
            </a:pPr>
            <a:endParaRPr lang="en-US" sz="1200" dirty="0"/>
          </a:p>
          <a:p>
            <a:pPr>
              <a:lnSpc>
                <a:spcPct val="200000"/>
              </a:lnSpc>
            </a:pPr>
            <a:endParaRPr lang="en-US" sz="1200" dirty="0"/>
          </a:p>
          <a:p>
            <a:pPr>
              <a:lnSpc>
                <a:spcPct val="200000"/>
              </a:lnSpc>
            </a:pPr>
            <a:endParaRPr lang="en-US" sz="1050" dirty="0"/>
          </a:p>
        </p:txBody>
      </p:sp>
      <p:sp>
        <p:nvSpPr>
          <p:cNvPr id="2" name="Slide Number Placeholder 1"/>
          <p:cNvSpPr>
            <a:spLocks noGrp="1"/>
          </p:cNvSpPr>
          <p:nvPr>
            <p:ph type="sldNum" sz="quarter" idx="12"/>
          </p:nvPr>
        </p:nvSpPr>
        <p:spPr>
          <a:xfrm>
            <a:off x="5373942" y="9569992"/>
            <a:ext cx="1543050" cy="527403"/>
          </a:xfrm>
        </p:spPr>
        <p:txBody>
          <a:bodyPr/>
          <a:lstStyle/>
          <a:p>
            <a:fld id="{19F1D9CC-7119-45EC-A96C-D8C0660F3AAB}" type="slidenum">
              <a:rPr lang="en-GB" smtClean="0"/>
              <a:t>8</a:t>
            </a:fld>
            <a:endParaRPr lang="en-GB" dirty="0"/>
          </a:p>
        </p:txBody>
      </p:sp>
      <p:sp>
        <p:nvSpPr>
          <p:cNvPr id="15" name="TextBox 14"/>
          <p:cNvSpPr txBox="1"/>
          <p:nvPr/>
        </p:nvSpPr>
        <p:spPr>
          <a:xfrm>
            <a:off x="204288" y="0"/>
            <a:ext cx="6562177" cy="4339650"/>
          </a:xfrm>
          <a:prstGeom prst="rect">
            <a:avLst/>
          </a:prstGeom>
          <a:noFill/>
        </p:spPr>
        <p:txBody>
          <a:bodyPr wrap="square" rtlCol="0">
            <a:spAutoFit/>
          </a:bodyPr>
          <a:lstStyle/>
          <a:p>
            <a:r>
              <a:rPr lang="en-US" sz="1200" b="1" dirty="0"/>
              <a:t>1. </a:t>
            </a:r>
            <a:r>
              <a:rPr lang="en-US" sz="1200" dirty="0"/>
              <a:t> Find the factors of each number.</a:t>
            </a:r>
          </a:p>
          <a:p>
            <a:pPr>
              <a:lnSpc>
                <a:spcPct val="200000"/>
              </a:lnSpc>
              <a:tabLst>
                <a:tab pos="1524000" algn="l"/>
                <a:tab pos="3140075" algn="l"/>
                <a:tab pos="4846638" algn="l"/>
              </a:tabLst>
            </a:pPr>
            <a:r>
              <a:rPr lang="en-US" sz="1200" dirty="0"/>
              <a:t>a) 10	b) 28	c) 18	d) 17</a:t>
            </a:r>
          </a:p>
          <a:p>
            <a:pPr>
              <a:lnSpc>
                <a:spcPct val="200000"/>
              </a:lnSpc>
            </a:pPr>
            <a:endParaRPr lang="en-US" sz="1200" dirty="0"/>
          </a:p>
          <a:p>
            <a:pPr>
              <a:lnSpc>
                <a:spcPct val="200000"/>
              </a:lnSpc>
            </a:pPr>
            <a:endParaRPr lang="en-US" sz="1200" dirty="0"/>
          </a:p>
          <a:p>
            <a:pPr>
              <a:lnSpc>
                <a:spcPct val="200000"/>
              </a:lnSpc>
            </a:pPr>
            <a:endParaRPr lang="en-US" sz="1200" dirty="0"/>
          </a:p>
          <a:p>
            <a:pPr>
              <a:lnSpc>
                <a:spcPct val="200000"/>
              </a:lnSpc>
            </a:pPr>
            <a:endParaRPr lang="en-US" sz="1200" dirty="0"/>
          </a:p>
          <a:p>
            <a:pPr>
              <a:lnSpc>
                <a:spcPct val="200000"/>
              </a:lnSpc>
              <a:tabLst>
                <a:tab pos="1524000" algn="l"/>
                <a:tab pos="3140075" algn="l"/>
                <a:tab pos="4846638" algn="l"/>
              </a:tabLst>
            </a:pPr>
            <a:r>
              <a:rPr lang="en-US" sz="1200" dirty="0"/>
              <a:t>e) 25	f) 40	g) 30	h) 45</a:t>
            </a:r>
          </a:p>
          <a:p>
            <a:pPr>
              <a:lnSpc>
                <a:spcPct val="200000"/>
              </a:lnSpc>
            </a:pPr>
            <a:endParaRPr lang="en-US" sz="1200" dirty="0"/>
          </a:p>
          <a:p>
            <a:pPr>
              <a:lnSpc>
                <a:spcPct val="200000"/>
              </a:lnSpc>
            </a:pPr>
            <a:endParaRPr lang="en-US" sz="1200" dirty="0"/>
          </a:p>
          <a:p>
            <a:pPr>
              <a:lnSpc>
                <a:spcPct val="200000"/>
              </a:lnSpc>
            </a:pPr>
            <a:endParaRPr lang="en-US" sz="1200" dirty="0"/>
          </a:p>
          <a:p>
            <a:pPr>
              <a:lnSpc>
                <a:spcPct val="200000"/>
              </a:lnSpc>
            </a:pPr>
            <a:endParaRPr lang="en-US" sz="1050" dirty="0"/>
          </a:p>
          <a:p>
            <a:pPr>
              <a:lnSpc>
                <a:spcPct val="200000"/>
              </a:lnSpc>
              <a:tabLst>
                <a:tab pos="1527175" algn="l"/>
                <a:tab pos="3228975" algn="l"/>
              </a:tabLst>
            </a:pPr>
            <a:r>
              <a:rPr lang="en-US" sz="1200" dirty="0" err="1"/>
              <a:t>i</a:t>
            </a:r>
            <a:r>
              <a:rPr lang="en-US" sz="1200" dirty="0"/>
              <a:t>) 24 	j)16</a:t>
            </a:r>
          </a:p>
        </p:txBody>
      </p:sp>
      <p:grpSp>
        <p:nvGrpSpPr>
          <p:cNvPr id="24" name="Group 23"/>
          <p:cNvGrpSpPr/>
          <p:nvPr/>
        </p:nvGrpSpPr>
        <p:grpSpPr>
          <a:xfrm>
            <a:off x="179904" y="565661"/>
            <a:ext cx="6492573" cy="1543631"/>
            <a:chOff x="168329" y="565661"/>
            <a:chExt cx="6492573" cy="1543631"/>
          </a:xfrm>
        </p:grpSpPr>
        <p:sp>
          <p:nvSpPr>
            <p:cNvPr id="16" name="Rectangle 15">
              <a:extLst>
                <a:ext uri="{FF2B5EF4-FFF2-40B4-BE49-F238E27FC236}">
                  <a16:creationId xmlns:a16="http://schemas.microsoft.com/office/drawing/2014/main" id="{331D9537-C78F-0243-9A51-B45B9A8C188D}"/>
                </a:ext>
              </a:extLst>
            </p:cNvPr>
            <p:cNvSpPr/>
            <p:nvPr/>
          </p:nvSpPr>
          <p:spPr>
            <a:xfrm>
              <a:off x="168329" y="574103"/>
              <a:ext cx="1518925" cy="1533349"/>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endParaRPr>
            </a:p>
          </p:txBody>
        </p:sp>
        <p:sp>
          <p:nvSpPr>
            <p:cNvPr id="17" name="Rectangle 16">
              <a:extLst>
                <a:ext uri="{FF2B5EF4-FFF2-40B4-BE49-F238E27FC236}">
                  <a16:creationId xmlns:a16="http://schemas.microsoft.com/office/drawing/2014/main" id="{331D9537-C78F-0243-9A51-B45B9A8C188D}"/>
                </a:ext>
              </a:extLst>
            </p:cNvPr>
            <p:cNvSpPr/>
            <p:nvPr/>
          </p:nvSpPr>
          <p:spPr>
            <a:xfrm>
              <a:off x="1818217" y="574103"/>
              <a:ext cx="1518925" cy="1533349"/>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endParaRPr>
            </a:p>
          </p:txBody>
        </p:sp>
        <p:sp>
          <p:nvSpPr>
            <p:cNvPr id="18" name="Rectangle 17">
              <a:extLst>
                <a:ext uri="{FF2B5EF4-FFF2-40B4-BE49-F238E27FC236}">
                  <a16:creationId xmlns:a16="http://schemas.microsoft.com/office/drawing/2014/main" id="{331D9537-C78F-0243-9A51-B45B9A8C188D}"/>
                </a:ext>
              </a:extLst>
            </p:cNvPr>
            <p:cNvSpPr/>
            <p:nvPr/>
          </p:nvSpPr>
          <p:spPr>
            <a:xfrm>
              <a:off x="3468105" y="565661"/>
              <a:ext cx="1518925" cy="1533349"/>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endParaRPr>
            </a:p>
          </p:txBody>
        </p:sp>
        <p:sp>
          <p:nvSpPr>
            <p:cNvPr id="19" name="Rectangle 18">
              <a:extLst>
                <a:ext uri="{FF2B5EF4-FFF2-40B4-BE49-F238E27FC236}">
                  <a16:creationId xmlns:a16="http://schemas.microsoft.com/office/drawing/2014/main" id="{331D9537-C78F-0243-9A51-B45B9A8C188D}"/>
                </a:ext>
              </a:extLst>
            </p:cNvPr>
            <p:cNvSpPr/>
            <p:nvPr/>
          </p:nvSpPr>
          <p:spPr>
            <a:xfrm>
              <a:off x="5141977" y="575943"/>
              <a:ext cx="1518925" cy="1533349"/>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endParaRPr>
            </a:p>
          </p:txBody>
        </p:sp>
      </p:grpSp>
      <p:sp>
        <p:nvSpPr>
          <p:cNvPr id="22" name="Rectangle 21">
            <a:extLst>
              <a:ext uri="{FF2B5EF4-FFF2-40B4-BE49-F238E27FC236}">
                <a16:creationId xmlns:a16="http://schemas.microsoft.com/office/drawing/2014/main" id="{331D9537-C78F-0243-9A51-B45B9A8C188D}"/>
              </a:ext>
            </a:extLst>
          </p:cNvPr>
          <p:cNvSpPr/>
          <p:nvPr/>
        </p:nvSpPr>
        <p:spPr>
          <a:xfrm>
            <a:off x="181313" y="4189288"/>
            <a:ext cx="1518925" cy="1533349"/>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endParaRPr>
          </a:p>
        </p:txBody>
      </p:sp>
      <p:sp>
        <p:nvSpPr>
          <p:cNvPr id="23" name="Rectangle 22">
            <a:extLst>
              <a:ext uri="{FF2B5EF4-FFF2-40B4-BE49-F238E27FC236}">
                <a16:creationId xmlns:a16="http://schemas.microsoft.com/office/drawing/2014/main" id="{331D9537-C78F-0243-9A51-B45B9A8C188D}"/>
              </a:ext>
            </a:extLst>
          </p:cNvPr>
          <p:cNvSpPr/>
          <p:nvPr/>
        </p:nvSpPr>
        <p:spPr>
          <a:xfrm>
            <a:off x="1855185" y="4199570"/>
            <a:ext cx="1518925" cy="1533349"/>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endParaRPr>
          </a:p>
        </p:txBody>
      </p:sp>
      <p:grpSp>
        <p:nvGrpSpPr>
          <p:cNvPr id="25" name="Group 24"/>
          <p:cNvGrpSpPr/>
          <p:nvPr/>
        </p:nvGrpSpPr>
        <p:grpSpPr>
          <a:xfrm>
            <a:off x="179904" y="2375246"/>
            <a:ext cx="6492573" cy="1543631"/>
            <a:chOff x="168329" y="565661"/>
            <a:chExt cx="6492573" cy="1543631"/>
          </a:xfrm>
        </p:grpSpPr>
        <p:sp>
          <p:nvSpPr>
            <p:cNvPr id="26" name="Rectangle 25">
              <a:extLst>
                <a:ext uri="{FF2B5EF4-FFF2-40B4-BE49-F238E27FC236}">
                  <a16:creationId xmlns:a16="http://schemas.microsoft.com/office/drawing/2014/main" id="{331D9537-C78F-0243-9A51-B45B9A8C188D}"/>
                </a:ext>
              </a:extLst>
            </p:cNvPr>
            <p:cNvSpPr/>
            <p:nvPr/>
          </p:nvSpPr>
          <p:spPr>
            <a:xfrm>
              <a:off x="168329" y="574103"/>
              <a:ext cx="1518925" cy="1533349"/>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endParaRPr>
            </a:p>
          </p:txBody>
        </p:sp>
        <p:sp>
          <p:nvSpPr>
            <p:cNvPr id="27" name="Rectangle 26">
              <a:extLst>
                <a:ext uri="{FF2B5EF4-FFF2-40B4-BE49-F238E27FC236}">
                  <a16:creationId xmlns:a16="http://schemas.microsoft.com/office/drawing/2014/main" id="{331D9537-C78F-0243-9A51-B45B9A8C188D}"/>
                </a:ext>
              </a:extLst>
            </p:cNvPr>
            <p:cNvSpPr/>
            <p:nvPr/>
          </p:nvSpPr>
          <p:spPr>
            <a:xfrm>
              <a:off x="1818217" y="574103"/>
              <a:ext cx="1518925" cy="1533349"/>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endParaRPr>
            </a:p>
          </p:txBody>
        </p:sp>
        <p:sp>
          <p:nvSpPr>
            <p:cNvPr id="28" name="Rectangle 27">
              <a:extLst>
                <a:ext uri="{FF2B5EF4-FFF2-40B4-BE49-F238E27FC236}">
                  <a16:creationId xmlns:a16="http://schemas.microsoft.com/office/drawing/2014/main" id="{331D9537-C78F-0243-9A51-B45B9A8C188D}"/>
                </a:ext>
              </a:extLst>
            </p:cNvPr>
            <p:cNvSpPr/>
            <p:nvPr/>
          </p:nvSpPr>
          <p:spPr>
            <a:xfrm>
              <a:off x="3468105" y="565661"/>
              <a:ext cx="1518925" cy="1533349"/>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endParaRPr>
            </a:p>
          </p:txBody>
        </p:sp>
        <p:sp>
          <p:nvSpPr>
            <p:cNvPr id="29" name="Rectangle 28">
              <a:extLst>
                <a:ext uri="{FF2B5EF4-FFF2-40B4-BE49-F238E27FC236}">
                  <a16:creationId xmlns:a16="http://schemas.microsoft.com/office/drawing/2014/main" id="{331D9537-C78F-0243-9A51-B45B9A8C188D}"/>
                </a:ext>
              </a:extLst>
            </p:cNvPr>
            <p:cNvSpPr/>
            <p:nvPr/>
          </p:nvSpPr>
          <p:spPr>
            <a:xfrm>
              <a:off x="5141977" y="575943"/>
              <a:ext cx="1518925" cy="1533349"/>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endParaRPr>
            </a:p>
          </p:txBody>
        </p:sp>
      </p:grpSp>
      <p:sp>
        <p:nvSpPr>
          <p:cNvPr id="30" name="TextBox 29"/>
          <p:cNvSpPr txBox="1"/>
          <p:nvPr/>
        </p:nvSpPr>
        <p:spPr>
          <a:xfrm>
            <a:off x="3421152" y="3928396"/>
            <a:ext cx="3345313" cy="646331"/>
          </a:xfrm>
          <a:prstGeom prst="rect">
            <a:avLst/>
          </a:prstGeom>
          <a:noFill/>
        </p:spPr>
        <p:txBody>
          <a:bodyPr wrap="square" rtlCol="0">
            <a:spAutoFit/>
          </a:bodyPr>
          <a:lstStyle/>
          <a:p>
            <a:pPr>
              <a:tabLst>
                <a:tab pos="177800" algn="l"/>
                <a:tab pos="182563" algn="l"/>
              </a:tabLst>
            </a:pPr>
            <a:r>
              <a:rPr lang="en-US" sz="1200" b="1" dirty="0"/>
              <a:t>2.</a:t>
            </a:r>
            <a:r>
              <a:rPr lang="en-US" sz="1200" dirty="0"/>
              <a:t>  How many different ways can 24 chocolate bars 	be packed into boxes so that there are exactly 	the same number of bars in each box?</a:t>
            </a:r>
            <a:endParaRPr lang="en-GB" sz="1200" dirty="0"/>
          </a:p>
        </p:txBody>
      </p:sp>
      <p:sp>
        <p:nvSpPr>
          <p:cNvPr id="33" name="TextBox 32"/>
          <p:cNvSpPr txBox="1"/>
          <p:nvPr/>
        </p:nvSpPr>
        <p:spPr>
          <a:xfrm>
            <a:off x="0" y="5816668"/>
            <a:ext cx="4364173" cy="276999"/>
          </a:xfrm>
          <a:prstGeom prst="rect">
            <a:avLst/>
          </a:prstGeom>
          <a:noFill/>
        </p:spPr>
        <p:txBody>
          <a:bodyPr wrap="square" rtlCol="0">
            <a:spAutoFit/>
          </a:bodyPr>
          <a:lstStyle/>
          <a:p>
            <a:r>
              <a:rPr lang="en-US" sz="1200" b="1" dirty="0"/>
              <a:t>3. </a:t>
            </a:r>
            <a:r>
              <a:rPr lang="en-US" sz="1200" dirty="0"/>
              <a:t>Use your calculator to find the factors of each of these numbers.</a:t>
            </a:r>
            <a:endParaRPr lang="en-GB" sz="1200" dirty="0"/>
          </a:p>
        </p:txBody>
      </p:sp>
      <p:sp>
        <p:nvSpPr>
          <p:cNvPr id="34" name="Rectangle 33">
            <a:extLst>
              <a:ext uri="{FF2B5EF4-FFF2-40B4-BE49-F238E27FC236}">
                <a16:creationId xmlns:a16="http://schemas.microsoft.com/office/drawing/2014/main" id="{331D9537-C78F-0243-9A51-B45B9A8C188D}"/>
              </a:ext>
            </a:extLst>
          </p:cNvPr>
          <p:cNvSpPr/>
          <p:nvPr/>
        </p:nvSpPr>
        <p:spPr>
          <a:xfrm>
            <a:off x="3529057" y="4574726"/>
            <a:ext cx="3143420" cy="1158193"/>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endParaRPr>
          </a:p>
        </p:txBody>
      </p:sp>
      <p:grpSp>
        <p:nvGrpSpPr>
          <p:cNvPr id="35" name="Group 34"/>
          <p:cNvGrpSpPr/>
          <p:nvPr/>
        </p:nvGrpSpPr>
        <p:grpSpPr>
          <a:xfrm>
            <a:off x="174865" y="6269538"/>
            <a:ext cx="6492573" cy="1543631"/>
            <a:chOff x="168329" y="565661"/>
            <a:chExt cx="6492573" cy="1543631"/>
          </a:xfrm>
        </p:grpSpPr>
        <p:sp>
          <p:nvSpPr>
            <p:cNvPr id="36" name="Rectangle 35">
              <a:extLst>
                <a:ext uri="{FF2B5EF4-FFF2-40B4-BE49-F238E27FC236}">
                  <a16:creationId xmlns:a16="http://schemas.microsoft.com/office/drawing/2014/main" id="{331D9537-C78F-0243-9A51-B45B9A8C188D}"/>
                </a:ext>
              </a:extLst>
            </p:cNvPr>
            <p:cNvSpPr/>
            <p:nvPr/>
          </p:nvSpPr>
          <p:spPr>
            <a:xfrm>
              <a:off x="168329" y="574103"/>
              <a:ext cx="1518925" cy="1533349"/>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endParaRPr>
            </a:p>
          </p:txBody>
        </p:sp>
        <p:sp>
          <p:nvSpPr>
            <p:cNvPr id="37" name="Rectangle 36">
              <a:extLst>
                <a:ext uri="{FF2B5EF4-FFF2-40B4-BE49-F238E27FC236}">
                  <a16:creationId xmlns:a16="http://schemas.microsoft.com/office/drawing/2014/main" id="{331D9537-C78F-0243-9A51-B45B9A8C188D}"/>
                </a:ext>
              </a:extLst>
            </p:cNvPr>
            <p:cNvSpPr/>
            <p:nvPr/>
          </p:nvSpPr>
          <p:spPr>
            <a:xfrm>
              <a:off x="1818217" y="574103"/>
              <a:ext cx="1518925" cy="1533349"/>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endParaRPr>
            </a:p>
          </p:txBody>
        </p:sp>
        <p:sp>
          <p:nvSpPr>
            <p:cNvPr id="38" name="Rectangle 37">
              <a:extLst>
                <a:ext uri="{FF2B5EF4-FFF2-40B4-BE49-F238E27FC236}">
                  <a16:creationId xmlns:a16="http://schemas.microsoft.com/office/drawing/2014/main" id="{331D9537-C78F-0243-9A51-B45B9A8C188D}"/>
                </a:ext>
              </a:extLst>
            </p:cNvPr>
            <p:cNvSpPr/>
            <p:nvPr/>
          </p:nvSpPr>
          <p:spPr>
            <a:xfrm>
              <a:off x="3468105" y="565661"/>
              <a:ext cx="1518925" cy="1533349"/>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endParaRPr>
            </a:p>
          </p:txBody>
        </p:sp>
        <p:sp>
          <p:nvSpPr>
            <p:cNvPr id="39" name="Rectangle 38">
              <a:extLst>
                <a:ext uri="{FF2B5EF4-FFF2-40B4-BE49-F238E27FC236}">
                  <a16:creationId xmlns:a16="http://schemas.microsoft.com/office/drawing/2014/main" id="{331D9537-C78F-0243-9A51-B45B9A8C188D}"/>
                </a:ext>
              </a:extLst>
            </p:cNvPr>
            <p:cNvSpPr/>
            <p:nvPr/>
          </p:nvSpPr>
          <p:spPr>
            <a:xfrm>
              <a:off x="5141977" y="575943"/>
              <a:ext cx="1518925" cy="1533349"/>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endParaRPr>
            </a:p>
          </p:txBody>
        </p:sp>
      </p:grpSp>
      <p:grpSp>
        <p:nvGrpSpPr>
          <p:cNvPr id="40" name="Group 39"/>
          <p:cNvGrpSpPr/>
          <p:nvPr/>
        </p:nvGrpSpPr>
        <p:grpSpPr>
          <a:xfrm>
            <a:off x="174865" y="8147703"/>
            <a:ext cx="6492573" cy="1543631"/>
            <a:chOff x="168329" y="565661"/>
            <a:chExt cx="6492573" cy="1543631"/>
          </a:xfrm>
        </p:grpSpPr>
        <p:sp>
          <p:nvSpPr>
            <p:cNvPr id="41" name="Rectangle 40">
              <a:extLst>
                <a:ext uri="{FF2B5EF4-FFF2-40B4-BE49-F238E27FC236}">
                  <a16:creationId xmlns:a16="http://schemas.microsoft.com/office/drawing/2014/main" id="{331D9537-C78F-0243-9A51-B45B9A8C188D}"/>
                </a:ext>
              </a:extLst>
            </p:cNvPr>
            <p:cNvSpPr/>
            <p:nvPr/>
          </p:nvSpPr>
          <p:spPr>
            <a:xfrm>
              <a:off x="168329" y="574103"/>
              <a:ext cx="1518925" cy="1533349"/>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endParaRPr>
            </a:p>
          </p:txBody>
        </p:sp>
        <p:sp>
          <p:nvSpPr>
            <p:cNvPr id="42" name="Rectangle 41">
              <a:extLst>
                <a:ext uri="{FF2B5EF4-FFF2-40B4-BE49-F238E27FC236}">
                  <a16:creationId xmlns:a16="http://schemas.microsoft.com/office/drawing/2014/main" id="{331D9537-C78F-0243-9A51-B45B9A8C188D}"/>
                </a:ext>
              </a:extLst>
            </p:cNvPr>
            <p:cNvSpPr/>
            <p:nvPr/>
          </p:nvSpPr>
          <p:spPr>
            <a:xfrm>
              <a:off x="1818217" y="574103"/>
              <a:ext cx="1518925" cy="1533349"/>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endParaRPr>
            </a:p>
          </p:txBody>
        </p:sp>
        <p:sp>
          <p:nvSpPr>
            <p:cNvPr id="43" name="Rectangle 42">
              <a:extLst>
                <a:ext uri="{FF2B5EF4-FFF2-40B4-BE49-F238E27FC236}">
                  <a16:creationId xmlns:a16="http://schemas.microsoft.com/office/drawing/2014/main" id="{331D9537-C78F-0243-9A51-B45B9A8C188D}"/>
                </a:ext>
              </a:extLst>
            </p:cNvPr>
            <p:cNvSpPr/>
            <p:nvPr/>
          </p:nvSpPr>
          <p:spPr>
            <a:xfrm>
              <a:off x="3468105" y="565661"/>
              <a:ext cx="1518925" cy="1533349"/>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endParaRPr>
            </a:p>
          </p:txBody>
        </p:sp>
        <p:sp>
          <p:nvSpPr>
            <p:cNvPr id="44" name="Rectangle 43">
              <a:extLst>
                <a:ext uri="{FF2B5EF4-FFF2-40B4-BE49-F238E27FC236}">
                  <a16:creationId xmlns:a16="http://schemas.microsoft.com/office/drawing/2014/main" id="{331D9537-C78F-0243-9A51-B45B9A8C188D}"/>
                </a:ext>
              </a:extLst>
            </p:cNvPr>
            <p:cNvSpPr/>
            <p:nvPr/>
          </p:nvSpPr>
          <p:spPr>
            <a:xfrm>
              <a:off x="5141977" y="575943"/>
              <a:ext cx="1518925" cy="1533349"/>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endParaRPr>
            </a:p>
          </p:txBody>
        </p:sp>
      </p:grpSp>
      <p:pic>
        <p:nvPicPr>
          <p:cNvPr id="1028" name="Picture 4" descr="calculato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6864" y="5791417"/>
            <a:ext cx="247650" cy="323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75510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5355590" y="9567477"/>
            <a:ext cx="1543050" cy="527403"/>
          </a:xfrm>
        </p:spPr>
        <p:txBody>
          <a:bodyPr/>
          <a:lstStyle/>
          <a:p>
            <a:fld id="{19F1D9CC-7119-45EC-A96C-D8C0660F3AAB}" type="slidenum">
              <a:rPr lang="en-GB" smtClean="0"/>
              <a:t>9</a:t>
            </a:fld>
            <a:endParaRPr lang="en-GB" dirty="0"/>
          </a:p>
        </p:txBody>
      </p:sp>
      <p:sp>
        <p:nvSpPr>
          <p:cNvPr id="3" name="TextBox 2"/>
          <p:cNvSpPr txBox="1"/>
          <p:nvPr/>
        </p:nvSpPr>
        <p:spPr>
          <a:xfrm>
            <a:off x="232729" y="267531"/>
            <a:ext cx="2490152" cy="1569660"/>
          </a:xfrm>
          <a:prstGeom prst="rect">
            <a:avLst/>
          </a:prstGeom>
          <a:noFill/>
        </p:spPr>
        <p:txBody>
          <a:bodyPr wrap="square" rtlCol="0">
            <a:spAutoFit/>
          </a:bodyPr>
          <a:lstStyle/>
          <a:p>
            <a:r>
              <a:rPr lang="en-US" sz="1200" dirty="0"/>
              <a:t>A designer is making a box to hold 12 Christmas decorations. The decorations are to be packed in layers.</a:t>
            </a:r>
          </a:p>
          <a:p>
            <a:r>
              <a:rPr lang="en-US" sz="1200" dirty="0"/>
              <a:t>The designer wants the box to have a square base. Explain how the 12 decorations could be packed to make a square.</a:t>
            </a:r>
          </a:p>
        </p:txBody>
      </p:sp>
      <p:sp>
        <p:nvSpPr>
          <p:cNvPr id="4" name="TextBox 3"/>
          <p:cNvSpPr txBox="1"/>
          <p:nvPr/>
        </p:nvSpPr>
        <p:spPr>
          <a:xfrm>
            <a:off x="0" y="257371"/>
            <a:ext cx="454487" cy="276999"/>
          </a:xfrm>
          <a:prstGeom prst="rect">
            <a:avLst/>
          </a:prstGeom>
          <a:noFill/>
        </p:spPr>
        <p:txBody>
          <a:bodyPr wrap="square" rtlCol="0">
            <a:spAutoFit/>
          </a:bodyPr>
          <a:lstStyle/>
          <a:p>
            <a:r>
              <a:rPr lang="en-GB" sz="1200" b="1" dirty="0"/>
              <a:t>4.</a:t>
            </a:r>
          </a:p>
        </p:txBody>
      </p:sp>
      <p:sp>
        <p:nvSpPr>
          <p:cNvPr id="5" name="Rectangle 4">
            <a:extLst>
              <a:ext uri="{FF2B5EF4-FFF2-40B4-BE49-F238E27FC236}">
                <a16:creationId xmlns:a16="http://schemas.microsoft.com/office/drawing/2014/main" id="{331D9537-C78F-0243-9A51-B45B9A8C188D}"/>
              </a:ext>
            </a:extLst>
          </p:cNvPr>
          <p:cNvSpPr/>
          <p:nvPr/>
        </p:nvSpPr>
        <p:spPr>
          <a:xfrm>
            <a:off x="2722881" y="330413"/>
            <a:ext cx="4003039" cy="1433721"/>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endParaRPr>
          </a:p>
        </p:txBody>
      </p:sp>
      <p:sp>
        <p:nvSpPr>
          <p:cNvPr id="7" name="TextBox 6"/>
          <p:cNvSpPr txBox="1"/>
          <p:nvPr/>
        </p:nvSpPr>
        <p:spPr>
          <a:xfrm>
            <a:off x="227242" y="2226205"/>
            <a:ext cx="5716357" cy="461665"/>
          </a:xfrm>
          <a:prstGeom prst="rect">
            <a:avLst/>
          </a:prstGeom>
          <a:noFill/>
        </p:spPr>
        <p:txBody>
          <a:bodyPr wrap="square" rtlCol="0">
            <a:spAutoFit/>
          </a:bodyPr>
          <a:lstStyle/>
          <a:p>
            <a:r>
              <a:rPr lang="en-US" sz="1200" dirty="0"/>
              <a:t>Look at these five numbers. Use factors to explain why 32 could be the odd one out.</a:t>
            </a:r>
            <a:endParaRPr lang="en-GB" sz="1200" dirty="0"/>
          </a:p>
          <a:p>
            <a:endParaRPr lang="en-GB" sz="1200" dirty="0"/>
          </a:p>
        </p:txBody>
      </p:sp>
      <p:sp>
        <p:nvSpPr>
          <p:cNvPr id="8" name="TextBox 7"/>
          <p:cNvSpPr txBox="1"/>
          <p:nvPr/>
        </p:nvSpPr>
        <p:spPr>
          <a:xfrm>
            <a:off x="0" y="2226205"/>
            <a:ext cx="454487" cy="276999"/>
          </a:xfrm>
          <a:prstGeom prst="rect">
            <a:avLst/>
          </a:prstGeom>
          <a:noFill/>
        </p:spPr>
        <p:txBody>
          <a:bodyPr wrap="square" rtlCol="0">
            <a:spAutoFit/>
          </a:bodyPr>
          <a:lstStyle/>
          <a:p>
            <a:r>
              <a:rPr lang="en-GB" sz="1200" b="1" dirty="0"/>
              <a:t>5.</a:t>
            </a:r>
          </a:p>
        </p:txBody>
      </p:sp>
      <p:pic>
        <p:nvPicPr>
          <p:cNvPr id="9" name="Picture 8"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7159" y="2530975"/>
            <a:ext cx="3807642" cy="249228"/>
          </a:xfrm>
          <a:prstGeom prst="rect">
            <a:avLst/>
          </a:prstGeom>
        </p:spPr>
      </p:pic>
      <p:sp>
        <p:nvSpPr>
          <p:cNvPr id="12" name="Rectangle 11">
            <a:extLst>
              <a:ext uri="{FF2B5EF4-FFF2-40B4-BE49-F238E27FC236}">
                <a16:creationId xmlns:a16="http://schemas.microsoft.com/office/drawing/2014/main" id="{331D9537-C78F-0243-9A51-B45B9A8C188D}"/>
              </a:ext>
            </a:extLst>
          </p:cNvPr>
          <p:cNvSpPr/>
          <p:nvPr/>
        </p:nvSpPr>
        <p:spPr>
          <a:xfrm>
            <a:off x="307159" y="3178411"/>
            <a:ext cx="6418761" cy="995528"/>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endParaRPr>
          </a:p>
        </p:txBody>
      </p:sp>
      <p:sp>
        <p:nvSpPr>
          <p:cNvPr id="13" name="TextBox 12"/>
          <p:cNvSpPr txBox="1"/>
          <p:nvPr/>
        </p:nvSpPr>
        <p:spPr>
          <a:xfrm>
            <a:off x="307159" y="4484929"/>
            <a:ext cx="4656146" cy="276999"/>
          </a:xfrm>
          <a:prstGeom prst="rect">
            <a:avLst/>
          </a:prstGeom>
          <a:noFill/>
        </p:spPr>
        <p:txBody>
          <a:bodyPr wrap="none" rtlCol="0">
            <a:spAutoFit/>
          </a:bodyPr>
          <a:lstStyle/>
          <a:p>
            <a:r>
              <a:rPr lang="en-US" sz="1200" dirty="0"/>
              <a:t>What is the largest odd number that is a factor of 40 and a factor of 60?</a:t>
            </a:r>
            <a:endParaRPr lang="en-GB" sz="1200" dirty="0"/>
          </a:p>
        </p:txBody>
      </p:sp>
      <p:sp>
        <p:nvSpPr>
          <p:cNvPr id="14" name="TextBox 13"/>
          <p:cNvSpPr txBox="1"/>
          <p:nvPr/>
        </p:nvSpPr>
        <p:spPr>
          <a:xfrm>
            <a:off x="0" y="4484928"/>
            <a:ext cx="454487" cy="276999"/>
          </a:xfrm>
          <a:prstGeom prst="rect">
            <a:avLst/>
          </a:prstGeom>
          <a:noFill/>
        </p:spPr>
        <p:txBody>
          <a:bodyPr wrap="square" rtlCol="0">
            <a:spAutoFit/>
          </a:bodyPr>
          <a:lstStyle/>
          <a:p>
            <a:r>
              <a:rPr lang="en-GB" sz="1200" b="1" dirty="0"/>
              <a:t>6.</a:t>
            </a:r>
          </a:p>
        </p:txBody>
      </p:sp>
      <p:sp>
        <p:nvSpPr>
          <p:cNvPr id="15" name="Rectangle 14">
            <a:extLst>
              <a:ext uri="{FF2B5EF4-FFF2-40B4-BE49-F238E27FC236}">
                <a16:creationId xmlns:a16="http://schemas.microsoft.com/office/drawing/2014/main" id="{331D9537-C78F-0243-9A51-B45B9A8C188D}"/>
              </a:ext>
            </a:extLst>
          </p:cNvPr>
          <p:cNvSpPr/>
          <p:nvPr/>
        </p:nvSpPr>
        <p:spPr>
          <a:xfrm>
            <a:off x="307159" y="4777166"/>
            <a:ext cx="6418761" cy="995528"/>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endParaRPr>
          </a:p>
        </p:txBody>
      </p:sp>
      <p:sp>
        <p:nvSpPr>
          <p:cNvPr id="19" name="TextBox 18">
            <a:extLst>
              <a:ext uri="{FF2B5EF4-FFF2-40B4-BE49-F238E27FC236}">
                <a16:creationId xmlns:a16="http://schemas.microsoft.com/office/drawing/2014/main" id="{BBC712E1-D71D-DC47-B7D7-2989397DA0A6}"/>
              </a:ext>
            </a:extLst>
          </p:cNvPr>
          <p:cNvSpPr txBox="1"/>
          <p:nvPr/>
        </p:nvSpPr>
        <p:spPr>
          <a:xfrm>
            <a:off x="140790" y="5987987"/>
            <a:ext cx="6585130" cy="338554"/>
          </a:xfrm>
          <a:prstGeom prst="rect">
            <a:avLst/>
          </a:prstGeom>
          <a:solidFill>
            <a:srgbClr val="7E2341"/>
          </a:solidFill>
        </p:spPr>
        <p:txBody>
          <a:bodyPr wrap="square" rtlCol="0" anchor="ctr">
            <a:spAutoFit/>
          </a:bodyPr>
          <a:lstStyle/>
          <a:p>
            <a:pPr algn="ctr"/>
            <a:r>
              <a:rPr lang="en-GB" sz="1600" b="1" dirty="0">
                <a:solidFill>
                  <a:schemeClr val="bg1"/>
                </a:solidFill>
              </a:rPr>
              <a:t>Skills Check</a:t>
            </a:r>
          </a:p>
        </p:txBody>
      </p:sp>
      <p:sp>
        <p:nvSpPr>
          <p:cNvPr id="20" name="TextBox 19">
            <a:extLst>
              <a:ext uri="{FF2B5EF4-FFF2-40B4-BE49-F238E27FC236}">
                <a16:creationId xmlns:a16="http://schemas.microsoft.com/office/drawing/2014/main" id="{91A590F9-2162-1848-9899-E044D2F7FD0A}"/>
              </a:ext>
            </a:extLst>
          </p:cNvPr>
          <p:cNvSpPr txBox="1"/>
          <p:nvPr/>
        </p:nvSpPr>
        <p:spPr>
          <a:xfrm>
            <a:off x="1074547" y="7530985"/>
            <a:ext cx="1410964" cy="230832"/>
          </a:xfrm>
          <a:prstGeom prst="rect">
            <a:avLst/>
          </a:prstGeom>
          <a:noFill/>
        </p:spPr>
        <p:txBody>
          <a:bodyPr wrap="none" rtlCol="0">
            <a:spAutoFit/>
          </a:bodyPr>
          <a:lstStyle/>
          <a:p>
            <a:pPr algn="ctr"/>
            <a:r>
              <a:rPr lang="en-GB" sz="900" i="1" dirty="0">
                <a:solidFill>
                  <a:srgbClr val="0070C0"/>
                </a:solidFill>
              </a:rPr>
              <a:t>(Circle the correct answer)</a:t>
            </a:r>
          </a:p>
        </p:txBody>
      </p:sp>
      <p:sp>
        <p:nvSpPr>
          <p:cNvPr id="21" name="TextBox 20">
            <a:extLst>
              <a:ext uri="{FF2B5EF4-FFF2-40B4-BE49-F238E27FC236}">
                <a16:creationId xmlns:a16="http://schemas.microsoft.com/office/drawing/2014/main" id="{C6B12FAC-4381-8847-9E07-5EA6115E9ED9}"/>
              </a:ext>
            </a:extLst>
          </p:cNvPr>
          <p:cNvSpPr txBox="1"/>
          <p:nvPr/>
        </p:nvSpPr>
        <p:spPr>
          <a:xfrm>
            <a:off x="100854" y="6719367"/>
            <a:ext cx="2948322" cy="461665"/>
          </a:xfrm>
          <a:prstGeom prst="rect">
            <a:avLst/>
          </a:prstGeom>
          <a:noFill/>
        </p:spPr>
        <p:txBody>
          <a:bodyPr wrap="square" rtlCol="0">
            <a:spAutoFit/>
          </a:bodyPr>
          <a:lstStyle/>
          <a:p>
            <a:pPr marL="266700" indent="-266700"/>
            <a:r>
              <a:rPr lang="en-GB" sz="1200" b="1" dirty="0"/>
              <a:t>1.    </a:t>
            </a:r>
            <a:r>
              <a:rPr lang="en-GB" sz="1200" dirty="0"/>
              <a:t>Which one of the following is a factor of 16?</a:t>
            </a:r>
          </a:p>
        </p:txBody>
      </p:sp>
      <p:grpSp>
        <p:nvGrpSpPr>
          <p:cNvPr id="22" name="Group 21">
            <a:extLst>
              <a:ext uri="{FF2B5EF4-FFF2-40B4-BE49-F238E27FC236}">
                <a16:creationId xmlns:a16="http://schemas.microsoft.com/office/drawing/2014/main" id="{537CDA79-8F5F-EB49-AFD4-DDD5EE12E809}"/>
              </a:ext>
            </a:extLst>
          </p:cNvPr>
          <p:cNvGrpSpPr/>
          <p:nvPr/>
        </p:nvGrpSpPr>
        <p:grpSpPr>
          <a:xfrm>
            <a:off x="588802" y="7818931"/>
            <a:ext cx="2263597" cy="646944"/>
            <a:chOff x="3457619" y="1037259"/>
            <a:chExt cx="2819021" cy="805685"/>
          </a:xfrm>
        </p:grpSpPr>
        <p:sp>
          <p:nvSpPr>
            <p:cNvPr id="23" name="TextBox 22">
              <a:extLst>
                <a:ext uri="{FF2B5EF4-FFF2-40B4-BE49-F238E27FC236}">
                  <a16:creationId xmlns:a16="http://schemas.microsoft.com/office/drawing/2014/main" id="{5ED54F8E-6C56-734F-B099-5DA2D9CACA1A}"/>
                </a:ext>
              </a:extLst>
            </p:cNvPr>
            <p:cNvSpPr txBox="1"/>
            <p:nvPr/>
          </p:nvSpPr>
          <p:spPr>
            <a:xfrm>
              <a:off x="3523454" y="1438326"/>
              <a:ext cx="343770" cy="383296"/>
            </a:xfrm>
            <a:prstGeom prst="rect">
              <a:avLst/>
            </a:prstGeom>
            <a:noFill/>
          </p:spPr>
          <p:txBody>
            <a:bodyPr wrap="none" rtlCol="0">
              <a:spAutoFit/>
            </a:bodyPr>
            <a:lstStyle/>
            <a:p>
              <a:r>
                <a:rPr lang="en-US" sz="1400" dirty="0">
                  <a:solidFill>
                    <a:srgbClr val="000000"/>
                  </a:solidFill>
                  <a:latin typeface="Calibri" panose="020F0502020204030204" pitchFamily="34" charset="0"/>
                  <a:cs typeface="Times New Roman" panose="02020603050405020304" pitchFamily="18" charset="0"/>
                </a:rPr>
                <a:t>3</a:t>
              </a:r>
              <a:endParaRPr lang="en-GB" sz="1400" dirty="0"/>
            </a:p>
          </p:txBody>
        </p:sp>
        <p:sp>
          <p:nvSpPr>
            <p:cNvPr id="24" name="TextBox 23">
              <a:extLst>
                <a:ext uri="{FF2B5EF4-FFF2-40B4-BE49-F238E27FC236}">
                  <a16:creationId xmlns:a16="http://schemas.microsoft.com/office/drawing/2014/main" id="{E46D5E14-7B79-6D48-BD33-A8BBD2EF775B}"/>
                </a:ext>
              </a:extLst>
            </p:cNvPr>
            <p:cNvSpPr txBox="1"/>
            <p:nvPr/>
          </p:nvSpPr>
          <p:spPr>
            <a:xfrm>
              <a:off x="4295443" y="1428689"/>
              <a:ext cx="343770" cy="383296"/>
            </a:xfrm>
            <a:prstGeom prst="rect">
              <a:avLst/>
            </a:prstGeom>
            <a:noFill/>
          </p:spPr>
          <p:txBody>
            <a:bodyPr wrap="none" rtlCol="0">
              <a:spAutoFit/>
            </a:bodyPr>
            <a:lstStyle/>
            <a:p>
              <a:r>
                <a:rPr lang="en-US" sz="1400" dirty="0">
                  <a:solidFill>
                    <a:srgbClr val="000000"/>
                  </a:solidFill>
                  <a:latin typeface="Calibri" panose="020F0502020204030204" pitchFamily="34" charset="0"/>
                  <a:cs typeface="Times New Roman" panose="02020603050405020304" pitchFamily="18" charset="0"/>
                </a:rPr>
                <a:t>6</a:t>
              </a:r>
              <a:endParaRPr lang="en-GB" sz="1400" baseline="30000" dirty="0"/>
            </a:p>
          </p:txBody>
        </p:sp>
        <p:sp>
          <p:nvSpPr>
            <p:cNvPr id="25" name="TextBox 24">
              <a:extLst>
                <a:ext uri="{FF2B5EF4-FFF2-40B4-BE49-F238E27FC236}">
                  <a16:creationId xmlns:a16="http://schemas.microsoft.com/office/drawing/2014/main" id="{F00D4DD2-8F1B-E147-9042-57A61140B370}"/>
                </a:ext>
              </a:extLst>
            </p:cNvPr>
            <p:cNvSpPr txBox="1"/>
            <p:nvPr/>
          </p:nvSpPr>
          <p:spPr>
            <a:xfrm>
              <a:off x="5045975" y="1451182"/>
              <a:ext cx="457560" cy="383296"/>
            </a:xfrm>
            <a:prstGeom prst="rect">
              <a:avLst/>
            </a:prstGeom>
            <a:noFill/>
          </p:spPr>
          <p:txBody>
            <a:bodyPr wrap="none" rtlCol="0">
              <a:spAutoFit/>
            </a:bodyPr>
            <a:lstStyle/>
            <a:p>
              <a:r>
                <a:rPr lang="en-US" sz="1400" dirty="0">
                  <a:solidFill>
                    <a:srgbClr val="000000"/>
                  </a:solidFill>
                  <a:latin typeface="Calibri" panose="020F0502020204030204" pitchFamily="34" charset="0"/>
                  <a:cs typeface="Times New Roman" panose="02020603050405020304" pitchFamily="18" charset="0"/>
                </a:rPr>
                <a:t>32</a:t>
              </a:r>
              <a:endParaRPr lang="en-GB" sz="1400" baseline="30000" dirty="0"/>
            </a:p>
          </p:txBody>
        </p:sp>
        <p:sp>
          <p:nvSpPr>
            <p:cNvPr id="26" name="TextBox 25">
              <a:extLst>
                <a:ext uri="{FF2B5EF4-FFF2-40B4-BE49-F238E27FC236}">
                  <a16:creationId xmlns:a16="http://schemas.microsoft.com/office/drawing/2014/main" id="{F6617258-D44B-9746-93B3-9C82A2F8C54B}"/>
                </a:ext>
              </a:extLst>
            </p:cNvPr>
            <p:cNvSpPr txBox="1"/>
            <p:nvPr/>
          </p:nvSpPr>
          <p:spPr>
            <a:xfrm>
              <a:off x="5861991" y="1459648"/>
              <a:ext cx="343770" cy="383296"/>
            </a:xfrm>
            <a:prstGeom prst="rect">
              <a:avLst/>
            </a:prstGeom>
            <a:noFill/>
          </p:spPr>
          <p:txBody>
            <a:bodyPr wrap="none" rtlCol="0">
              <a:spAutoFit/>
            </a:bodyPr>
            <a:lstStyle/>
            <a:p>
              <a:r>
                <a:rPr lang="en-US" sz="1400" dirty="0">
                  <a:solidFill>
                    <a:srgbClr val="000000"/>
                  </a:solidFill>
                  <a:latin typeface="Calibri" panose="020F0502020204030204" pitchFamily="34" charset="0"/>
                  <a:cs typeface="Times New Roman" panose="02020603050405020304" pitchFamily="18" charset="0"/>
                </a:rPr>
                <a:t>4</a:t>
              </a:r>
              <a:endParaRPr lang="en-GB" sz="1400" baseline="30000" dirty="0"/>
            </a:p>
          </p:txBody>
        </p:sp>
        <p:grpSp>
          <p:nvGrpSpPr>
            <p:cNvPr id="27" name="Group 26">
              <a:extLst>
                <a:ext uri="{FF2B5EF4-FFF2-40B4-BE49-F238E27FC236}">
                  <a16:creationId xmlns:a16="http://schemas.microsoft.com/office/drawing/2014/main" id="{EFBA3B0B-CBA8-1F4D-9D93-028432C673E8}"/>
                </a:ext>
              </a:extLst>
            </p:cNvPr>
            <p:cNvGrpSpPr/>
            <p:nvPr/>
          </p:nvGrpSpPr>
          <p:grpSpPr>
            <a:xfrm>
              <a:off x="3457619" y="1037259"/>
              <a:ext cx="2819021" cy="464909"/>
              <a:chOff x="7091126" y="945391"/>
              <a:chExt cx="2819021" cy="464909"/>
            </a:xfrm>
          </p:grpSpPr>
          <p:pic>
            <p:nvPicPr>
              <p:cNvPr id="28" name="Picture 27">
                <a:extLst>
                  <a:ext uri="{FF2B5EF4-FFF2-40B4-BE49-F238E27FC236}">
                    <a16:creationId xmlns:a16="http://schemas.microsoft.com/office/drawing/2014/main" id="{5667292E-F36D-9840-9FB2-64471A6FD67B}"/>
                  </a:ext>
                </a:extLst>
              </p:cNvPr>
              <p:cNvPicPr>
                <a:picLocks noChangeAspect="1"/>
              </p:cNvPicPr>
              <p:nvPr/>
            </p:nvPicPr>
            <p:blipFill rotWithShape="1">
              <a:blip r:embed="rId3"/>
              <a:srcRect l="5631" t="62856" r="82800" b="18131"/>
              <a:stretch/>
            </p:blipFill>
            <p:spPr>
              <a:xfrm>
                <a:off x="7091126" y="953101"/>
                <a:ext cx="456912" cy="457199"/>
              </a:xfrm>
              <a:prstGeom prst="rect">
                <a:avLst/>
              </a:prstGeom>
            </p:spPr>
          </p:pic>
          <p:pic>
            <p:nvPicPr>
              <p:cNvPr id="29" name="Picture 28">
                <a:extLst>
                  <a:ext uri="{FF2B5EF4-FFF2-40B4-BE49-F238E27FC236}">
                    <a16:creationId xmlns:a16="http://schemas.microsoft.com/office/drawing/2014/main" id="{AFBB16E6-8954-AE47-83EA-5737B43A5F58}"/>
                  </a:ext>
                </a:extLst>
              </p:cNvPr>
              <p:cNvPicPr>
                <a:picLocks noChangeAspect="1"/>
              </p:cNvPicPr>
              <p:nvPr/>
            </p:nvPicPr>
            <p:blipFill rotWithShape="1">
              <a:blip r:embed="rId3"/>
              <a:srcRect l="31806" t="62855" r="56625" b="19115"/>
              <a:stretch/>
            </p:blipFill>
            <p:spPr>
              <a:xfrm>
                <a:off x="7871340" y="945391"/>
                <a:ext cx="456913" cy="433553"/>
              </a:xfrm>
              <a:prstGeom prst="rect">
                <a:avLst/>
              </a:prstGeom>
            </p:spPr>
          </p:pic>
          <p:pic>
            <p:nvPicPr>
              <p:cNvPr id="30" name="Picture 29">
                <a:extLst>
                  <a:ext uri="{FF2B5EF4-FFF2-40B4-BE49-F238E27FC236}">
                    <a16:creationId xmlns:a16="http://schemas.microsoft.com/office/drawing/2014/main" id="{731C1AFA-9A0B-7D43-96F8-77665788714F}"/>
                  </a:ext>
                </a:extLst>
              </p:cNvPr>
              <p:cNvPicPr>
                <a:picLocks noChangeAspect="1"/>
              </p:cNvPicPr>
              <p:nvPr/>
            </p:nvPicPr>
            <p:blipFill rotWithShape="1">
              <a:blip r:embed="rId3"/>
              <a:srcRect l="57110" t="62855" r="31321" b="19115"/>
              <a:stretch/>
            </p:blipFill>
            <p:spPr>
              <a:xfrm>
                <a:off x="8662288" y="958924"/>
                <a:ext cx="456912" cy="433553"/>
              </a:xfrm>
              <a:prstGeom prst="rect">
                <a:avLst/>
              </a:prstGeom>
            </p:spPr>
          </p:pic>
          <p:pic>
            <p:nvPicPr>
              <p:cNvPr id="31" name="Picture 30">
                <a:extLst>
                  <a:ext uri="{FF2B5EF4-FFF2-40B4-BE49-F238E27FC236}">
                    <a16:creationId xmlns:a16="http://schemas.microsoft.com/office/drawing/2014/main" id="{55018536-F19C-7F41-88FF-7D38DFB1B569}"/>
                  </a:ext>
                </a:extLst>
              </p:cNvPr>
              <p:cNvPicPr>
                <a:picLocks noChangeAspect="1"/>
              </p:cNvPicPr>
              <p:nvPr/>
            </p:nvPicPr>
            <p:blipFill rotWithShape="1">
              <a:blip r:embed="rId3"/>
              <a:srcRect l="84026" t="62855" r="4405" b="19115"/>
              <a:stretch/>
            </p:blipFill>
            <p:spPr>
              <a:xfrm>
                <a:off x="9453235" y="958923"/>
                <a:ext cx="456912" cy="433553"/>
              </a:xfrm>
              <a:prstGeom prst="rect">
                <a:avLst/>
              </a:prstGeom>
            </p:spPr>
          </p:pic>
        </p:grpSp>
      </p:grpSp>
      <p:sp>
        <p:nvSpPr>
          <p:cNvPr id="32" name="Rectangle 31">
            <a:extLst>
              <a:ext uri="{FF2B5EF4-FFF2-40B4-BE49-F238E27FC236}">
                <a16:creationId xmlns:a16="http://schemas.microsoft.com/office/drawing/2014/main" id="{FC20837B-8F76-AF41-B36E-C638A2B7606F}"/>
              </a:ext>
            </a:extLst>
          </p:cNvPr>
          <p:cNvSpPr/>
          <p:nvPr/>
        </p:nvSpPr>
        <p:spPr>
          <a:xfrm>
            <a:off x="137304" y="6560421"/>
            <a:ext cx="3128365" cy="1994375"/>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
        <p:nvSpPr>
          <p:cNvPr id="33" name="Rectangle 32">
            <a:extLst>
              <a:ext uri="{FF2B5EF4-FFF2-40B4-BE49-F238E27FC236}">
                <a16:creationId xmlns:a16="http://schemas.microsoft.com/office/drawing/2014/main" id="{7F72781A-AFF2-4A48-905A-C0D1796CC682}"/>
              </a:ext>
            </a:extLst>
          </p:cNvPr>
          <p:cNvSpPr/>
          <p:nvPr/>
        </p:nvSpPr>
        <p:spPr>
          <a:xfrm>
            <a:off x="3565544" y="6570394"/>
            <a:ext cx="3128365" cy="1994375"/>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
        <p:nvSpPr>
          <p:cNvPr id="34" name="TextBox 33">
            <a:extLst>
              <a:ext uri="{FF2B5EF4-FFF2-40B4-BE49-F238E27FC236}">
                <a16:creationId xmlns:a16="http://schemas.microsoft.com/office/drawing/2014/main" id="{B2C918B0-7002-5C4A-B297-D6CA530C322A}"/>
              </a:ext>
            </a:extLst>
          </p:cNvPr>
          <p:cNvSpPr txBox="1"/>
          <p:nvPr/>
        </p:nvSpPr>
        <p:spPr>
          <a:xfrm>
            <a:off x="3565544" y="6761778"/>
            <a:ext cx="2948322" cy="276999"/>
          </a:xfrm>
          <a:prstGeom prst="rect">
            <a:avLst/>
          </a:prstGeom>
          <a:noFill/>
        </p:spPr>
        <p:txBody>
          <a:bodyPr wrap="square" rtlCol="0">
            <a:spAutoFit/>
          </a:bodyPr>
          <a:lstStyle/>
          <a:p>
            <a:pPr marL="180975" indent="-180975"/>
            <a:r>
              <a:rPr lang="en-GB" sz="1200" b="1" dirty="0"/>
              <a:t>2.    </a:t>
            </a:r>
            <a:r>
              <a:rPr lang="en-GB" sz="1200" dirty="0"/>
              <a:t>List all the factors of 32.</a:t>
            </a:r>
          </a:p>
        </p:txBody>
      </p:sp>
      <p:sp>
        <p:nvSpPr>
          <p:cNvPr id="35" name="Rectangle 34">
            <a:extLst>
              <a:ext uri="{FF2B5EF4-FFF2-40B4-BE49-F238E27FC236}">
                <a16:creationId xmlns:a16="http://schemas.microsoft.com/office/drawing/2014/main" id="{E8780997-D212-CD4D-BEC3-2F8E2E4072FB}"/>
              </a:ext>
            </a:extLst>
          </p:cNvPr>
          <p:cNvSpPr/>
          <p:nvPr/>
        </p:nvSpPr>
        <p:spPr>
          <a:xfrm>
            <a:off x="3655565" y="7158533"/>
            <a:ext cx="2948322" cy="1320797"/>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Tree>
    <p:extLst>
      <p:ext uri="{BB962C8B-B14F-4D97-AF65-F5344CB8AC3E}">
        <p14:creationId xmlns:p14="http://schemas.microsoft.com/office/powerpoint/2010/main" val="17732493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7" name="Table 106"/>
          <p:cNvGraphicFramePr>
            <a:graphicFrameLocks noGrp="1"/>
          </p:cNvGraphicFramePr>
          <p:nvPr>
            <p:extLst>
              <p:ext uri="{D42A27DB-BD31-4B8C-83A1-F6EECF244321}">
                <p14:modId xmlns:p14="http://schemas.microsoft.com/office/powerpoint/2010/main" val="1325574436"/>
              </p:ext>
            </p:extLst>
          </p:nvPr>
        </p:nvGraphicFramePr>
        <p:xfrm>
          <a:off x="110713" y="6286601"/>
          <a:ext cx="6681466" cy="2749263"/>
        </p:xfrm>
        <a:graphic>
          <a:graphicData uri="http://schemas.openxmlformats.org/drawingml/2006/table">
            <a:tbl>
              <a:tblPr firstRow="1" bandRow="1">
                <a:tableStyleId>{5C22544A-7EE6-4342-B048-85BDC9FD1C3A}</a:tableStyleId>
              </a:tblPr>
              <a:tblGrid>
                <a:gridCol w="1123012">
                  <a:extLst>
                    <a:ext uri="{9D8B030D-6E8A-4147-A177-3AD203B41FA5}">
                      <a16:colId xmlns:a16="http://schemas.microsoft.com/office/drawing/2014/main" val="1568142362"/>
                    </a:ext>
                  </a:extLst>
                </a:gridCol>
                <a:gridCol w="1852818">
                  <a:extLst>
                    <a:ext uri="{9D8B030D-6E8A-4147-A177-3AD203B41FA5}">
                      <a16:colId xmlns:a16="http://schemas.microsoft.com/office/drawing/2014/main" val="3551711160"/>
                    </a:ext>
                  </a:extLst>
                </a:gridCol>
                <a:gridCol w="1852818">
                  <a:extLst>
                    <a:ext uri="{9D8B030D-6E8A-4147-A177-3AD203B41FA5}">
                      <a16:colId xmlns:a16="http://schemas.microsoft.com/office/drawing/2014/main" val="1712497518"/>
                    </a:ext>
                  </a:extLst>
                </a:gridCol>
                <a:gridCol w="1852818">
                  <a:extLst>
                    <a:ext uri="{9D8B030D-6E8A-4147-A177-3AD203B41FA5}">
                      <a16:colId xmlns:a16="http://schemas.microsoft.com/office/drawing/2014/main" val="886122921"/>
                    </a:ext>
                  </a:extLst>
                </a:gridCol>
              </a:tblGrid>
              <a:tr h="280383">
                <a:tc>
                  <a:txBody>
                    <a:bodyPr/>
                    <a:lstStyle/>
                    <a:p>
                      <a:r>
                        <a:rPr lang="en-US" sz="1200" b="1" dirty="0">
                          <a:solidFill>
                            <a:schemeClr val="tx1"/>
                          </a:solidFill>
                        </a:rPr>
                        <a:t>Steps</a:t>
                      </a:r>
                      <a:endParaRPr lang="en-GB" sz="1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Find the LCM of 3 and 7</a:t>
                      </a:r>
                      <a:endParaRPr lang="en-GB" sz="1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Find the LCM of 6 and 9</a:t>
                      </a:r>
                      <a:endParaRPr lang="en-GB" sz="1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Find the LCM of 5 and 8 </a:t>
                      </a:r>
                      <a:endParaRPr lang="en-GB" sz="1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2398298">
                <a:tc>
                  <a:txBody>
                    <a:bodyPr/>
                    <a:lstStyle/>
                    <a:p>
                      <a:pPr marL="0" indent="0">
                        <a:buNone/>
                      </a:pPr>
                      <a:r>
                        <a:rPr lang="en-US" sz="1200" dirty="0">
                          <a:solidFill>
                            <a:schemeClr val="tx1"/>
                          </a:solidFill>
                        </a:rPr>
                        <a:t>1) List the  first  few multiples of each number.</a:t>
                      </a:r>
                      <a:br>
                        <a:rPr lang="en-US" sz="1200" dirty="0">
                          <a:solidFill>
                            <a:schemeClr val="tx1"/>
                          </a:solidFill>
                        </a:rPr>
                      </a:br>
                      <a:endParaRPr lang="en-US" sz="1200" dirty="0">
                        <a:solidFill>
                          <a:schemeClr val="tx1"/>
                        </a:solidFill>
                      </a:endParaRPr>
                    </a:p>
                    <a:p>
                      <a:r>
                        <a:rPr lang="en-US" sz="1200" dirty="0">
                          <a:solidFill>
                            <a:schemeClr val="tx1"/>
                          </a:solidFill>
                        </a:rPr>
                        <a:t>2) </a:t>
                      </a:r>
                      <a:r>
                        <a:rPr lang="en-US" sz="1200" b="0" dirty="0">
                          <a:solidFill>
                            <a:schemeClr val="tx1"/>
                          </a:solidFill>
                        </a:rPr>
                        <a:t>Identify the multiples common to both lists, then circle the lowest common multiple.</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baseline="0" dirty="0">
                          <a:solidFill>
                            <a:schemeClr val="tx1"/>
                          </a:solidFill>
                        </a:rPr>
                        <a:t>Multiples of 3</a:t>
                      </a:r>
                    </a:p>
                    <a:p>
                      <a:r>
                        <a:rPr lang="en-US" sz="1200" baseline="0" dirty="0">
                          <a:solidFill>
                            <a:schemeClr val="tx1"/>
                          </a:solidFill>
                        </a:rPr>
                        <a:t>3, 6, 9, 12, 15, 18, 21, 24, 27, 30, 33, 36, 39, 42…</a:t>
                      </a:r>
                    </a:p>
                    <a:p>
                      <a:endParaRPr lang="en-US" sz="1200" baseline="0" dirty="0">
                        <a:solidFill>
                          <a:schemeClr val="tx1"/>
                        </a:solidFill>
                      </a:endParaRPr>
                    </a:p>
                    <a:p>
                      <a:r>
                        <a:rPr lang="en-US" sz="1200" baseline="0" dirty="0">
                          <a:solidFill>
                            <a:schemeClr val="tx1"/>
                          </a:solidFill>
                        </a:rPr>
                        <a:t>Multiples of 7</a:t>
                      </a:r>
                    </a:p>
                    <a:p>
                      <a:r>
                        <a:rPr lang="en-US" sz="1200" baseline="0" dirty="0">
                          <a:solidFill>
                            <a:schemeClr val="tx1"/>
                          </a:solidFill>
                        </a:rPr>
                        <a:t>7, 14, 21, 28, 35, 42, 49…</a:t>
                      </a:r>
                    </a:p>
                    <a:p>
                      <a:pPr algn="ctr"/>
                      <a:endParaRPr lang="en-GB" sz="2000" b="1" dirty="0">
                        <a:solidFill>
                          <a:srgbClr val="FF0000"/>
                        </a:solidFill>
                      </a:endParaRPr>
                    </a:p>
                    <a:p>
                      <a:pPr algn="ctr"/>
                      <a:endParaRPr lang="en-GB" sz="2000" b="1" dirty="0">
                        <a:solidFill>
                          <a:srgbClr val="FF0000"/>
                        </a:solidFill>
                      </a:endParaRPr>
                    </a:p>
                    <a:p>
                      <a:pPr algn="ctr"/>
                      <a:endParaRPr lang="en-GB" sz="2000" b="1" dirty="0">
                        <a:solidFill>
                          <a:srgbClr val="FF0000"/>
                        </a:solidFill>
                      </a:endParaRPr>
                    </a:p>
                    <a:p>
                      <a:pPr algn="ctr"/>
                      <a:endParaRPr lang="en-GB" sz="2000"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sz="2000"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2000"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bl>
          </a:graphicData>
        </a:graphic>
      </p:graphicFrame>
      <p:sp>
        <p:nvSpPr>
          <p:cNvPr id="15" name="TextBox 14">
            <a:extLst>
              <a:ext uri="{FF2B5EF4-FFF2-40B4-BE49-F238E27FC236}">
                <a16:creationId xmlns:a16="http://schemas.microsoft.com/office/drawing/2014/main" id="{BCDC1A2B-2D26-C945-B722-18950FA49879}"/>
              </a:ext>
            </a:extLst>
          </p:cNvPr>
          <p:cNvSpPr txBox="1"/>
          <p:nvPr/>
        </p:nvSpPr>
        <p:spPr>
          <a:xfrm>
            <a:off x="1414073" y="6009238"/>
            <a:ext cx="1410704" cy="276999"/>
          </a:xfrm>
          <a:prstGeom prst="rect">
            <a:avLst/>
          </a:prstGeom>
          <a:noFill/>
          <a:ln>
            <a:noFill/>
          </a:ln>
        </p:spPr>
        <p:txBody>
          <a:bodyPr wrap="square" rtlCol="0">
            <a:spAutoFit/>
          </a:bodyPr>
          <a:lstStyle/>
          <a:p>
            <a:r>
              <a:rPr lang="en-GB" sz="1200" b="1" i="1" dirty="0">
                <a:solidFill>
                  <a:srgbClr val="FF0000"/>
                </a:solidFill>
              </a:rPr>
              <a:t>Example 1 - I do…</a:t>
            </a:r>
          </a:p>
        </p:txBody>
      </p:sp>
      <p:sp>
        <p:nvSpPr>
          <p:cNvPr id="17" name="TextBox 16">
            <a:extLst>
              <a:ext uri="{FF2B5EF4-FFF2-40B4-BE49-F238E27FC236}">
                <a16:creationId xmlns:a16="http://schemas.microsoft.com/office/drawing/2014/main" id="{4AF4150A-9218-D640-8777-2ECCBC4D10FB}"/>
              </a:ext>
            </a:extLst>
          </p:cNvPr>
          <p:cNvSpPr txBox="1"/>
          <p:nvPr/>
        </p:nvSpPr>
        <p:spPr>
          <a:xfrm>
            <a:off x="5092757" y="6000297"/>
            <a:ext cx="1643405" cy="276999"/>
          </a:xfrm>
          <a:prstGeom prst="rect">
            <a:avLst/>
          </a:prstGeom>
          <a:noFill/>
          <a:ln>
            <a:noFill/>
          </a:ln>
        </p:spPr>
        <p:txBody>
          <a:bodyPr wrap="square" rtlCol="0">
            <a:spAutoFit/>
          </a:bodyPr>
          <a:lstStyle/>
          <a:p>
            <a:r>
              <a:rPr lang="en-GB" sz="1200" b="1" i="1" dirty="0">
                <a:solidFill>
                  <a:srgbClr val="00B050"/>
                </a:solidFill>
              </a:rPr>
              <a:t>Example 3 – You do…</a:t>
            </a:r>
          </a:p>
        </p:txBody>
      </p:sp>
      <p:sp>
        <p:nvSpPr>
          <p:cNvPr id="6" name="Slide Number Placeholder 5"/>
          <p:cNvSpPr>
            <a:spLocks noGrp="1"/>
          </p:cNvSpPr>
          <p:nvPr>
            <p:ph type="sldNum" sz="quarter" idx="12"/>
          </p:nvPr>
        </p:nvSpPr>
        <p:spPr>
          <a:xfrm>
            <a:off x="5261873" y="9355795"/>
            <a:ext cx="1543050" cy="527403"/>
          </a:xfrm>
        </p:spPr>
        <p:txBody>
          <a:bodyPr/>
          <a:lstStyle/>
          <a:p>
            <a:fld id="{19F1D9CC-7119-45EC-A96C-D8C0660F3AAB}" type="slidenum">
              <a:rPr lang="en-GB" smtClean="0">
                <a:solidFill>
                  <a:schemeClr val="tx1"/>
                </a:solidFill>
              </a:rPr>
              <a:t>10</a:t>
            </a:fld>
            <a:endParaRPr lang="en-GB" dirty="0">
              <a:solidFill>
                <a:schemeClr val="tx1"/>
              </a:solidFill>
            </a:endParaRPr>
          </a:p>
        </p:txBody>
      </p:sp>
      <p:sp>
        <p:nvSpPr>
          <p:cNvPr id="67" name="Rectangle 66">
            <a:extLst>
              <a:ext uri="{FF2B5EF4-FFF2-40B4-BE49-F238E27FC236}">
                <a16:creationId xmlns:a16="http://schemas.microsoft.com/office/drawing/2014/main" id="{B59D2F85-C40C-6F49-A8DC-9962E32C54A7}"/>
              </a:ext>
            </a:extLst>
          </p:cNvPr>
          <p:cNvSpPr/>
          <p:nvPr/>
        </p:nvSpPr>
        <p:spPr>
          <a:xfrm>
            <a:off x="82741" y="332926"/>
            <a:ext cx="6679742" cy="148777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dirty="0">
              <a:solidFill>
                <a:sysClr val="windowText" lastClr="000000"/>
              </a:solidFill>
            </a:endParaRPr>
          </a:p>
        </p:txBody>
      </p:sp>
      <p:sp>
        <p:nvSpPr>
          <p:cNvPr id="70" name="Rectangle 69">
            <a:extLst>
              <a:ext uri="{FF2B5EF4-FFF2-40B4-BE49-F238E27FC236}">
                <a16:creationId xmlns:a16="http://schemas.microsoft.com/office/drawing/2014/main" id="{E3A83C37-429B-B44E-B9E5-6054EBA2FC17}"/>
              </a:ext>
            </a:extLst>
          </p:cNvPr>
          <p:cNvSpPr/>
          <p:nvPr/>
        </p:nvSpPr>
        <p:spPr>
          <a:xfrm>
            <a:off x="0" y="0"/>
            <a:ext cx="6858000" cy="29191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Subtopic 2 – Lowest Common Multiple</a:t>
            </a:r>
          </a:p>
        </p:txBody>
      </p:sp>
      <p:sp>
        <p:nvSpPr>
          <p:cNvPr id="71" name="TextBox 70">
            <a:extLst>
              <a:ext uri="{FF2B5EF4-FFF2-40B4-BE49-F238E27FC236}">
                <a16:creationId xmlns:a16="http://schemas.microsoft.com/office/drawing/2014/main" id="{F05264B7-DB58-7E49-B4A9-8F02D752A45D}"/>
              </a:ext>
            </a:extLst>
          </p:cNvPr>
          <p:cNvSpPr txBox="1"/>
          <p:nvPr/>
        </p:nvSpPr>
        <p:spPr>
          <a:xfrm>
            <a:off x="36994" y="707644"/>
            <a:ext cx="1399768" cy="276999"/>
          </a:xfrm>
          <a:prstGeom prst="rect">
            <a:avLst/>
          </a:prstGeom>
          <a:noFill/>
        </p:spPr>
        <p:txBody>
          <a:bodyPr wrap="square" rtlCol="0">
            <a:spAutoFit/>
          </a:bodyPr>
          <a:lstStyle/>
          <a:p>
            <a:r>
              <a:rPr lang="en-GB" sz="1200" b="1" dirty="0"/>
              <a:t>Objectives:</a:t>
            </a:r>
          </a:p>
        </p:txBody>
      </p:sp>
      <p:sp>
        <p:nvSpPr>
          <p:cNvPr id="72" name="TextBox 71">
            <a:extLst>
              <a:ext uri="{FF2B5EF4-FFF2-40B4-BE49-F238E27FC236}">
                <a16:creationId xmlns:a16="http://schemas.microsoft.com/office/drawing/2014/main" id="{FF2A834D-2195-C446-98E7-51533FA4411B}"/>
              </a:ext>
            </a:extLst>
          </p:cNvPr>
          <p:cNvSpPr txBox="1"/>
          <p:nvPr/>
        </p:nvSpPr>
        <p:spPr>
          <a:xfrm>
            <a:off x="350669" y="958736"/>
            <a:ext cx="4667990" cy="646331"/>
          </a:xfrm>
          <a:prstGeom prst="rect">
            <a:avLst/>
          </a:prstGeom>
          <a:noFill/>
        </p:spPr>
        <p:txBody>
          <a:bodyPr wrap="square" rtlCol="0">
            <a:spAutoFit/>
          </a:bodyPr>
          <a:lstStyle/>
          <a:p>
            <a:pPr marL="342900" indent="-342900">
              <a:buFont typeface="+mj-lt"/>
              <a:buAutoNum type="arabicPeriod"/>
            </a:pPr>
            <a:r>
              <a:rPr lang="en-GB" sz="1200" dirty="0"/>
              <a:t>To understand what the LCM represents.</a:t>
            </a:r>
          </a:p>
          <a:p>
            <a:pPr marL="342900" indent="-342900">
              <a:buFont typeface="+mj-lt"/>
              <a:buAutoNum type="arabicPeriod"/>
            </a:pPr>
            <a:r>
              <a:rPr lang="en-GB" sz="1200" dirty="0"/>
              <a:t>To find the LCM of two or more numbers.</a:t>
            </a:r>
          </a:p>
          <a:p>
            <a:pPr marL="342900" indent="-342900">
              <a:buFont typeface="+mj-lt"/>
              <a:buAutoNum type="arabicPeriod"/>
            </a:pPr>
            <a:r>
              <a:rPr lang="en-GB" sz="1200" dirty="0"/>
              <a:t>To solve word problems using the concept of LCM</a:t>
            </a:r>
          </a:p>
        </p:txBody>
      </p:sp>
      <p:sp>
        <p:nvSpPr>
          <p:cNvPr id="73" name="TextBox 72">
            <a:extLst>
              <a:ext uri="{FF2B5EF4-FFF2-40B4-BE49-F238E27FC236}">
                <a16:creationId xmlns:a16="http://schemas.microsoft.com/office/drawing/2014/main" id="{2E771014-6049-D94F-9894-F3E0D5FBDFBE}"/>
              </a:ext>
            </a:extLst>
          </p:cNvPr>
          <p:cNvSpPr txBox="1"/>
          <p:nvPr/>
        </p:nvSpPr>
        <p:spPr>
          <a:xfrm>
            <a:off x="482507" y="403109"/>
            <a:ext cx="5831853" cy="276999"/>
          </a:xfrm>
          <a:prstGeom prst="rect">
            <a:avLst/>
          </a:prstGeom>
          <a:noFill/>
          <a:ln>
            <a:solidFill>
              <a:schemeClr val="tx1"/>
            </a:solidFill>
          </a:ln>
        </p:spPr>
        <p:txBody>
          <a:bodyPr wrap="none" rtlCol="0">
            <a:spAutoFit/>
          </a:bodyPr>
          <a:lstStyle/>
          <a:p>
            <a:pPr algn="ctr"/>
            <a:r>
              <a:rPr lang="en-GB" sz="1200" dirty="0"/>
              <a:t>LEARNING OUTCOME: To find the lowest common multiple (LCM) of a group of numbers.</a:t>
            </a:r>
          </a:p>
        </p:txBody>
      </p:sp>
      <p:sp>
        <p:nvSpPr>
          <p:cNvPr id="74" name="TextBox 73">
            <a:extLst>
              <a:ext uri="{FF2B5EF4-FFF2-40B4-BE49-F238E27FC236}">
                <a16:creationId xmlns:a16="http://schemas.microsoft.com/office/drawing/2014/main" id="{7715F86B-6C3B-6849-A0A3-1AA8A5990EEB}"/>
              </a:ext>
            </a:extLst>
          </p:cNvPr>
          <p:cNvSpPr txBox="1"/>
          <p:nvPr/>
        </p:nvSpPr>
        <p:spPr>
          <a:xfrm>
            <a:off x="5126021" y="730961"/>
            <a:ext cx="1593553" cy="1015663"/>
          </a:xfrm>
          <a:prstGeom prst="rect">
            <a:avLst/>
          </a:prstGeom>
          <a:noFill/>
          <a:ln w="12700">
            <a:solidFill>
              <a:schemeClr val="tx1"/>
            </a:solidFill>
          </a:ln>
        </p:spPr>
        <p:txBody>
          <a:bodyPr wrap="square" rtlCol="0">
            <a:spAutoFit/>
          </a:bodyPr>
          <a:lstStyle/>
          <a:p>
            <a:r>
              <a:rPr lang="en-US" sz="1200" b="1" u="sng" dirty="0"/>
              <a:t>Keywords:</a:t>
            </a:r>
            <a:endParaRPr lang="en-US" sz="1200" dirty="0"/>
          </a:p>
          <a:p>
            <a:pPr marL="171450" indent="-171450">
              <a:buFontTx/>
              <a:buChar char="-"/>
            </a:pPr>
            <a:r>
              <a:rPr lang="en-US" sz="1200" dirty="0"/>
              <a:t>Multiples</a:t>
            </a:r>
          </a:p>
          <a:p>
            <a:pPr marL="171450" indent="-171450">
              <a:buFontTx/>
              <a:buChar char="-"/>
            </a:pPr>
            <a:r>
              <a:rPr lang="en-US" sz="1200" dirty="0"/>
              <a:t>Common Multiples</a:t>
            </a:r>
          </a:p>
          <a:p>
            <a:pPr marL="171450" indent="-171450">
              <a:buFontTx/>
              <a:buChar char="-"/>
            </a:pPr>
            <a:r>
              <a:rPr lang="en-US" sz="1200" dirty="0"/>
              <a:t>Lowest Common Multiples</a:t>
            </a:r>
          </a:p>
        </p:txBody>
      </p:sp>
      <p:sp>
        <p:nvSpPr>
          <p:cNvPr id="108" name="TextBox 107">
            <a:extLst>
              <a:ext uri="{FF2B5EF4-FFF2-40B4-BE49-F238E27FC236}">
                <a16:creationId xmlns:a16="http://schemas.microsoft.com/office/drawing/2014/main" id="{4AF4150A-9218-D640-8777-2ECCBC4D10FB}"/>
              </a:ext>
            </a:extLst>
          </p:cNvPr>
          <p:cNvSpPr txBox="1"/>
          <p:nvPr/>
        </p:nvSpPr>
        <p:spPr>
          <a:xfrm>
            <a:off x="3120945" y="6005764"/>
            <a:ext cx="1643405" cy="276999"/>
          </a:xfrm>
          <a:prstGeom prst="rect">
            <a:avLst/>
          </a:prstGeom>
          <a:noFill/>
          <a:ln>
            <a:noFill/>
          </a:ln>
        </p:spPr>
        <p:txBody>
          <a:bodyPr wrap="square" rtlCol="0">
            <a:spAutoFit/>
          </a:bodyPr>
          <a:lstStyle/>
          <a:p>
            <a:r>
              <a:rPr lang="en-GB" sz="1200" b="1" i="1" dirty="0">
                <a:solidFill>
                  <a:schemeClr val="accent2"/>
                </a:solidFill>
              </a:rPr>
              <a:t>Example 2 – We do…</a:t>
            </a:r>
          </a:p>
        </p:txBody>
      </p:sp>
      <p:sp>
        <p:nvSpPr>
          <p:cNvPr id="2" name="Rectangle 1">
            <a:extLst>
              <a:ext uri="{FF2B5EF4-FFF2-40B4-BE49-F238E27FC236}">
                <a16:creationId xmlns:a16="http://schemas.microsoft.com/office/drawing/2014/main" id="{60007D7C-2A55-B0B9-45CE-5730B2707C23}"/>
              </a:ext>
            </a:extLst>
          </p:cNvPr>
          <p:cNvSpPr/>
          <p:nvPr/>
        </p:nvSpPr>
        <p:spPr>
          <a:xfrm>
            <a:off x="91054" y="5639021"/>
            <a:ext cx="3833317" cy="275657"/>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a:solidFill>
                  <a:schemeClr val="bg1"/>
                </a:solidFill>
              </a:rPr>
              <a:t>Identifying the lowest common multiple of two numbers</a:t>
            </a:r>
          </a:p>
        </p:txBody>
      </p:sp>
      <p:cxnSp>
        <p:nvCxnSpPr>
          <p:cNvPr id="4" name="Straight Connector 3">
            <a:extLst>
              <a:ext uri="{FF2B5EF4-FFF2-40B4-BE49-F238E27FC236}">
                <a16:creationId xmlns:a16="http://schemas.microsoft.com/office/drawing/2014/main" id="{6E58779B-D378-FD25-AE78-D9624FC72B0B}"/>
              </a:ext>
            </a:extLst>
          </p:cNvPr>
          <p:cNvCxnSpPr/>
          <p:nvPr/>
        </p:nvCxnSpPr>
        <p:spPr>
          <a:xfrm flipV="1">
            <a:off x="947641" y="5170746"/>
            <a:ext cx="5541513" cy="2282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AA44759A-D16B-FDC7-B580-253159991510}"/>
              </a:ext>
            </a:extLst>
          </p:cNvPr>
          <p:cNvSpPr/>
          <p:nvPr/>
        </p:nvSpPr>
        <p:spPr>
          <a:xfrm>
            <a:off x="92960" y="3240150"/>
            <a:ext cx="6699219" cy="225880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7" name="Straight Connector 6">
            <a:extLst>
              <a:ext uri="{FF2B5EF4-FFF2-40B4-BE49-F238E27FC236}">
                <a16:creationId xmlns:a16="http://schemas.microsoft.com/office/drawing/2014/main" id="{7C32E9B0-0642-8971-8688-D5C8018BFC87}"/>
              </a:ext>
            </a:extLst>
          </p:cNvPr>
          <p:cNvCxnSpPr>
            <a:cxnSpLocks/>
          </p:cNvCxnSpPr>
          <p:nvPr/>
        </p:nvCxnSpPr>
        <p:spPr>
          <a:xfrm>
            <a:off x="92960" y="4456782"/>
            <a:ext cx="6699219" cy="0"/>
          </a:xfrm>
          <a:prstGeom prst="line">
            <a:avLst/>
          </a:prstGeom>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5E3C4B5E-DADC-30D0-9A2D-AC39BC132478}"/>
              </a:ext>
            </a:extLst>
          </p:cNvPr>
          <p:cNvCxnSpPr>
            <a:cxnSpLocks/>
            <a:stCxn id="5" idx="2"/>
            <a:endCxn id="5" idx="0"/>
          </p:cNvCxnSpPr>
          <p:nvPr/>
        </p:nvCxnSpPr>
        <p:spPr>
          <a:xfrm flipV="1">
            <a:off x="3442570" y="3240150"/>
            <a:ext cx="0" cy="2258801"/>
          </a:xfrm>
          <a:prstGeom prst="line">
            <a:avLst/>
          </a:prstGeom>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6015CF5C-EC85-9068-99DB-D16AAEEDB9A2}"/>
              </a:ext>
            </a:extLst>
          </p:cNvPr>
          <p:cNvSpPr txBox="1"/>
          <p:nvPr/>
        </p:nvSpPr>
        <p:spPr>
          <a:xfrm>
            <a:off x="110715" y="3240150"/>
            <a:ext cx="824713" cy="461665"/>
          </a:xfrm>
          <a:prstGeom prst="rect">
            <a:avLst/>
          </a:prstGeom>
          <a:noFill/>
        </p:spPr>
        <p:txBody>
          <a:bodyPr wrap="none" rtlCol="0">
            <a:spAutoFit/>
          </a:bodyPr>
          <a:lstStyle/>
          <a:p>
            <a:r>
              <a:rPr lang="en-US" sz="1200" b="1" dirty="0"/>
              <a:t>Definition</a:t>
            </a:r>
          </a:p>
          <a:p>
            <a:endParaRPr lang="en-US" sz="1200" dirty="0"/>
          </a:p>
        </p:txBody>
      </p:sp>
      <p:sp>
        <p:nvSpPr>
          <p:cNvPr id="11" name="TextBox 10">
            <a:extLst>
              <a:ext uri="{FF2B5EF4-FFF2-40B4-BE49-F238E27FC236}">
                <a16:creationId xmlns:a16="http://schemas.microsoft.com/office/drawing/2014/main" id="{EE286EED-A34A-0A6B-3174-F729BACB2CEC}"/>
              </a:ext>
            </a:extLst>
          </p:cNvPr>
          <p:cNvSpPr txBox="1"/>
          <p:nvPr/>
        </p:nvSpPr>
        <p:spPr>
          <a:xfrm>
            <a:off x="5749674" y="3251784"/>
            <a:ext cx="1112228" cy="276999"/>
          </a:xfrm>
          <a:prstGeom prst="rect">
            <a:avLst/>
          </a:prstGeom>
          <a:noFill/>
        </p:spPr>
        <p:txBody>
          <a:bodyPr wrap="none" rtlCol="0">
            <a:spAutoFit/>
          </a:bodyPr>
          <a:lstStyle/>
          <a:p>
            <a:r>
              <a:rPr lang="en-US" sz="1200" b="1" dirty="0"/>
              <a:t>Characteristics</a:t>
            </a:r>
            <a:endParaRPr lang="en-GB" sz="1200" b="1" dirty="0"/>
          </a:p>
        </p:txBody>
      </p:sp>
      <p:sp>
        <p:nvSpPr>
          <p:cNvPr id="12" name="TextBox 11">
            <a:extLst>
              <a:ext uri="{FF2B5EF4-FFF2-40B4-BE49-F238E27FC236}">
                <a16:creationId xmlns:a16="http://schemas.microsoft.com/office/drawing/2014/main" id="{D2CAB040-7D72-26BF-98BE-4CABFF9BD324}"/>
              </a:ext>
            </a:extLst>
          </p:cNvPr>
          <p:cNvSpPr txBox="1"/>
          <p:nvPr/>
        </p:nvSpPr>
        <p:spPr>
          <a:xfrm>
            <a:off x="104952" y="4449472"/>
            <a:ext cx="788164" cy="276999"/>
          </a:xfrm>
          <a:prstGeom prst="rect">
            <a:avLst/>
          </a:prstGeom>
          <a:noFill/>
        </p:spPr>
        <p:txBody>
          <a:bodyPr wrap="none" rtlCol="0">
            <a:spAutoFit/>
          </a:bodyPr>
          <a:lstStyle/>
          <a:p>
            <a:r>
              <a:rPr lang="en-US" sz="1200" b="1" dirty="0"/>
              <a:t>Examples</a:t>
            </a:r>
            <a:endParaRPr lang="en-GB" sz="1200" b="1" dirty="0"/>
          </a:p>
        </p:txBody>
      </p:sp>
      <p:sp>
        <p:nvSpPr>
          <p:cNvPr id="13" name="TextBox 12">
            <a:extLst>
              <a:ext uri="{FF2B5EF4-FFF2-40B4-BE49-F238E27FC236}">
                <a16:creationId xmlns:a16="http://schemas.microsoft.com/office/drawing/2014/main" id="{0C727CE5-BAEA-FD00-3A85-B3441082BF44}"/>
              </a:ext>
            </a:extLst>
          </p:cNvPr>
          <p:cNvSpPr txBox="1"/>
          <p:nvPr/>
        </p:nvSpPr>
        <p:spPr>
          <a:xfrm>
            <a:off x="5674947" y="4460621"/>
            <a:ext cx="1172885" cy="276999"/>
          </a:xfrm>
          <a:prstGeom prst="rect">
            <a:avLst/>
          </a:prstGeom>
          <a:noFill/>
        </p:spPr>
        <p:txBody>
          <a:bodyPr wrap="none" rtlCol="0">
            <a:spAutoFit/>
          </a:bodyPr>
          <a:lstStyle/>
          <a:p>
            <a:r>
              <a:rPr lang="en-US" sz="1200" b="1" dirty="0"/>
              <a:t>Non - Examples</a:t>
            </a:r>
            <a:endParaRPr lang="en-GB" sz="1200" b="1" dirty="0"/>
          </a:p>
        </p:txBody>
      </p:sp>
      <p:sp>
        <p:nvSpPr>
          <p:cNvPr id="14" name="TextBox 13">
            <a:extLst>
              <a:ext uri="{FF2B5EF4-FFF2-40B4-BE49-F238E27FC236}">
                <a16:creationId xmlns:a16="http://schemas.microsoft.com/office/drawing/2014/main" id="{6FB3BAE3-E72A-C88F-558F-BDF4C07CDCD5}"/>
              </a:ext>
            </a:extLst>
          </p:cNvPr>
          <p:cNvSpPr txBox="1"/>
          <p:nvPr/>
        </p:nvSpPr>
        <p:spPr>
          <a:xfrm>
            <a:off x="105109" y="3427074"/>
            <a:ext cx="3230335" cy="461665"/>
          </a:xfrm>
          <a:prstGeom prst="rect">
            <a:avLst/>
          </a:prstGeom>
          <a:noFill/>
        </p:spPr>
        <p:txBody>
          <a:bodyPr wrap="square" rtlCol="0">
            <a:spAutoFit/>
          </a:bodyPr>
          <a:lstStyle/>
          <a:p>
            <a:pPr marL="171450" indent="-171450">
              <a:buFont typeface="Arial" panose="020B0604020202020204" pitchFamily="34" charset="0"/>
              <a:buChar char="•"/>
            </a:pPr>
            <a:r>
              <a:rPr lang="en-GB" sz="1200" dirty="0"/>
              <a:t>The smallest integer which is a multiple of two or more positive integers.</a:t>
            </a:r>
            <a:endParaRPr lang="en-US" sz="1200" dirty="0"/>
          </a:p>
        </p:txBody>
      </p:sp>
      <p:sp>
        <p:nvSpPr>
          <p:cNvPr id="16" name="TextBox 15">
            <a:extLst>
              <a:ext uri="{FF2B5EF4-FFF2-40B4-BE49-F238E27FC236}">
                <a16:creationId xmlns:a16="http://schemas.microsoft.com/office/drawing/2014/main" id="{C2AEA9DE-2D65-BC9A-9CDD-02155AEDD6D2}"/>
              </a:ext>
            </a:extLst>
          </p:cNvPr>
          <p:cNvSpPr txBox="1"/>
          <p:nvPr/>
        </p:nvSpPr>
        <p:spPr>
          <a:xfrm>
            <a:off x="3471985" y="3392158"/>
            <a:ext cx="3230335" cy="1384995"/>
          </a:xfrm>
          <a:prstGeom prst="rect">
            <a:avLst/>
          </a:prstGeom>
          <a:noFill/>
        </p:spPr>
        <p:txBody>
          <a:bodyPr wrap="square" rtlCol="0" anchor="b">
            <a:spAutoFit/>
          </a:bodyPr>
          <a:lstStyle/>
          <a:p>
            <a:pPr marL="171450" indent="-171450">
              <a:buFont typeface="Arial" panose="020B0604020202020204" pitchFamily="34" charset="0"/>
              <a:buChar char="•"/>
            </a:pPr>
            <a:r>
              <a:rPr lang="en-US" sz="1200" dirty="0"/>
              <a:t>Will be greater than or equal to the largest of the numbers.</a:t>
            </a:r>
          </a:p>
          <a:p>
            <a:pPr marL="171450" indent="-171450">
              <a:buFont typeface="Arial" panose="020B0604020202020204" pitchFamily="34" charset="0"/>
              <a:buChar char="•"/>
            </a:pPr>
            <a:r>
              <a:rPr lang="en-US" sz="1200" dirty="0"/>
              <a:t>Often abbreviated to LCM</a:t>
            </a:r>
          </a:p>
          <a:p>
            <a:pPr marL="171450" indent="-171450">
              <a:buFont typeface="Arial" panose="020B0604020202020204" pitchFamily="34" charset="0"/>
              <a:buChar char="•"/>
            </a:pPr>
            <a:r>
              <a:rPr lang="en-US" sz="1200" dirty="0"/>
              <a:t>Appears in the times table of all given numbers</a:t>
            </a:r>
          </a:p>
          <a:p>
            <a:endParaRPr lang="en-US" sz="1200" dirty="0"/>
          </a:p>
          <a:p>
            <a:pPr marL="171450" indent="-171450">
              <a:buFont typeface="Arial" panose="020B0604020202020204" pitchFamily="34" charset="0"/>
              <a:buChar char="•"/>
            </a:pPr>
            <a:endParaRPr lang="en-US" sz="1200" dirty="0"/>
          </a:p>
        </p:txBody>
      </p:sp>
      <p:sp>
        <p:nvSpPr>
          <p:cNvPr id="18" name="TextBox 17">
            <a:extLst>
              <a:ext uri="{FF2B5EF4-FFF2-40B4-BE49-F238E27FC236}">
                <a16:creationId xmlns:a16="http://schemas.microsoft.com/office/drawing/2014/main" id="{F37A9BF4-DD65-C79C-69F5-90A4A8AC765C}"/>
              </a:ext>
            </a:extLst>
          </p:cNvPr>
          <p:cNvSpPr txBox="1"/>
          <p:nvPr/>
        </p:nvSpPr>
        <p:spPr>
          <a:xfrm>
            <a:off x="2159450" y="4385687"/>
            <a:ext cx="3211135" cy="369332"/>
          </a:xfrm>
          <a:prstGeom prst="rect">
            <a:avLst/>
          </a:prstGeom>
          <a:solidFill>
            <a:schemeClr val="bg1"/>
          </a:solidFill>
          <a:ln>
            <a:solidFill>
              <a:schemeClr val="tx1"/>
            </a:solidFill>
          </a:ln>
        </p:spPr>
        <p:txBody>
          <a:bodyPr wrap="none" rtlCol="0">
            <a:spAutoFit/>
          </a:bodyPr>
          <a:lstStyle/>
          <a:p>
            <a:r>
              <a:rPr lang="en-US" dirty="0"/>
              <a:t>Lowest Common Multiple (LCM)</a:t>
            </a:r>
            <a:endParaRPr lang="en-GB" dirty="0"/>
          </a:p>
        </p:txBody>
      </p:sp>
      <p:sp>
        <p:nvSpPr>
          <p:cNvPr id="19" name="TextBox 18">
            <a:extLst>
              <a:ext uri="{FF2B5EF4-FFF2-40B4-BE49-F238E27FC236}">
                <a16:creationId xmlns:a16="http://schemas.microsoft.com/office/drawing/2014/main" id="{80A05C81-A41E-A3AE-4D1D-E96D467DF253}"/>
              </a:ext>
            </a:extLst>
          </p:cNvPr>
          <p:cNvSpPr txBox="1"/>
          <p:nvPr/>
        </p:nvSpPr>
        <p:spPr>
          <a:xfrm>
            <a:off x="126574" y="4667954"/>
            <a:ext cx="3230335" cy="830997"/>
          </a:xfrm>
          <a:prstGeom prst="rect">
            <a:avLst/>
          </a:prstGeom>
          <a:noFill/>
        </p:spPr>
        <p:txBody>
          <a:bodyPr wrap="square" rtlCol="0">
            <a:spAutoFit/>
          </a:bodyPr>
          <a:lstStyle/>
          <a:p>
            <a:pPr marL="171450" indent="-171450">
              <a:buFont typeface="Arial" panose="020B0604020202020204" pitchFamily="34" charset="0"/>
              <a:buChar char="•"/>
            </a:pPr>
            <a:r>
              <a:rPr lang="en-GB" sz="1200" dirty="0"/>
              <a:t>LCM of 8 and 12 = 24</a:t>
            </a:r>
          </a:p>
          <a:p>
            <a:pPr marL="171450" indent="-171450">
              <a:buFont typeface="Arial" panose="020B0604020202020204" pitchFamily="34" charset="0"/>
              <a:buChar char="•"/>
            </a:pPr>
            <a:r>
              <a:rPr lang="en-GB" sz="1200" dirty="0"/>
              <a:t>LCM of 30 and 15 = 30</a:t>
            </a:r>
          </a:p>
          <a:p>
            <a:pPr marL="171450" indent="-171450">
              <a:buFont typeface="Arial" panose="020B0604020202020204" pitchFamily="34" charset="0"/>
              <a:buChar char="•"/>
            </a:pPr>
            <a:r>
              <a:rPr lang="en-GB" sz="1200" dirty="0"/>
              <a:t>LCM of 3 and 7 = 21</a:t>
            </a:r>
          </a:p>
          <a:p>
            <a:pPr marL="171450" indent="-171450">
              <a:buFont typeface="Arial" panose="020B0604020202020204" pitchFamily="34" charset="0"/>
              <a:buChar char="•"/>
            </a:pPr>
            <a:r>
              <a:rPr lang="en-GB" sz="1200" dirty="0"/>
              <a:t>LCM of 4, 5 and 6 = 60</a:t>
            </a:r>
          </a:p>
        </p:txBody>
      </p:sp>
      <p:sp>
        <p:nvSpPr>
          <p:cNvPr id="21" name="TextBox 20">
            <a:extLst>
              <a:ext uri="{FF2B5EF4-FFF2-40B4-BE49-F238E27FC236}">
                <a16:creationId xmlns:a16="http://schemas.microsoft.com/office/drawing/2014/main" id="{0EBAA5F7-28D1-5474-3E99-69AD6D77F0CE}"/>
              </a:ext>
            </a:extLst>
          </p:cNvPr>
          <p:cNvSpPr txBox="1"/>
          <p:nvPr/>
        </p:nvSpPr>
        <p:spPr>
          <a:xfrm>
            <a:off x="3478202" y="4836323"/>
            <a:ext cx="3230335" cy="646331"/>
          </a:xfrm>
          <a:prstGeom prst="rect">
            <a:avLst/>
          </a:prstGeom>
          <a:noFill/>
        </p:spPr>
        <p:txBody>
          <a:bodyPr wrap="square" rtlCol="0">
            <a:spAutoFit/>
          </a:bodyPr>
          <a:lstStyle/>
          <a:p>
            <a:pPr marL="171450" indent="-171450">
              <a:buFont typeface="Arial" panose="020B0604020202020204" pitchFamily="34" charset="0"/>
              <a:buChar char="•"/>
            </a:pPr>
            <a:r>
              <a:rPr lang="en-GB" sz="1200" dirty="0"/>
              <a:t>LCM of 4 and 6 ≠ 2</a:t>
            </a:r>
          </a:p>
          <a:p>
            <a:pPr marL="171450" indent="-171450">
              <a:buFont typeface="Arial" panose="020B0604020202020204" pitchFamily="34" charset="0"/>
              <a:buChar char="•"/>
            </a:pPr>
            <a:r>
              <a:rPr lang="en-GB" sz="1200" dirty="0"/>
              <a:t>LCM of 3 and 5 ≠ 1</a:t>
            </a:r>
          </a:p>
          <a:p>
            <a:pPr marL="171450" indent="-171450">
              <a:buFont typeface="Arial" panose="020B0604020202020204" pitchFamily="34" charset="0"/>
              <a:buChar char="•"/>
            </a:pPr>
            <a:r>
              <a:rPr lang="en-GB" sz="1200" dirty="0"/>
              <a:t>LCM of 4 and 8 ≠ 4</a:t>
            </a:r>
          </a:p>
        </p:txBody>
      </p:sp>
      <p:sp>
        <p:nvSpPr>
          <p:cNvPr id="20" name="Rectangle 19">
            <a:extLst>
              <a:ext uri="{FF2B5EF4-FFF2-40B4-BE49-F238E27FC236}">
                <a16:creationId xmlns:a16="http://schemas.microsoft.com/office/drawing/2014/main" id="{A968DD5B-51A1-C10A-F7EF-5CD67D3EF941}"/>
              </a:ext>
            </a:extLst>
          </p:cNvPr>
          <p:cNvSpPr/>
          <p:nvPr/>
        </p:nvSpPr>
        <p:spPr>
          <a:xfrm>
            <a:off x="80085" y="1907427"/>
            <a:ext cx="6671317" cy="112155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solidFill>
                <a:sysClr val="windowText" lastClr="000000"/>
              </a:solidFill>
            </a:endParaRPr>
          </a:p>
        </p:txBody>
      </p:sp>
      <p:sp>
        <p:nvSpPr>
          <p:cNvPr id="22" name="TextBox 21">
            <a:extLst>
              <a:ext uri="{FF2B5EF4-FFF2-40B4-BE49-F238E27FC236}">
                <a16:creationId xmlns:a16="http://schemas.microsoft.com/office/drawing/2014/main" id="{0D92D4F9-DC70-4F76-43DD-C3987BAFF894}"/>
              </a:ext>
            </a:extLst>
          </p:cNvPr>
          <p:cNvSpPr txBox="1"/>
          <p:nvPr/>
        </p:nvSpPr>
        <p:spPr>
          <a:xfrm>
            <a:off x="36994" y="1870781"/>
            <a:ext cx="2778270" cy="276999"/>
          </a:xfrm>
          <a:prstGeom prst="rect">
            <a:avLst/>
          </a:prstGeom>
          <a:noFill/>
        </p:spPr>
        <p:txBody>
          <a:bodyPr wrap="square" rtlCol="0">
            <a:spAutoFit/>
          </a:bodyPr>
          <a:lstStyle/>
          <a:p>
            <a:pPr>
              <a:defRPr/>
            </a:pPr>
            <a:r>
              <a:rPr kumimoji="0" lang="en-GB" sz="1200" b="1" i="0" u="none" strike="noStrike" kern="1200" cap="none" spc="0" normalizeH="0" baseline="0" noProof="0" dirty="0">
                <a:ln>
                  <a:noFill/>
                </a:ln>
                <a:solidFill>
                  <a:sysClr val="windowText" lastClr="000000"/>
                </a:solidFill>
                <a:effectLst/>
                <a:uLnTx/>
                <a:uFillTx/>
                <a:latin typeface="Calibri" panose="020F0502020204030204"/>
                <a:ea typeface="+mn-ea"/>
                <a:cs typeface="+mn-cs"/>
              </a:rPr>
              <a:t>Introduction: </a:t>
            </a:r>
          </a:p>
        </p:txBody>
      </p:sp>
      <p:sp>
        <p:nvSpPr>
          <p:cNvPr id="23" name="TextBox 22">
            <a:extLst>
              <a:ext uri="{FF2B5EF4-FFF2-40B4-BE49-F238E27FC236}">
                <a16:creationId xmlns:a16="http://schemas.microsoft.com/office/drawing/2014/main" id="{93E8851E-46DC-644C-BAC2-B7E326D9FADC}"/>
              </a:ext>
            </a:extLst>
          </p:cNvPr>
          <p:cNvSpPr txBox="1"/>
          <p:nvPr/>
        </p:nvSpPr>
        <p:spPr>
          <a:xfrm>
            <a:off x="49282" y="2094378"/>
            <a:ext cx="6783309" cy="830997"/>
          </a:xfrm>
          <a:prstGeom prst="rect">
            <a:avLst/>
          </a:prstGeom>
          <a:noFill/>
        </p:spPr>
        <p:txBody>
          <a:bodyPr wrap="square">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eriod"/>
              <a:tabLst/>
              <a:defRPr/>
            </a:pPr>
            <a:r>
              <a:rPr lang="en-US" sz="1200" dirty="0"/>
              <a:t>The lowest common multiple (LCM) is the smallest number that two (or more) numbers both divide</a:t>
            </a:r>
          </a:p>
          <a:p>
            <a:pPr marL="228600" marR="0" lvl="0" indent="-228600" algn="l" defTabSz="457200" rtl="0" eaLnBrk="1" fontAlgn="auto" latinLnBrk="0" hangingPunct="1">
              <a:lnSpc>
                <a:spcPct val="100000"/>
              </a:lnSpc>
              <a:spcBef>
                <a:spcPts val="0"/>
              </a:spcBef>
              <a:spcAft>
                <a:spcPts val="0"/>
              </a:spcAft>
              <a:buClrTx/>
              <a:buSzTx/>
              <a:buFontTx/>
              <a:buAutoNum type="arabicPeriod"/>
              <a:tabLst/>
              <a:defRPr/>
            </a:pPr>
            <a:r>
              <a:rPr lang="en-US" sz="1200" dirty="0"/>
              <a:t>into evenly. Think of it as the first number that both numbers "share" when you list their multiples. The</a:t>
            </a:r>
          </a:p>
          <a:p>
            <a:pPr marL="228600" marR="0" lvl="0" indent="-228600" algn="l" defTabSz="457200" rtl="0" eaLnBrk="1" fontAlgn="auto" latinLnBrk="0" hangingPunct="1">
              <a:lnSpc>
                <a:spcPct val="100000"/>
              </a:lnSpc>
              <a:spcBef>
                <a:spcPts val="0"/>
              </a:spcBef>
              <a:spcAft>
                <a:spcPts val="0"/>
              </a:spcAft>
              <a:buClrTx/>
              <a:buSzTx/>
              <a:buFontTx/>
              <a:buAutoNum type="arabicPeriod"/>
              <a:tabLst/>
              <a:defRPr/>
            </a:pPr>
            <a:r>
              <a:rPr lang="en-US" sz="1200" dirty="0"/>
              <a:t>LCM is useful when you’re adding or subtracting fractions, scheduling events, or solving problems that</a:t>
            </a:r>
          </a:p>
          <a:p>
            <a:pPr marL="228600" marR="0" lvl="0" indent="-228600" algn="l" defTabSz="457200" rtl="0" eaLnBrk="1" fontAlgn="auto" latinLnBrk="0" hangingPunct="1">
              <a:lnSpc>
                <a:spcPct val="100000"/>
              </a:lnSpc>
              <a:spcBef>
                <a:spcPts val="0"/>
              </a:spcBef>
              <a:spcAft>
                <a:spcPts val="0"/>
              </a:spcAft>
              <a:buClrTx/>
              <a:buSzTx/>
              <a:buFontTx/>
              <a:buAutoNum type="arabicPeriod"/>
              <a:tabLst/>
              <a:defRPr/>
            </a:pPr>
            <a:r>
              <a:rPr lang="en-US" sz="1200" dirty="0"/>
              <a:t>involve repeated cycles or patterns. </a:t>
            </a:r>
            <a:endParaRPr kumimoji="0" lang="en-US" sz="1200" u="none" strike="noStrike" kern="1200" cap="none" spc="0" normalizeH="0" baseline="0" noProof="0" dirty="0">
              <a:ln>
                <a:noFill/>
              </a:ln>
              <a:solidFill>
                <a:sysClr val="windowText" lastClr="00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109985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a:xfrm>
            <a:off x="5384318" y="9562176"/>
            <a:ext cx="1543050" cy="527403"/>
          </a:xfrm>
        </p:spPr>
        <p:txBody>
          <a:bodyPr/>
          <a:lstStyle/>
          <a:p>
            <a:fld id="{19F1D9CC-7119-45EC-A96C-D8C0660F3AAB}" type="slidenum">
              <a:rPr lang="en-GB" smtClean="0"/>
              <a:t>11</a:t>
            </a:fld>
            <a:endParaRPr lang="en-GB"/>
          </a:p>
        </p:txBody>
      </p:sp>
      <p:sp>
        <p:nvSpPr>
          <p:cNvPr id="107" name="TextBox 106"/>
          <p:cNvSpPr txBox="1"/>
          <p:nvPr/>
        </p:nvSpPr>
        <p:spPr>
          <a:xfrm>
            <a:off x="1229007" y="215450"/>
            <a:ext cx="5045933" cy="276999"/>
          </a:xfrm>
          <a:prstGeom prst="rect">
            <a:avLst/>
          </a:prstGeom>
          <a:noFill/>
        </p:spPr>
        <p:txBody>
          <a:bodyPr wrap="none" rtlCol="0">
            <a:spAutoFit/>
          </a:bodyPr>
          <a:lstStyle/>
          <a:p>
            <a:r>
              <a:rPr lang="en-US" sz="1200" b="1" dirty="0"/>
              <a:t>1. </a:t>
            </a:r>
            <a:r>
              <a:rPr lang="en-GB" sz="1200" dirty="0"/>
              <a:t>Find the lowest common multiple (LCM) of each of these pairs of numbers. </a:t>
            </a:r>
          </a:p>
        </p:txBody>
      </p:sp>
      <p:graphicFrame>
        <p:nvGraphicFramePr>
          <p:cNvPr id="2" name="Table 3">
            <a:extLst>
              <a:ext uri="{FF2B5EF4-FFF2-40B4-BE49-F238E27FC236}">
                <a16:creationId xmlns:a16="http://schemas.microsoft.com/office/drawing/2014/main" id="{378F9C86-313C-B826-DF0B-AEDAA1E722F3}"/>
              </a:ext>
            </a:extLst>
          </p:cNvPr>
          <p:cNvGraphicFramePr>
            <a:graphicFrameLocks noGrp="1"/>
          </p:cNvGraphicFramePr>
          <p:nvPr/>
        </p:nvGraphicFramePr>
        <p:xfrm>
          <a:off x="138031" y="533723"/>
          <a:ext cx="6581937" cy="9180000"/>
        </p:xfrm>
        <a:graphic>
          <a:graphicData uri="http://schemas.openxmlformats.org/drawingml/2006/table">
            <a:tbl>
              <a:tblPr firstRow="1" bandRow="1"/>
              <a:tblGrid>
                <a:gridCol w="2193979">
                  <a:extLst>
                    <a:ext uri="{9D8B030D-6E8A-4147-A177-3AD203B41FA5}">
                      <a16:colId xmlns:a16="http://schemas.microsoft.com/office/drawing/2014/main" val="2020976862"/>
                    </a:ext>
                  </a:extLst>
                </a:gridCol>
                <a:gridCol w="2193979">
                  <a:extLst>
                    <a:ext uri="{9D8B030D-6E8A-4147-A177-3AD203B41FA5}">
                      <a16:colId xmlns:a16="http://schemas.microsoft.com/office/drawing/2014/main" val="3640026896"/>
                    </a:ext>
                  </a:extLst>
                </a:gridCol>
                <a:gridCol w="2193979">
                  <a:extLst>
                    <a:ext uri="{9D8B030D-6E8A-4147-A177-3AD203B41FA5}">
                      <a16:colId xmlns:a16="http://schemas.microsoft.com/office/drawing/2014/main" val="2169981925"/>
                    </a:ext>
                  </a:extLst>
                </a:gridCol>
              </a:tblGrid>
              <a:tr h="1836000">
                <a:tc>
                  <a:txBody>
                    <a:bodyPr/>
                    <a:lstStyle/>
                    <a:p>
                      <a:r>
                        <a:rPr lang="en-GB" sz="1200" dirty="0"/>
                        <a:t>a) 5 and 6</a:t>
                      </a:r>
                    </a:p>
                  </a:txBody>
                  <a:tcPr/>
                </a:tc>
                <a:tc>
                  <a:txBody>
                    <a:bodyPr/>
                    <a:lstStyle/>
                    <a:p>
                      <a:r>
                        <a:rPr lang="en-GB" sz="1200" dirty="0"/>
                        <a:t>b) 2 and 7</a:t>
                      </a:r>
                    </a:p>
                  </a:txBody>
                  <a:tcPr/>
                </a:tc>
                <a:tc>
                  <a:txBody>
                    <a:bodyPr/>
                    <a:lstStyle/>
                    <a:p>
                      <a:r>
                        <a:rPr lang="en-GB" sz="1200" dirty="0"/>
                        <a:t>c) 3 and 8</a:t>
                      </a:r>
                    </a:p>
                  </a:txBody>
                  <a:tcPr/>
                </a:tc>
                <a:extLst>
                  <a:ext uri="{0D108BD9-81ED-4DB2-BD59-A6C34878D82A}">
                    <a16:rowId xmlns:a16="http://schemas.microsoft.com/office/drawing/2014/main" val="704987828"/>
                  </a:ext>
                </a:extLst>
              </a:tr>
              <a:tr h="1836000">
                <a:tc>
                  <a:txBody>
                    <a:bodyPr/>
                    <a:lstStyle/>
                    <a:p>
                      <a:r>
                        <a:rPr lang="en-GB" sz="1200" dirty="0"/>
                        <a:t>d) 4 and 10</a:t>
                      </a:r>
                    </a:p>
                  </a:txBody>
                  <a:tcPr/>
                </a:tc>
                <a:tc>
                  <a:txBody>
                    <a:bodyPr/>
                    <a:lstStyle/>
                    <a:p>
                      <a:r>
                        <a:rPr lang="en-GB" sz="1200" dirty="0"/>
                        <a:t>e) 9 and 4 </a:t>
                      </a:r>
                    </a:p>
                  </a:txBody>
                  <a:tcPr/>
                </a:tc>
                <a:tc>
                  <a:txBody>
                    <a:bodyPr/>
                    <a:lstStyle/>
                    <a:p>
                      <a:r>
                        <a:rPr lang="en-GB" sz="1200" dirty="0"/>
                        <a:t>f) 6 and 7</a:t>
                      </a:r>
                    </a:p>
                  </a:txBody>
                  <a:tcPr/>
                </a:tc>
                <a:extLst>
                  <a:ext uri="{0D108BD9-81ED-4DB2-BD59-A6C34878D82A}">
                    <a16:rowId xmlns:a16="http://schemas.microsoft.com/office/drawing/2014/main" val="1225368203"/>
                  </a:ext>
                </a:extLst>
              </a:tr>
              <a:tr h="1836000">
                <a:tc>
                  <a:txBody>
                    <a:bodyPr/>
                    <a:lstStyle/>
                    <a:p>
                      <a:r>
                        <a:rPr lang="en-GB" sz="1200" dirty="0"/>
                        <a:t>g) 25 and 35</a:t>
                      </a:r>
                    </a:p>
                  </a:txBody>
                  <a:tcPr/>
                </a:tc>
                <a:tc>
                  <a:txBody>
                    <a:bodyPr/>
                    <a:lstStyle/>
                    <a:p>
                      <a:r>
                        <a:rPr lang="en-GB" sz="1200" dirty="0"/>
                        <a:t>h) 16 and 24</a:t>
                      </a:r>
                    </a:p>
                  </a:txBody>
                  <a:tcPr/>
                </a:tc>
                <a:tc>
                  <a:txBody>
                    <a:bodyPr/>
                    <a:lstStyle/>
                    <a:p>
                      <a:r>
                        <a:rPr lang="en-GB" sz="1200" dirty="0" err="1"/>
                        <a:t>i</a:t>
                      </a:r>
                      <a:r>
                        <a:rPr lang="en-GB" sz="1200" dirty="0"/>
                        <a:t>) 20 and 28</a:t>
                      </a:r>
                    </a:p>
                  </a:txBody>
                  <a:tcPr/>
                </a:tc>
                <a:extLst>
                  <a:ext uri="{0D108BD9-81ED-4DB2-BD59-A6C34878D82A}">
                    <a16:rowId xmlns:a16="http://schemas.microsoft.com/office/drawing/2014/main" val="642972422"/>
                  </a:ext>
                </a:extLst>
              </a:tr>
              <a:tr h="1836000">
                <a:tc>
                  <a:txBody>
                    <a:bodyPr/>
                    <a:lstStyle/>
                    <a:p>
                      <a:r>
                        <a:rPr lang="en-GB" sz="1200" dirty="0"/>
                        <a:t>j) 12 and 1</a:t>
                      </a:r>
                    </a:p>
                  </a:txBody>
                  <a:tcPr/>
                </a:tc>
                <a:tc>
                  <a:txBody>
                    <a:bodyPr/>
                    <a:lstStyle/>
                    <a:p>
                      <a:r>
                        <a:rPr lang="en-GB" sz="1200" dirty="0"/>
                        <a:t>k) 12 and 2</a:t>
                      </a:r>
                    </a:p>
                  </a:txBody>
                  <a:tcPr/>
                </a:tc>
                <a:tc>
                  <a:txBody>
                    <a:bodyPr/>
                    <a:lstStyle/>
                    <a:p>
                      <a:r>
                        <a:rPr lang="en-GB" sz="1200" dirty="0"/>
                        <a:t>l) 12 and 3</a:t>
                      </a:r>
                    </a:p>
                  </a:txBody>
                  <a:tcPr/>
                </a:tc>
                <a:extLst>
                  <a:ext uri="{0D108BD9-81ED-4DB2-BD59-A6C34878D82A}">
                    <a16:rowId xmlns:a16="http://schemas.microsoft.com/office/drawing/2014/main" val="3839367128"/>
                  </a:ext>
                </a:extLst>
              </a:tr>
              <a:tr h="1836000">
                <a:tc>
                  <a:txBody>
                    <a:bodyPr/>
                    <a:lstStyle/>
                    <a:p>
                      <a:r>
                        <a:rPr lang="en-GB" sz="1200" dirty="0"/>
                        <a:t>m) 12 and 4</a:t>
                      </a:r>
                    </a:p>
                  </a:txBody>
                  <a:tcPr/>
                </a:tc>
                <a:tc>
                  <a:txBody>
                    <a:bodyPr/>
                    <a:lstStyle/>
                    <a:p>
                      <a:r>
                        <a:rPr lang="en-GB" sz="1200" dirty="0"/>
                        <a:t>n) 12 and 5</a:t>
                      </a:r>
                    </a:p>
                  </a:txBody>
                  <a:tcPr/>
                </a:tc>
                <a:tc>
                  <a:txBody>
                    <a:bodyPr/>
                    <a:lstStyle/>
                    <a:p>
                      <a:r>
                        <a:rPr lang="en-GB" sz="1200" dirty="0"/>
                        <a:t>o) 12 and 6</a:t>
                      </a:r>
                    </a:p>
                  </a:txBody>
                  <a:tcPr/>
                </a:tc>
                <a:extLst>
                  <a:ext uri="{0D108BD9-81ED-4DB2-BD59-A6C34878D82A}">
                    <a16:rowId xmlns:a16="http://schemas.microsoft.com/office/drawing/2014/main" val="1522146592"/>
                  </a:ext>
                </a:extLst>
              </a:tr>
            </a:tbl>
          </a:graphicData>
        </a:graphic>
      </p:graphicFrame>
      <p:sp>
        <p:nvSpPr>
          <p:cNvPr id="4" name="Rectangle 3">
            <a:extLst>
              <a:ext uri="{FF2B5EF4-FFF2-40B4-BE49-F238E27FC236}">
                <a16:creationId xmlns:a16="http://schemas.microsoft.com/office/drawing/2014/main" id="{7F047C92-ADE7-1688-CDC9-A54F88919EB4}"/>
              </a:ext>
            </a:extLst>
          </p:cNvPr>
          <p:cNvSpPr/>
          <p:nvPr/>
        </p:nvSpPr>
        <p:spPr>
          <a:xfrm>
            <a:off x="105947" y="72331"/>
            <a:ext cx="1123060" cy="382441"/>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t>Independent Practice</a:t>
            </a:r>
          </a:p>
        </p:txBody>
      </p:sp>
    </p:spTree>
    <p:extLst>
      <p:ext uri="{BB962C8B-B14F-4D97-AF65-F5344CB8AC3E}">
        <p14:creationId xmlns:p14="http://schemas.microsoft.com/office/powerpoint/2010/main" val="24854897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E7732DF0-B20B-5466-D7F2-2191240A079A}"/>
              </a:ext>
            </a:extLst>
          </p:cNvPr>
          <p:cNvGraphicFramePr>
            <a:graphicFrameLocks noGrp="1"/>
          </p:cNvGraphicFramePr>
          <p:nvPr/>
        </p:nvGraphicFramePr>
        <p:xfrm>
          <a:off x="138031" y="214480"/>
          <a:ext cx="6581937" cy="7344000"/>
        </p:xfrm>
        <a:graphic>
          <a:graphicData uri="http://schemas.openxmlformats.org/drawingml/2006/table">
            <a:tbl>
              <a:tblPr firstRow="1" bandRow="1"/>
              <a:tblGrid>
                <a:gridCol w="2193979">
                  <a:extLst>
                    <a:ext uri="{9D8B030D-6E8A-4147-A177-3AD203B41FA5}">
                      <a16:colId xmlns:a16="http://schemas.microsoft.com/office/drawing/2014/main" val="1996065877"/>
                    </a:ext>
                  </a:extLst>
                </a:gridCol>
                <a:gridCol w="2193979">
                  <a:extLst>
                    <a:ext uri="{9D8B030D-6E8A-4147-A177-3AD203B41FA5}">
                      <a16:colId xmlns:a16="http://schemas.microsoft.com/office/drawing/2014/main" val="2439656057"/>
                    </a:ext>
                  </a:extLst>
                </a:gridCol>
                <a:gridCol w="2193979">
                  <a:extLst>
                    <a:ext uri="{9D8B030D-6E8A-4147-A177-3AD203B41FA5}">
                      <a16:colId xmlns:a16="http://schemas.microsoft.com/office/drawing/2014/main" val="3269801525"/>
                    </a:ext>
                  </a:extLst>
                </a:gridCol>
              </a:tblGrid>
              <a:tr h="1836000">
                <a:tc>
                  <a:txBody>
                    <a:bodyPr/>
                    <a:lstStyle/>
                    <a:p>
                      <a:r>
                        <a:rPr lang="en-GB" sz="1200" dirty="0"/>
                        <a:t>p) 12 and 7</a:t>
                      </a:r>
                    </a:p>
                  </a:txBody>
                  <a:tcPr/>
                </a:tc>
                <a:tc>
                  <a:txBody>
                    <a:bodyPr/>
                    <a:lstStyle/>
                    <a:p>
                      <a:r>
                        <a:rPr lang="en-GB" sz="1200" dirty="0"/>
                        <a:t>q) 12 and 8</a:t>
                      </a:r>
                    </a:p>
                  </a:txBody>
                  <a:tcPr/>
                </a:tc>
                <a:tc>
                  <a:txBody>
                    <a:bodyPr/>
                    <a:lstStyle/>
                    <a:p>
                      <a:r>
                        <a:rPr lang="en-GB" sz="1200" dirty="0"/>
                        <a:t>r) 12 and 9</a:t>
                      </a:r>
                    </a:p>
                  </a:txBody>
                  <a:tcPr/>
                </a:tc>
                <a:extLst>
                  <a:ext uri="{0D108BD9-81ED-4DB2-BD59-A6C34878D82A}">
                    <a16:rowId xmlns:a16="http://schemas.microsoft.com/office/drawing/2014/main" val="4134879512"/>
                  </a:ext>
                </a:extLst>
              </a:tr>
              <a:tr h="1836000">
                <a:tc>
                  <a:txBody>
                    <a:bodyPr/>
                    <a:lstStyle/>
                    <a:p>
                      <a:r>
                        <a:rPr lang="en-GB" sz="1200" dirty="0"/>
                        <a:t>s) 12 and 10</a:t>
                      </a:r>
                    </a:p>
                  </a:txBody>
                  <a:tcPr/>
                </a:tc>
                <a:tc>
                  <a:txBody>
                    <a:bodyPr/>
                    <a:lstStyle/>
                    <a:p>
                      <a:r>
                        <a:rPr lang="en-GB" sz="1200" dirty="0"/>
                        <a:t>t) 12 and 11</a:t>
                      </a:r>
                    </a:p>
                  </a:txBody>
                  <a:tcPr/>
                </a:tc>
                <a:tc>
                  <a:txBody>
                    <a:bodyPr/>
                    <a:lstStyle/>
                    <a:p>
                      <a:r>
                        <a:rPr lang="en-GB" sz="1200" dirty="0"/>
                        <a:t>u) 12 and 12</a:t>
                      </a:r>
                    </a:p>
                  </a:txBody>
                  <a:tcPr/>
                </a:tc>
                <a:extLst>
                  <a:ext uri="{0D108BD9-81ED-4DB2-BD59-A6C34878D82A}">
                    <a16:rowId xmlns:a16="http://schemas.microsoft.com/office/drawing/2014/main" val="358682369"/>
                  </a:ext>
                </a:extLst>
              </a:tr>
              <a:tr h="1836000">
                <a:tc>
                  <a:txBody>
                    <a:bodyPr/>
                    <a:lstStyle/>
                    <a:p>
                      <a:r>
                        <a:rPr lang="en-GB" sz="1200" dirty="0"/>
                        <a:t>v) 12 and 14</a:t>
                      </a:r>
                    </a:p>
                  </a:txBody>
                  <a:tcPr/>
                </a:tc>
                <a:tc>
                  <a:txBody>
                    <a:bodyPr/>
                    <a:lstStyle/>
                    <a:p>
                      <a:r>
                        <a:rPr lang="en-GB" sz="1200" dirty="0"/>
                        <a:t>w) 12 and 16</a:t>
                      </a:r>
                    </a:p>
                  </a:txBody>
                  <a:tcPr/>
                </a:tc>
                <a:tc>
                  <a:txBody>
                    <a:bodyPr/>
                    <a:lstStyle/>
                    <a:p>
                      <a:r>
                        <a:rPr lang="en-GB" sz="1200" dirty="0"/>
                        <a:t>x) 12 and 17</a:t>
                      </a:r>
                    </a:p>
                  </a:txBody>
                  <a:tcPr/>
                </a:tc>
                <a:extLst>
                  <a:ext uri="{0D108BD9-81ED-4DB2-BD59-A6C34878D82A}">
                    <a16:rowId xmlns:a16="http://schemas.microsoft.com/office/drawing/2014/main" val="2137175466"/>
                  </a:ext>
                </a:extLst>
              </a:tr>
              <a:tr h="1836000">
                <a:tc>
                  <a:txBody>
                    <a:bodyPr/>
                    <a:lstStyle/>
                    <a:p>
                      <a:r>
                        <a:rPr lang="en-GB" sz="1200" dirty="0"/>
                        <a:t>y) 12 and 40</a:t>
                      </a:r>
                    </a:p>
                  </a:txBody>
                  <a:tcPr/>
                </a:tc>
                <a:tc>
                  <a:txBody>
                    <a:bodyPr/>
                    <a:lstStyle/>
                    <a:p>
                      <a:r>
                        <a:rPr lang="en-GB" sz="1200" dirty="0"/>
                        <a:t>z) 12 and 50</a:t>
                      </a:r>
                    </a:p>
                  </a:txBody>
                  <a:tcPr/>
                </a:tc>
                <a:tc>
                  <a:txBody>
                    <a:bodyPr/>
                    <a:lstStyle/>
                    <a:p>
                      <a:r>
                        <a:rPr lang="en-GB" sz="1200" dirty="0"/>
                        <a:t>aa) 12 and 60</a:t>
                      </a:r>
                    </a:p>
                  </a:txBody>
                  <a:tcPr/>
                </a:tc>
                <a:extLst>
                  <a:ext uri="{0D108BD9-81ED-4DB2-BD59-A6C34878D82A}">
                    <a16:rowId xmlns:a16="http://schemas.microsoft.com/office/drawing/2014/main" val="3034171960"/>
                  </a:ext>
                </a:extLst>
              </a:tr>
            </a:tbl>
          </a:graphicData>
        </a:graphic>
      </p:graphicFrame>
      <p:sp>
        <p:nvSpPr>
          <p:cNvPr id="4" name="Slide Number Placeholder 3">
            <a:extLst>
              <a:ext uri="{FF2B5EF4-FFF2-40B4-BE49-F238E27FC236}">
                <a16:creationId xmlns:a16="http://schemas.microsoft.com/office/drawing/2014/main" id="{B4E7A01C-A4FA-27CD-BA4A-FDE122D1BDF8}"/>
              </a:ext>
            </a:extLst>
          </p:cNvPr>
          <p:cNvSpPr>
            <a:spLocks noGrp="1"/>
          </p:cNvSpPr>
          <p:nvPr>
            <p:ph type="sldNum" sz="quarter" idx="12"/>
          </p:nvPr>
        </p:nvSpPr>
        <p:spPr>
          <a:xfrm>
            <a:off x="5314950" y="9508523"/>
            <a:ext cx="1543050" cy="527403"/>
          </a:xfrm>
        </p:spPr>
        <p:txBody>
          <a:bodyPr/>
          <a:lstStyle/>
          <a:p>
            <a:fld id="{086C3A38-D272-42AA-9C88-F1FBEAE20D2C}" type="slidenum">
              <a:rPr lang="en-GB" smtClean="0"/>
              <a:t>12</a:t>
            </a:fld>
            <a:endParaRPr lang="en-GB" dirty="0"/>
          </a:p>
        </p:txBody>
      </p:sp>
      <p:graphicFrame>
        <p:nvGraphicFramePr>
          <p:cNvPr id="5" name="Table 4">
            <a:extLst>
              <a:ext uri="{FF2B5EF4-FFF2-40B4-BE49-F238E27FC236}">
                <a16:creationId xmlns:a16="http://schemas.microsoft.com/office/drawing/2014/main" id="{BE3146E4-9C51-B3A3-B22B-44E371153A19}"/>
              </a:ext>
            </a:extLst>
          </p:cNvPr>
          <p:cNvGraphicFramePr>
            <a:graphicFrameLocks noGrp="1"/>
          </p:cNvGraphicFramePr>
          <p:nvPr/>
        </p:nvGraphicFramePr>
        <p:xfrm>
          <a:off x="127532" y="7867563"/>
          <a:ext cx="6581937" cy="1645920"/>
        </p:xfrm>
        <a:graphic>
          <a:graphicData uri="http://schemas.openxmlformats.org/drawingml/2006/table">
            <a:tbl>
              <a:tblPr firstRow="1" bandRow="1"/>
              <a:tblGrid>
                <a:gridCol w="2193979">
                  <a:extLst>
                    <a:ext uri="{9D8B030D-6E8A-4147-A177-3AD203B41FA5}">
                      <a16:colId xmlns:a16="http://schemas.microsoft.com/office/drawing/2014/main" val="3135183306"/>
                    </a:ext>
                  </a:extLst>
                </a:gridCol>
                <a:gridCol w="2193979">
                  <a:extLst>
                    <a:ext uri="{9D8B030D-6E8A-4147-A177-3AD203B41FA5}">
                      <a16:colId xmlns:a16="http://schemas.microsoft.com/office/drawing/2014/main" val="4237739243"/>
                    </a:ext>
                  </a:extLst>
                </a:gridCol>
                <a:gridCol w="2193979">
                  <a:extLst>
                    <a:ext uri="{9D8B030D-6E8A-4147-A177-3AD203B41FA5}">
                      <a16:colId xmlns:a16="http://schemas.microsoft.com/office/drawing/2014/main" val="2729521061"/>
                    </a:ext>
                  </a:extLst>
                </a:gridCol>
              </a:tblGrid>
              <a:tr h="0">
                <a:tc>
                  <a:txBody>
                    <a:bodyPr/>
                    <a:lstStyle/>
                    <a:p>
                      <a:r>
                        <a:rPr lang="en-GB" sz="1200" dirty="0"/>
                        <a:t>a)  6 and 12</a:t>
                      </a:r>
                    </a:p>
                    <a:p>
                      <a:endParaRPr lang="en-GB" sz="1200" dirty="0"/>
                    </a:p>
                    <a:p>
                      <a:endParaRPr lang="en-GB" sz="1200" dirty="0"/>
                    </a:p>
                    <a:p>
                      <a:endParaRPr lang="en-GB" sz="1200" dirty="0"/>
                    </a:p>
                  </a:txBody>
                  <a:tcPr/>
                </a:tc>
                <a:tc>
                  <a:txBody>
                    <a:bodyPr/>
                    <a:lstStyle/>
                    <a:p>
                      <a:pPr marL="0" indent="0">
                        <a:buNone/>
                      </a:pPr>
                      <a:r>
                        <a:rPr lang="en-GB" sz="1200" dirty="0"/>
                        <a:t>b) 3 and 8</a:t>
                      </a:r>
                    </a:p>
                  </a:txBody>
                  <a:tcPr/>
                </a:tc>
                <a:tc>
                  <a:txBody>
                    <a:bodyPr/>
                    <a:lstStyle/>
                    <a:p>
                      <a:r>
                        <a:rPr lang="en-GB" sz="1200" dirty="0"/>
                        <a:t>c) 6 and 14</a:t>
                      </a:r>
                    </a:p>
                  </a:txBody>
                  <a:tcPr/>
                </a:tc>
                <a:extLst>
                  <a:ext uri="{0D108BD9-81ED-4DB2-BD59-A6C34878D82A}">
                    <a16:rowId xmlns:a16="http://schemas.microsoft.com/office/drawing/2014/main" val="482995900"/>
                  </a:ext>
                </a:extLst>
              </a:tr>
              <a:tr h="0">
                <a:tc>
                  <a:txBody>
                    <a:bodyPr/>
                    <a:lstStyle/>
                    <a:p>
                      <a:r>
                        <a:rPr lang="en-GB" sz="1200" dirty="0"/>
                        <a:t>d)  6 and 4</a:t>
                      </a:r>
                    </a:p>
                    <a:p>
                      <a:endParaRPr lang="en-GB" sz="1200" dirty="0"/>
                    </a:p>
                    <a:p>
                      <a:endParaRPr lang="en-GB" sz="1200" dirty="0"/>
                    </a:p>
                    <a:p>
                      <a:endParaRPr lang="en-GB" sz="1200" dirty="0"/>
                    </a:p>
                  </a:txBody>
                  <a:tcPr/>
                </a:tc>
                <a:tc>
                  <a:txBody>
                    <a:bodyPr/>
                    <a:lstStyle/>
                    <a:p>
                      <a:pPr marL="0" indent="0">
                        <a:buNone/>
                      </a:pPr>
                      <a:r>
                        <a:rPr lang="en-GB" sz="1200" dirty="0"/>
                        <a:t>e) 12 and 2</a:t>
                      </a:r>
                    </a:p>
                  </a:txBody>
                  <a:tcPr/>
                </a:tc>
                <a:tc>
                  <a:txBody>
                    <a:bodyPr/>
                    <a:lstStyle/>
                    <a:p>
                      <a:r>
                        <a:rPr lang="en-GB" sz="1200" dirty="0"/>
                        <a:t>f) 24 and 12</a:t>
                      </a:r>
                    </a:p>
                  </a:txBody>
                  <a:tcPr/>
                </a:tc>
                <a:extLst>
                  <a:ext uri="{0D108BD9-81ED-4DB2-BD59-A6C34878D82A}">
                    <a16:rowId xmlns:a16="http://schemas.microsoft.com/office/drawing/2014/main" val="3642729998"/>
                  </a:ext>
                </a:extLst>
              </a:tr>
            </a:tbl>
          </a:graphicData>
        </a:graphic>
      </p:graphicFrame>
    </p:spTree>
    <p:extLst>
      <p:ext uri="{BB962C8B-B14F-4D97-AF65-F5344CB8AC3E}">
        <p14:creationId xmlns:p14="http://schemas.microsoft.com/office/powerpoint/2010/main" val="28205288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9CBDD01D-C315-28FC-E930-9B821E54F280}"/>
              </a:ext>
            </a:extLst>
          </p:cNvPr>
          <p:cNvSpPr>
            <a:spLocks noGrp="1"/>
          </p:cNvSpPr>
          <p:nvPr>
            <p:ph type="sldNum" sz="quarter" idx="12"/>
          </p:nvPr>
        </p:nvSpPr>
        <p:spPr>
          <a:xfrm>
            <a:off x="5179786" y="9497866"/>
            <a:ext cx="1543050" cy="527403"/>
          </a:xfrm>
        </p:spPr>
        <p:txBody>
          <a:bodyPr/>
          <a:lstStyle/>
          <a:p>
            <a:fld id="{086C3A38-D272-42AA-9C88-F1FBEAE20D2C}" type="slidenum">
              <a:rPr lang="en-GB" smtClean="0"/>
              <a:t>13</a:t>
            </a:fld>
            <a:endParaRPr lang="en-GB" dirty="0"/>
          </a:p>
        </p:txBody>
      </p:sp>
      <p:sp>
        <p:nvSpPr>
          <p:cNvPr id="16" name="TextBox 15">
            <a:extLst>
              <a:ext uri="{FF2B5EF4-FFF2-40B4-BE49-F238E27FC236}">
                <a16:creationId xmlns:a16="http://schemas.microsoft.com/office/drawing/2014/main" id="{247045AE-EC9C-752F-03CF-4D87202C53BB}"/>
              </a:ext>
            </a:extLst>
          </p:cNvPr>
          <p:cNvSpPr txBox="1"/>
          <p:nvPr/>
        </p:nvSpPr>
        <p:spPr>
          <a:xfrm>
            <a:off x="198735" y="110519"/>
            <a:ext cx="2342693" cy="276999"/>
          </a:xfrm>
          <a:prstGeom prst="rect">
            <a:avLst/>
          </a:prstGeom>
          <a:noFill/>
        </p:spPr>
        <p:txBody>
          <a:bodyPr wrap="none" rtlCol="0">
            <a:spAutoFit/>
          </a:bodyPr>
          <a:lstStyle/>
          <a:p>
            <a:r>
              <a:rPr lang="en-US" sz="1200" dirty="0"/>
              <a:t>4. Answer the following questions:</a:t>
            </a:r>
            <a:endParaRPr lang="en-GB" sz="1200" dirty="0"/>
          </a:p>
        </p:txBody>
      </p:sp>
      <p:graphicFrame>
        <p:nvGraphicFramePr>
          <p:cNvPr id="4" name="Table 3">
            <a:extLst>
              <a:ext uri="{FF2B5EF4-FFF2-40B4-BE49-F238E27FC236}">
                <a16:creationId xmlns:a16="http://schemas.microsoft.com/office/drawing/2014/main" id="{26101FBF-327C-4443-00BE-5AF858321069}"/>
              </a:ext>
            </a:extLst>
          </p:cNvPr>
          <p:cNvGraphicFramePr>
            <a:graphicFrameLocks noGrp="1"/>
          </p:cNvGraphicFramePr>
          <p:nvPr>
            <p:extLst>
              <p:ext uri="{D42A27DB-BD31-4B8C-83A1-F6EECF244321}">
                <p14:modId xmlns:p14="http://schemas.microsoft.com/office/powerpoint/2010/main" val="323285785"/>
              </p:ext>
            </p:extLst>
          </p:nvPr>
        </p:nvGraphicFramePr>
        <p:xfrm>
          <a:off x="207712" y="387518"/>
          <a:ext cx="6442576" cy="4977360"/>
        </p:xfrm>
        <a:graphic>
          <a:graphicData uri="http://schemas.openxmlformats.org/drawingml/2006/table">
            <a:tbl>
              <a:tblPr firstRow="1" bandRow="1"/>
              <a:tblGrid>
                <a:gridCol w="6442576">
                  <a:extLst>
                    <a:ext uri="{9D8B030D-6E8A-4147-A177-3AD203B41FA5}">
                      <a16:colId xmlns:a16="http://schemas.microsoft.com/office/drawing/2014/main" val="1038210528"/>
                    </a:ext>
                  </a:extLst>
                </a:gridCol>
              </a:tblGrid>
              <a:tr h="623058">
                <a:tc>
                  <a:txBody>
                    <a:bodyPr/>
                    <a:lstStyle/>
                    <a:p>
                      <a:r>
                        <a:rPr lang="en-GB" sz="1200" dirty="0"/>
                        <a:t>a) Cara is buying nuts and bolts at a store. The store sells nuts in packs of 5 and bolts in packs of 10. If Cara wishes to buy the same number of nuts and bolts, what is the smallest number of nuts that she can buy? </a:t>
                      </a:r>
                    </a:p>
                  </a:txBody>
                  <a:tcPr/>
                </a:tc>
                <a:extLst>
                  <a:ext uri="{0D108BD9-81ED-4DB2-BD59-A6C34878D82A}">
                    <a16:rowId xmlns:a16="http://schemas.microsoft.com/office/drawing/2014/main" val="200703006"/>
                  </a:ext>
                </a:extLst>
              </a:tr>
              <a:tr h="1080000">
                <a:tc>
                  <a:txBody>
                    <a:bodyPr/>
                    <a:lstStyle/>
                    <a:p>
                      <a:endParaRPr lang="en-GB" sz="1200" dirty="0"/>
                    </a:p>
                  </a:txBody>
                  <a:tcPr/>
                </a:tc>
                <a:extLst>
                  <a:ext uri="{0D108BD9-81ED-4DB2-BD59-A6C34878D82A}">
                    <a16:rowId xmlns:a16="http://schemas.microsoft.com/office/drawing/2014/main" val="698782014"/>
                  </a:ext>
                </a:extLst>
              </a:tr>
              <a:tr h="445042">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b) A white light flashes every 28 seconds. A red light flashes every 7 seconds. They both flash at the same time. After how many seconds will they next both flash at the same time?</a:t>
                      </a:r>
                    </a:p>
                  </a:txBody>
                  <a:tcPr/>
                </a:tc>
                <a:extLst>
                  <a:ext uri="{0D108BD9-81ED-4DB2-BD59-A6C34878D82A}">
                    <a16:rowId xmlns:a16="http://schemas.microsoft.com/office/drawing/2014/main" val="4272852901"/>
                  </a:ext>
                </a:extLst>
              </a:tr>
              <a:tr h="1080000">
                <a:tc>
                  <a:txBody>
                    <a:bodyPr/>
                    <a:lstStyle/>
                    <a:p>
                      <a:endParaRPr lang="en-GB" sz="1200" dirty="0"/>
                    </a:p>
                    <a:p>
                      <a:endParaRPr lang="en-GB" sz="1200" dirty="0"/>
                    </a:p>
                    <a:p>
                      <a:endParaRPr lang="en-GB" sz="1200" dirty="0"/>
                    </a:p>
                  </a:txBody>
                  <a:tcPr/>
                </a:tc>
                <a:extLst>
                  <a:ext uri="{0D108BD9-81ED-4DB2-BD59-A6C34878D82A}">
                    <a16:rowId xmlns:a16="http://schemas.microsoft.com/office/drawing/2014/main" val="1413609641"/>
                  </a:ext>
                </a:extLst>
              </a:tr>
              <a:tr h="623058">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c) Buses to London leaves Norwich station every 30 minutes. Buses heading to Manchester leaves Norwich station every 20 minutes. At 10am a bus to London and a bus to Manchester both leave at the same time. Work out the next time that both buses leave at the same time.</a:t>
                      </a:r>
                    </a:p>
                  </a:txBody>
                  <a:tcPr/>
                </a:tc>
                <a:extLst>
                  <a:ext uri="{0D108BD9-81ED-4DB2-BD59-A6C34878D82A}">
                    <a16:rowId xmlns:a16="http://schemas.microsoft.com/office/drawing/2014/main" val="1781876640"/>
                  </a:ext>
                </a:extLst>
              </a:tr>
              <a:tr h="1080000">
                <a:tc>
                  <a:txBody>
                    <a:bodyPr/>
                    <a:lstStyle/>
                    <a:p>
                      <a:endParaRPr lang="en-GB" sz="1200" dirty="0"/>
                    </a:p>
                    <a:p>
                      <a:endParaRPr lang="en-GB" sz="1200" dirty="0"/>
                    </a:p>
                    <a:p>
                      <a:endParaRPr lang="en-GB" sz="1200" dirty="0"/>
                    </a:p>
                  </a:txBody>
                  <a:tcPr/>
                </a:tc>
                <a:extLst>
                  <a:ext uri="{0D108BD9-81ED-4DB2-BD59-A6C34878D82A}">
                    <a16:rowId xmlns:a16="http://schemas.microsoft.com/office/drawing/2014/main" val="2217838680"/>
                  </a:ext>
                </a:extLst>
              </a:tr>
            </a:tbl>
          </a:graphicData>
        </a:graphic>
      </p:graphicFrame>
      <p:graphicFrame>
        <p:nvGraphicFramePr>
          <p:cNvPr id="9" name="Table 8">
            <a:extLst>
              <a:ext uri="{FF2B5EF4-FFF2-40B4-BE49-F238E27FC236}">
                <a16:creationId xmlns:a16="http://schemas.microsoft.com/office/drawing/2014/main" id="{67546450-4145-785F-520F-0F127E28B3BE}"/>
              </a:ext>
            </a:extLst>
          </p:cNvPr>
          <p:cNvGraphicFramePr>
            <a:graphicFrameLocks noGrp="1"/>
          </p:cNvGraphicFramePr>
          <p:nvPr>
            <p:extLst>
              <p:ext uri="{D42A27DB-BD31-4B8C-83A1-F6EECF244321}">
                <p14:modId xmlns:p14="http://schemas.microsoft.com/office/powerpoint/2010/main" val="2882701921"/>
              </p:ext>
            </p:extLst>
          </p:nvPr>
        </p:nvGraphicFramePr>
        <p:xfrm>
          <a:off x="207712" y="5554853"/>
          <a:ext cx="6442576" cy="3753038"/>
        </p:xfrm>
        <a:graphic>
          <a:graphicData uri="http://schemas.openxmlformats.org/drawingml/2006/table">
            <a:tbl>
              <a:tblPr firstRow="1" bandRow="1"/>
              <a:tblGrid>
                <a:gridCol w="6442576">
                  <a:extLst>
                    <a:ext uri="{9D8B030D-6E8A-4147-A177-3AD203B41FA5}">
                      <a16:colId xmlns:a16="http://schemas.microsoft.com/office/drawing/2014/main" val="218385214"/>
                    </a:ext>
                  </a:extLst>
                </a:gridCol>
              </a:tblGrid>
              <a:tr h="445042">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d) A bus leaves Antrim Bus Station every 12 minutes. A train leaves Antrim Train Station every 18 minutes. At 8m a bus and a train leave the stations at the same time. </a:t>
                      </a:r>
                    </a:p>
                  </a:txBody>
                  <a:tcPr/>
                </a:tc>
                <a:extLst>
                  <a:ext uri="{0D108BD9-81ED-4DB2-BD59-A6C34878D82A}">
                    <a16:rowId xmlns:a16="http://schemas.microsoft.com/office/drawing/2014/main" val="1794341002"/>
                  </a:ext>
                </a:extLst>
              </a:tr>
              <a:tr h="267025">
                <a:tc>
                  <a:txBody>
                    <a:bodyPr/>
                    <a:lstStyle/>
                    <a:p>
                      <a:r>
                        <a:rPr lang="en-GB" sz="1200" dirty="0" err="1"/>
                        <a:t>i</a:t>
                      </a:r>
                      <a:r>
                        <a:rPr lang="en-GB" sz="1200" dirty="0"/>
                        <a:t>) When is the next time that a bus and a train leave at the same time? </a:t>
                      </a:r>
                    </a:p>
                  </a:txBody>
                  <a:tcPr/>
                </a:tc>
                <a:extLst>
                  <a:ext uri="{0D108BD9-81ED-4DB2-BD59-A6C34878D82A}">
                    <a16:rowId xmlns:a16="http://schemas.microsoft.com/office/drawing/2014/main" val="3382596611"/>
                  </a:ext>
                </a:extLst>
              </a:tr>
              <a:tr h="1282159">
                <a:tc>
                  <a:txBody>
                    <a:bodyPr/>
                    <a:lstStyle/>
                    <a:p>
                      <a:endParaRPr lang="en-GB" sz="1200" dirty="0"/>
                    </a:p>
                  </a:txBody>
                  <a:tcPr/>
                </a:tc>
                <a:extLst>
                  <a:ext uri="{0D108BD9-81ED-4DB2-BD59-A6C34878D82A}">
                    <a16:rowId xmlns:a16="http://schemas.microsoft.com/office/drawing/2014/main" val="1481826072"/>
                  </a:ext>
                </a:extLst>
              </a:tr>
              <a:tr h="445042">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ii) Between 8am and 11am (inclusive), on how many occasions does a bus and a train leave at the same time?</a:t>
                      </a:r>
                    </a:p>
                  </a:txBody>
                  <a:tcPr/>
                </a:tc>
                <a:extLst>
                  <a:ext uri="{0D108BD9-81ED-4DB2-BD59-A6C34878D82A}">
                    <a16:rowId xmlns:a16="http://schemas.microsoft.com/office/drawing/2014/main" val="469373090"/>
                  </a:ext>
                </a:extLst>
              </a:tr>
              <a:tr h="1282159">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dirty="0"/>
                    </a:p>
                  </a:txBody>
                  <a:tcPr/>
                </a:tc>
                <a:extLst>
                  <a:ext uri="{0D108BD9-81ED-4DB2-BD59-A6C34878D82A}">
                    <a16:rowId xmlns:a16="http://schemas.microsoft.com/office/drawing/2014/main" val="280634388"/>
                  </a:ext>
                </a:extLst>
              </a:tr>
            </a:tbl>
          </a:graphicData>
        </a:graphic>
      </p:graphicFrame>
    </p:spTree>
    <p:extLst>
      <p:ext uri="{BB962C8B-B14F-4D97-AF65-F5344CB8AC3E}">
        <p14:creationId xmlns:p14="http://schemas.microsoft.com/office/powerpoint/2010/main" val="1059837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3">
            <a:extLst>
              <a:ext uri="{FF2B5EF4-FFF2-40B4-BE49-F238E27FC236}">
                <a16:creationId xmlns:a16="http://schemas.microsoft.com/office/drawing/2014/main" id="{8695FC87-8B73-6177-904E-AD747537D19E}"/>
              </a:ext>
            </a:extLst>
          </p:cNvPr>
          <p:cNvGraphicFramePr>
            <a:graphicFrameLocks/>
          </p:cNvGraphicFramePr>
          <p:nvPr>
            <p:extLst>
              <p:ext uri="{D42A27DB-BD31-4B8C-83A1-F6EECF244321}">
                <p14:modId xmlns:p14="http://schemas.microsoft.com/office/powerpoint/2010/main" val="222996536"/>
              </p:ext>
            </p:extLst>
          </p:nvPr>
        </p:nvGraphicFramePr>
        <p:xfrm>
          <a:off x="303028" y="516729"/>
          <a:ext cx="6294474" cy="8928371"/>
        </p:xfrm>
        <a:graphic>
          <a:graphicData uri="http://schemas.openxmlformats.org/drawingml/2006/table">
            <a:tbl>
              <a:tblPr firstRow="1" bandRow="1"/>
              <a:tblGrid>
                <a:gridCol w="6294474">
                  <a:extLst>
                    <a:ext uri="{9D8B030D-6E8A-4147-A177-3AD203B41FA5}">
                      <a16:colId xmlns:a16="http://schemas.microsoft.com/office/drawing/2014/main" val="2020976862"/>
                    </a:ext>
                  </a:extLst>
                </a:gridCol>
              </a:tblGrid>
              <a:tr h="68398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a) A red light flashes every 3 seconds. A yellow light flashes every 8 seconds. A green light flashes every 11 seconds They all flash at the same time. After how many seconds will they next all flash at the same time?</a:t>
                      </a:r>
                    </a:p>
                  </a:txBody>
                  <a:tcPr/>
                </a:tc>
                <a:extLst>
                  <a:ext uri="{0D108BD9-81ED-4DB2-BD59-A6C34878D82A}">
                    <a16:rowId xmlns:a16="http://schemas.microsoft.com/office/drawing/2014/main" val="1551615927"/>
                  </a:ext>
                </a:extLst>
              </a:tr>
              <a:tr h="1424603">
                <a:tc>
                  <a:txBody>
                    <a:bodyPr/>
                    <a:lstStyle/>
                    <a:p>
                      <a:endParaRPr lang="en-GB" sz="1200" dirty="0"/>
                    </a:p>
                    <a:p>
                      <a:endParaRPr lang="en-GB" sz="1200" dirty="0"/>
                    </a:p>
                  </a:txBody>
                  <a:tcPr/>
                </a:tc>
                <a:extLst>
                  <a:ext uri="{0D108BD9-81ED-4DB2-BD59-A6C34878D82A}">
                    <a16:rowId xmlns:a16="http://schemas.microsoft.com/office/drawing/2014/main" val="3177936791"/>
                  </a:ext>
                </a:extLst>
              </a:tr>
              <a:tr h="780858">
                <a:tc>
                  <a:txBody>
                    <a:bodyPr/>
                    <a:lstStyle/>
                    <a:p>
                      <a:r>
                        <a:rPr lang="en-GB" sz="1200" dirty="0"/>
                        <a:t>b) Light A flashes every 5 seconds. Light B flashes every 6 seconds. Light C flashes every 7 seconds. All three lights flash at the same time. Work out how long it will take for all three lights to flash at the same time again. </a:t>
                      </a:r>
                    </a:p>
                  </a:txBody>
                  <a:tcPr/>
                </a:tc>
                <a:extLst>
                  <a:ext uri="{0D108BD9-81ED-4DB2-BD59-A6C34878D82A}">
                    <a16:rowId xmlns:a16="http://schemas.microsoft.com/office/drawing/2014/main" val="2880425212"/>
                  </a:ext>
                </a:extLst>
              </a:tr>
              <a:tr h="1424603">
                <a:tc>
                  <a:txBody>
                    <a:bodyPr/>
                    <a:lstStyle/>
                    <a:p>
                      <a:endParaRPr lang="en-GB" sz="1200" dirty="0"/>
                    </a:p>
                  </a:txBody>
                  <a:tcPr/>
                </a:tc>
                <a:extLst>
                  <a:ext uri="{0D108BD9-81ED-4DB2-BD59-A6C34878D82A}">
                    <a16:rowId xmlns:a16="http://schemas.microsoft.com/office/drawing/2014/main" val="1123347206"/>
                  </a:ext>
                </a:extLst>
              </a:tr>
              <a:tr h="882559">
                <a:tc>
                  <a:txBody>
                    <a:bodyPr/>
                    <a:lstStyle/>
                    <a:p>
                      <a:r>
                        <a:rPr lang="en-GB" sz="1200"/>
                        <a:t>c) Robert, John and Paul start to run from the same point, in the same direction, around a circular track. If they take 126 seconds, 154 seconds and 198 seconds respectively to complete one round along the track, when will they next meet again at the starting point?</a:t>
                      </a:r>
                    </a:p>
                  </a:txBody>
                  <a:tcPr/>
                </a:tc>
                <a:extLst>
                  <a:ext uri="{0D108BD9-81ED-4DB2-BD59-A6C34878D82A}">
                    <a16:rowId xmlns:a16="http://schemas.microsoft.com/office/drawing/2014/main" val="3850093820"/>
                  </a:ext>
                </a:extLst>
              </a:tr>
              <a:tr h="1424603">
                <a:tc>
                  <a:txBody>
                    <a:bodyPr/>
                    <a:lstStyle/>
                    <a:p>
                      <a:pPr algn="ctr"/>
                      <a:endParaRPr lang="en-GB" sz="1200" b="1" dirty="0">
                        <a:solidFill>
                          <a:srgbClr val="FF0000"/>
                        </a:solidFill>
                      </a:endParaRPr>
                    </a:p>
                  </a:txBody>
                  <a:tcPr/>
                </a:tc>
                <a:extLst>
                  <a:ext uri="{0D108BD9-81ED-4DB2-BD59-A6C34878D82A}">
                    <a16:rowId xmlns:a16="http://schemas.microsoft.com/office/drawing/2014/main" val="998924958"/>
                  </a:ext>
                </a:extLst>
              </a:tr>
              <a:tr h="882559">
                <a:tc>
                  <a:txBody>
                    <a:bodyPr/>
                    <a:lstStyle/>
                    <a:p>
                      <a:r>
                        <a:rPr lang="en-GB" sz="1200" dirty="0"/>
                        <a:t>d) Three boys regularly visit the city centre in the morning. Paul goes every thirteen days, Peter goes every four days and Philip goes every two days. If they all visit the city on 1</a:t>
                      </a:r>
                      <a:r>
                        <a:rPr lang="en-GB" sz="1200" baseline="30000" dirty="0"/>
                        <a:t>st</a:t>
                      </a:r>
                      <a:r>
                        <a:rPr lang="en-GB" sz="1200" dirty="0"/>
                        <a:t> January 2023, how many more times in 2023 will they all be in the city centre on the same morning?</a:t>
                      </a:r>
                    </a:p>
                  </a:txBody>
                  <a:tcPr/>
                </a:tc>
                <a:extLst>
                  <a:ext uri="{0D108BD9-81ED-4DB2-BD59-A6C34878D82A}">
                    <a16:rowId xmlns:a16="http://schemas.microsoft.com/office/drawing/2014/main" val="1102448664"/>
                  </a:ext>
                </a:extLst>
              </a:tr>
              <a:tr h="1424603">
                <a:tc>
                  <a:txBody>
                    <a:bodyPr/>
                    <a:lstStyle/>
                    <a:p>
                      <a:endParaRPr lang="en-GB" dirty="0"/>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b="1" dirty="0">
                        <a:solidFill>
                          <a:srgbClr val="FF0000"/>
                        </a:solidFill>
                      </a:endParaRPr>
                    </a:p>
                  </a:txBody>
                  <a:tcPr/>
                </a:tc>
                <a:extLst>
                  <a:ext uri="{0D108BD9-81ED-4DB2-BD59-A6C34878D82A}">
                    <a16:rowId xmlns:a16="http://schemas.microsoft.com/office/drawing/2014/main" val="751901507"/>
                  </a:ext>
                </a:extLst>
              </a:tr>
            </a:tbl>
          </a:graphicData>
        </a:graphic>
      </p:graphicFrame>
      <p:sp>
        <p:nvSpPr>
          <p:cNvPr id="2" name="Slide Number Placeholder 1">
            <a:extLst>
              <a:ext uri="{FF2B5EF4-FFF2-40B4-BE49-F238E27FC236}">
                <a16:creationId xmlns:a16="http://schemas.microsoft.com/office/drawing/2014/main" id="{8D148D99-0FAE-1402-A913-0F4746587579}"/>
              </a:ext>
            </a:extLst>
          </p:cNvPr>
          <p:cNvSpPr>
            <a:spLocks noGrp="1"/>
          </p:cNvSpPr>
          <p:nvPr>
            <p:ph type="sldNum" sz="quarter" idx="12"/>
          </p:nvPr>
        </p:nvSpPr>
        <p:spPr>
          <a:xfrm>
            <a:off x="5314950" y="9445098"/>
            <a:ext cx="1543050" cy="527403"/>
          </a:xfrm>
        </p:spPr>
        <p:txBody>
          <a:bodyPr/>
          <a:lstStyle/>
          <a:p>
            <a:fld id="{086C3A38-D272-42AA-9C88-F1FBEAE20D2C}" type="slidenum">
              <a:rPr lang="en-GB" smtClean="0"/>
              <a:t>14</a:t>
            </a:fld>
            <a:endParaRPr lang="en-GB" dirty="0"/>
          </a:p>
        </p:txBody>
      </p:sp>
      <p:sp>
        <p:nvSpPr>
          <p:cNvPr id="3" name="TextBox 2">
            <a:extLst>
              <a:ext uri="{FF2B5EF4-FFF2-40B4-BE49-F238E27FC236}">
                <a16:creationId xmlns:a16="http://schemas.microsoft.com/office/drawing/2014/main" id="{919E5DF3-2F20-6337-61E1-B3AF27E2E6B9}"/>
              </a:ext>
            </a:extLst>
          </p:cNvPr>
          <p:cNvSpPr txBox="1"/>
          <p:nvPr/>
        </p:nvSpPr>
        <p:spPr>
          <a:xfrm>
            <a:off x="239233" y="197200"/>
            <a:ext cx="5881079" cy="276999"/>
          </a:xfrm>
          <a:prstGeom prst="rect">
            <a:avLst/>
          </a:prstGeom>
          <a:noFill/>
        </p:spPr>
        <p:txBody>
          <a:bodyPr wrap="square" rtlCol="0">
            <a:spAutoFit/>
          </a:bodyPr>
          <a:lstStyle/>
          <a:p>
            <a:r>
              <a:rPr lang="en-GB" sz="1200" dirty="0"/>
              <a:t>5. Answer the following questions, the first one may be done as an example:</a:t>
            </a:r>
          </a:p>
        </p:txBody>
      </p:sp>
    </p:spTree>
    <p:extLst>
      <p:ext uri="{BB962C8B-B14F-4D97-AF65-F5344CB8AC3E}">
        <p14:creationId xmlns:p14="http://schemas.microsoft.com/office/powerpoint/2010/main" val="15255637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2">
            <a:extLst>
              <a:ext uri="{FF2B5EF4-FFF2-40B4-BE49-F238E27FC236}">
                <a16:creationId xmlns:a16="http://schemas.microsoft.com/office/drawing/2014/main" id="{8BE53306-CC6F-BF66-994A-B6A5F99460BF}"/>
              </a:ext>
            </a:extLst>
          </p:cNvPr>
          <p:cNvSpPr>
            <a:spLocks noGrp="1"/>
          </p:cNvSpPr>
          <p:nvPr>
            <p:ph type="sldNum" sz="quarter" idx="12"/>
          </p:nvPr>
        </p:nvSpPr>
        <p:spPr>
          <a:xfrm>
            <a:off x="5239768" y="9372056"/>
            <a:ext cx="1543050" cy="527403"/>
          </a:xfrm>
        </p:spPr>
        <p:txBody>
          <a:bodyPr/>
          <a:lstStyle/>
          <a:p>
            <a:fld id="{086C3A38-D272-42AA-9C88-F1FBEAE20D2C}" type="slidenum">
              <a:rPr lang="en-GB" smtClean="0"/>
              <a:t>15</a:t>
            </a:fld>
            <a:endParaRPr lang="en-GB" dirty="0"/>
          </a:p>
        </p:txBody>
      </p:sp>
      <p:sp>
        <p:nvSpPr>
          <p:cNvPr id="7" name="Rectangle 6">
            <a:extLst>
              <a:ext uri="{FF2B5EF4-FFF2-40B4-BE49-F238E27FC236}">
                <a16:creationId xmlns:a16="http://schemas.microsoft.com/office/drawing/2014/main" id="{2A710C26-4245-BC0F-9B4A-C1D43C0E8C40}"/>
              </a:ext>
            </a:extLst>
          </p:cNvPr>
          <p:cNvSpPr/>
          <p:nvPr/>
        </p:nvSpPr>
        <p:spPr>
          <a:xfrm>
            <a:off x="86108" y="315962"/>
            <a:ext cx="6679742" cy="152623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dirty="0">
              <a:solidFill>
                <a:sysClr val="windowText" lastClr="000000"/>
              </a:solidFill>
            </a:endParaRPr>
          </a:p>
        </p:txBody>
      </p:sp>
      <p:sp>
        <p:nvSpPr>
          <p:cNvPr id="8" name="TextBox 7">
            <a:extLst>
              <a:ext uri="{FF2B5EF4-FFF2-40B4-BE49-F238E27FC236}">
                <a16:creationId xmlns:a16="http://schemas.microsoft.com/office/drawing/2014/main" id="{6CCB775A-315B-DBFF-2E34-0EB539B1FD8F}"/>
              </a:ext>
            </a:extLst>
          </p:cNvPr>
          <p:cNvSpPr txBox="1"/>
          <p:nvPr/>
        </p:nvSpPr>
        <p:spPr>
          <a:xfrm>
            <a:off x="178697" y="838100"/>
            <a:ext cx="1399768" cy="276999"/>
          </a:xfrm>
          <a:prstGeom prst="rect">
            <a:avLst/>
          </a:prstGeom>
          <a:noFill/>
        </p:spPr>
        <p:txBody>
          <a:bodyPr wrap="square" rtlCol="0">
            <a:spAutoFit/>
          </a:bodyPr>
          <a:lstStyle/>
          <a:p>
            <a:r>
              <a:rPr lang="en-GB" sz="1200" b="1" dirty="0"/>
              <a:t>Objectives:</a:t>
            </a:r>
          </a:p>
        </p:txBody>
      </p:sp>
      <p:sp>
        <p:nvSpPr>
          <p:cNvPr id="9" name="TextBox 8">
            <a:extLst>
              <a:ext uri="{FF2B5EF4-FFF2-40B4-BE49-F238E27FC236}">
                <a16:creationId xmlns:a16="http://schemas.microsoft.com/office/drawing/2014/main" id="{EAC407BE-7992-5F1E-4D92-EC01EC3D2D8D}"/>
              </a:ext>
            </a:extLst>
          </p:cNvPr>
          <p:cNvSpPr txBox="1"/>
          <p:nvPr/>
        </p:nvSpPr>
        <p:spPr>
          <a:xfrm>
            <a:off x="178697" y="1011195"/>
            <a:ext cx="4912918" cy="830997"/>
          </a:xfrm>
          <a:prstGeom prst="rect">
            <a:avLst/>
          </a:prstGeom>
          <a:noFill/>
        </p:spPr>
        <p:txBody>
          <a:bodyPr wrap="square" lIns="91440" tIns="45720" rIns="91440" bIns="45720" rtlCol="0" anchor="t">
            <a:spAutoFit/>
          </a:bodyPr>
          <a:lstStyle/>
          <a:p>
            <a:pPr marL="342900" indent="-342900">
              <a:buFont typeface="+mj-lt"/>
              <a:buAutoNum type="arabicPeriod"/>
            </a:pPr>
            <a:r>
              <a:rPr lang="en-GB" sz="1200" dirty="0"/>
              <a:t>To understand the concept of highest common factor.</a:t>
            </a:r>
          </a:p>
          <a:p>
            <a:pPr marL="342900" indent="-342900">
              <a:buFont typeface="+mj-lt"/>
              <a:buAutoNum type="arabicPeriod"/>
            </a:pPr>
            <a:r>
              <a:rPr lang="en-GB" sz="1200" dirty="0"/>
              <a:t>To be able to recognise common factors and identify the highest.</a:t>
            </a:r>
          </a:p>
          <a:p>
            <a:pPr marL="342900" indent="-342900">
              <a:buFont typeface="+mj-lt"/>
              <a:buAutoNum type="arabicPeriod"/>
            </a:pPr>
            <a:r>
              <a:rPr lang="en-GB" sz="1200" dirty="0"/>
              <a:t>To be able to apply the concept of  highest common factors in problem solving.</a:t>
            </a:r>
            <a:endParaRPr lang="en-GB" sz="1200" dirty="0">
              <a:cs typeface="Calibri"/>
            </a:endParaRPr>
          </a:p>
        </p:txBody>
      </p:sp>
      <p:sp>
        <p:nvSpPr>
          <p:cNvPr id="10" name="TextBox 9">
            <a:extLst>
              <a:ext uri="{FF2B5EF4-FFF2-40B4-BE49-F238E27FC236}">
                <a16:creationId xmlns:a16="http://schemas.microsoft.com/office/drawing/2014/main" id="{06B18C35-3798-AF11-3DF4-96CE4A579F2F}"/>
              </a:ext>
            </a:extLst>
          </p:cNvPr>
          <p:cNvSpPr txBox="1"/>
          <p:nvPr/>
        </p:nvSpPr>
        <p:spPr>
          <a:xfrm>
            <a:off x="130314" y="366027"/>
            <a:ext cx="6599093" cy="461665"/>
          </a:xfrm>
          <a:prstGeom prst="rect">
            <a:avLst/>
          </a:prstGeom>
          <a:noFill/>
          <a:ln>
            <a:solidFill>
              <a:schemeClr val="tx1"/>
            </a:solidFill>
          </a:ln>
        </p:spPr>
        <p:txBody>
          <a:bodyPr wrap="square" lIns="91440" tIns="45720" rIns="91440" bIns="45720" rtlCol="0" anchor="t">
            <a:spAutoFit/>
          </a:bodyPr>
          <a:lstStyle/>
          <a:p>
            <a:pPr algn="ctr"/>
            <a:r>
              <a:rPr lang="en-GB" sz="1200" dirty="0"/>
              <a:t>LEARNING OUTCOME: To understand and be able to list the common factors of a number, identifying the highest common factor</a:t>
            </a:r>
          </a:p>
        </p:txBody>
      </p:sp>
      <p:sp>
        <p:nvSpPr>
          <p:cNvPr id="11" name="TextBox 10">
            <a:extLst>
              <a:ext uri="{FF2B5EF4-FFF2-40B4-BE49-F238E27FC236}">
                <a16:creationId xmlns:a16="http://schemas.microsoft.com/office/drawing/2014/main" id="{99C4AB81-E9FE-A4A3-E77A-B3C5FB21881A}"/>
              </a:ext>
            </a:extLst>
          </p:cNvPr>
          <p:cNvSpPr txBox="1"/>
          <p:nvPr/>
        </p:nvSpPr>
        <p:spPr>
          <a:xfrm>
            <a:off x="5311409" y="933491"/>
            <a:ext cx="1399768" cy="830997"/>
          </a:xfrm>
          <a:prstGeom prst="rect">
            <a:avLst/>
          </a:prstGeom>
          <a:noFill/>
          <a:ln w="12700">
            <a:solidFill>
              <a:schemeClr val="tx1"/>
            </a:solidFill>
          </a:ln>
        </p:spPr>
        <p:txBody>
          <a:bodyPr wrap="square" rtlCol="0">
            <a:spAutoFit/>
          </a:bodyPr>
          <a:lstStyle/>
          <a:p>
            <a:r>
              <a:rPr lang="en-US" sz="1200" b="1" u="sng" dirty="0"/>
              <a:t>Keywords:</a:t>
            </a:r>
            <a:endParaRPr lang="en-US" sz="1200" dirty="0"/>
          </a:p>
          <a:p>
            <a:pPr marL="171450" indent="-171450">
              <a:buFontTx/>
              <a:buChar char="-"/>
            </a:pPr>
            <a:r>
              <a:rPr lang="en-US" sz="1200" dirty="0"/>
              <a:t>Factor</a:t>
            </a:r>
          </a:p>
          <a:p>
            <a:pPr marL="171450" indent="-171450">
              <a:buFontTx/>
              <a:buChar char="-"/>
            </a:pPr>
            <a:r>
              <a:rPr lang="en-US" sz="1200" dirty="0"/>
              <a:t>Highest Common Factor</a:t>
            </a:r>
          </a:p>
        </p:txBody>
      </p:sp>
      <p:sp>
        <p:nvSpPr>
          <p:cNvPr id="26" name="Rectangle 25">
            <a:extLst>
              <a:ext uri="{FF2B5EF4-FFF2-40B4-BE49-F238E27FC236}">
                <a16:creationId xmlns:a16="http://schemas.microsoft.com/office/drawing/2014/main" id="{A47FDB90-3ABD-AEE3-510B-DA2A5A8627F1}"/>
              </a:ext>
            </a:extLst>
          </p:cNvPr>
          <p:cNvSpPr/>
          <p:nvPr/>
        </p:nvSpPr>
        <p:spPr>
          <a:xfrm>
            <a:off x="0" y="0"/>
            <a:ext cx="6858000" cy="29191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Subtopic 3 – Highest Common Factor</a:t>
            </a:r>
          </a:p>
        </p:txBody>
      </p:sp>
      <p:graphicFrame>
        <p:nvGraphicFramePr>
          <p:cNvPr id="37" name="Table 36">
            <a:extLst>
              <a:ext uri="{FF2B5EF4-FFF2-40B4-BE49-F238E27FC236}">
                <a16:creationId xmlns:a16="http://schemas.microsoft.com/office/drawing/2014/main" id="{66DD2EF5-FCD5-6D75-A5C7-2871B5E78C14}"/>
              </a:ext>
            </a:extLst>
          </p:cNvPr>
          <p:cNvGraphicFramePr>
            <a:graphicFrameLocks noGrp="1"/>
          </p:cNvGraphicFramePr>
          <p:nvPr>
            <p:extLst>
              <p:ext uri="{D42A27DB-BD31-4B8C-83A1-F6EECF244321}">
                <p14:modId xmlns:p14="http://schemas.microsoft.com/office/powerpoint/2010/main" val="1556134016"/>
              </p:ext>
            </p:extLst>
          </p:nvPr>
        </p:nvGraphicFramePr>
        <p:xfrm>
          <a:off x="94126" y="6178169"/>
          <a:ext cx="6681466" cy="3334793"/>
        </p:xfrm>
        <a:graphic>
          <a:graphicData uri="http://schemas.openxmlformats.org/drawingml/2006/table">
            <a:tbl>
              <a:tblPr firstRow="1" bandRow="1">
                <a:tableStyleId>{5C22544A-7EE6-4342-B048-85BDC9FD1C3A}</a:tableStyleId>
              </a:tblPr>
              <a:tblGrid>
                <a:gridCol w="1123012">
                  <a:extLst>
                    <a:ext uri="{9D8B030D-6E8A-4147-A177-3AD203B41FA5}">
                      <a16:colId xmlns:a16="http://schemas.microsoft.com/office/drawing/2014/main" val="1568142362"/>
                    </a:ext>
                  </a:extLst>
                </a:gridCol>
                <a:gridCol w="1852818">
                  <a:extLst>
                    <a:ext uri="{9D8B030D-6E8A-4147-A177-3AD203B41FA5}">
                      <a16:colId xmlns:a16="http://schemas.microsoft.com/office/drawing/2014/main" val="3551711160"/>
                    </a:ext>
                  </a:extLst>
                </a:gridCol>
                <a:gridCol w="1852818">
                  <a:extLst>
                    <a:ext uri="{9D8B030D-6E8A-4147-A177-3AD203B41FA5}">
                      <a16:colId xmlns:a16="http://schemas.microsoft.com/office/drawing/2014/main" val="1712497518"/>
                    </a:ext>
                  </a:extLst>
                </a:gridCol>
                <a:gridCol w="1852818">
                  <a:extLst>
                    <a:ext uri="{9D8B030D-6E8A-4147-A177-3AD203B41FA5}">
                      <a16:colId xmlns:a16="http://schemas.microsoft.com/office/drawing/2014/main" val="886122921"/>
                    </a:ext>
                  </a:extLst>
                </a:gridCol>
              </a:tblGrid>
              <a:tr h="452558">
                <a:tc>
                  <a:txBody>
                    <a:bodyPr/>
                    <a:lstStyle/>
                    <a:p>
                      <a:r>
                        <a:rPr lang="en-US" sz="1200" b="1" dirty="0">
                          <a:solidFill>
                            <a:schemeClr val="tx1"/>
                          </a:solidFill>
                        </a:rPr>
                        <a:t>Steps</a:t>
                      </a:r>
                      <a:endParaRPr lang="en-GB" sz="1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Find the HCF of 10 and 15</a:t>
                      </a:r>
                      <a:endParaRPr lang="en-GB" sz="1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Find the HCF of 16 and 24</a:t>
                      </a:r>
                      <a:endParaRPr lang="en-GB" sz="1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Find the HCF of 12 and 18 </a:t>
                      </a:r>
                      <a:endParaRPr lang="en-GB" sz="1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2882235">
                <a:tc>
                  <a:txBody>
                    <a:bodyPr/>
                    <a:lstStyle/>
                    <a:p>
                      <a:pPr marL="0" indent="0">
                        <a:buNone/>
                      </a:pPr>
                      <a:r>
                        <a:rPr lang="en-US" sz="1200" dirty="0">
                          <a:solidFill>
                            <a:schemeClr val="tx1"/>
                          </a:solidFill>
                        </a:rPr>
                        <a:t>1) List all the  factors of each number.</a:t>
                      </a:r>
                      <a:br>
                        <a:rPr lang="en-US" sz="1200" dirty="0">
                          <a:solidFill>
                            <a:schemeClr val="tx1"/>
                          </a:solidFill>
                        </a:rPr>
                      </a:br>
                      <a:endParaRPr lang="en-US" sz="1200" dirty="0">
                        <a:solidFill>
                          <a:schemeClr val="tx1"/>
                        </a:solidFill>
                      </a:endParaRPr>
                    </a:p>
                    <a:p>
                      <a:r>
                        <a:rPr lang="en-US" sz="1200" dirty="0">
                          <a:solidFill>
                            <a:schemeClr val="tx1"/>
                          </a:solidFill>
                        </a:rPr>
                        <a:t>2) </a:t>
                      </a:r>
                      <a:r>
                        <a:rPr lang="en-US" sz="1200" b="0" dirty="0">
                          <a:solidFill>
                            <a:schemeClr val="tx1"/>
                          </a:solidFill>
                        </a:rPr>
                        <a:t>Identify the factors common to both lists, then circle the highest common factor.</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baseline="0" dirty="0">
                          <a:solidFill>
                            <a:schemeClr val="tx1"/>
                          </a:solidFill>
                        </a:rPr>
                        <a:t>Factors of 10</a:t>
                      </a:r>
                    </a:p>
                    <a:p>
                      <a:r>
                        <a:rPr lang="en-US" sz="1200" baseline="0" dirty="0">
                          <a:solidFill>
                            <a:schemeClr val="tx1"/>
                          </a:solidFill>
                        </a:rPr>
                        <a:t>1, 2, 5, 10</a:t>
                      </a:r>
                    </a:p>
                    <a:p>
                      <a:endParaRPr lang="en-US" sz="1200" baseline="0" dirty="0">
                        <a:solidFill>
                          <a:schemeClr val="tx1"/>
                        </a:solidFill>
                      </a:endParaRPr>
                    </a:p>
                    <a:p>
                      <a:r>
                        <a:rPr lang="en-US" sz="1200" baseline="0" dirty="0">
                          <a:solidFill>
                            <a:schemeClr val="tx1"/>
                          </a:solidFill>
                        </a:rPr>
                        <a:t>Factors of 15</a:t>
                      </a:r>
                    </a:p>
                    <a:p>
                      <a:r>
                        <a:rPr lang="en-US" sz="1200" baseline="0" dirty="0">
                          <a:solidFill>
                            <a:schemeClr val="tx1"/>
                          </a:solidFill>
                        </a:rPr>
                        <a:t>1, 3, 5, 15</a:t>
                      </a:r>
                    </a:p>
                    <a:p>
                      <a:pPr algn="ctr"/>
                      <a:endParaRPr lang="en-GB" sz="1400"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kumimoji="0" lang="en-GB" sz="1400" b="1" i="0" u="none" strike="noStrike" kern="1200" cap="none" spc="0" normalizeH="0" baseline="0" noProof="0" dirty="0">
                        <a:ln>
                          <a:noFill/>
                        </a:ln>
                        <a:solidFill>
                          <a:srgbClr val="FF0000"/>
                        </a:solidFill>
                        <a:effectLst/>
                        <a:uLnTx/>
                        <a:uFillTx/>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kumimoji="0" lang="en-GB" sz="1400" b="1" i="0" u="none" strike="noStrike" kern="1200" cap="none" spc="0" normalizeH="0" baseline="0" noProof="0" dirty="0">
                        <a:ln>
                          <a:noFill/>
                        </a:ln>
                        <a:solidFill>
                          <a:srgbClr val="FF0000"/>
                        </a:solidFill>
                        <a:effectLst/>
                        <a:uLnTx/>
                        <a:uFillTx/>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bl>
          </a:graphicData>
        </a:graphic>
      </p:graphicFrame>
      <p:sp>
        <p:nvSpPr>
          <p:cNvPr id="38" name="TextBox 37">
            <a:extLst>
              <a:ext uri="{FF2B5EF4-FFF2-40B4-BE49-F238E27FC236}">
                <a16:creationId xmlns:a16="http://schemas.microsoft.com/office/drawing/2014/main" id="{9011391A-2E2C-F8F0-C6DF-CD6CC11A1EB2}"/>
              </a:ext>
            </a:extLst>
          </p:cNvPr>
          <p:cNvSpPr txBox="1"/>
          <p:nvPr/>
        </p:nvSpPr>
        <p:spPr>
          <a:xfrm>
            <a:off x="1397486" y="5900808"/>
            <a:ext cx="1410704" cy="276999"/>
          </a:xfrm>
          <a:prstGeom prst="rect">
            <a:avLst/>
          </a:prstGeom>
          <a:noFill/>
          <a:ln>
            <a:noFill/>
          </a:ln>
        </p:spPr>
        <p:txBody>
          <a:bodyPr wrap="square" rtlCol="0">
            <a:spAutoFit/>
          </a:bodyPr>
          <a:lstStyle/>
          <a:p>
            <a:r>
              <a:rPr lang="en-GB" sz="1200" b="1" i="1" dirty="0">
                <a:solidFill>
                  <a:srgbClr val="FF0000"/>
                </a:solidFill>
              </a:rPr>
              <a:t>Example 1 - I do…</a:t>
            </a:r>
          </a:p>
        </p:txBody>
      </p:sp>
      <p:sp>
        <p:nvSpPr>
          <p:cNvPr id="39" name="TextBox 38">
            <a:extLst>
              <a:ext uri="{FF2B5EF4-FFF2-40B4-BE49-F238E27FC236}">
                <a16:creationId xmlns:a16="http://schemas.microsoft.com/office/drawing/2014/main" id="{9431E388-31C6-DF39-F4D1-5F65F6BDFCF6}"/>
              </a:ext>
            </a:extLst>
          </p:cNvPr>
          <p:cNvSpPr txBox="1"/>
          <p:nvPr/>
        </p:nvSpPr>
        <p:spPr>
          <a:xfrm>
            <a:off x="5076170" y="5891867"/>
            <a:ext cx="1643405" cy="276999"/>
          </a:xfrm>
          <a:prstGeom prst="rect">
            <a:avLst/>
          </a:prstGeom>
          <a:noFill/>
          <a:ln>
            <a:noFill/>
          </a:ln>
        </p:spPr>
        <p:txBody>
          <a:bodyPr wrap="square" rtlCol="0">
            <a:spAutoFit/>
          </a:bodyPr>
          <a:lstStyle/>
          <a:p>
            <a:r>
              <a:rPr lang="en-GB" sz="1200" b="1" i="1" dirty="0">
                <a:solidFill>
                  <a:srgbClr val="00B050"/>
                </a:solidFill>
              </a:rPr>
              <a:t>Example 3 – You do…</a:t>
            </a:r>
          </a:p>
        </p:txBody>
      </p:sp>
      <p:sp>
        <p:nvSpPr>
          <p:cNvPr id="40" name="TextBox 39">
            <a:extLst>
              <a:ext uri="{FF2B5EF4-FFF2-40B4-BE49-F238E27FC236}">
                <a16:creationId xmlns:a16="http://schemas.microsoft.com/office/drawing/2014/main" id="{635ABD25-D90A-5CBB-78DC-D2A00373A716}"/>
              </a:ext>
            </a:extLst>
          </p:cNvPr>
          <p:cNvSpPr txBox="1"/>
          <p:nvPr/>
        </p:nvSpPr>
        <p:spPr>
          <a:xfrm>
            <a:off x="3104358" y="5897334"/>
            <a:ext cx="1643405" cy="276999"/>
          </a:xfrm>
          <a:prstGeom prst="rect">
            <a:avLst/>
          </a:prstGeom>
          <a:noFill/>
          <a:ln>
            <a:noFill/>
          </a:ln>
        </p:spPr>
        <p:txBody>
          <a:bodyPr wrap="square" rtlCol="0">
            <a:spAutoFit/>
          </a:bodyPr>
          <a:lstStyle/>
          <a:p>
            <a:r>
              <a:rPr lang="en-GB" sz="1200" b="1" i="1" dirty="0">
                <a:solidFill>
                  <a:schemeClr val="accent2"/>
                </a:solidFill>
              </a:rPr>
              <a:t>Example 2 – We do…</a:t>
            </a:r>
          </a:p>
        </p:txBody>
      </p:sp>
      <p:sp>
        <p:nvSpPr>
          <p:cNvPr id="41" name="Rectangle 40">
            <a:extLst>
              <a:ext uri="{FF2B5EF4-FFF2-40B4-BE49-F238E27FC236}">
                <a16:creationId xmlns:a16="http://schemas.microsoft.com/office/drawing/2014/main" id="{7850AADC-E77C-0BEB-073B-F6F8FEBCB91E}"/>
              </a:ext>
            </a:extLst>
          </p:cNvPr>
          <p:cNvSpPr/>
          <p:nvPr/>
        </p:nvSpPr>
        <p:spPr>
          <a:xfrm>
            <a:off x="74466" y="5559004"/>
            <a:ext cx="3833317" cy="275657"/>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a:solidFill>
                  <a:schemeClr val="bg1"/>
                </a:solidFill>
              </a:rPr>
              <a:t>Calculating the highest common factor of two numbers</a:t>
            </a:r>
          </a:p>
        </p:txBody>
      </p:sp>
      <p:cxnSp>
        <p:nvCxnSpPr>
          <p:cNvPr id="2" name="Straight Connector 1">
            <a:extLst>
              <a:ext uri="{FF2B5EF4-FFF2-40B4-BE49-F238E27FC236}">
                <a16:creationId xmlns:a16="http://schemas.microsoft.com/office/drawing/2014/main" id="{81431800-84F3-23F0-7F7C-FDD4E88087A0}"/>
              </a:ext>
            </a:extLst>
          </p:cNvPr>
          <p:cNvCxnSpPr/>
          <p:nvPr/>
        </p:nvCxnSpPr>
        <p:spPr>
          <a:xfrm flipV="1">
            <a:off x="917908" y="4796622"/>
            <a:ext cx="5541513" cy="2282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03879524-AA1F-2474-E2C8-E14C5A533DA8}"/>
              </a:ext>
            </a:extLst>
          </p:cNvPr>
          <p:cNvSpPr/>
          <p:nvPr/>
        </p:nvSpPr>
        <p:spPr>
          <a:xfrm>
            <a:off x="66631" y="3148711"/>
            <a:ext cx="6699219" cy="214836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4" name="Straight Connector 3">
            <a:extLst>
              <a:ext uri="{FF2B5EF4-FFF2-40B4-BE49-F238E27FC236}">
                <a16:creationId xmlns:a16="http://schemas.microsoft.com/office/drawing/2014/main" id="{BDADC6CB-77B3-1EAF-D0ED-C9FDB6402AED}"/>
              </a:ext>
            </a:extLst>
          </p:cNvPr>
          <p:cNvCxnSpPr>
            <a:cxnSpLocks/>
          </p:cNvCxnSpPr>
          <p:nvPr/>
        </p:nvCxnSpPr>
        <p:spPr>
          <a:xfrm>
            <a:off x="60563" y="4263961"/>
            <a:ext cx="6699219" cy="0"/>
          </a:xfrm>
          <a:prstGeom prst="line">
            <a:avLst/>
          </a:prstGeom>
        </p:spPr>
        <p:style>
          <a:lnRef idx="1">
            <a:schemeClr val="dk1"/>
          </a:lnRef>
          <a:fillRef idx="0">
            <a:schemeClr val="dk1"/>
          </a:fillRef>
          <a:effectRef idx="0">
            <a:schemeClr val="dk1"/>
          </a:effectRef>
          <a:fontRef idx="minor">
            <a:schemeClr val="tx1"/>
          </a:fontRef>
        </p:style>
      </p:cxnSp>
      <p:cxnSp>
        <p:nvCxnSpPr>
          <p:cNvPr id="5" name="Straight Connector 4">
            <a:extLst>
              <a:ext uri="{FF2B5EF4-FFF2-40B4-BE49-F238E27FC236}">
                <a16:creationId xmlns:a16="http://schemas.microsoft.com/office/drawing/2014/main" id="{139EA36F-FFB0-A1BF-4238-D00A6EEFA5D4}"/>
              </a:ext>
            </a:extLst>
          </p:cNvPr>
          <p:cNvCxnSpPr>
            <a:cxnSpLocks/>
            <a:stCxn id="3" idx="2"/>
            <a:endCxn id="3" idx="0"/>
          </p:cNvCxnSpPr>
          <p:nvPr/>
        </p:nvCxnSpPr>
        <p:spPr>
          <a:xfrm flipV="1">
            <a:off x="3416241" y="3148711"/>
            <a:ext cx="0" cy="2148368"/>
          </a:xfrm>
          <a:prstGeom prst="line">
            <a:avLst/>
          </a:prstGeom>
        </p:spPr>
        <p:style>
          <a:lnRef idx="1">
            <a:schemeClr val="dk1"/>
          </a:lnRef>
          <a:fillRef idx="0">
            <a:schemeClr val="dk1"/>
          </a:fillRef>
          <a:effectRef idx="0">
            <a:schemeClr val="dk1"/>
          </a:effectRef>
          <a:fontRef idx="minor">
            <a:schemeClr val="tx1"/>
          </a:fontRef>
        </p:style>
      </p:cxnSp>
      <p:sp>
        <p:nvSpPr>
          <p:cNvPr id="27" name="TextBox 26">
            <a:extLst>
              <a:ext uri="{FF2B5EF4-FFF2-40B4-BE49-F238E27FC236}">
                <a16:creationId xmlns:a16="http://schemas.microsoft.com/office/drawing/2014/main" id="{38C69D0E-5942-CBA7-27F6-2CA29D879757}"/>
              </a:ext>
            </a:extLst>
          </p:cNvPr>
          <p:cNvSpPr txBox="1"/>
          <p:nvPr/>
        </p:nvSpPr>
        <p:spPr>
          <a:xfrm>
            <a:off x="84386" y="3170473"/>
            <a:ext cx="824713" cy="461665"/>
          </a:xfrm>
          <a:prstGeom prst="rect">
            <a:avLst/>
          </a:prstGeom>
          <a:noFill/>
        </p:spPr>
        <p:txBody>
          <a:bodyPr wrap="none" rtlCol="0">
            <a:spAutoFit/>
          </a:bodyPr>
          <a:lstStyle/>
          <a:p>
            <a:r>
              <a:rPr lang="en-US" sz="1200" b="1" dirty="0"/>
              <a:t>Definition</a:t>
            </a:r>
          </a:p>
          <a:p>
            <a:endParaRPr lang="en-US" sz="1200" dirty="0"/>
          </a:p>
        </p:txBody>
      </p:sp>
      <p:sp>
        <p:nvSpPr>
          <p:cNvPr id="28" name="TextBox 27">
            <a:extLst>
              <a:ext uri="{FF2B5EF4-FFF2-40B4-BE49-F238E27FC236}">
                <a16:creationId xmlns:a16="http://schemas.microsoft.com/office/drawing/2014/main" id="{EC35A939-1B63-6E6B-918C-2DDEE8A95F26}"/>
              </a:ext>
            </a:extLst>
          </p:cNvPr>
          <p:cNvSpPr txBox="1"/>
          <p:nvPr/>
        </p:nvSpPr>
        <p:spPr>
          <a:xfrm>
            <a:off x="5694116" y="3169465"/>
            <a:ext cx="1112228" cy="276999"/>
          </a:xfrm>
          <a:prstGeom prst="rect">
            <a:avLst/>
          </a:prstGeom>
          <a:noFill/>
        </p:spPr>
        <p:txBody>
          <a:bodyPr wrap="none" rtlCol="0">
            <a:spAutoFit/>
          </a:bodyPr>
          <a:lstStyle/>
          <a:p>
            <a:r>
              <a:rPr lang="en-US" sz="1200" b="1" dirty="0"/>
              <a:t>Characteristics</a:t>
            </a:r>
            <a:endParaRPr lang="en-GB" sz="1200" b="1" dirty="0"/>
          </a:p>
        </p:txBody>
      </p:sp>
      <p:sp>
        <p:nvSpPr>
          <p:cNvPr id="29" name="TextBox 28">
            <a:extLst>
              <a:ext uri="{FF2B5EF4-FFF2-40B4-BE49-F238E27FC236}">
                <a16:creationId xmlns:a16="http://schemas.microsoft.com/office/drawing/2014/main" id="{F8AD46C3-0098-FF08-06DC-4873E5CD1E25}"/>
              </a:ext>
            </a:extLst>
          </p:cNvPr>
          <p:cNvSpPr txBox="1"/>
          <p:nvPr/>
        </p:nvSpPr>
        <p:spPr>
          <a:xfrm>
            <a:off x="88481" y="4261072"/>
            <a:ext cx="788164" cy="276999"/>
          </a:xfrm>
          <a:prstGeom prst="rect">
            <a:avLst/>
          </a:prstGeom>
          <a:noFill/>
        </p:spPr>
        <p:txBody>
          <a:bodyPr wrap="none" rtlCol="0">
            <a:spAutoFit/>
          </a:bodyPr>
          <a:lstStyle/>
          <a:p>
            <a:r>
              <a:rPr lang="en-US" sz="1200" b="1" dirty="0"/>
              <a:t>Examples</a:t>
            </a:r>
            <a:endParaRPr lang="en-GB" sz="1200" b="1" dirty="0"/>
          </a:p>
        </p:txBody>
      </p:sp>
      <p:sp>
        <p:nvSpPr>
          <p:cNvPr id="30" name="TextBox 29">
            <a:extLst>
              <a:ext uri="{FF2B5EF4-FFF2-40B4-BE49-F238E27FC236}">
                <a16:creationId xmlns:a16="http://schemas.microsoft.com/office/drawing/2014/main" id="{72F1E9ED-AB72-8278-4F89-74F264CE6B97}"/>
              </a:ext>
            </a:extLst>
          </p:cNvPr>
          <p:cNvSpPr txBox="1"/>
          <p:nvPr/>
        </p:nvSpPr>
        <p:spPr>
          <a:xfrm>
            <a:off x="5646366" y="4239525"/>
            <a:ext cx="1172885" cy="276999"/>
          </a:xfrm>
          <a:prstGeom prst="rect">
            <a:avLst/>
          </a:prstGeom>
          <a:noFill/>
        </p:spPr>
        <p:txBody>
          <a:bodyPr wrap="none" rtlCol="0">
            <a:spAutoFit/>
          </a:bodyPr>
          <a:lstStyle/>
          <a:p>
            <a:r>
              <a:rPr lang="en-US" sz="1200" b="1" dirty="0"/>
              <a:t>Non - Examples</a:t>
            </a:r>
            <a:endParaRPr lang="en-GB" sz="1200" b="1" dirty="0"/>
          </a:p>
        </p:txBody>
      </p:sp>
      <p:sp>
        <p:nvSpPr>
          <p:cNvPr id="31" name="TextBox 30">
            <a:extLst>
              <a:ext uri="{FF2B5EF4-FFF2-40B4-BE49-F238E27FC236}">
                <a16:creationId xmlns:a16="http://schemas.microsoft.com/office/drawing/2014/main" id="{EAF5EF31-0AF0-B15F-9D08-00088CE4FEED}"/>
              </a:ext>
            </a:extLst>
          </p:cNvPr>
          <p:cNvSpPr txBox="1"/>
          <p:nvPr/>
        </p:nvSpPr>
        <p:spPr>
          <a:xfrm>
            <a:off x="99118" y="3358071"/>
            <a:ext cx="3230335" cy="461665"/>
          </a:xfrm>
          <a:prstGeom prst="rect">
            <a:avLst/>
          </a:prstGeom>
          <a:noFill/>
        </p:spPr>
        <p:txBody>
          <a:bodyPr wrap="square" rtlCol="0">
            <a:spAutoFit/>
          </a:bodyPr>
          <a:lstStyle/>
          <a:p>
            <a:pPr marL="171450" indent="-171450">
              <a:buFont typeface="Arial" panose="020B0604020202020204" pitchFamily="34" charset="0"/>
              <a:buChar char="•"/>
            </a:pPr>
            <a:r>
              <a:rPr lang="en-GB" sz="1200" dirty="0"/>
              <a:t>The largest integer which is a factor of two or more given positive integers.</a:t>
            </a:r>
            <a:endParaRPr lang="en-US" sz="1200" dirty="0"/>
          </a:p>
        </p:txBody>
      </p:sp>
      <p:sp>
        <p:nvSpPr>
          <p:cNvPr id="32" name="TextBox 31">
            <a:extLst>
              <a:ext uri="{FF2B5EF4-FFF2-40B4-BE49-F238E27FC236}">
                <a16:creationId xmlns:a16="http://schemas.microsoft.com/office/drawing/2014/main" id="{BFA86B63-C06E-B20F-8BC1-9597EEBF251C}"/>
              </a:ext>
            </a:extLst>
          </p:cNvPr>
          <p:cNvSpPr txBox="1"/>
          <p:nvPr/>
        </p:nvSpPr>
        <p:spPr>
          <a:xfrm>
            <a:off x="3461002" y="3362361"/>
            <a:ext cx="3230335" cy="1015663"/>
          </a:xfrm>
          <a:prstGeom prst="rect">
            <a:avLst/>
          </a:prstGeom>
          <a:noFill/>
        </p:spPr>
        <p:txBody>
          <a:bodyPr wrap="square" rtlCol="0" anchor="b">
            <a:spAutoFit/>
          </a:bodyPr>
          <a:lstStyle/>
          <a:p>
            <a:pPr marL="171450" indent="-171450">
              <a:buFont typeface="Arial" panose="020B0604020202020204" pitchFamily="34" charset="0"/>
              <a:buChar char="•"/>
            </a:pPr>
            <a:r>
              <a:rPr lang="en-US" sz="1200" dirty="0"/>
              <a:t>Will be less than or equal to the smallest of the given numbers.</a:t>
            </a:r>
          </a:p>
          <a:p>
            <a:pPr marL="171450" indent="-171450">
              <a:buFont typeface="Arial" panose="020B0604020202020204" pitchFamily="34" charset="0"/>
              <a:buChar char="•"/>
            </a:pPr>
            <a:r>
              <a:rPr lang="en-US" sz="1200" dirty="0"/>
              <a:t>Often abbreviated to HCF</a:t>
            </a:r>
          </a:p>
          <a:p>
            <a:endParaRPr lang="en-US" sz="1200" dirty="0"/>
          </a:p>
          <a:p>
            <a:pPr marL="171450" indent="-171450">
              <a:buFont typeface="Arial" panose="020B0604020202020204" pitchFamily="34" charset="0"/>
              <a:buChar char="•"/>
            </a:pPr>
            <a:endParaRPr lang="en-US" sz="1200" dirty="0"/>
          </a:p>
        </p:txBody>
      </p:sp>
      <p:sp>
        <p:nvSpPr>
          <p:cNvPr id="33" name="TextBox 32">
            <a:extLst>
              <a:ext uri="{FF2B5EF4-FFF2-40B4-BE49-F238E27FC236}">
                <a16:creationId xmlns:a16="http://schemas.microsoft.com/office/drawing/2014/main" id="{4126FA7F-E813-1A4E-9388-806CEA67FB78}"/>
              </a:ext>
            </a:extLst>
          </p:cNvPr>
          <p:cNvSpPr txBox="1"/>
          <p:nvPr/>
        </p:nvSpPr>
        <p:spPr>
          <a:xfrm>
            <a:off x="2196784" y="4117038"/>
            <a:ext cx="2379177" cy="369332"/>
          </a:xfrm>
          <a:prstGeom prst="rect">
            <a:avLst/>
          </a:prstGeom>
          <a:solidFill>
            <a:schemeClr val="bg1"/>
          </a:solidFill>
          <a:ln>
            <a:solidFill>
              <a:schemeClr val="tx1"/>
            </a:solidFill>
          </a:ln>
        </p:spPr>
        <p:txBody>
          <a:bodyPr wrap="none" rtlCol="0">
            <a:spAutoFit/>
          </a:bodyPr>
          <a:lstStyle/>
          <a:p>
            <a:r>
              <a:rPr lang="en-US" dirty="0"/>
              <a:t>Highest common factor</a:t>
            </a:r>
            <a:endParaRPr lang="en-GB" dirty="0"/>
          </a:p>
        </p:txBody>
      </p:sp>
      <p:sp>
        <p:nvSpPr>
          <p:cNvPr id="34" name="TextBox 33">
            <a:extLst>
              <a:ext uri="{FF2B5EF4-FFF2-40B4-BE49-F238E27FC236}">
                <a16:creationId xmlns:a16="http://schemas.microsoft.com/office/drawing/2014/main" id="{D8A13199-8820-15F9-2711-F4E6F0DCD815}"/>
              </a:ext>
            </a:extLst>
          </p:cNvPr>
          <p:cNvSpPr txBox="1"/>
          <p:nvPr/>
        </p:nvSpPr>
        <p:spPr>
          <a:xfrm>
            <a:off x="116158" y="4466081"/>
            <a:ext cx="3230335" cy="830997"/>
          </a:xfrm>
          <a:prstGeom prst="rect">
            <a:avLst/>
          </a:prstGeom>
          <a:noFill/>
        </p:spPr>
        <p:txBody>
          <a:bodyPr wrap="square" rtlCol="0">
            <a:spAutoFit/>
          </a:bodyPr>
          <a:lstStyle/>
          <a:p>
            <a:pPr marL="171450" indent="-171450">
              <a:buFont typeface="Arial" panose="020B0604020202020204" pitchFamily="34" charset="0"/>
              <a:buChar char="•"/>
            </a:pPr>
            <a:r>
              <a:rPr lang="en-GB" sz="1200" dirty="0"/>
              <a:t>HCF of 8 and 12 = 4</a:t>
            </a:r>
          </a:p>
          <a:p>
            <a:pPr marL="171450" indent="-171450">
              <a:buFont typeface="Arial" panose="020B0604020202020204" pitchFamily="34" charset="0"/>
              <a:buChar char="•"/>
            </a:pPr>
            <a:r>
              <a:rPr lang="en-GB" sz="1200" dirty="0"/>
              <a:t>HCF of 30 and 15 = 15</a:t>
            </a:r>
          </a:p>
          <a:p>
            <a:pPr marL="171450" indent="-171450">
              <a:buFont typeface="Arial" panose="020B0604020202020204" pitchFamily="34" charset="0"/>
              <a:buChar char="•"/>
            </a:pPr>
            <a:r>
              <a:rPr lang="en-GB" sz="1200" dirty="0"/>
              <a:t>HCF of 4 and 15 = 1</a:t>
            </a:r>
          </a:p>
          <a:p>
            <a:pPr marL="171450" indent="-171450">
              <a:buFont typeface="Arial" panose="020B0604020202020204" pitchFamily="34" charset="0"/>
              <a:buChar char="•"/>
            </a:pPr>
            <a:r>
              <a:rPr lang="en-GB" sz="1200" dirty="0"/>
              <a:t>LCM of 4, 6 and 10 = 2</a:t>
            </a:r>
          </a:p>
        </p:txBody>
      </p:sp>
      <p:sp>
        <p:nvSpPr>
          <p:cNvPr id="35" name="TextBox 34">
            <a:extLst>
              <a:ext uri="{FF2B5EF4-FFF2-40B4-BE49-F238E27FC236}">
                <a16:creationId xmlns:a16="http://schemas.microsoft.com/office/drawing/2014/main" id="{7161EAB1-0DB0-CF97-9A0D-88A8C21C7666}"/>
              </a:ext>
            </a:extLst>
          </p:cNvPr>
          <p:cNvSpPr txBox="1"/>
          <p:nvPr/>
        </p:nvSpPr>
        <p:spPr>
          <a:xfrm>
            <a:off x="3427485" y="4522633"/>
            <a:ext cx="3230335" cy="646331"/>
          </a:xfrm>
          <a:prstGeom prst="rect">
            <a:avLst/>
          </a:prstGeom>
          <a:noFill/>
        </p:spPr>
        <p:txBody>
          <a:bodyPr wrap="square" rtlCol="0">
            <a:spAutoFit/>
          </a:bodyPr>
          <a:lstStyle/>
          <a:p>
            <a:pPr marL="171450" indent="-171450">
              <a:buFont typeface="Arial" panose="020B0604020202020204" pitchFamily="34" charset="0"/>
              <a:buChar char="•"/>
            </a:pPr>
            <a:r>
              <a:rPr lang="en-GB" sz="1200" dirty="0"/>
              <a:t>HCF of 1 and 2 ≠ 2</a:t>
            </a:r>
          </a:p>
          <a:p>
            <a:pPr marL="171450" indent="-171450">
              <a:buFont typeface="Arial" panose="020B0604020202020204" pitchFamily="34" charset="0"/>
              <a:buChar char="•"/>
            </a:pPr>
            <a:r>
              <a:rPr lang="en-GB" sz="1200" dirty="0"/>
              <a:t>HCF of 4 and 8 ≠ 8</a:t>
            </a:r>
          </a:p>
          <a:p>
            <a:pPr marL="171450" indent="-171450">
              <a:buFont typeface="Arial" panose="020B0604020202020204" pitchFamily="34" charset="0"/>
              <a:buChar char="•"/>
            </a:pPr>
            <a:r>
              <a:rPr lang="en-GB" sz="1200" dirty="0"/>
              <a:t>HCF of 4 and 5 ≠ 20</a:t>
            </a:r>
          </a:p>
        </p:txBody>
      </p:sp>
      <p:sp>
        <p:nvSpPr>
          <p:cNvPr id="14" name="Rectangle 13">
            <a:extLst>
              <a:ext uri="{FF2B5EF4-FFF2-40B4-BE49-F238E27FC236}">
                <a16:creationId xmlns:a16="http://schemas.microsoft.com/office/drawing/2014/main" id="{6EA85910-AC79-199D-0EEA-70EDE904F1B9}"/>
              </a:ext>
            </a:extLst>
          </p:cNvPr>
          <p:cNvSpPr/>
          <p:nvPr/>
        </p:nvSpPr>
        <p:spPr>
          <a:xfrm>
            <a:off x="107712" y="1952634"/>
            <a:ext cx="6671317" cy="10742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solidFill>
                <a:sysClr val="windowText" lastClr="000000"/>
              </a:solidFill>
            </a:endParaRPr>
          </a:p>
        </p:txBody>
      </p:sp>
      <p:sp>
        <p:nvSpPr>
          <p:cNvPr id="15" name="TextBox 14">
            <a:extLst>
              <a:ext uri="{FF2B5EF4-FFF2-40B4-BE49-F238E27FC236}">
                <a16:creationId xmlns:a16="http://schemas.microsoft.com/office/drawing/2014/main" id="{B03E5CF2-8476-FA54-AFEB-6F2D5F90F9C4}"/>
              </a:ext>
            </a:extLst>
          </p:cNvPr>
          <p:cNvSpPr txBox="1"/>
          <p:nvPr/>
        </p:nvSpPr>
        <p:spPr>
          <a:xfrm>
            <a:off x="64621" y="1915989"/>
            <a:ext cx="2778270" cy="276999"/>
          </a:xfrm>
          <a:prstGeom prst="rect">
            <a:avLst/>
          </a:prstGeom>
          <a:noFill/>
        </p:spPr>
        <p:txBody>
          <a:bodyPr wrap="square" rtlCol="0">
            <a:spAutoFit/>
          </a:bodyPr>
          <a:lstStyle/>
          <a:p>
            <a:pPr>
              <a:defRPr/>
            </a:pPr>
            <a:r>
              <a:rPr kumimoji="0" lang="en-GB" sz="1200" b="1" i="0" u="none" strike="noStrike" kern="1200" cap="none" spc="0" normalizeH="0" baseline="0" noProof="0" dirty="0">
                <a:ln>
                  <a:noFill/>
                </a:ln>
                <a:solidFill>
                  <a:sysClr val="windowText" lastClr="000000"/>
                </a:solidFill>
                <a:effectLst/>
                <a:uLnTx/>
                <a:uFillTx/>
                <a:latin typeface="Calibri" panose="020F0502020204030204"/>
                <a:ea typeface="+mn-ea"/>
                <a:cs typeface="+mn-cs"/>
              </a:rPr>
              <a:t>Introduction – Read and annotate: </a:t>
            </a:r>
          </a:p>
        </p:txBody>
      </p:sp>
      <p:sp>
        <p:nvSpPr>
          <p:cNvPr id="16" name="TextBox 15">
            <a:extLst>
              <a:ext uri="{FF2B5EF4-FFF2-40B4-BE49-F238E27FC236}">
                <a16:creationId xmlns:a16="http://schemas.microsoft.com/office/drawing/2014/main" id="{378022C3-5EE6-4474-6F06-B31E2FBA6A01}"/>
              </a:ext>
            </a:extLst>
          </p:cNvPr>
          <p:cNvSpPr txBox="1"/>
          <p:nvPr/>
        </p:nvSpPr>
        <p:spPr>
          <a:xfrm>
            <a:off x="92150" y="2139586"/>
            <a:ext cx="6768000" cy="830997"/>
          </a:xfrm>
          <a:prstGeom prst="rect">
            <a:avLst/>
          </a:prstGeom>
          <a:noFill/>
        </p:spPr>
        <p:txBody>
          <a:bodyPr wrap="square">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eriod"/>
              <a:tabLst/>
              <a:defRPr/>
            </a:pPr>
            <a:r>
              <a:rPr lang="en-US" sz="1200" dirty="0"/>
              <a:t>The </a:t>
            </a:r>
            <a:r>
              <a:rPr lang="en-US" sz="1200" b="1" dirty="0"/>
              <a:t>highest common factor</a:t>
            </a:r>
            <a:r>
              <a:rPr lang="en-US" sz="1200" dirty="0"/>
              <a:t> (HCF), is the biggest number that can divide two (or more) numbers</a:t>
            </a:r>
          </a:p>
          <a:p>
            <a:pPr marL="228600" marR="0" lvl="0" indent="-228600" algn="l" defTabSz="457200" rtl="0" eaLnBrk="1" fontAlgn="auto" latinLnBrk="0" hangingPunct="1">
              <a:lnSpc>
                <a:spcPct val="100000"/>
              </a:lnSpc>
              <a:spcBef>
                <a:spcPts val="0"/>
              </a:spcBef>
              <a:spcAft>
                <a:spcPts val="0"/>
              </a:spcAft>
              <a:buClrTx/>
              <a:buSzTx/>
              <a:buFontTx/>
              <a:buAutoNum type="arabicPeriod"/>
              <a:tabLst/>
              <a:defRPr/>
            </a:pPr>
            <a:r>
              <a:rPr lang="en-US" sz="1200" dirty="0"/>
              <a:t>evenly, with no remainder. Think of it as the largest number that both numbers "share" as a factor. The</a:t>
            </a:r>
          </a:p>
          <a:p>
            <a:pPr marL="228600" marR="0" lvl="0" indent="-228600" algn="l" defTabSz="457200" rtl="0" eaLnBrk="1" fontAlgn="auto" latinLnBrk="0" hangingPunct="1">
              <a:lnSpc>
                <a:spcPct val="100000"/>
              </a:lnSpc>
              <a:spcBef>
                <a:spcPts val="0"/>
              </a:spcBef>
              <a:spcAft>
                <a:spcPts val="0"/>
              </a:spcAft>
              <a:buClrTx/>
              <a:buSzTx/>
              <a:buFontTx/>
              <a:buAutoNum type="arabicPeriod"/>
              <a:tabLst/>
              <a:defRPr/>
            </a:pPr>
            <a:r>
              <a:rPr lang="en-US" sz="1200" dirty="0"/>
              <a:t>HCF is useful for simplifying fractions, dividing things into equal parts, and finding the biggest group</a:t>
            </a:r>
          </a:p>
          <a:p>
            <a:pPr marL="228600" marR="0" lvl="0" indent="-228600" algn="l" defTabSz="457200" rtl="0" eaLnBrk="1" fontAlgn="auto" latinLnBrk="0" hangingPunct="1">
              <a:lnSpc>
                <a:spcPct val="100000"/>
              </a:lnSpc>
              <a:spcBef>
                <a:spcPts val="0"/>
              </a:spcBef>
              <a:spcAft>
                <a:spcPts val="0"/>
              </a:spcAft>
              <a:buClrTx/>
              <a:buSzTx/>
              <a:buFontTx/>
              <a:buAutoNum type="arabicPeriod"/>
              <a:tabLst/>
              <a:defRPr/>
            </a:pPr>
            <a:r>
              <a:rPr lang="en-US" sz="1200" dirty="0"/>
              <a:t>that something can be split into evenly. </a:t>
            </a:r>
            <a:endParaRPr kumimoji="0" lang="en-US" sz="1200" u="none" strike="noStrike" kern="1200" cap="none" spc="0" normalizeH="0" baseline="0" noProof="0" dirty="0">
              <a:ln>
                <a:noFill/>
              </a:ln>
              <a:solidFill>
                <a:sysClr val="windowText" lastClr="00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331699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2">
            <a:extLst>
              <a:ext uri="{FF2B5EF4-FFF2-40B4-BE49-F238E27FC236}">
                <a16:creationId xmlns:a16="http://schemas.microsoft.com/office/drawing/2014/main" id="{7BE6084F-473B-2BDB-B488-65280ADFC1DD}"/>
              </a:ext>
            </a:extLst>
          </p:cNvPr>
          <p:cNvSpPr>
            <a:spLocks noGrp="1"/>
          </p:cNvSpPr>
          <p:nvPr>
            <p:ph type="sldNum" sz="quarter" idx="12"/>
          </p:nvPr>
        </p:nvSpPr>
        <p:spPr>
          <a:xfrm>
            <a:off x="5384318" y="9562176"/>
            <a:ext cx="1543050" cy="527403"/>
          </a:xfrm>
        </p:spPr>
        <p:txBody>
          <a:bodyPr/>
          <a:lstStyle/>
          <a:p>
            <a:fld id="{19F1D9CC-7119-45EC-A96C-D8C0660F3AAB}" type="slidenum">
              <a:rPr lang="en-GB" smtClean="0"/>
              <a:t>16</a:t>
            </a:fld>
            <a:endParaRPr lang="en-GB"/>
          </a:p>
        </p:txBody>
      </p:sp>
      <p:sp>
        <p:nvSpPr>
          <p:cNvPr id="7" name="TextBox 6">
            <a:extLst>
              <a:ext uri="{FF2B5EF4-FFF2-40B4-BE49-F238E27FC236}">
                <a16:creationId xmlns:a16="http://schemas.microsoft.com/office/drawing/2014/main" id="{392D712E-5DFC-A48B-6798-AEECB7205678}"/>
              </a:ext>
            </a:extLst>
          </p:cNvPr>
          <p:cNvSpPr txBox="1"/>
          <p:nvPr/>
        </p:nvSpPr>
        <p:spPr>
          <a:xfrm>
            <a:off x="1261803" y="255272"/>
            <a:ext cx="4853636" cy="276999"/>
          </a:xfrm>
          <a:prstGeom prst="rect">
            <a:avLst/>
          </a:prstGeom>
          <a:noFill/>
        </p:spPr>
        <p:txBody>
          <a:bodyPr wrap="none" rtlCol="0">
            <a:spAutoFit/>
          </a:bodyPr>
          <a:lstStyle/>
          <a:p>
            <a:r>
              <a:rPr lang="en-US" sz="1200" dirty="0"/>
              <a:t>1. Work out the highest common factor of the following pairs of numbers:</a:t>
            </a:r>
            <a:endParaRPr lang="en-GB" sz="1200" dirty="0"/>
          </a:p>
        </p:txBody>
      </p:sp>
      <p:graphicFrame>
        <p:nvGraphicFramePr>
          <p:cNvPr id="8" name="Table 3">
            <a:extLst>
              <a:ext uri="{FF2B5EF4-FFF2-40B4-BE49-F238E27FC236}">
                <a16:creationId xmlns:a16="http://schemas.microsoft.com/office/drawing/2014/main" id="{1C9129CA-0F38-7F7D-B612-5E3572B5B498}"/>
              </a:ext>
            </a:extLst>
          </p:cNvPr>
          <p:cNvGraphicFramePr>
            <a:graphicFrameLocks noGrp="1"/>
          </p:cNvGraphicFramePr>
          <p:nvPr/>
        </p:nvGraphicFramePr>
        <p:xfrm>
          <a:off x="123849" y="595725"/>
          <a:ext cx="6610305" cy="9072000"/>
        </p:xfrm>
        <a:graphic>
          <a:graphicData uri="http://schemas.openxmlformats.org/drawingml/2006/table">
            <a:tbl>
              <a:tblPr firstRow="1" bandRow="1"/>
              <a:tblGrid>
                <a:gridCol w="2203435">
                  <a:extLst>
                    <a:ext uri="{9D8B030D-6E8A-4147-A177-3AD203B41FA5}">
                      <a16:colId xmlns:a16="http://schemas.microsoft.com/office/drawing/2014/main" val="2020976862"/>
                    </a:ext>
                  </a:extLst>
                </a:gridCol>
                <a:gridCol w="2203435">
                  <a:extLst>
                    <a:ext uri="{9D8B030D-6E8A-4147-A177-3AD203B41FA5}">
                      <a16:colId xmlns:a16="http://schemas.microsoft.com/office/drawing/2014/main" val="3640026896"/>
                    </a:ext>
                  </a:extLst>
                </a:gridCol>
                <a:gridCol w="2203435">
                  <a:extLst>
                    <a:ext uri="{9D8B030D-6E8A-4147-A177-3AD203B41FA5}">
                      <a16:colId xmlns:a16="http://schemas.microsoft.com/office/drawing/2014/main" val="2169981925"/>
                    </a:ext>
                  </a:extLst>
                </a:gridCol>
              </a:tblGrid>
              <a:tr h="1296000">
                <a:tc>
                  <a:txBody>
                    <a:bodyPr/>
                    <a:lstStyle/>
                    <a:p>
                      <a:r>
                        <a:rPr lang="en-GB" sz="1200" dirty="0"/>
                        <a:t>a) 4 and 14</a:t>
                      </a:r>
                    </a:p>
                    <a:p>
                      <a:endParaRPr lang="en-GB" sz="1200" dirty="0"/>
                    </a:p>
                    <a:p>
                      <a:endParaRPr lang="en-GB" sz="1200" dirty="0"/>
                    </a:p>
                    <a:p>
                      <a:endParaRPr lang="en-GB" sz="1200" dirty="0"/>
                    </a:p>
                  </a:txBody>
                  <a:tcPr/>
                </a:tc>
                <a:tc>
                  <a:txBody>
                    <a:bodyPr/>
                    <a:lstStyle/>
                    <a:p>
                      <a:r>
                        <a:rPr lang="en-GB" sz="1200" dirty="0"/>
                        <a:t>b) 6 and 14</a:t>
                      </a:r>
                    </a:p>
                  </a:txBody>
                  <a:tcPr/>
                </a:tc>
                <a:tc>
                  <a:txBody>
                    <a:bodyPr/>
                    <a:lstStyle/>
                    <a:p>
                      <a:r>
                        <a:rPr lang="en-GB" sz="1200" dirty="0"/>
                        <a:t>c) 6 and 9</a:t>
                      </a:r>
                    </a:p>
                  </a:txBody>
                  <a:tcPr/>
                </a:tc>
                <a:extLst>
                  <a:ext uri="{0D108BD9-81ED-4DB2-BD59-A6C34878D82A}">
                    <a16:rowId xmlns:a16="http://schemas.microsoft.com/office/drawing/2014/main" val="704987828"/>
                  </a:ext>
                </a:extLst>
              </a:tr>
              <a:tr h="1296000">
                <a:tc>
                  <a:txBody>
                    <a:bodyPr/>
                    <a:lstStyle/>
                    <a:p>
                      <a:r>
                        <a:rPr lang="en-GB" sz="1200" dirty="0"/>
                        <a:t>d) 9 and 21</a:t>
                      </a:r>
                    </a:p>
                    <a:p>
                      <a:endParaRPr lang="en-GB" sz="1200" dirty="0"/>
                    </a:p>
                    <a:p>
                      <a:endParaRPr lang="en-GB" sz="1200" dirty="0"/>
                    </a:p>
                    <a:p>
                      <a:endParaRPr lang="en-GB" sz="1200" dirty="0"/>
                    </a:p>
                    <a:p>
                      <a:endParaRPr lang="en-GB" sz="1200" dirty="0"/>
                    </a:p>
                    <a:p>
                      <a:endParaRPr lang="en-GB" sz="1200" dirty="0"/>
                    </a:p>
                  </a:txBody>
                  <a:tcPr/>
                </a:tc>
                <a:tc>
                  <a:txBody>
                    <a:bodyPr/>
                    <a:lstStyle/>
                    <a:p>
                      <a:r>
                        <a:rPr lang="en-GB" sz="1200" dirty="0"/>
                        <a:t>e) 6 and 15</a:t>
                      </a:r>
                    </a:p>
                  </a:txBody>
                  <a:tcPr/>
                </a:tc>
                <a:tc>
                  <a:txBody>
                    <a:bodyPr/>
                    <a:lstStyle/>
                    <a:p>
                      <a:r>
                        <a:rPr lang="en-GB" sz="1200" dirty="0"/>
                        <a:t>f) 10 and 17</a:t>
                      </a:r>
                    </a:p>
                  </a:txBody>
                  <a:tcPr/>
                </a:tc>
                <a:extLst>
                  <a:ext uri="{0D108BD9-81ED-4DB2-BD59-A6C34878D82A}">
                    <a16:rowId xmlns:a16="http://schemas.microsoft.com/office/drawing/2014/main" val="1225368203"/>
                  </a:ext>
                </a:extLst>
              </a:tr>
              <a:tr h="1296000">
                <a:tc>
                  <a:txBody>
                    <a:bodyPr/>
                    <a:lstStyle/>
                    <a:p>
                      <a:r>
                        <a:rPr lang="en-GB" sz="1200" dirty="0"/>
                        <a:t>g) 30 and 45</a:t>
                      </a:r>
                    </a:p>
                    <a:p>
                      <a:endParaRPr lang="en-GB" sz="1200" dirty="0"/>
                    </a:p>
                    <a:p>
                      <a:endParaRPr lang="en-GB" sz="1200" dirty="0"/>
                    </a:p>
                    <a:p>
                      <a:endParaRPr lang="en-GB" sz="1200" dirty="0"/>
                    </a:p>
                    <a:p>
                      <a:endParaRPr lang="en-GB" sz="1200" dirty="0"/>
                    </a:p>
                  </a:txBody>
                  <a:tcPr/>
                </a:tc>
                <a:tc>
                  <a:txBody>
                    <a:bodyPr/>
                    <a:lstStyle/>
                    <a:p>
                      <a:r>
                        <a:rPr lang="en-GB" sz="1200" dirty="0"/>
                        <a:t>h) 40 and 60</a:t>
                      </a:r>
                    </a:p>
                  </a:txBody>
                  <a:tcPr/>
                </a:tc>
                <a:tc>
                  <a:txBody>
                    <a:bodyPr/>
                    <a:lstStyle/>
                    <a:p>
                      <a:r>
                        <a:rPr lang="en-GB" sz="1200" dirty="0" err="1"/>
                        <a:t>i</a:t>
                      </a:r>
                      <a:r>
                        <a:rPr lang="en-GB" sz="1200" dirty="0"/>
                        <a:t>) 28 and 63</a:t>
                      </a:r>
                    </a:p>
                  </a:txBody>
                  <a:tcPr/>
                </a:tc>
                <a:extLst>
                  <a:ext uri="{0D108BD9-81ED-4DB2-BD59-A6C34878D82A}">
                    <a16:rowId xmlns:a16="http://schemas.microsoft.com/office/drawing/2014/main" val="642972422"/>
                  </a:ext>
                </a:extLst>
              </a:tr>
              <a:tr h="1296000">
                <a:tc>
                  <a:txBody>
                    <a:bodyPr/>
                    <a:lstStyle/>
                    <a:p>
                      <a:r>
                        <a:rPr lang="en-GB" sz="1200" dirty="0"/>
                        <a:t>j) 24 and 36</a:t>
                      </a:r>
                    </a:p>
                  </a:txBody>
                  <a:tcPr/>
                </a:tc>
                <a:tc>
                  <a:txBody>
                    <a:bodyPr/>
                    <a:lstStyle/>
                    <a:p>
                      <a:r>
                        <a:rPr lang="en-GB" sz="1200" dirty="0"/>
                        <a:t>k) 16 and 28</a:t>
                      </a:r>
                    </a:p>
                  </a:txBody>
                  <a:tcPr/>
                </a:tc>
                <a:tc>
                  <a:txBody>
                    <a:bodyPr/>
                    <a:lstStyle/>
                    <a:p>
                      <a:r>
                        <a:rPr lang="en-GB" sz="1200" dirty="0"/>
                        <a:t>l) 18 and 45</a:t>
                      </a:r>
                    </a:p>
                  </a:txBody>
                  <a:tcPr/>
                </a:tc>
                <a:extLst>
                  <a:ext uri="{0D108BD9-81ED-4DB2-BD59-A6C34878D82A}">
                    <a16:rowId xmlns:a16="http://schemas.microsoft.com/office/drawing/2014/main" val="474703990"/>
                  </a:ext>
                </a:extLst>
              </a:tr>
              <a:tr h="1296000">
                <a:tc>
                  <a:txBody>
                    <a:bodyPr/>
                    <a:lstStyle/>
                    <a:p>
                      <a:r>
                        <a:rPr lang="en-GB" sz="1200" dirty="0"/>
                        <a:t>m) 150 and 200</a:t>
                      </a:r>
                    </a:p>
                  </a:txBody>
                  <a:tcPr/>
                </a:tc>
                <a:tc>
                  <a:txBody>
                    <a:bodyPr/>
                    <a:lstStyle/>
                    <a:p>
                      <a:r>
                        <a:rPr lang="en-GB" sz="1200" dirty="0"/>
                        <a:t>n) 12 and 54</a:t>
                      </a:r>
                    </a:p>
                  </a:txBody>
                  <a:tcPr/>
                </a:tc>
                <a:tc>
                  <a:txBody>
                    <a:bodyPr/>
                    <a:lstStyle/>
                    <a:p>
                      <a:r>
                        <a:rPr lang="en-GB" sz="1200" dirty="0"/>
                        <a:t>o) 90 and 270</a:t>
                      </a:r>
                    </a:p>
                  </a:txBody>
                  <a:tcPr/>
                </a:tc>
                <a:extLst>
                  <a:ext uri="{0D108BD9-81ED-4DB2-BD59-A6C34878D82A}">
                    <a16:rowId xmlns:a16="http://schemas.microsoft.com/office/drawing/2014/main" val="431859113"/>
                  </a:ext>
                </a:extLst>
              </a:tr>
              <a:tr h="1296000">
                <a:tc>
                  <a:txBody>
                    <a:bodyPr/>
                    <a:lstStyle/>
                    <a:p>
                      <a:r>
                        <a:rPr lang="en-GB" sz="1200" dirty="0">
                          <a:solidFill>
                            <a:schemeClr val="tx1"/>
                          </a:solidFill>
                        </a:rPr>
                        <a:t>p) 39 and 65</a:t>
                      </a:r>
                    </a:p>
                  </a:txBody>
                  <a:tcPr/>
                </a:tc>
                <a:tc>
                  <a:txBody>
                    <a:bodyPr/>
                    <a:lstStyle/>
                    <a:p>
                      <a:r>
                        <a:rPr lang="en-GB" sz="1200" dirty="0">
                          <a:solidFill>
                            <a:schemeClr val="tx1"/>
                          </a:solidFill>
                        </a:rPr>
                        <a:t>q) 12 and 1</a:t>
                      </a:r>
                    </a:p>
                  </a:txBody>
                  <a:tcPr/>
                </a:tc>
                <a:tc>
                  <a:txBody>
                    <a:bodyPr/>
                    <a:lstStyle/>
                    <a:p>
                      <a:r>
                        <a:rPr lang="en-GB" sz="1200" dirty="0">
                          <a:solidFill>
                            <a:schemeClr val="tx1"/>
                          </a:solidFill>
                        </a:rPr>
                        <a:t>r) 12 and 2</a:t>
                      </a:r>
                    </a:p>
                  </a:txBody>
                  <a:tcPr/>
                </a:tc>
                <a:extLst>
                  <a:ext uri="{0D108BD9-81ED-4DB2-BD59-A6C34878D82A}">
                    <a16:rowId xmlns:a16="http://schemas.microsoft.com/office/drawing/2014/main" val="784919820"/>
                  </a:ext>
                </a:extLst>
              </a:tr>
              <a:tr h="1296000">
                <a:tc>
                  <a:txBody>
                    <a:bodyPr/>
                    <a:lstStyle/>
                    <a:p>
                      <a:r>
                        <a:rPr lang="en-GB" sz="1200" dirty="0">
                          <a:solidFill>
                            <a:schemeClr val="tx1"/>
                          </a:solidFill>
                        </a:rPr>
                        <a:t>s) 12 and 3</a:t>
                      </a:r>
                    </a:p>
                  </a:txBody>
                  <a:tcPr/>
                </a:tc>
                <a:tc>
                  <a:txBody>
                    <a:bodyPr/>
                    <a:lstStyle/>
                    <a:p>
                      <a:r>
                        <a:rPr lang="en-GB" sz="1200" dirty="0">
                          <a:solidFill>
                            <a:schemeClr val="tx1"/>
                          </a:solidFill>
                        </a:rPr>
                        <a:t>t) 12 and 4</a:t>
                      </a:r>
                    </a:p>
                  </a:txBody>
                  <a:tcPr/>
                </a:tc>
                <a:tc>
                  <a:txBody>
                    <a:bodyPr/>
                    <a:lstStyle/>
                    <a:p>
                      <a:r>
                        <a:rPr lang="en-GB" sz="1200" dirty="0">
                          <a:solidFill>
                            <a:schemeClr val="tx1"/>
                          </a:solidFill>
                        </a:rPr>
                        <a:t>u) 12 and 5</a:t>
                      </a:r>
                    </a:p>
                  </a:txBody>
                  <a:tcPr/>
                </a:tc>
                <a:extLst>
                  <a:ext uri="{0D108BD9-81ED-4DB2-BD59-A6C34878D82A}">
                    <a16:rowId xmlns:a16="http://schemas.microsoft.com/office/drawing/2014/main" val="4038774263"/>
                  </a:ext>
                </a:extLst>
              </a:tr>
            </a:tbl>
          </a:graphicData>
        </a:graphic>
      </p:graphicFrame>
      <p:sp>
        <p:nvSpPr>
          <p:cNvPr id="9" name="Rectangle 8">
            <a:extLst>
              <a:ext uri="{FF2B5EF4-FFF2-40B4-BE49-F238E27FC236}">
                <a16:creationId xmlns:a16="http://schemas.microsoft.com/office/drawing/2014/main" id="{8D6AD9CC-20FE-F3A2-1EBF-6BB3AEBDC048}"/>
              </a:ext>
            </a:extLst>
          </p:cNvPr>
          <p:cNvSpPr/>
          <p:nvPr/>
        </p:nvSpPr>
        <p:spPr>
          <a:xfrm>
            <a:off x="123849" y="129845"/>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t>Independent Practice</a:t>
            </a:r>
          </a:p>
        </p:txBody>
      </p:sp>
    </p:spTree>
    <p:extLst>
      <p:ext uri="{BB962C8B-B14F-4D97-AF65-F5344CB8AC3E}">
        <p14:creationId xmlns:p14="http://schemas.microsoft.com/office/powerpoint/2010/main" val="17057402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3">
            <a:extLst>
              <a:ext uri="{FF2B5EF4-FFF2-40B4-BE49-F238E27FC236}">
                <a16:creationId xmlns:a16="http://schemas.microsoft.com/office/drawing/2014/main" id="{8695FC87-8B73-6177-904E-AD747537D19E}"/>
              </a:ext>
            </a:extLst>
          </p:cNvPr>
          <p:cNvGraphicFramePr>
            <a:graphicFrameLocks/>
          </p:cNvGraphicFramePr>
          <p:nvPr/>
        </p:nvGraphicFramePr>
        <p:xfrm>
          <a:off x="281763" y="584971"/>
          <a:ext cx="6294474" cy="8991566"/>
        </p:xfrm>
        <a:graphic>
          <a:graphicData uri="http://schemas.openxmlformats.org/drawingml/2006/table">
            <a:tbl>
              <a:tblPr firstRow="1" bandRow="1"/>
              <a:tblGrid>
                <a:gridCol w="6294474">
                  <a:extLst>
                    <a:ext uri="{9D8B030D-6E8A-4147-A177-3AD203B41FA5}">
                      <a16:colId xmlns:a16="http://schemas.microsoft.com/office/drawing/2014/main" val="2020976862"/>
                    </a:ext>
                  </a:extLst>
                </a:gridCol>
              </a:tblGrid>
              <a:tr h="68398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a) A PE teacher has to organise two year groups into netball teams, each separately. Year 7 has 70 students and Year 8 has 98 students. If each year group must be split equally into teams of all the same size, what is the largest team size she can use?</a:t>
                      </a:r>
                    </a:p>
                  </a:txBody>
                  <a:tcPr/>
                </a:tc>
                <a:extLst>
                  <a:ext uri="{0D108BD9-81ED-4DB2-BD59-A6C34878D82A}">
                    <a16:rowId xmlns:a16="http://schemas.microsoft.com/office/drawing/2014/main" val="1551615927"/>
                  </a:ext>
                </a:extLst>
              </a:tr>
              <a:tr h="1548000">
                <a:tc>
                  <a:txBody>
                    <a:bodyPr/>
                    <a:lstStyle/>
                    <a:p>
                      <a:endParaRPr lang="en-GB" sz="1200" dirty="0"/>
                    </a:p>
                  </a:txBody>
                  <a:tcPr/>
                </a:tc>
                <a:extLst>
                  <a:ext uri="{0D108BD9-81ED-4DB2-BD59-A6C34878D82A}">
                    <a16:rowId xmlns:a16="http://schemas.microsoft.com/office/drawing/2014/main" val="3177936791"/>
                  </a:ext>
                </a:extLst>
              </a:tr>
              <a:tr h="670724">
                <a:tc>
                  <a:txBody>
                    <a:bodyPr/>
                    <a:lstStyle/>
                    <a:p>
                      <a:r>
                        <a:rPr lang="en-GB" sz="1200" dirty="0"/>
                        <a:t>b) Alannah has two lengths of ribbon. One length of ribbon is 36cm long and the other length is 45cm long. Alannah wants to cut lengths of ribbon into shorter lengths that are of equal length. Alannah does not want any ribbon left over. What is the longest possible length for each of the shorter lengths of ribbon?</a:t>
                      </a:r>
                    </a:p>
                  </a:txBody>
                  <a:tcPr/>
                </a:tc>
                <a:extLst>
                  <a:ext uri="{0D108BD9-81ED-4DB2-BD59-A6C34878D82A}">
                    <a16:rowId xmlns:a16="http://schemas.microsoft.com/office/drawing/2014/main" val="2880425212"/>
                  </a:ext>
                </a:extLst>
              </a:tr>
              <a:tr h="1476000">
                <a:tc>
                  <a:txBody>
                    <a:bodyPr/>
                    <a:lstStyle/>
                    <a:p>
                      <a:endParaRPr lang="en-GB" sz="1200" dirty="0"/>
                    </a:p>
                  </a:txBody>
                  <a:tcPr/>
                </a:tc>
                <a:extLst>
                  <a:ext uri="{0D108BD9-81ED-4DB2-BD59-A6C34878D82A}">
                    <a16:rowId xmlns:a16="http://schemas.microsoft.com/office/drawing/2014/main" val="1123347206"/>
                  </a:ext>
                </a:extLst>
              </a:tr>
              <a:tr h="719794">
                <a:tc>
                  <a:txBody>
                    <a:bodyPr/>
                    <a:lstStyle/>
                    <a:p>
                      <a:r>
                        <a:rPr lang="en-GB" sz="1200" dirty="0"/>
                        <a:t>c) Helen thinks of two numbers. The highest common factor of her two numbers is 5. The lowest common multiple of her two numbers is a multiple of 12. Write down two possible numbers that Helen could be thinking of.</a:t>
                      </a:r>
                    </a:p>
                  </a:txBody>
                  <a:tcPr/>
                </a:tc>
                <a:extLst>
                  <a:ext uri="{0D108BD9-81ED-4DB2-BD59-A6C34878D82A}">
                    <a16:rowId xmlns:a16="http://schemas.microsoft.com/office/drawing/2014/main" val="3850093820"/>
                  </a:ext>
                </a:extLst>
              </a:tr>
              <a:tr h="1548000">
                <a:tc>
                  <a:txBody>
                    <a:bodyPr/>
                    <a:lstStyle/>
                    <a:p>
                      <a:pPr algn="ctr"/>
                      <a:endParaRPr lang="en-GB" sz="1200" b="1" dirty="0">
                        <a:solidFill>
                          <a:srgbClr val="FF0000"/>
                        </a:solidFill>
                      </a:endParaRPr>
                    </a:p>
                  </a:txBody>
                  <a:tcPr/>
                </a:tc>
                <a:extLst>
                  <a:ext uri="{0D108BD9-81ED-4DB2-BD59-A6C34878D82A}">
                    <a16:rowId xmlns:a16="http://schemas.microsoft.com/office/drawing/2014/main" val="998924958"/>
                  </a:ext>
                </a:extLst>
              </a:tr>
              <a:tr h="644829">
                <a:tc>
                  <a:txBody>
                    <a:bodyPr/>
                    <a:lstStyle/>
                    <a:p>
                      <a:r>
                        <a:rPr lang="en-GB" sz="1200" dirty="0"/>
                        <a:t>d) Lenny wants to cut identical squares, as big as he can, from a piece of paper measuring 168mm by 196mm. What is the length of each square?</a:t>
                      </a:r>
                    </a:p>
                  </a:txBody>
                  <a:tcPr/>
                </a:tc>
                <a:extLst>
                  <a:ext uri="{0D108BD9-81ED-4DB2-BD59-A6C34878D82A}">
                    <a16:rowId xmlns:a16="http://schemas.microsoft.com/office/drawing/2014/main" val="1102448664"/>
                  </a:ext>
                </a:extLst>
              </a:tr>
              <a:tr h="1548000">
                <a:tc>
                  <a:txBody>
                    <a:bodyPr/>
                    <a:lstStyle/>
                    <a:p>
                      <a:endParaRPr lang="en-GB" sz="1200" dirty="0"/>
                    </a:p>
                  </a:txBody>
                  <a:tcPr/>
                </a:tc>
                <a:extLst>
                  <a:ext uri="{0D108BD9-81ED-4DB2-BD59-A6C34878D82A}">
                    <a16:rowId xmlns:a16="http://schemas.microsoft.com/office/drawing/2014/main" val="751901507"/>
                  </a:ext>
                </a:extLst>
              </a:tr>
            </a:tbl>
          </a:graphicData>
        </a:graphic>
      </p:graphicFrame>
      <p:sp>
        <p:nvSpPr>
          <p:cNvPr id="2" name="Slide Number Placeholder 1">
            <a:extLst>
              <a:ext uri="{FF2B5EF4-FFF2-40B4-BE49-F238E27FC236}">
                <a16:creationId xmlns:a16="http://schemas.microsoft.com/office/drawing/2014/main" id="{8D148D99-0FAE-1402-A913-0F4746587579}"/>
              </a:ext>
            </a:extLst>
          </p:cNvPr>
          <p:cNvSpPr>
            <a:spLocks noGrp="1"/>
          </p:cNvSpPr>
          <p:nvPr>
            <p:ph type="sldNum" sz="quarter" idx="12"/>
          </p:nvPr>
        </p:nvSpPr>
        <p:spPr>
          <a:xfrm>
            <a:off x="5314950" y="9445098"/>
            <a:ext cx="1543050" cy="527403"/>
          </a:xfrm>
        </p:spPr>
        <p:txBody>
          <a:bodyPr/>
          <a:lstStyle/>
          <a:p>
            <a:fld id="{086C3A38-D272-42AA-9C88-F1FBEAE20D2C}" type="slidenum">
              <a:rPr lang="en-GB" smtClean="0"/>
              <a:t>17</a:t>
            </a:fld>
            <a:endParaRPr lang="en-GB" dirty="0"/>
          </a:p>
        </p:txBody>
      </p:sp>
      <p:sp>
        <p:nvSpPr>
          <p:cNvPr id="3" name="TextBox 2">
            <a:extLst>
              <a:ext uri="{FF2B5EF4-FFF2-40B4-BE49-F238E27FC236}">
                <a16:creationId xmlns:a16="http://schemas.microsoft.com/office/drawing/2014/main" id="{919E5DF3-2F20-6337-61E1-B3AF27E2E6B9}"/>
              </a:ext>
            </a:extLst>
          </p:cNvPr>
          <p:cNvSpPr txBox="1"/>
          <p:nvPr/>
        </p:nvSpPr>
        <p:spPr>
          <a:xfrm>
            <a:off x="239233" y="197200"/>
            <a:ext cx="5881079" cy="276999"/>
          </a:xfrm>
          <a:prstGeom prst="rect">
            <a:avLst/>
          </a:prstGeom>
          <a:noFill/>
        </p:spPr>
        <p:txBody>
          <a:bodyPr wrap="square" rtlCol="0">
            <a:spAutoFit/>
          </a:bodyPr>
          <a:lstStyle/>
          <a:p>
            <a:r>
              <a:rPr lang="en-GB" sz="1200" dirty="0"/>
              <a:t>2. Answer the following questions:</a:t>
            </a:r>
          </a:p>
        </p:txBody>
      </p:sp>
    </p:spTree>
    <p:extLst>
      <p:ext uri="{BB962C8B-B14F-4D97-AF65-F5344CB8AC3E}">
        <p14:creationId xmlns:p14="http://schemas.microsoft.com/office/powerpoint/2010/main" val="27414175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3">
            <a:extLst>
              <a:ext uri="{FF2B5EF4-FFF2-40B4-BE49-F238E27FC236}">
                <a16:creationId xmlns:a16="http://schemas.microsoft.com/office/drawing/2014/main" id="{8695FC87-8B73-6177-904E-AD747537D19E}"/>
              </a:ext>
            </a:extLst>
          </p:cNvPr>
          <p:cNvGraphicFramePr>
            <a:graphicFrameLocks/>
          </p:cNvGraphicFramePr>
          <p:nvPr/>
        </p:nvGraphicFramePr>
        <p:xfrm>
          <a:off x="297805" y="308181"/>
          <a:ext cx="6294474" cy="9277959"/>
        </p:xfrm>
        <a:graphic>
          <a:graphicData uri="http://schemas.openxmlformats.org/drawingml/2006/table">
            <a:tbl>
              <a:tblPr firstRow="1" bandRow="1"/>
              <a:tblGrid>
                <a:gridCol w="6294474">
                  <a:extLst>
                    <a:ext uri="{9D8B030D-6E8A-4147-A177-3AD203B41FA5}">
                      <a16:colId xmlns:a16="http://schemas.microsoft.com/office/drawing/2014/main" val="2020976862"/>
                    </a:ext>
                  </a:extLst>
                </a:gridCol>
              </a:tblGrid>
              <a:tr h="68398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e) Olivia thinks of two numbers. The LCM of the two numbers is 36. The HCF of the two numbers is 3. Both numbers are less than 5. Write down two possible numbers that Olivia could be thinking of.</a:t>
                      </a:r>
                    </a:p>
                  </a:txBody>
                  <a:tcPr/>
                </a:tc>
                <a:extLst>
                  <a:ext uri="{0D108BD9-81ED-4DB2-BD59-A6C34878D82A}">
                    <a16:rowId xmlns:a16="http://schemas.microsoft.com/office/drawing/2014/main" val="1551615927"/>
                  </a:ext>
                </a:extLst>
              </a:tr>
              <a:tr h="1512000">
                <a:tc>
                  <a:txBody>
                    <a:bodyPr/>
                    <a:lstStyle/>
                    <a:p>
                      <a:endParaRPr lang="en-GB" sz="1200" dirty="0"/>
                    </a:p>
                  </a:txBody>
                  <a:tcPr/>
                </a:tc>
                <a:extLst>
                  <a:ext uri="{0D108BD9-81ED-4DB2-BD59-A6C34878D82A}">
                    <a16:rowId xmlns:a16="http://schemas.microsoft.com/office/drawing/2014/main" val="3177936791"/>
                  </a:ext>
                </a:extLst>
              </a:tr>
              <a:tr h="780858">
                <a:tc>
                  <a:txBody>
                    <a:bodyPr/>
                    <a:lstStyle/>
                    <a:p>
                      <a:r>
                        <a:rPr lang="en-GB" sz="1200" dirty="0"/>
                        <a:t>f) Niamh thinks of a number. The HCF of the two numbers is 8. The lowest common multiple of the two numbers is a multiple of 5. Write down two possible numbers Niamh could be thinking of.</a:t>
                      </a:r>
                    </a:p>
                  </a:txBody>
                  <a:tcPr/>
                </a:tc>
                <a:extLst>
                  <a:ext uri="{0D108BD9-81ED-4DB2-BD59-A6C34878D82A}">
                    <a16:rowId xmlns:a16="http://schemas.microsoft.com/office/drawing/2014/main" val="2880425212"/>
                  </a:ext>
                </a:extLst>
              </a:tr>
              <a:tr h="1512000">
                <a:tc>
                  <a:txBody>
                    <a:bodyPr/>
                    <a:lstStyle/>
                    <a:p>
                      <a:endParaRPr lang="en-GB" sz="1200" dirty="0"/>
                    </a:p>
                  </a:txBody>
                  <a:tcPr/>
                </a:tc>
                <a:extLst>
                  <a:ext uri="{0D108BD9-81ED-4DB2-BD59-A6C34878D82A}">
                    <a16:rowId xmlns:a16="http://schemas.microsoft.com/office/drawing/2014/main" val="1123347206"/>
                  </a:ext>
                </a:extLst>
              </a:tr>
              <a:tr h="882559">
                <a:tc>
                  <a:txBody>
                    <a:bodyPr/>
                    <a:lstStyle/>
                    <a:p>
                      <a:r>
                        <a:rPr lang="en-GB" sz="1200" dirty="0"/>
                        <a:t>g) Here are some properties of a number:</a:t>
                      </a:r>
                    </a:p>
                    <a:p>
                      <a:r>
                        <a:rPr lang="en-GB" sz="1200" dirty="0"/>
                        <a:t>It is a common factor of 288 and 360. It is a common multiple of 4 and 6. It is larger than 25. </a:t>
                      </a:r>
                    </a:p>
                    <a:p>
                      <a:r>
                        <a:rPr lang="en-GB" sz="1200" dirty="0"/>
                        <a:t>Find the two possible numbers with these properties.</a:t>
                      </a:r>
                    </a:p>
                  </a:txBody>
                  <a:tcPr/>
                </a:tc>
                <a:extLst>
                  <a:ext uri="{0D108BD9-81ED-4DB2-BD59-A6C34878D82A}">
                    <a16:rowId xmlns:a16="http://schemas.microsoft.com/office/drawing/2014/main" val="3850093820"/>
                  </a:ext>
                </a:extLst>
              </a:tr>
              <a:tr h="1512000">
                <a:tc>
                  <a:txBody>
                    <a:bodyPr/>
                    <a:lstStyle/>
                    <a:p>
                      <a:pPr algn="ctr"/>
                      <a:endParaRPr lang="en-GB" sz="1200" b="1" dirty="0">
                        <a:solidFill>
                          <a:srgbClr val="FF0000"/>
                        </a:solidFill>
                      </a:endParaRPr>
                    </a:p>
                  </a:txBody>
                  <a:tcPr/>
                </a:tc>
                <a:extLst>
                  <a:ext uri="{0D108BD9-81ED-4DB2-BD59-A6C34878D82A}">
                    <a16:rowId xmlns:a16="http://schemas.microsoft.com/office/drawing/2014/main" val="998924958"/>
                  </a:ext>
                </a:extLst>
              </a:tr>
              <a:tr h="882559">
                <a:tc>
                  <a:txBody>
                    <a:bodyPr/>
                    <a:lstStyle/>
                    <a:p>
                      <a:r>
                        <a:rPr lang="en-GB" sz="1200" dirty="0"/>
                        <a:t>h) Kenny is thinking of two numbers greater than 10. He says: ”The highest common factor (HCF) of my two numbers is 7. The lowest common multiple (LCM) of my two numbers is 84” Write down the two numbers that Kenny is thinking of. </a:t>
                      </a:r>
                    </a:p>
                  </a:txBody>
                  <a:tcPr/>
                </a:tc>
                <a:extLst>
                  <a:ext uri="{0D108BD9-81ED-4DB2-BD59-A6C34878D82A}">
                    <a16:rowId xmlns:a16="http://schemas.microsoft.com/office/drawing/2014/main" val="1102448664"/>
                  </a:ext>
                </a:extLst>
              </a:tr>
              <a:tr h="1512000">
                <a:tc>
                  <a:txBody>
                    <a:bodyPr/>
                    <a:lstStyle/>
                    <a:p>
                      <a:endParaRPr lang="en-GB" sz="1200" dirty="0"/>
                    </a:p>
                  </a:txBody>
                  <a:tcPr/>
                </a:tc>
                <a:extLst>
                  <a:ext uri="{0D108BD9-81ED-4DB2-BD59-A6C34878D82A}">
                    <a16:rowId xmlns:a16="http://schemas.microsoft.com/office/drawing/2014/main" val="751901507"/>
                  </a:ext>
                </a:extLst>
              </a:tr>
            </a:tbl>
          </a:graphicData>
        </a:graphic>
      </p:graphicFrame>
      <p:sp>
        <p:nvSpPr>
          <p:cNvPr id="2" name="Slide Number Placeholder 1">
            <a:extLst>
              <a:ext uri="{FF2B5EF4-FFF2-40B4-BE49-F238E27FC236}">
                <a16:creationId xmlns:a16="http://schemas.microsoft.com/office/drawing/2014/main" id="{8D148D99-0FAE-1402-A913-0F4746587579}"/>
              </a:ext>
            </a:extLst>
          </p:cNvPr>
          <p:cNvSpPr>
            <a:spLocks noGrp="1"/>
          </p:cNvSpPr>
          <p:nvPr>
            <p:ph type="sldNum" sz="quarter" idx="12"/>
          </p:nvPr>
        </p:nvSpPr>
        <p:spPr>
          <a:xfrm>
            <a:off x="5314950" y="9491250"/>
            <a:ext cx="1543050" cy="527403"/>
          </a:xfrm>
        </p:spPr>
        <p:txBody>
          <a:bodyPr/>
          <a:lstStyle/>
          <a:p>
            <a:fld id="{086C3A38-D272-42AA-9C88-F1FBEAE20D2C}" type="slidenum">
              <a:rPr lang="en-GB" smtClean="0"/>
              <a:t>18</a:t>
            </a:fld>
            <a:endParaRPr lang="en-GB" dirty="0"/>
          </a:p>
        </p:txBody>
      </p:sp>
    </p:spTree>
    <p:extLst>
      <p:ext uri="{BB962C8B-B14F-4D97-AF65-F5344CB8AC3E}">
        <p14:creationId xmlns:p14="http://schemas.microsoft.com/office/powerpoint/2010/main" val="7215181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EB31203-9840-BF41-BC21-9BBDC9FD889E}"/>
              </a:ext>
            </a:extLst>
          </p:cNvPr>
          <p:cNvSpPr/>
          <p:nvPr/>
        </p:nvSpPr>
        <p:spPr>
          <a:xfrm>
            <a:off x="62231" y="349311"/>
            <a:ext cx="6728829" cy="202794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ysClr val="windowText" lastClr="000000"/>
              </a:solidFill>
            </a:endParaRPr>
          </a:p>
        </p:txBody>
      </p:sp>
      <p:sp>
        <p:nvSpPr>
          <p:cNvPr id="4" name="Rectangle 3">
            <a:extLst>
              <a:ext uri="{FF2B5EF4-FFF2-40B4-BE49-F238E27FC236}">
                <a16:creationId xmlns:a16="http://schemas.microsoft.com/office/drawing/2014/main" id="{1EED420E-C5C3-084E-AD63-09BFD36770FC}"/>
              </a:ext>
            </a:extLst>
          </p:cNvPr>
          <p:cNvSpPr/>
          <p:nvPr/>
        </p:nvSpPr>
        <p:spPr>
          <a:xfrm>
            <a:off x="-2618" y="3326"/>
            <a:ext cx="6858000" cy="2880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Subtopic 4 – Prime Numbers and Prime Factor Decomposition</a:t>
            </a:r>
          </a:p>
        </p:txBody>
      </p:sp>
      <p:sp>
        <p:nvSpPr>
          <p:cNvPr id="5" name="TextBox 4">
            <a:extLst>
              <a:ext uri="{FF2B5EF4-FFF2-40B4-BE49-F238E27FC236}">
                <a16:creationId xmlns:a16="http://schemas.microsoft.com/office/drawing/2014/main" id="{11A70DB0-E034-5E48-820B-5C1AA0BA9573}"/>
              </a:ext>
            </a:extLst>
          </p:cNvPr>
          <p:cNvSpPr txBox="1"/>
          <p:nvPr/>
        </p:nvSpPr>
        <p:spPr>
          <a:xfrm>
            <a:off x="132355" y="693277"/>
            <a:ext cx="1149390" cy="276999"/>
          </a:xfrm>
          <a:prstGeom prst="rect">
            <a:avLst/>
          </a:prstGeom>
          <a:noFill/>
        </p:spPr>
        <p:txBody>
          <a:bodyPr wrap="square" rtlCol="0">
            <a:spAutoFit/>
          </a:bodyPr>
          <a:lstStyle/>
          <a:p>
            <a:r>
              <a:rPr lang="en-GB" sz="1200" b="1" dirty="0"/>
              <a:t>Objectives:</a:t>
            </a:r>
          </a:p>
        </p:txBody>
      </p:sp>
      <p:sp>
        <p:nvSpPr>
          <p:cNvPr id="6" name="TextBox 5">
            <a:extLst>
              <a:ext uri="{FF2B5EF4-FFF2-40B4-BE49-F238E27FC236}">
                <a16:creationId xmlns:a16="http://schemas.microsoft.com/office/drawing/2014/main" id="{37984E60-955D-B34D-9C29-81C074B56229}"/>
              </a:ext>
            </a:extLst>
          </p:cNvPr>
          <p:cNvSpPr txBox="1"/>
          <p:nvPr/>
        </p:nvSpPr>
        <p:spPr>
          <a:xfrm>
            <a:off x="162507" y="953151"/>
            <a:ext cx="5055338" cy="646331"/>
          </a:xfrm>
          <a:prstGeom prst="rect">
            <a:avLst/>
          </a:prstGeom>
          <a:noFill/>
        </p:spPr>
        <p:txBody>
          <a:bodyPr wrap="square" rtlCol="0">
            <a:spAutoFit/>
          </a:bodyPr>
          <a:lstStyle/>
          <a:p>
            <a:pPr marL="342900" indent="-342900">
              <a:buFont typeface="+mj-lt"/>
              <a:buAutoNum type="arabicPeriod"/>
              <a:defRPr/>
            </a:pPr>
            <a:r>
              <a:rPr lang="en-GB" sz="1200" dirty="0"/>
              <a:t>Identify prime numbers and what Prime factors are.</a:t>
            </a:r>
          </a:p>
          <a:p>
            <a:pPr marL="342900" indent="-342900">
              <a:buFont typeface="+mj-lt"/>
              <a:buAutoNum type="arabicPeriod"/>
              <a:defRPr/>
            </a:pPr>
            <a:r>
              <a:rPr lang="en-US" sz="1200" dirty="0"/>
              <a:t>identify the lowest common multiple (LCM) of two numbers.</a:t>
            </a:r>
          </a:p>
          <a:p>
            <a:pPr marL="342900" indent="-342900">
              <a:buFont typeface="+mj-lt"/>
              <a:buAutoNum type="arabicPeriod"/>
              <a:defRPr/>
            </a:pPr>
            <a:r>
              <a:rPr lang="en-US" sz="1200" dirty="0"/>
              <a:t>identify the highest common factor (HCF) of two numbers.</a:t>
            </a:r>
            <a:endParaRPr lang="en-GB" sz="1200" dirty="0"/>
          </a:p>
        </p:txBody>
      </p:sp>
      <p:sp>
        <p:nvSpPr>
          <p:cNvPr id="7" name="TextBox 6">
            <a:extLst>
              <a:ext uri="{FF2B5EF4-FFF2-40B4-BE49-F238E27FC236}">
                <a16:creationId xmlns:a16="http://schemas.microsoft.com/office/drawing/2014/main" id="{36530E70-874D-7543-8430-2F865F81EB0F}"/>
              </a:ext>
            </a:extLst>
          </p:cNvPr>
          <p:cNvSpPr txBox="1"/>
          <p:nvPr/>
        </p:nvSpPr>
        <p:spPr>
          <a:xfrm>
            <a:off x="471435" y="392156"/>
            <a:ext cx="6109438" cy="276999"/>
          </a:xfrm>
          <a:prstGeom prst="rect">
            <a:avLst/>
          </a:prstGeom>
          <a:noFill/>
          <a:ln>
            <a:solidFill>
              <a:schemeClr val="tx1"/>
            </a:solidFill>
          </a:ln>
        </p:spPr>
        <p:txBody>
          <a:bodyPr wrap="square" rtlCol="0">
            <a:spAutoFit/>
          </a:bodyPr>
          <a:lstStyle/>
          <a:p>
            <a:pPr algn="ctr"/>
            <a:r>
              <a:rPr lang="en-GB" sz="1200" b="1" dirty="0"/>
              <a:t>LEARNING OUTCOME:</a:t>
            </a:r>
            <a:r>
              <a:rPr lang="en-GB" sz="1200" dirty="0"/>
              <a:t> To understand what prime numbers are and how to find LCM &amp; HCF</a:t>
            </a:r>
          </a:p>
        </p:txBody>
      </p:sp>
      <p:sp>
        <p:nvSpPr>
          <p:cNvPr id="8" name="TextBox 7">
            <a:extLst>
              <a:ext uri="{FF2B5EF4-FFF2-40B4-BE49-F238E27FC236}">
                <a16:creationId xmlns:a16="http://schemas.microsoft.com/office/drawing/2014/main" id="{169B8EF0-B913-6D41-A23F-4869CF21BF26}"/>
              </a:ext>
            </a:extLst>
          </p:cNvPr>
          <p:cNvSpPr txBox="1"/>
          <p:nvPr/>
        </p:nvSpPr>
        <p:spPr>
          <a:xfrm>
            <a:off x="4307305" y="695063"/>
            <a:ext cx="2413466" cy="1615827"/>
          </a:xfrm>
          <a:prstGeom prst="rect">
            <a:avLst/>
          </a:prstGeom>
          <a:noFill/>
          <a:ln w="12700">
            <a:solidFill>
              <a:schemeClr val="tx1"/>
            </a:solidFill>
          </a:ln>
        </p:spPr>
        <p:txBody>
          <a:bodyPr wrap="square" rtlCol="0">
            <a:spAutoFit/>
          </a:bodyPr>
          <a:lstStyle/>
          <a:p>
            <a:r>
              <a:rPr lang="en-US" sz="1100" b="1" u="sng" dirty="0"/>
              <a:t>Keywords:</a:t>
            </a:r>
            <a:endParaRPr lang="en-US" sz="1100" dirty="0"/>
          </a:p>
          <a:p>
            <a:pPr marL="285750" indent="-285750">
              <a:buFont typeface=".AppleSystemUIFont" charset="-120"/>
              <a:buChar char="-"/>
            </a:pPr>
            <a:r>
              <a:rPr lang="en-US" sz="1100" dirty="0"/>
              <a:t>factor tree</a:t>
            </a:r>
          </a:p>
          <a:p>
            <a:pPr marL="285750" indent="-285750">
              <a:buFont typeface=".AppleSystemUIFont" charset="-120"/>
              <a:buChar char="-"/>
            </a:pPr>
            <a:r>
              <a:rPr lang="en-US" sz="1100" dirty="0"/>
              <a:t>highest common factor (HCF)</a:t>
            </a:r>
          </a:p>
          <a:p>
            <a:pPr marL="285750" indent="-285750">
              <a:buFont typeface=".AppleSystemUIFont" charset="-120"/>
              <a:buChar char="-"/>
            </a:pPr>
            <a:r>
              <a:rPr lang="en-US" sz="1100" dirty="0"/>
              <a:t>index notation</a:t>
            </a:r>
          </a:p>
          <a:p>
            <a:pPr marL="285750" indent="-285750">
              <a:buFont typeface=".AppleSystemUIFont" charset="-120"/>
              <a:buChar char="-"/>
            </a:pPr>
            <a:r>
              <a:rPr lang="en-US" sz="1100" dirty="0"/>
              <a:t>lowest common multiple (LCM)</a:t>
            </a:r>
          </a:p>
          <a:p>
            <a:pPr marL="285750" indent="-285750">
              <a:buFont typeface=".AppleSystemUIFont" charset="-120"/>
              <a:buChar char="-"/>
            </a:pPr>
            <a:r>
              <a:rPr lang="en-US" sz="1100" dirty="0"/>
              <a:t>prime factor</a:t>
            </a:r>
          </a:p>
          <a:p>
            <a:pPr marL="285750" indent="-285750">
              <a:buFont typeface=".AppleSystemUIFont" charset="-120"/>
              <a:buChar char="-"/>
            </a:pPr>
            <a:r>
              <a:rPr lang="en-US" sz="1100" dirty="0"/>
              <a:t>prime </a:t>
            </a:r>
            <a:r>
              <a:rPr lang="en-US" sz="1100" dirty="0" err="1"/>
              <a:t>factorisation</a:t>
            </a:r>
            <a:endParaRPr lang="en-US" sz="1100" dirty="0"/>
          </a:p>
          <a:p>
            <a:pPr marL="285750" indent="-285750">
              <a:buFont typeface=".AppleSystemUIFont" charset="-120"/>
              <a:buChar char="-"/>
            </a:pPr>
            <a:r>
              <a:rPr lang="en-US" sz="1100" dirty="0"/>
              <a:t>product of prime factors</a:t>
            </a:r>
          </a:p>
          <a:p>
            <a:pPr marL="285750" indent="-285750">
              <a:buFont typeface=".AppleSystemUIFont" charset="-120"/>
              <a:buChar char="-"/>
            </a:pPr>
            <a:r>
              <a:rPr lang="en-US" sz="1100" dirty="0"/>
              <a:t>unique </a:t>
            </a:r>
            <a:r>
              <a:rPr lang="en-US" sz="1100" dirty="0" err="1"/>
              <a:t>factorisation</a:t>
            </a:r>
            <a:r>
              <a:rPr lang="en-US" sz="1100" dirty="0"/>
              <a:t> theorem</a:t>
            </a:r>
          </a:p>
        </p:txBody>
      </p:sp>
      <p:sp>
        <p:nvSpPr>
          <p:cNvPr id="9" name="TextBox 8"/>
          <p:cNvSpPr txBox="1"/>
          <p:nvPr/>
        </p:nvSpPr>
        <p:spPr>
          <a:xfrm>
            <a:off x="-39613" y="7104274"/>
            <a:ext cx="4925003" cy="276999"/>
          </a:xfrm>
          <a:prstGeom prst="rect">
            <a:avLst/>
          </a:prstGeom>
          <a:noFill/>
        </p:spPr>
        <p:txBody>
          <a:bodyPr wrap="none" rtlCol="0">
            <a:spAutoFit/>
          </a:bodyPr>
          <a:lstStyle/>
          <a:p>
            <a:r>
              <a:rPr lang="en-US" sz="1200" b="1" dirty="0"/>
              <a:t>1.  </a:t>
            </a:r>
            <a:r>
              <a:rPr lang="en-US" sz="1200" dirty="0"/>
              <a:t>There is only one only prime number between 90 and 100. Write it down.</a:t>
            </a:r>
            <a:endParaRPr lang="en-GB" sz="1200" dirty="0"/>
          </a:p>
        </p:txBody>
      </p:sp>
      <p:sp>
        <p:nvSpPr>
          <p:cNvPr id="17" name="TextBox 16"/>
          <p:cNvSpPr txBox="1"/>
          <p:nvPr/>
        </p:nvSpPr>
        <p:spPr>
          <a:xfrm>
            <a:off x="152106" y="8202378"/>
            <a:ext cx="3695445" cy="461665"/>
          </a:xfrm>
          <a:prstGeom prst="rect">
            <a:avLst/>
          </a:prstGeom>
          <a:noFill/>
        </p:spPr>
        <p:txBody>
          <a:bodyPr wrap="square" rtlCol="0">
            <a:spAutoFit/>
          </a:bodyPr>
          <a:lstStyle/>
          <a:p>
            <a:pPr marL="269875" indent="-269875"/>
            <a:r>
              <a:rPr lang="en-US" sz="1200" b="1" dirty="0"/>
              <a:t>2.   </a:t>
            </a:r>
            <a:r>
              <a:rPr lang="en-US" sz="1200" dirty="0"/>
              <a:t>Use the rules for </a:t>
            </a:r>
            <a:r>
              <a:rPr lang="en-US" sz="1200" dirty="0" err="1"/>
              <a:t>recognising</a:t>
            </a:r>
            <a:r>
              <a:rPr lang="en-US" sz="1200" dirty="0"/>
              <a:t> multiples to decide which of these numbers are not prime numbers.</a:t>
            </a:r>
            <a:endParaRPr lang="en-GB" sz="1200" dirty="0"/>
          </a:p>
        </p:txBody>
      </p:sp>
      <p:pic>
        <p:nvPicPr>
          <p:cNvPr id="18" name="Picture 17"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5502" y="8702455"/>
            <a:ext cx="3396983" cy="235128"/>
          </a:xfrm>
          <a:prstGeom prst="rect">
            <a:avLst/>
          </a:prstGeom>
        </p:spPr>
      </p:pic>
      <p:sp>
        <p:nvSpPr>
          <p:cNvPr id="73" name="Rectangle 72">
            <a:extLst>
              <a:ext uri="{FF2B5EF4-FFF2-40B4-BE49-F238E27FC236}">
                <a16:creationId xmlns:a16="http://schemas.microsoft.com/office/drawing/2014/main" id="{331D9537-C78F-0243-9A51-B45B9A8C188D}"/>
              </a:ext>
            </a:extLst>
          </p:cNvPr>
          <p:cNvSpPr/>
          <p:nvPr/>
        </p:nvSpPr>
        <p:spPr>
          <a:xfrm>
            <a:off x="78562" y="7384909"/>
            <a:ext cx="6728829" cy="815890"/>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endParaRPr>
          </a:p>
        </p:txBody>
      </p:sp>
      <p:sp>
        <p:nvSpPr>
          <p:cNvPr id="74" name="Rectangle 73">
            <a:extLst>
              <a:ext uri="{FF2B5EF4-FFF2-40B4-BE49-F238E27FC236}">
                <a16:creationId xmlns:a16="http://schemas.microsoft.com/office/drawing/2014/main" id="{331D9537-C78F-0243-9A51-B45B9A8C188D}"/>
              </a:ext>
            </a:extLst>
          </p:cNvPr>
          <p:cNvSpPr/>
          <p:nvPr/>
        </p:nvSpPr>
        <p:spPr>
          <a:xfrm>
            <a:off x="152106" y="8971482"/>
            <a:ext cx="3234640" cy="815890"/>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endParaRPr>
          </a:p>
        </p:txBody>
      </p:sp>
      <p:sp>
        <p:nvSpPr>
          <p:cNvPr id="19" name="TextBox 18"/>
          <p:cNvSpPr txBox="1"/>
          <p:nvPr/>
        </p:nvSpPr>
        <p:spPr>
          <a:xfrm>
            <a:off x="3954850" y="8217347"/>
            <a:ext cx="2814672" cy="646331"/>
          </a:xfrm>
          <a:prstGeom prst="rect">
            <a:avLst/>
          </a:prstGeom>
          <a:noFill/>
        </p:spPr>
        <p:txBody>
          <a:bodyPr wrap="square" rtlCol="0">
            <a:spAutoFit/>
          </a:bodyPr>
          <a:lstStyle/>
          <a:p>
            <a:r>
              <a:rPr lang="en-US" sz="1200" dirty="0"/>
              <a:t>When three different prime numbers are multiplied together, the answer is 105.</a:t>
            </a:r>
          </a:p>
          <a:p>
            <a:r>
              <a:rPr lang="en-US" sz="1200" dirty="0"/>
              <a:t>What are the three prime numbers?</a:t>
            </a:r>
          </a:p>
        </p:txBody>
      </p:sp>
      <p:sp>
        <p:nvSpPr>
          <p:cNvPr id="20" name="TextBox 19"/>
          <p:cNvSpPr txBox="1"/>
          <p:nvPr/>
        </p:nvSpPr>
        <p:spPr>
          <a:xfrm>
            <a:off x="3717288" y="8226098"/>
            <a:ext cx="304892" cy="276999"/>
          </a:xfrm>
          <a:prstGeom prst="rect">
            <a:avLst/>
          </a:prstGeom>
          <a:noFill/>
        </p:spPr>
        <p:txBody>
          <a:bodyPr wrap="none" rtlCol="0">
            <a:spAutoFit/>
          </a:bodyPr>
          <a:lstStyle/>
          <a:p>
            <a:r>
              <a:rPr lang="en-GB" sz="1200" b="1" dirty="0"/>
              <a:t>3.</a:t>
            </a:r>
          </a:p>
        </p:txBody>
      </p:sp>
      <p:sp>
        <p:nvSpPr>
          <p:cNvPr id="77" name="Rectangle 76">
            <a:extLst>
              <a:ext uri="{FF2B5EF4-FFF2-40B4-BE49-F238E27FC236}">
                <a16:creationId xmlns:a16="http://schemas.microsoft.com/office/drawing/2014/main" id="{331D9537-C78F-0243-9A51-B45B9A8C188D}"/>
              </a:ext>
            </a:extLst>
          </p:cNvPr>
          <p:cNvSpPr/>
          <p:nvPr/>
        </p:nvSpPr>
        <p:spPr>
          <a:xfrm>
            <a:off x="3495301" y="8972142"/>
            <a:ext cx="3234640" cy="815890"/>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endParaRPr>
          </a:p>
        </p:txBody>
      </p:sp>
      <p:pic>
        <p:nvPicPr>
          <p:cNvPr id="4098" name="Picture 2" descr="calculator.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57373" y="8469467"/>
            <a:ext cx="227280" cy="30304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6" name="Table 35">
            <a:extLst>
              <a:ext uri="{FF2B5EF4-FFF2-40B4-BE49-F238E27FC236}">
                <a16:creationId xmlns:a16="http://schemas.microsoft.com/office/drawing/2014/main" id="{3E621CA7-8373-3BF7-065E-10CC70968A07}"/>
              </a:ext>
            </a:extLst>
          </p:cNvPr>
          <p:cNvGraphicFramePr>
            <a:graphicFrameLocks noGrp="1"/>
          </p:cNvGraphicFramePr>
          <p:nvPr>
            <p:extLst>
              <p:ext uri="{D42A27DB-BD31-4B8C-83A1-F6EECF244321}">
                <p14:modId xmlns:p14="http://schemas.microsoft.com/office/powerpoint/2010/main" val="3494179117"/>
              </p:ext>
            </p:extLst>
          </p:nvPr>
        </p:nvGraphicFramePr>
        <p:xfrm>
          <a:off x="162507" y="4935558"/>
          <a:ext cx="6560101" cy="2058131"/>
        </p:xfrm>
        <a:graphic>
          <a:graphicData uri="http://schemas.openxmlformats.org/drawingml/2006/table">
            <a:tbl>
              <a:tblPr firstRow="1" bandRow="1">
                <a:tableStyleId>{5C22544A-7EE6-4342-B048-85BDC9FD1C3A}</a:tableStyleId>
              </a:tblPr>
              <a:tblGrid>
                <a:gridCol w="1495660">
                  <a:extLst>
                    <a:ext uri="{9D8B030D-6E8A-4147-A177-3AD203B41FA5}">
                      <a16:colId xmlns:a16="http://schemas.microsoft.com/office/drawing/2014/main" val="1316977692"/>
                    </a:ext>
                  </a:extLst>
                </a:gridCol>
                <a:gridCol w="1688147">
                  <a:extLst>
                    <a:ext uri="{9D8B030D-6E8A-4147-A177-3AD203B41FA5}">
                      <a16:colId xmlns:a16="http://schemas.microsoft.com/office/drawing/2014/main" val="1342049170"/>
                    </a:ext>
                  </a:extLst>
                </a:gridCol>
                <a:gridCol w="1688147">
                  <a:extLst>
                    <a:ext uri="{9D8B030D-6E8A-4147-A177-3AD203B41FA5}">
                      <a16:colId xmlns:a16="http://schemas.microsoft.com/office/drawing/2014/main" val="1363445951"/>
                    </a:ext>
                  </a:extLst>
                </a:gridCol>
                <a:gridCol w="1688147">
                  <a:extLst>
                    <a:ext uri="{9D8B030D-6E8A-4147-A177-3AD203B41FA5}">
                      <a16:colId xmlns:a16="http://schemas.microsoft.com/office/drawing/2014/main" val="1083003371"/>
                    </a:ext>
                  </a:extLst>
                </a:gridCol>
              </a:tblGrid>
              <a:tr h="582276">
                <a:tc>
                  <a:txBody>
                    <a:bodyPr/>
                    <a:lstStyle/>
                    <a:p>
                      <a:r>
                        <a:rPr lang="en-US" dirty="0">
                          <a:solidFill>
                            <a:schemeClr val="tx1"/>
                          </a:solidFill>
                        </a:rPr>
                        <a:t>Steps</a:t>
                      </a:r>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0" dirty="0">
                          <a:solidFill>
                            <a:schemeClr val="tx1"/>
                          </a:solidFill>
                        </a:rPr>
                        <a:t>Write down all the prime numbers between 30 and 40</a:t>
                      </a:r>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0" dirty="0">
                          <a:solidFill>
                            <a:schemeClr val="tx1"/>
                          </a:solidFill>
                        </a:rPr>
                        <a:t>Write down all the prime numbers between 40 and 50</a:t>
                      </a:r>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0" dirty="0">
                          <a:solidFill>
                            <a:schemeClr val="tx1"/>
                          </a:solidFill>
                        </a:rPr>
                        <a:t>Write down all the prime numbers between 20 and 30</a:t>
                      </a:r>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3924369"/>
                  </a:ext>
                </a:extLst>
              </a:tr>
              <a:tr h="1418051">
                <a:tc>
                  <a:txBody>
                    <a:bodyPr/>
                    <a:lstStyle/>
                    <a:p>
                      <a:r>
                        <a:rPr lang="en-GB" sz="1100" dirty="0">
                          <a:solidFill>
                            <a:schemeClr val="tx1"/>
                          </a:solidFill>
                        </a:rPr>
                        <a:t>A prime number has </a:t>
                      </a:r>
                      <a:r>
                        <a:rPr lang="en-GB" sz="1100" b="1" dirty="0">
                          <a:solidFill>
                            <a:schemeClr val="tx1"/>
                          </a:solidFill>
                        </a:rPr>
                        <a:t>exactly </a:t>
                      </a:r>
                      <a:r>
                        <a:rPr lang="en-GB" sz="1100" b="0" dirty="0">
                          <a:solidFill>
                            <a:schemeClr val="tx1"/>
                          </a:solidFill>
                        </a:rPr>
                        <a:t>two distinct factors which are 1 and the number itself.</a:t>
                      </a:r>
                      <a:endParaRPr lang="en-GB"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5163190"/>
                  </a:ext>
                </a:extLst>
              </a:tr>
            </a:tbl>
          </a:graphicData>
        </a:graphic>
      </p:graphicFrame>
      <p:sp>
        <p:nvSpPr>
          <p:cNvPr id="37" name="TextBox 36">
            <a:extLst>
              <a:ext uri="{FF2B5EF4-FFF2-40B4-BE49-F238E27FC236}">
                <a16:creationId xmlns:a16="http://schemas.microsoft.com/office/drawing/2014/main" id="{649714CF-250E-A82E-3573-E50E4E0B35B4}"/>
              </a:ext>
            </a:extLst>
          </p:cNvPr>
          <p:cNvSpPr txBox="1"/>
          <p:nvPr/>
        </p:nvSpPr>
        <p:spPr>
          <a:xfrm>
            <a:off x="1949217" y="4618083"/>
            <a:ext cx="1212191" cy="261610"/>
          </a:xfrm>
          <a:prstGeom prst="rect">
            <a:avLst/>
          </a:prstGeom>
          <a:noFill/>
          <a:ln>
            <a:noFill/>
          </a:ln>
        </p:spPr>
        <p:txBody>
          <a:bodyPr wrap="none" rtlCol="0">
            <a:spAutoFit/>
          </a:bodyPr>
          <a:lstStyle/>
          <a:p>
            <a:r>
              <a:rPr lang="en-GB" sz="1100" b="1" i="1" dirty="0">
                <a:solidFill>
                  <a:srgbClr val="FF0000"/>
                </a:solidFill>
              </a:rPr>
              <a:t>Example 1 - I do…</a:t>
            </a:r>
          </a:p>
        </p:txBody>
      </p:sp>
      <p:sp>
        <p:nvSpPr>
          <p:cNvPr id="38" name="TextBox 37">
            <a:extLst>
              <a:ext uri="{FF2B5EF4-FFF2-40B4-BE49-F238E27FC236}">
                <a16:creationId xmlns:a16="http://schemas.microsoft.com/office/drawing/2014/main" id="{F28FE6E6-D681-0F6D-2754-CD83D98E331A}"/>
              </a:ext>
            </a:extLst>
          </p:cNvPr>
          <p:cNvSpPr txBox="1"/>
          <p:nvPr/>
        </p:nvSpPr>
        <p:spPr>
          <a:xfrm>
            <a:off x="3542151" y="4618083"/>
            <a:ext cx="1372492" cy="261610"/>
          </a:xfrm>
          <a:prstGeom prst="rect">
            <a:avLst/>
          </a:prstGeom>
          <a:noFill/>
          <a:ln>
            <a:noFill/>
          </a:ln>
        </p:spPr>
        <p:txBody>
          <a:bodyPr wrap="none" rtlCol="0">
            <a:spAutoFit/>
          </a:bodyPr>
          <a:lstStyle/>
          <a:p>
            <a:r>
              <a:rPr lang="en-GB" sz="1100" b="1" i="1" dirty="0">
                <a:solidFill>
                  <a:srgbClr val="ED7D31"/>
                </a:solidFill>
              </a:rPr>
              <a:t>Example 2 - We do…</a:t>
            </a:r>
          </a:p>
        </p:txBody>
      </p:sp>
      <p:sp>
        <p:nvSpPr>
          <p:cNvPr id="39" name="TextBox 38">
            <a:extLst>
              <a:ext uri="{FF2B5EF4-FFF2-40B4-BE49-F238E27FC236}">
                <a16:creationId xmlns:a16="http://schemas.microsoft.com/office/drawing/2014/main" id="{E44E4A7B-482E-3ADB-C6EF-3500E124FF9C}"/>
              </a:ext>
            </a:extLst>
          </p:cNvPr>
          <p:cNvSpPr txBox="1"/>
          <p:nvPr/>
        </p:nvSpPr>
        <p:spPr>
          <a:xfrm>
            <a:off x="5158682" y="4624334"/>
            <a:ext cx="1423788" cy="261610"/>
          </a:xfrm>
          <a:prstGeom prst="rect">
            <a:avLst/>
          </a:prstGeom>
          <a:noFill/>
          <a:ln>
            <a:noFill/>
          </a:ln>
        </p:spPr>
        <p:txBody>
          <a:bodyPr wrap="none" rtlCol="0">
            <a:spAutoFit/>
          </a:bodyPr>
          <a:lstStyle/>
          <a:p>
            <a:r>
              <a:rPr lang="en-GB" sz="1100" b="1" i="1" dirty="0">
                <a:solidFill>
                  <a:srgbClr val="00B050"/>
                </a:solidFill>
              </a:rPr>
              <a:t>Example 3 – You do…</a:t>
            </a:r>
          </a:p>
        </p:txBody>
      </p:sp>
      <p:graphicFrame>
        <p:nvGraphicFramePr>
          <p:cNvPr id="12" name="Table 11">
            <a:extLst>
              <a:ext uri="{FF2B5EF4-FFF2-40B4-BE49-F238E27FC236}">
                <a16:creationId xmlns:a16="http://schemas.microsoft.com/office/drawing/2014/main" id="{D9CF90CE-AA0D-6464-A930-0121CA0EC2B6}"/>
              </a:ext>
            </a:extLst>
          </p:cNvPr>
          <p:cNvGraphicFramePr>
            <a:graphicFrameLocks noGrp="1"/>
          </p:cNvGraphicFramePr>
          <p:nvPr/>
        </p:nvGraphicFramePr>
        <p:xfrm>
          <a:off x="1161054" y="3193675"/>
          <a:ext cx="4530430" cy="754380"/>
        </p:xfrm>
        <a:graphic>
          <a:graphicData uri="http://schemas.openxmlformats.org/drawingml/2006/table">
            <a:tbl>
              <a:tblPr/>
              <a:tblGrid>
                <a:gridCol w="2265215">
                  <a:extLst>
                    <a:ext uri="{9D8B030D-6E8A-4147-A177-3AD203B41FA5}">
                      <a16:colId xmlns:a16="http://schemas.microsoft.com/office/drawing/2014/main" val="3334771856"/>
                    </a:ext>
                  </a:extLst>
                </a:gridCol>
                <a:gridCol w="2265215">
                  <a:extLst>
                    <a:ext uri="{9D8B030D-6E8A-4147-A177-3AD203B41FA5}">
                      <a16:colId xmlns:a16="http://schemas.microsoft.com/office/drawing/2014/main" val="1719544582"/>
                    </a:ext>
                  </a:extLst>
                </a:gridCol>
              </a:tblGrid>
              <a:tr h="0">
                <a:tc>
                  <a:txBody>
                    <a:bodyPr/>
                    <a:lstStyle/>
                    <a:p>
                      <a:pPr algn="l"/>
                      <a:r>
                        <a:rPr lang="en-GB" sz="1050">
                          <a:solidFill>
                            <a:schemeClr val="bg1"/>
                          </a:solidFill>
                          <a:effectLst/>
                        </a:rPr>
                        <a:t>4</a:t>
                      </a:r>
                      <a:r>
                        <a:rPr lang="en-GB" sz="1050" baseline="30000">
                          <a:solidFill>
                            <a:schemeClr val="bg1"/>
                          </a:solidFill>
                          <a:effectLst/>
                        </a:rPr>
                        <a:t>6</a:t>
                      </a:r>
                      <a:r>
                        <a:rPr lang="en-GB" sz="1050">
                          <a:solidFill>
                            <a:schemeClr val="bg1"/>
                          </a:solidFill>
                          <a:effectLst/>
                        </a:rPr>
                        <a:t> = 4 × 4 × 4 × 4 × 4 × 4</a:t>
                      </a:r>
                    </a:p>
                  </a:txBody>
                  <a:tcPr marL="95250">
                    <a:lnL>
                      <a:noFill/>
                    </a:lnL>
                    <a:lnR>
                      <a:noFill/>
                    </a:lnR>
                    <a:lnT>
                      <a:noFill/>
                    </a:lnT>
                    <a:lnB>
                      <a:noFill/>
                    </a:lnB>
                    <a:noFill/>
                  </a:tcPr>
                </a:tc>
                <a:tc>
                  <a:txBody>
                    <a:bodyPr/>
                    <a:lstStyle/>
                    <a:p>
                      <a:pPr algn="l"/>
                      <a:r>
                        <a:rPr lang="en-GB" sz="1050">
                          <a:solidFill>
                            <a:schemeClr val="bg1"/>
                          </a:solidFill>
                          <a:effectLst/>
                        </a:rPr>
                        <a:t>six lots of 4 multiplied together</a:t>
                      </a:r>
                    </a:p>
                  </a:txBody>
                  <a:tcPr>
                    <a:lnL>
                      <a:noFill/>
                    </a:lnL>
                    <a:lnR>
                      <a:noFill/>
                    </a:lnR>
                    <a:lnT>
                      <a:noFill/>
                    </a:lnT>
                    <a:lnB>
                      <a:noFill/>
                    </a:lnB>
                    <a:noFill/>
                  </a:tcPr>
                </a:tc>
                <a:extLst>
                  <a:ext uri="{0D108BD9-81ED-4DB2-BD59-A6C34878D82A}">
                    <a16:rowId xmlns:a16="http://schemas.microsoft.com/office/drawing/2014/main" val="55284901"/>
                  </a:ext>
                </a:extLst>
              </a:tr>
              <a:tr h="0">
                <a:tc>
                  <a:txBody>
                    <a:bodyPr/>
                    <a:lstStyle/>
                    <a:p>
                      <a:pPr algn="l"/>
                      <a:r>
                        <a:rPr lang="en-GB" sz="1050" dirty="0">
                          <a:solidFill>
                            <a:schemeClr val="bg1"/>
                          </a:solidFill>
                          <a:effectLst/>
                        </a:rPr>
                        <a:t>6</a:t>
                      </a:r>
                      <a:r>
                        <a:rPr lang="en-GB" sz="1050" baseline="30000" dirty="0">
                          <a:solidFill>
                            <a:schemeClr val="bg1"/>
                          </a:solidFill>
                          <a:effectLst/>
                        </a:rPr>
                        <a:t>4</a:t>
                      </a:r>
                      <a:r>
                        <a:rPr lang="en-GB" sz="1050" dirty="0">
                          <a:solidFill>
                            <a:schemeClr val="bg1"/>
                          </a:solidFill>
                          <a:effectLst/>
                        </a:rPr>
                        <a:t> = 6 × 6 × 6 × 6</a:t>
                      </a:r>
                    </a:p>
                  </a:txBody>
                  <a:tcPr marL="95250">
                    <a:lnL>
                      <a:noFill/>
                    </a:lnL>
                    <a:lnR>
                      <a:noFill/>
                    </a:lnR>
                    <a:lnT>
                      <a:noFill/>
                    </a:lnT>
                    <a:lnB>
                      <a:noFill/>
                    </a:lnB>
                    <a:noFill/>
                  </a:tcPr>
                </a:tc>
                <a:tc>
                  <a:txBody>
                    <a:bodyPr/>
                    <a:lstStyle/>
                    <a:p>
                      <a:pPr algn="l"/>
                      <a:r>
                        <a:rPr lang="en-GB" sz="1050" dirty="0">
                          <a:solidFill>
                            <a:schemeClr val="bg1"/>
                          </a:solidFill>
                          <a:effectLst/>
                        </a:rPr>
                        <a:t>four lots of 6 multiplied together</a:t>
                      </a:r>
                    </a:p>
                  </a:txBody>
                  <a:tcPr>
                    <a:lnL>
                      <a:noFill/>
                    </a:lnL>
                    <a:lnR>
                      <a:noFill/>
                    </a:lnR>
                    <a:lnT>
                      <a:noFill/>
                    </a:lnT>
                    <a:lnB>
                      <a:noFill/>
                    </a:lnB>
                    <a:noFill/>
                  </a:tcPr>
                </a:tc>
                <a:extLst>
                  <a:ext uri="{0D108BD9-81ED-4DB2-BD59-A6C34878D82A}">
                    <a16:rowId xmlns:a16="http://schemas.microsoft.com/office/drawing/2014/main" val="2713990286"/>
                  </a:ext>
                </a:extLst>
              </a:tr>
              <a:tr h="0">
                <a:tc>
                  <a:txBody>
                    <a:bodyPr/>
                    <a:lstStyle/>
                    <a:p>
                      <a:pPr algn="l"/>
                      <a:r>
                        <a:rPr lang="en-GB" sz="1050" dirty="0">
                          <a:solidFill>
                            <a:schemeClr val="bg1"/>
                          </a:solidFill>
                          <a:effectLst/>
                        </a:rPr>
                        <a:t>7</a:t>
                      </a:r>
                      <a:r>
                        <a:rPr lang="en-GB" sz="1050" baseline="30000" dirty="0">
                          <a:solidFill>
                            <a:schemeClr val="bg1"/>
                          </a:solidFill>
                          <a:effectLst/>
                        </a:rPr>
                        <a:t>3</a:t>
                      </a:r>
                      <a:r>
                        <a:rPr lang="en-GB" sz="1050" dirty="0">
                          <a:solidFill>
                            <a:schemeClr val="bg1"/>
                          </a:solidFill>
                          <a:effectLst/>
                        </a:rPr>
                        <a:t> = 7 × 7 × 7</a:t>
                      </a:r>
                    </a:p>
                  </a:txBody>
                  <a:tcPr marL="95250">
                    <a:lnL>
                      <a:noFill/>
                    </a:lnL>
                    <a:lnR>
                      <a:noFill/>
                    </a:lnR>
                    <a:lnT>
                      <a:noFill/>
                    </a:lnT>
                    <a:lnB>
                      <a:noFill/>
                    </a:lnB>
                    <a:noFill/>
                  </a:tcPr>
                </a:tc>
                <a:tc>
                  <a:txBody>
                    <a:bodyPr/>
                    <a:lstStyle/>
                    <a:p>
                      <a:endParaRPr lang="en-GB" sz="1050" dirty="0">
                        <a:solidFill>
                          <a:schemeClr val="bg1"/>
                        </a:solidFill>
                        <a:effectLst/>
                      </a:endParaRPr>
                    </a:p>
                  </a:txBody>
                  <a:tcPr>
                    <a:lnL>
                      <a:noFill/>
                    </a:lnL>
                    <a:lnR>
                      <a:noFill/>
                    </a:lnR>
                    <a:lnT>
                      <a:noFill/>
                    </a:lnT>
                    <a:lnB>
                      <a:noFill/>
                    </a:lnB>
                    <a:noFill/>
                  </a:tcPr>
                </a:tc>
                <a:extLst>
                  <a:ext uri="{0D108BD9-81ED-4DB2-BD59-A6C34878D82A}">
                    <a16:rowId xmlns:a16="http://schemas.microsoft.com/office/drawing/2014/main" val="1998133532"/>
                  </a:ext>
                </a:extLst>
              </a:tr>
            </a:tbl>
          </a:graphicData>
        </a:graphic>
      </p:graphicFrame>
      <p:sp>
        <p:nvSpPr>
          <p:cNvPr id="13" name="TextBox 12">
            <a:extLst>
              <a:ext uri="{FF2B5EF4-FFF2-40B4-BE49-F238E27FC236}">
                <a16:creationId xmlns:a16="http://schemas.microsoft.com/office/drawing/2014/main" id="{82C9CD0D-F98E-FC4B-7C36-6B60EB03F12A}"/>
              </a:ext>
            </a:extLst>
          </p:cNvPr>
          <p:cNvSpPr txBox="1"/>
          <p:nvPr/>
        </p:nvSpPr>
        <p:spPr>
          <a:xfrm>
            <a:off x="761619" y="3912006"/>
            <a:ext cx="5859051"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1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You can write a million as 1 000 000 = 10</a:t>
            </a:r>
            <a:r>
              <a:rPr kumimoji="0" lang="en-US" altLang="en-US" sz="1100" b="0" i="0" u="none" strike="noStrike" kern="1200" cap="none" spc="0" normalizeH="0" baseline="30000" noProof="0" dirty="0">
                <a:ln>
                  <a:noFill/>
                </a:ln>
                <a:solidFill>
                  <a:prstClr val="white"/>
                </a:solidFill>
                <a:effectLst/>
                <a:uLnTx/>
                <a:uFillTx/>
                <a:latin typeface="Calibri" panose="020F0502020204030204" pitchFamily="34" charset="0"/>
                <a:ea typeface="+mn-ea"/>
                <a:cs typeface="Calibri" panose="020F0502020204030204" pitchFamily="34" charset="0"/>
              </a:rPr>
              <a:t>6</a:t>
            </a:r>
            <a:r>
              <a:rPr kumimoji="0" lang="en-US" altLang="en-US" sz="11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A number multiplied by itself is the number ‘squared’. You need to know the square numbers (power 2) up to 15</a:t>
            </a:r>
            <a:r>
              <a:rPr kumimoji="0" lang="en-US" altLang="en-US" sz="1100" b="0" i="0" u="none" strike="noStrike" kern="1200" cap="none" spc="0" normalizeH="0" baseline="30000" noProof="0" dirty="0">
                <a:ln>
                  <a:noFill/>
                </a:ln>
                <a:solidFill>
                  <a:prstClr val="white"/>
                </a:solidFill>
                <a:effectLst/>
                <a:uLnTx/>
                <a:uFillTx/>
                <a:latin typeface="Calibri" panose="020F0502020204030204" pitchFamily="34" charset="0"/>
                <a:ea typeface="+mn-ea"/>
                <a:cs typeface="Calibri" panose="020F0502020204030204" pitchFamily="34" charset="0"/>
              </a:rPr>
              <a:t>2</a:t>
            </a:r>
            <a:r>
              <a:rPr kumimoji="0" lang="en-US" altLang="en-US" sz="11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 = 225. How many of them can you write down from memory? You will also find it helpful to know the cubes</a:t>
            </a:r>
            <a:r>
              <a:rPr kumimoji="0" lang="en-US" altLang="en-US" sz="1100" b="0" i="0" u="none" strike="noStrike" kern="1200" cap="none" spc="0" normalizeH="0" noProof="0" dirty="0">
                <a:ln>
                  <a:noFill/>
                </a:ln>
                <a:solidFill>
                  <a:prstClr val="white"/>
                </a:solidFill>
                <a:effectLst/>
                <a:uLnTx/>
                <a:uFillTx/>
                <a:latin typeface="Calibri" panose="020F0502020204030204" pitchFamily="34" charset="0"/>
                <a:ea typeface="+mn-ea"/>
                <a:cs typeface="Calibri" panose="020F0502020204030204" pitchFamily="34" charset="0"/>
              </a:rPr>
              <a:t> </a:t>
            </a:r>
            <a:r>
              <a:rPr kumimoji="0" lang="en-US" altLang="en-US" sz="11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numbers (power 3)</a:t>
            </a:r>
            <a:r>
              <a:rPr kumimoji="0" lang="en-US" altLang="en-US" sz="1100" b="0" i="0" u="none" strike="noStrike" kern="1200" cap="none" spc="0" normalizeH="0" noProof="0" dirty="0">
                <a:ln>
                  <a:noFill/>
                </a:ln>
                <a:solidFill>
                  <a:prstClr val="white"/>
                </a:solidFill>
                <a:effectLst/>
                <a:uLnTx/>
                <a:uFillTx/>
                <a:latin typeface="Calibri" panose="020F0502020204030204" pitchFamily="34" charset="0"/>
                <a:ea typeface="+mn-ea"/>
                <a:cs typeface="Calibri" panose="020F0502020204030204" pitchFamily="34" charset="0"/>
              </a:rPr>
              <a:t> up to 6</a:t>
            </a:r>
            <a:r>
              <a:rPr kumimoji="0" lang="en-US" altLang="en-US" sz="1100" b="0" i="0" u="none" strike="noStrike" kern="1200" cap="none" spc="0" normalizeH="0" baseline="30000" noProof="0" dirty="0">
                <a:ln>
                  <a:noFill/>
                </a:ln>
                <a:solidFill>
                  <a:prstClr val="white"/>
                </a:solidFill>
                <a:effectLst/>
                <a:uLnTx/>
                <a:uFillTx/>
                <a:latin typeface="Calibri" panose="020F0502020204030204" pitchFamily="34" charset="0"/>
                <a:ea typeface="+mn-ea"/>
                <a:cs typeface="Calibri" panose="020F0502020204030204" pitchFamily="34" charset="0"/>
              </a:rPr>
              <a:t>3 </a:t>
            </a:r>
            <a:r>
              <a:rPr kumimoji="0" lang="en-US" altLang="en-US" sz="1100" b="0" i="0" u="none" strike="noStrike" kern="1200" cap="none" spc="0" normalizeH="0" noProof="0" dirty="0">
                <a:ln>
                  <a:noFill/>
                </a:ln>
                <a:solidFill>
                  <a:prstClr val="white"/>
                </a:solidFill>
                <a:effectLst/>
                <a:uLnTx/>
                <a:uFillTx/>
                <a:latin typeface="Calibri" panose="020F0502020204030204" pitchFamily="34" charset="0"/>
                <a:ea typeface="+mn-ea"/>
                <a:cs typeface="Calibri" panose="020F0502020204030204" pitchFamily="34" charset="0"/>
              </a:rPr>
              <a:t>= 216</a:t>
            </a:r>
          </a:p>
        </p:txBody>
      </p:sp>
      <p:cxnSp>
        <p:nvCxnSpPr>
          <p:cNvPr id="14" name="Straight Connector 13">
            <a:extLst>
              <a:ext uri="{FF2B5EF4-FFF2-40B4-BE49-F238E27FC236}">
                <a16:creationId xmlns:a16="http://schemas.microsoft.com/office/drawing/2014/main" id="{88D61176-9C2F-3563-D5C5-395CCEF9FFB5}"/>
              </a:ext>
            </a:extLst>
          </p:cNvPr>
          <p:cNvCxnSpPr/>
          <p:nvPr/>
        </p:nvCxnSpPr>
        <p:spPr>
          <a:xfrm flipV="1">
            <a:off x="943791" y="4376750"/>
            <a:ext cx="5541513" cy="2282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A29214F1-F800-CEC8-6B78-7BFC2EFE0094}"/>
              </a:ext>
            </a:extLst>
          </p:cNvPr>
          <p:cNvSpPr/>
          <p:nvPr/>
        </p:nvSpPr>
        <p:spPr>
          <a:xfrm>
            <a:off x="64585" y="2423696"/>
            <a:ext cx="6728829" cy="213852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1" name="Straight Connector 20">
            <a:extLst>
              <a:ext uri="{FF2B5EF4-FFF2-40B4-BE49-F238E27FC236}">
                <a16:creationId xmlns:a16="http://schemas.microsoft.com/office/drawing/2014/main" id="{07D268F2-0A23-0F45-2BEE-96A17004BBAF}"/>
              </a:ext>
            </a:extLst>
          </p:cNvPr>
          <p:cNvCxnSpPr>
            <a:cxnSpLocks/>
            <a:stCxn id="16" idx="1"/>
            <a:endCxn id="16" idx="3"/>
          </p:cNvCxnSpPr>
          <p:nvPr/>
        </p:nvCxnSpPr>
        <p:spPr>
          <a:xfrm>
            <a:off x="64585" y="3492957"/>
            <a:ext cx="6728829" cy="0"/>
          </a:xfrm>
          <a:prstGeom prst="line">
            <a:avLst/>
          </a:prstGeom>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E4D7E519-8054-E6D4-DC97-C8D7D56FD374}"/>
              </a:ext>
            </a:extLst>
          </p:cNvPr>
          <p:cNvCxnSpPr>
            <a:cxnSpLocks/>
            <a:stCxn id="16" idx="2"/>
            <a:endCxn id="16" idx="0"/>
          </p:cNvCxnSpPr>
          <p:nvPr/>
        </p:nvCxnSpPr>
        <p:spPr>
          <a:xfrm flipV="1">
            <a:off x="3429000" y="2423696"/>
            <a:ext cx="0" cy="2138522"/>
          </a:xfrm>
          <a:prstGeom prst="line">
            <a:avLst/>
          </a:prstGeom>
        </p:spPr>
        <p:style>
          <a:lnRef idx="1">
            <a:schemeClr val="dk1"/>
          </a:lnRef>
          <a:fillRef idx="0">
            <a:schemeClr val="dk1"/>
          </a:fillRef>
          <a:effectRef idx="0">
            <a:schemeClr val="dk1"/>
          </a:effectRef>
          <a:fontRef idx="minor">
            <a:schemeClr val="tx1"/>
          </a:fontRef>
        </p:style>
      </p:cxnSp>
      <p:sp>
        <p:nvSpPr>
          <p:cNvPr id="23" name="TextBox 22">
            <a:extLst>
              <a:ext uri="{FF2B5EF4-FFF2-40B4-BE49-F238E27FC236}">
                <a16:creationId xmlns:a16="http://schemas.microsoft.com/office/drawing/2014/main" id="{B7D6B45E-5E6C-7B6F-3916-007AC3766B3E}"/>
              </a:ext>
            </a:extLst>
          </p:cNvPr>
          <p:cNvSpPr txBox="1"/>
          <p:nvPr/>
        </p:nvSpPr>
        <p:spPr>
          <a:xfrm>
            <a:off x="106865" y="2446154"/>
            <a:ext cx="800476" cy="276999"/>
          </a:xfrm>
          <a:prstGeom prst="rect">
            <a:avLst/>
          </a:prstGeom>
          <a:noFill/>
        </p:spPr>
        <p:txBody>
          <a:bodyPr wrap="none" rtlCol="0">
            <a:spAutoFit/>
          </a:bodyPr>
          <a:lstStyle/>
          <a:p>
            <a:r>
              <a:rPr lang="en-US" sz="1200" dirty="0"/>
              <a:t>Definition</a:t>
            </a:r>
          </a:p>
        </p:txBody>
      </p:sp>
      <p:sp>
        <p:nvSpPr>
          <p:cNvPr id="26" name="TextBox 25">
            <a:extLst>
              <a:ext uri="{FF2B5EF4-FFF2-40B4-BE49-F238E27FC236}">
                <a16:creationId xmlns:a16="http://schemas.microsoft.com/office/drawing/2014/main" id="{41E4BECA-8ECE-27D2-D66B-04CCE9FBD66E}"/>
              </a:ext>
            </a:extLst>
          </p:cNvPr>
          <p:cNvSpPr txBox="1"/>
          <p:nvPr/>
        </p:nvSpPr>
        <p:spPr>
          <a:xfrm>
            <a:off x="5584410" y="2445508"/>
            <a:ext cx="1096647" cy="276999"/>
          </a:xfrm>
          <a:prstGeom prst="rect">
            <a:avLst/>
          </a:prstGeom>
          <a:noFill/>
        </p:spPr>
        <p:txBody>
          <a:bodyPr wrap="none" rtlCol="0">
            <a:spAutoFit/>
          </a:bodyPr>
          <a:lstStyle/>
          <a:p>
            <a:r>
              <a:rPr lang="en-US" sz="1200" dirty="0"/>
              <a:t>Characteristics</a:t>
            </a:r>
            <a:endParaRPr lang="en-GB" sz="1200" dirty="0"/>
          </a:p>
        </p:txBody>
      </p:sp>
      <p:sp>
        <p:nvSpPr>
          <p:cNvPr id="27" name="TextBox 26">
            <a:extLst>
              <a:ext uri="{FF2B5EF4-FFF2-40B4-BE49-F238E27FC236}">
                <a16:creationId xmlns:a16="http://schemas.microsoft.com/office/drawing/2014/main" id="{9CD51D68-270B-F6E7-30B6-8CBC054A4E25}"/>
              </a:ext>
            </a:extLst>
          </p:cNvPr>
          <p:cNvSpPr txBox="1"/>
          <p:nvPr/>
        </p:nvSpPr>
        <p:spPr>
          <a:xfrm>
            <a:off x="59124" y="3489321"/>
            <a:ext cx="775020" cy="276999"/>
          </a:xfrm>
          <a:prstGeom prst="rect">
            <a:avLst/>
          </a:prstGeom>
          <a:noFill/>
        </p:spPr>
        <p:txBody>
          <a:bodyPr wrap="none" rtlCol="0">
            <a:spAutoFit/>
          </a:bodyPr>
          <a:lstStyle/>
          <a:p>
            <a:r>
              <a:rPr lang="en-US" sz="1200" dirty="0"/>
              <a:t>Examples</a:t>
            </a:r>
            <a:endParaRPr lang="en-GB" sz="1200" dirty="0"/>
          </a:p>
        </p:txBody>
      </p:sp>
      <p:sp>
        <p:nvSpPr>
          <p:cNvPr id="28" name="TextBox 27">
            <a:extLst>
              <a:ext uri="{FF2B5EF4-FFF2-40B4-BE49-F238E27FC236}">
                <a16:creationId xmlns:a16="http://schemas.microsoft.com/office/drawing/2014/main" id="{FBF2F7BD-7CC1-5745-9955-851C435122F3}"/>
              </a:ext>
            </a:extLst>
          </p:cNvPr>
          <p:cNvSpPr txBox="1"/>
          <p:nvPr/>
        </p:nvSpPr>
        <p:spPr>
          <a:xfrm>
            <a:off x="5677021" y="3491846"/>
            <a:ext cx="1153329" cy="276999"/>
          </a:xfrm>
          <a:prstGeom prst="rect">
            <a:avLst/>
          </a:prstGeom>
          <a:noFill/>
        </p:spPr>
        <p:txBody>
          <a:bodyPr wrap="none" rtlCol="0">
            <a:spAutoFit/>
          </a:bodyPr>
          <a:lstStyle/>
          <a:p>
            <a:r>
              <a:rPr lang="en-US" sz="1200" dirty="0"/>
              <a:t>Non - Examples</a:t>
            </a:r>
            <a:endParaRPr lang="en-GB" sz="1200" dirty="0"/>
          </a:p>
        </p:txBody>
      </p:sp>
      <p:sp>
        <p:nvSpPr>
          <p:cNvPr id="29" name="TextBox 28">
            <a:extLst>
              <a:ext uri="{FF2B5EF4-FFF2-40B4-BE49-F238E27FC236}">
                <a16:creationId xmlns:a16="http://schemas.microsoft.com/office/drawing/2014/main" id="{F3C2C91A-AD70-D72A-6D38-C849F161587C}"/>
              </a:ext>
            </a:extLst>
          </p:cNvPr>
          <p:cNvSpPr txBox="1"/>
          <p:nvPr/>
        </p:nvSpPr>
        <p:spPr>
          <a:xfrm>
            <a:off x="2645446" y="3298645"/>
            <a:ext cx="1561646" cy="369332"/>
          </a:xfrm>
          <a:prstGeom prst="rect">
            <a:avLst/>
          </a:prstGeom>
          <a:solidFill>
            <a:schemeClr val="bg1"/>
          </a:solidFill>
          <a:ln>
            <a:solidFill>
              <a:schemeClr val="tx1"/>
            </a:solidFill>
          </a:ln>
        </p:spPr>
        <p:txBody>
          <a:bodyPr wrap="none" rtlCol="0">
            <a:spAutoFit/>
          </a:bodyPr>
          <a:lstStyle/>
          <a:p>
            <a:r>
              <a:rPr lang="en-US" dirty="0"/>
              <a:t>Prime Number</a:t>
            </a:r>
            <a:endParaRPr lang="en-GB" dirty="0"/>
          </a:p>
        </p:txBody>
      </p:sp>
      <p:sp>
        <p:nvSpPr>
          <p:cNvPr id="30" name="TextBox 29">
            <a:extLst>
              <a:ext uri="{FF2B5EF4-FFF2-40B4-BE49-F238E27FC236}">
                <a16:creationId xmlns:a16="http://schemas.microsoft.com/office/drawing/2014/main" id="{DC962BE5-B366-37FE-85F7-B822E1A354F0}"/>
              </a:ext>
            </a:extLst>
          </p:cNvPr>
          <p:cNvSpPr txBox="1"/>
          <p:nvPr/>
        </p:nvSpPr>
        <p:spPr>
          <a:xfrm>
            <a:off x="217591" y="3808827"/>
            <a:ext cx="3389604" cy="276999"/>
          </a:xfrm>
          <a:prstGeom prst="rect">
            <a:avLst/>
          </a:prstGeom>
          <a:noFill/>
        </p:spPr>
        <p:txBody>
          <a:bodyPr wrap="square" rtlCol="0">
            <a:spAutoFit/>
          </a:bodyPr>
          <a:lstStyle/>
          <a:p>
            <a:r>
              <a:rPr lang="en-GB" sz="1200" b="0" i="0" dirty="0">
                <a:solidFill>
                  <a:srgbClr val="000000"/>
                </a:solidFill>
                <a:effectLst/>
                <a:cs typeface="Calibri Light" panose="020F0302020204030204" pitchFamily="34" charset="0"/>
              </a:rPr>
              <a:t>2, 3, 5, 7 and 11 are prime numbers.</a:t>
            </a:r>
            <a:endParaRPr lang="en-US" sz="1200" dirty="0"/>
          </a:p>
        </p:txBody>
      </p:sp>
      <p:sp>
        <p:nvSpPr>
          <p:cNvPr id="31" name="TextBox 30">
            <a:extLst>
              <a:ext uri="{FF2B5EF4-FFF2-40B4-BE49-F238E27FC236}">
                <a16:creationId xmlns:a16="http://schemas.microsoft.com/office/drawing/2014/main" id="{3C2E1915-0843-3426-15A3-59988F6FD24E}"/>
              </a:ext>
            </a:extLst>
          </p:cNvPr>
          <p:cNvSpPr txBox="1"/>
          <p:nvPr/>
        </p:nvSpPr>
        <p:spPr>
          <a:xfrm>
            <a:off x="3520269" y="3835935"/>
            <a:ext cx="3097490" cy="276999"/>
          </a:xfrm>
          <a:prstGeom prst="rect">
            <a:avLst/>
          </a:prstGeom>
          <a:noFill/>
        </p:spPr>
        <p:txBody>
          <a:bodyPr wrap="square" rtlCol="0">
            <a:spAutoFit/>
          </a:bodyPr>
          <a:lstStyle/>
          <a:p>
            <a:r>
              <a:rPr lang="en-GB" sz="1200" b="0" i="0" dirty="0">
                <a:solidFill>
                  <a:srgbClr val="000000"/>
                </a:solidFill>
                <a:effectLst/>
                <a:cs typeface="Calibri Light" panose="020F0302020204030204" pitchFamily="34" charset="0"/>
              </a:rPr>
              <a:t>Note that 1 is not a prime number.</a:t>
            </a:r>
            <a:endParaRPr lang="en-US" sz="1200" dirty="0"/>
          </a:p>
        </p:txBody>
      </p:sp>
      <p:sp>
        <p:nvSpPr>
          <p:cNvPr id="32" name="TextBox 31">
            <a:extLst>
              <a:ext uri="{FF2B5EF4-FFF2-40B4-BE49-F238E27FC236}">
                <a16:creationId xmlns:a16="http://schemas.microsoft.com/office/drawing/2014/main" id="{61194D75-D6EB-61BA-5B56-50C9B7BB598C}"/>
              </a:ext>
            </a:extLst>
          </p:cNvPr>
          <p:cNvSpPr txBox="1"/>
          <p:nvPr/>
        </p:nvSpPr>
        <p:spPr>
          <a:xfrm>
            <a:off x="228352" y="2715607"/>
            <a:ext cx="3055214" cy="461665"/>
          </a:xfrm>
          <a:prstGeom prst="rect">
            <a:avLst/>
          </a:prstGeom>
          <a:noFill/>
        </p:spPr>
        <p:txBody>
          <a:bodyPr wrap="square" rtlCol="0">
            <a:spAutoFit/>
          </a:bodyPr>
          <a:lstStyle/>
          <a:p>
            <a:pPr marL="0" marR="0" indent="0" algn="l" defTabSz="685800" rtl="0" eaLnBrk="1" fontAlgn="base" latinLnBrk="0" hangingPunct="1">
              <a:lnSpc>
                <a:spcPct val="100000"/>
              </a:lnSpc>
              <a:spcBef>
                <a:spcPts val="0"/>
              </a:spcBef>
              <a:spcAft>
                <a:spcPts val="0"/>
              </a:spcAft>
              <a:buClrTx/>
              <a:buSzTx/>
              <a:buFontTx/>
              <a:buNone/>
              <a:tabLst/>
              <a:defRPr/>
            </a:pPr>
            <a:r>
              <a:rPr lang="en-GB" sz="1200" b="0" i="0" dirty="0">
                <a:solidFill>
                  <a:srgbClr val="000000"/>
                </a:solidFill>
                <a:effectLst/>
                <a:cs typeface="Calibri Light" panose="020F0302020204030204" pitchFamily="34" charset="0"/>
              </a:rPr>
              <a:t>Any integer that has two distinct factors, 1 and itself. </a:t>
            </a:r>
          </a:p>
        </p:txBody>
      </p:sp>
      <p:sp>
        <p:nvSpPr>
          <p:cNvPr id="33" name="TextBox 32">
            <a:extLst>
              <a:ext uri="{FF2B5EF4-FFF2-40B4-BE49-F238E27FC236}">
                <a16:creationId xmlns:a16="http://schemas.microsoft.com/office/drawing/2014/main" id="{A7964B6D-15C6-A764-878A-C9E4E3F60181}"/>
              </a:ext>
            </a:extLst>
          </p:cNvPr>
          <p:cNvSpPr txBox="1"/>
          <p:nvPr/>
        </p:nvSpPr>
        <p:spPr>
          <a:xfrm>
            <a:off x="3482892" y="2666198"/>
            <a:ext cx="3233709" cy="461665"/>
          </a:xfrm>
          <a:prstGeom prst="rect">
            <a:avLst/>
          </a:prstGeom>
          <a:noFill/>
        </p:spPr>
        <p:txBody>
          <a:bodyPr wrap="square" lIns="91440" tIns="45720" rIns="91440" bIns="45720" rtlCol="0" anchor="t">
            <a:spAutoFit/>
          </a:bodyPr>
          <a:lstStyle/>
          <a:p>
            <a:r>
              <a:rPr lang="en-US" sz="1200" dirty="0"/>
              <a:t>The factors are 1 and the number itself. It cannot be made by multiplying any other integers.</a:t>
            </a:r>
            <a:endParaRPr lang="en-GB" sz="1200" dirty="0"/>
          </a:p>
        </p:txBody>
      </p:sp>
      <p:sp>
        <p:nvSpPr>
          <p:cNvPr id="40" name="Slide Number Placeholder 10">
            <a:extLst>
              <a:ext uri="{FF2B5EF4-FFF2-40B4-BE49-F238E27FC236}">
                <a16:creationId xmlns:a16="http://schemas.microsoft.com/office/drawing/2014/main" id="{02C414A9-D663-FB97-A21D-033EAF728D53}"/>
              </a:ext>
            </a:extLst>
          </p:cNvPr>
          <p:cNvSpPr txBox="1">
            <a:spLocks/>
          </p:cNvSpPr>
          <p:nvPr/>
        </p:nvSpPr>
        <p:spPr>
          <a:xfrm>
            <a:off x="5384106" y="9574742"/>
            <a:ext cx="1543050" cy="527403"/>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9F1D9CC-7119-45EC-A96C-D8C0660F3AAB}" type="slidenum">
              <a:rPr lang="en-GB" smtClean="0"/>
              <a:pPr/>
              <a:t>19</a:t>
            </a:fld>
            <a:endParaRPr lang="en-GB" dirty="0"/>
          </a:p>
        </p:txBody>
      </p:sp>
    </p:spTree>
    <p:extLst>
      <p:ext uri="{BB962C8B-B14F-4D97-AF65-F5344CB8AC3E}">
        <p14:creationId xmlns:p14="http://schemas.microsoft.com/office/powerpoint/2010/main" val="3542599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5387023" y="9587797"/>
            <a:ext cx="1543050" cy="527403"/>
          </a:xfrm>
        </p:spPr>
        <p:txBody>
          <a:bodyPr/>
          <a:lstStyle/>
          <a:p>
            <a:fld id="{19F1D9CC-7119-45EC-A96C-D8C0660F3AAB}" type="slidenum">
              <a:rPr lang="en-GB" smtClean="0"/>
              <a:t>20</a:t>
            </a:fld>
            <a:endParaRPr lang="en-GB" dirty="0"/>
          </a:p>
        </p:txBody>
      </p:sp>
      <p:sp>
        <p:nvSpPr>
          <p:cNvPr id="7" name="TextBox 6">
            <a:extLst>
              <a:ext uri="{FF2B5EF4-FFF2-40B4-BE49-F238E27FC236}">
                <a16:creationId xmlns:a16="http://schemas.microsoft.com/office/drawing/2014/main" id="{E2FAB71E-EE3C-3643-8408-6DCE68CFCEE2}"/>
              </a:ext>
            </a:extLst>
          </p:cNvPr>
          <p:cNvSpPr txBox="1"/>
          <p:nvPr/>
        </p:nvSpPr>
        <p:spPr>
          <a:xfrm>
            <a:off x="314333" y="92201"/>
            <a:ext cx="6308562" cy="2279727"/>
          </a:xfrm>
          <a:prstGeom prst="rect">
            <a:avLst/>
          </a:prstGeom>
          <a:noFill/>
        </p:spPr>
        <p:txBody>
          <a:bodyPr wrap="square" rtlCol="0">
            <a:spAutoFit/>
          </a:bodyPr>
          <a:lstStyle/>
          <a:p>
            <a:r>
              <a:rPr lang="en-US" sz="1200" dirty="0"/>
              <a:t>The unique </a:t>
            </a:r>
            <a:r>
              <a:rPr lang="en-US" sz="1200" dirty="0" err="1"/>
              <a:t>factorisation</a:t>
            </a:r>
            <a:r>
              <a:rPr lang="en-US" sz="1200" dirty="0"/>
              <a:t> theorem states that every integer greater than 1 is either a prime number or can be written as the product of prime numbers. This gives the prime factors of the number.</a:t>
            </a:r>
          </a:p>
          <a:p>
            <a:endParaRPr lang="en-US" sz="1200" dirty="0"/>
          </a:p>
          <a:p>
            <a:r>
              <a:rPr lang="en-US" sz="1200" dirty="0"/>
              <a:t>Consider 110. Find two numbers that, when multiplied together, give that number, for example, 2  x  55. Are they both prime? No, 55 isn’t. So take 55 and repeat the operation, to get 5 x  11. Are these both prime? Yes, so:</a:t>
            </a:r>
          </a:p>
          <a:p>
            <a:pPr>
              <a:lnSpc>
                <a:spcPct val="150000"/>
              </a:lnSpc>
            </a:pPr>
            <a:r>
              <a:rPr lang="en-US" sz="1200" b="1" dirty="0"/>
              <a:t>	110 = 2 x 5 x 11</a:t>
            </a:r>
          </a:p>
          <a:p>
            <a:pPr>
              <a:lnSpc>
                <a:spcPct val="150000"/>
              </a:lnSpc>
            </a:pPr>
            <a:r>
              <a:rPr lang="en-US" sz="1200" dirty="0"/>
              <a:t>The prime factors of 110 are 2, 5 and 11 and 110 can be written in ‘prime factorized’ form as 2 x 5 x 11</a:t>
            </a:r>
          </a:p>
          <a:p>
            <a:pPr>
              <a:lnSpc>
                <a:spcPct val="150000"/>
              </a:lnSpc>
            </a:pPr>
            <a:endParaRPr lang="en-US" sz="1200" dirty="0"/>
          </a:p>
        </p:txBody>
      </p:sp>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35275F53-E19C-4490-9915-7B74DEF85AAA}"/>
                  </a:ext>
                </a:extLst>
              </p:cNvPr>
              <p:cNvSpPr txBox="1"/>
              <p:nvPr/>
            </p:nvSpPr>
            <p:spPr>
              <a:xfrm>
                <a:off x="129716" y="6529796"/>
                <a:ext cx="3300114" cy="2785378"/>
              </a:xfrm>
              <a:prstGeom prst="rect">
                <a:avLst/>
              </a:prstGeom>
              <a:noFill/>
            </p:spPr>
            <p:txBody>
              <a:bodyPr wrap="square" rtlCol="0">
                <a:spAutoFit/>
              </a:bodyPr>
              <a:lstStyle/>
              <a:p>
                <a:pPr marL="228600" indent="-228600">
                  <a:lnSpc>
                    <a:spcPct val="250000"/>
                  </a:lnSpc>
                  <a:buFont typeface="+mj-lt"/>
                  <a:buAutoNum type="alphaLcParenR"/>
                </a:pPr>
                <a14:m>
                  <m:oMath xmlns:m="http://schemas.openxmlformats.org/officeDocument/2006/math">
                    <m:r>
                      <a:rPr lang="en-GB" sz="1400" b="0" i="0" smtClean="0">
                        <a:latin typeface="Cambria Math" panose="02040503050406030204" pitchFamily="18" charset="0"/>
                      </a:rPr>
                      <m:t>8</m:t>
                    </m:r>
                    <m:r>
                      <a:rPr lang="en-GB" sz="1400" b="0" i="0" smtClean="0">
                        <a:latin typeface="Cambria Math" panose="02040503050406030204" pitchFamily="18" charset="0"/>
                        <a:ea typeface="Cambria Math" panose="02040503050406030204" pitchFamily="18" charset="0"/>
                      </a:rPr>
                      <m:t>×8×8</m:t>
                    </m:r>
                  </m:oMath>
                </a14:m>
                <a:r>
                  <a:rPr lang="en-GB" sz="1400" b="0" dirty="0">
                    <a:ea typeface="Cambria Math" panose="02040503050406030204" pitchFamily="18" charset="0"/>
                  </a:rPr>
                  <a:t>  </a:t>
                </a:r>
              </a:p>
              <a:p>
                <a:pPr marL="228600" indent="-228600">
                  <a:lnSpc>
                    <a:spcPct val="250000"/>
                  </a:lnSpc>
                  <a:buFont typeface="+mj-lt"/>
                  <a:buAutoNum type="alphaLcParenR"/>
                </a:pPr>
                <a14:m>
                  <m:oMath xmlns:m="http://schemas.openxmlformats.org/officeDocument/2006/math">
                    <m:r>
                      <a:rPr lang="en-GB" sz="1400" b="0" i="0" smtClean="0">
                        <a:latin typeface="Cambria Math" panose="02040503050406030204" pitchFamily="18" charset="0"/>
                      </a:rPr>
                      <m:t>3</m:t>
                    </m:r>
                    <m:r>
                      <a:rPr lang="en-GB" sz="1400" b="0" i="0" smtClean="0">
                        <a:latin typeface="Cambria Math" panose="02040503050406030204" pitchFamily="18" charset="0"/>
                        <a:ea typeface="Cambria Math" panose="02040503050406030204" pitchFamily="18" charset="0"/>
                      </a:rPr>
                      <m:t>×3×3×3×3</m:t>
                    </m:r>
                    <m:r>
                      <m:rPr>
                        <m:nor/>
                      </m:rPr>
                      <a:rPr lang="en-GB" sz="1400" b="0" i="0" smtClean="0">
                        <a:latin typeface="Cambria Math" panose="02040503050406030204" pitchFamily="18" charset="0"/>
                        <a:ea typeface="Cambria Math" panose="02040503050406030204" pitchFamily="18" charset="0"/>
                      </a:rPr>
                      <m:t> </m:t>
                    </m:r>
                  </m:oMath>
                </a14:m>
                <a:endParaRPr lang="en-GB" sz="1400" b="0" dirty="0">
                  <a:ea typeface="Cambria Math" panose="02040503050406030204" pitchFamily="18" charset="0"/>
                </a:endParaRPr>
              </a:p>
              <a:p>
                <a:pPr marL="228600" indent="-228600">
                  <a:lnSpc>
                    <a:spcPct val="250000"/>
                  </a:lnSpc>
                  <a:buFont typeface="+mj-lt"/>
                  <a:buAutoNum type="alphaLcParenR"/>
                </a:pPr>
                <a14:m>
                  <m:oMath xmlns:m="http://schemas.openxmlformats.org/officeDocument/2006/math">
                    <m:r>
                      <a:rPr lang="en-GB" sz="1400" b="0" i="0" smtClean="0">
                        <a:latin typeface="Cambria Math" panose="02040503050406030204" pitchFamily="18" charset="0"/>
                      </a:rPr>
                      <m:t>7</m:t>
                    </m:r>
                    <m:r>
                      <a:rPr lang="en-GB" sz="1400" b="0" i="0" smtClean="0">
                        <a:latin typeface="Cambria Math" panose="02040503050406030204" pitchFamily="18" charset="0"/>
                        <a:ea typeface="Cambria Math" panose="02040503050406030204" pitchFamily="18" charset="0"/>
                      </a:rPr>
                      <m:t>×7×9   </m:t>
                    </m:r>
                  </m:oMath>
                </a14:m>
                <a:r>
                  <a:rPr lang="en-GB" sz="1400" b="0" dirty="0">
                    <a:ea typeface="Cambria Math" panose="02040503050406030204" pitchFamily="18" charset="0"/>
                  </a:rPr>
                  <a:t> </a:t>
                </a:r>
                <a14:m>
                  <m:oMath xmlns:m="http://schemas.openxmlformats.org/officeDocument/2006/math">
                    <m:r>
                      <a:rPr lang="en-GB" sz="1400" b="0" i="1" smtClean="0">
                        <a:solidFill>
                          <a:srgbClr val="FF0000"/>
                        </a:solidFill>
                        <a:latin typeface="Cambria Math" panose="02040503050406030204" pitchFamily="18" charset="0"/>
                        <a:ea typeface="Cambria Math" panose="02040503050406030204" pitchFamily="18" charset="0"/>
                      </a:rPr>
                      <m:t> </m:t>
                    </m:r>
                  </m:oMath>
                </a14:m>
                <a:endParaRPr lang="en-GB" sz="1400" b="0" dirty="0">
                  <a:ea typeface="Cambria Math" panose="02040503050406030204" pitchFamily="18" charset="0"/>
                </a:endParaRPr>
              </a:p>
              <a:p>
                <a:pPr marL="228600" indent="-228600">
                  <a:lnSpc>
                    <a:spcPct val="250000"/>
                  </a:lnSpc>
                  <a:buFont typeface="+mj-lt"/>
                  <a:buAutoNum type="alphaLcParenR"/>
                </a:pPr>
                <a14:m>
                  <m:oMath xmlns:m="http://schemas.openxmlformats.org/officeDocument/2006/math">
                    <m:r>
                      <a:rPr lang="en-GB" sz="1400" b="0" i="0" smtClean="0">
                        <a:latin typeface="Cambria Math" panose="02040503050406030204" pitchFamily="18" charset="0"/>
                      </a:rPr>
                      <m:t>4</m:t>
                    </m:r>
                    <m:r>
                      <a:rPr lang="en-GB" sz="1400" b="0" i="0" smtClean="0">
                        <a:latin typeface="Cambria Math" panose="02040503050406030204" pitchFamily="18" charset="0"/>
                        <a:ea typeface="Cambria Math" panose="02040503050406030204" pitchFamily="18" charset="0"/>
                      </a:rPr>
                      <m:t>×4×6×6</m:t>
                    </m:r>
                    <m:r>
                      <a:rPr lang="en-GB" sz="1400" b="0" i="1" smtClean="0">
                        <a:latin typeface="Cambria Math" panose="02040503050406030204" pitchFamily="18" charset="0"/>
                        <a:ea typeface="Cambria Math" panose="02040503050406030204" pitchFamily="18" charset="0"/>
                      </a:rPr>
                      <m:t> </m:t>
                    </m:r>
                  </m:oMath>
                </a14:m>
                <a:endParaRPr lang="en-US" sz="1400" b="0" i="1" dirty="0">
                  <a:latin typeface="Cambria Math" panose="02040503050406030204" pitchFamily="18" charset="0"/>
                  <a:ea typeface="Cambria Math" panose="02040503050406030204" pitchFamily="18" charset="0"/>
                </a:endParaRPr>
              </a:p>
              <a:p>
                <a:pPr marL="228600" indent="-228600">
                  <a:lnSpc>
                    <a:spcPct val="250000"/>
                  </a:lnSpc>
                  <a:buFont typeface="+mj-lt"/>
                  <a:buAutoNum type="alphaLcParenR"/>
                </a:pPr>
                <a14:m>
                  <m:oMath xmlns:m="http://schemas.openxmlformats.org/officeDocument/2006/math">
                    <m:r>
                      <a:rPr lang="en-GB" sz="1400" b="0" i="0" smtClean="0">
                        <a:latin typeface="Cambria Math" panose="02040503050406030204" pitchFamily="18" charset="0"/>
                      </a:rPr>
                      <m:t>2</m:t>
                    </m:r>
                    <m:r>
                      <a:rPr lang="en-GB" sz="1400" b="0" i="0" smtClean="0">
                        <a:latin typeface="Cambria Math" panose="02040503050406030204" pitchFamily="18" charset="0"/>
                        <a:ea typeface="Cambria Math" panose="02040503050406030204" pitchFamily="18" charset="0"/>
                      </a:rPr>
                      <m:t>×2×11×11×11</m:t>
                    </m:r>
                  </m:oMath>
                </a14:m>
                <a:endParaRPr lang="en-GB" sz="1400" b="0" dirty="0">
                  <a:ea typeface="Cambria Math" panose="02040503050406030204" pitchFamily="18" charset="0"/>
                </a:endParaRPr>
              </a:p>
            </p:txBody>
          </p:sp>
        </mc:Choice>
        <mc:Fallback xmlns="">
          <p:sp>
            <p:nvSpPr>
              <p:cNvPr id="63" name="TextBox 62">
                <a:extLst>
                  <a:ext uri="{FF2B5EF4-FFF2-40B4-BE49-F238E27FC236}">
                    <a16:creationId xmlns:a16="http://schemas.microsoft.com/office/drawing/2014/main" id="{35275F53-E19C-4490-9915-7B74DEF85AAA}"/>
                  </a:ext>
                </a:extLst>
              </p:cNvPr>
              <p:cNvSpPr txBox="1">
                <a:spLocks noRot="1" noChangeAspect="1" noMove="1" noResize="1" noEditPoints="1" noAdjustHandles="1" noChangeArrowheads="1" noChangeShapeType="1" noTextEdit="1"/>
              </p:cNvSpPr>
              <p:nvPr/>
            </p:nvSpPr>
            <p:spPr>
              <a:xfrm>
                <a:off x="129716" y="6529796"/>
                <a:ext cx="3300114" cy="2785378"/>
              </a:xfrm>
              <a:prstGeom prst="rect">
                <a:avLst/>
              </a:prstGeom>
              <a:blipFill>
                <a:blip r:embed="rId16"/>
                <a:stretch>
                  <a:fillRect/>
                </a:stretch>
              </a:blipFill>
            </p:spPr>
            <p:txBody>
              <a:bodyPr/>
              <a:lstStyle/>
              <a:p>
                <a:r>
                  <a:rPr lang="en-GB">
                    <a:noFill/>
                  </a:rPr>
                  <a:t> </a:t>
                </a:r>
              </a:p>
            </p:txBody>
          </p:sp>
        </mc:Fallback>
      </mc:AlternateContent>
      <p:sp>
        <p:nvSpPr>
          <p:cNvPr id="64" name="TextBox 63"/>
          <p:cNvSpPr txBox="1"/>
          <p:nvPr/>
        </p:nvSpPr>
        <p:spPr>
          <a:xfrm>
            <a:off x="78469" y="6472278"/>
            <a:ext cx="5009816" cy="492443"/>
          </a:xfrm>
          <a:prstGeom prst="rect">
            <a:avLst/>
          </a:prstGeom>
          <a:noFill/>
        </p:spPr>
        <p:txBody>
          <a:bodyPr wrap="square" rtlCol="0">
            <a:spAutoFit/>
          </a:bodyPr>
          <a:lstStyle/>
          <a:p>
            <a:r>
              <a:rPr lang="en-GB" sz="1200" b="1" dirty="0"/>
              <a:t>4.  </a:t>
            </a:r>
            <a:r>
              <a:rPr lang="en-GB" sz="1200" dirty="0"/>
              <a:t>Write each of these in index notation.</a:t>
            </a:r>
          </a:p>
          <a:p>
            <a:endParaRPr lang="en-GB" sz="1400" dirty="0"/>
          </a:p>
        </p:txBody>
      </p:sp>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B58C69B4-E809-B645-93DF-8DC41D8E99C9}"/>
                  </a:ext>
                </a:extLst>
              </p:cNvPr>
              <p:cNvSpPr txBox="1"/>
              <p:nvPr/>
            </p:nvSpPr>
            <p:spPr>
              <a:xfrm>
                <a:off x="3170461" y="6606831"/>
                <a:ext cx="2480630" cy="2789610"/>
              </a:xfrm>
              <a:prstGeom prst="rect">
                <a:avLst/>
              </a:prstGeom>
              <a:noFill/>
            </p:spPr>
            <p:txBody>
              <a:bodyPr wrap="square" rtlCol="0">
                <a:spAutoFit/>
              </a:bodyPr>
              <a:lstStyle/>
              <a:p>
                <a:pPr marL="228600" indent="-228600">
                  <a:lnSpc>
                    <a:spcPct val="250000"/>
                  </a:lnSpc>
                  <a:buFont typeface="+mj-lt"/>
                  <a:buAutoNum type="alphaLcParenR"/>
                </a:pPr>
                <a14:m>
                  <m:oMath xmlns:m="http://schemas.openxmlformats.org/officeDocument/2006/math">
                    <m:r>
                      <a:rPr lang="en-GB" sz="1400" b="0" i="0" smtClean="0">
                        <a:latin typeface="Cambria Math" panose="02040503050406030204" pitchFamily="18" charset="0"/>
                      </a:rPr>
                      <m:t>8</m:t>
                    </m:r>
                    <m:r>
                      <a:rPr lang="en-GB" sz="1400" b="0" i="0" smtClean="0">
                        <a:latin typeface="Cambria Math" panose="02040503050406030204" pitchFamily="18" charset="0"/>
                        <a:ea typeface="Cambria Math" panose="02040503050406030204" pitchFamily="18" charset="0"/>
                      </a:rPr>
                      <m:t>×8×8</m:t>
                    </m:r>
                    <m:r>
                      <a:rPr lang="en-GB" sz="1400" dirty="0">
                        <a:latin typeface="Cambria Math" panose="02040503050406030204" pitchFamily="18" charset="0"/>
                        <a:ea typeface="Cambria Math" panose="02040503050406030204" pitchFamily="18" charset="0"/>
                      </a:rPr>
                      <m:t>×</m:t>
                    </m:r>
                    <m:r>
                      <a:rPr lang="en-GB" sz="1400" b="0" i="0" dirty="0" smtClean="0">
                        <a:latin typeface="Cambria Math" panose="02040503050406030204" pitchFamily="18" charset="0"/>
                        <a:ea typeface="Cambria Math" panose="02040503050406030204" pitchFamily="18" charset="0"/>
                      </a:rPr>
                      <m:t>2</m:t>
                    </m:r>
                    <m:r>
                      <a:rPr lang="en-GB" sz="1400" b="0" i="1" dirty="0" smtClean="0">
                        <a:latin typeface="Cambria Math" panose="02040503050406030204" pitchFamily="18" charset="0"/>
                        <a:ea typeface="Cambria Math" panose="02040503050406030204" pitchFamily="18" charset="0"/>
                      </a:rPr>
                      <m:t>×2×3</m:t>
                    </m:r>
                  </m:oMath>
                </a14:m>
                <a:endParaRPr lang="en-GB" sz="1400" b="0" dirty="0">
                  <a:latin typeface="Calibri" panose="020F0502020204030204" pitchFamily="34" charset="0"/>
                  <a:ea typeface="Cambria Math" panose="02040503050406030204" pitchFamily="18" charset="0"/>
                  <a:cs typeface="Calibri" panose="020F0502020204030204" pitchFamily="34" charset="0"/>
                </a:endParaRPr>
              </a:p>
              <a:p>
                <a:pPr marL="228600" indent="-228600">
                  <a:lnSpc>
                    <a:spcPct val="250000"/>
                  </a:lnSpc>
                  <a:buFont typeface="+mj-lt"/>
                  <a:buAutoNum type="alphaLcParenR"/>
                </a:pPr>
                <a14:m>
                  <m:oMath xmlns:m="http://schemas.openxmlformats.org/officeDocument/2006/math">
                    <m:r>
                      <a:rPr lang="en-GB" sz="1400" b="0" i="0" smtClean="0">
                        <a:latin typeface="Cambria Math" panose="02040503050406030204" pitchFamily="18" charset="0"/>
                      </a:rPr>
                      <m:t>3</m:t>
                    </m:r>
                    <m:r>
                      <a:rPr lang="en-GB" sz="1400" b="0" i="0" smtClean="0">
                        <a:latin typeface="Cambria Math" panose="02040503050406030204" pitchFamily="18" charset="0"/>
                        <a:ea typeface="Cambria Math" panose="02040503050406030204" pitchFamily="18" charset="0"/>
                      </a:rPr>
                      <m:t>×5×4×2×3</m:t>
                    </m:r>
                  </m:oMath>
                </a14:m>
                <a:endParaRPr lang="en-GB" sz="1400" b="0" dirty="0">
                  <a:latin typeface="Calibri" panose="020F0502020204030204" pitchFamily="34" charset="0"/>
                  <a:ea typeface="Cambria Math" panose="02040503050406030204" pitchFamily="18" charset="0"/>
                  <a:cs typeface="Calibri" panose="020F0502020204030204" pitchFamily="34" charset="0"/>
                </a:endParaRPr>
              </a:p>
              <a:p>
                <a:pPr marL="228600" indent="-228600">
                  <a:lnSpc>
                    <a:spcPct val="250000"/>
                  </a:lnSpc>
                  <a:buFont typeface="+mj-lt"/>
                  <a:buAutoNum type="alphaLcParenR"/>
                </a:pPr>
                <a14:m>
                  <m:oMath xmlns:m="http://schemas.openxmlformats.org/officeDocument/2006/math">
                    <m:r>
                      <a:rPr lang="en-GB" sz="1400" b="0" i="0" smtClean="0">
                        <a:latin typeface="Cambria Math" panose="02040503050406030204" pitchFamily="18" charset="0"/>
                      </a:rPr>
                      <m:t>7</m:t>
                    </m:r>
                    <m:r>
                      <a:rPr lang="en-GB" sz="1400" b="0" i="0" smtClean="0">
                        <a:latin typeface="Cambria Math" panose="02040503050406030204" pitchFamily="18" charset="0"/>
                        <a:ea typeface="Cambria Math" panose="02040503050406030204" pitchFamily="18" charset="0"/>
                      </a:rPr>
                      <m:t>×7×9</m:t>
                    </m:r>
                    <m:r>
                      <a:rPr lang="en-GB" sz="1400" b="0" i="1" smtClean="0">
                        <a:latin typeface="Cambria Math" panose="02040503050406030204" pitchFamily="18" charset="0"/>
                        <a:ea typeface="Cambria Math" panose="02040503050406030204" pitchFamily="18" charset="0"/>
                      </a:rPr>
                      <m:t>×12×7×6</m:t>
                    </m:r>
                  </m:oMath>
                </a14:m>
                <a:endParaRPr lang="en-GB" sz="1400" b="0" dirty="0">
                  <a:latin typeface="Calibri" panose="020F0502020204030204" pitchFamily="34" charset="0"/>
                  <a:ea typeface="Cambria Math" panose="02040503050406030204" pitchFamily="18" charset="0"/>
                  <a:cs typeface="Calibri" panose="020F0502020204030204" pitchFamily="34" charset="0"/>
                </a:endParaRPr>
              </a:p>
              <a:p>
                <a:pPr marL="228600" indent="-228600">
                  <a:lnSpc>
                    <a:spcPct val="250000"/>
                  </a:lnSpc>
                  <a:buFont typeface="+mj-lt"/>
                  <a:buAutoNum type="alphaLcParenR"/>
                </a:pPr>
                <a14:m>
                  <m:oMath xmlns:m="http://schemas.openxmlformats.org/officeDocument/2006/math">
                    <m:r>
                      <a:rPr lang="en-GB" sz="1400" b="0" i="0" smtClean="0">
                        <a:latin typeface="Cambria Math" panose="02040503050406030204" pitchFamily="18" charset="0"/>
                      </a:rPr>
                      <m:t>3</m:t>
                    </m:r>
                    <m:r>
                      <a:rPr lang="en-GB" sz="1400" b="0" i="1" smtClean="0">
                        <a:latin typeface="Cambria Math" panose="02040503050406030204" pitchFamily="18" charset="0"/>
                        <a:ea typeface="Cambria Math" panose="02040503050406030204" pitchFamily="18" charset="0"/>
                      </a:rPr>
                      <m:t>×3×3×</m:t>
                    </m:r>
                    <m:r>
                      <a:rPr lang="en-GB" sz="1400" b="0" i="0" smtClean="0">
                        <a:latin typeface="Cambria Math" panose="02040503050406030204" pitchFamily="18" charset="0"/>
                      </a:rPr>
                      <m:t>4</m:t>
                    </m:r>
                    <m:r>
                      <a:rPr lang="en-GB" sz="1400" b="0" i="0" smtClean="0">
                        <a:latin typeface="Cambria Math" panose="02040503050406030204" pitchFamily="18" charset="0"/>
                        <a:ea typeface="Cambria Math" panose="02040503050406030204" pitchFamily="18" charset="0"/>
                      </a:rPr>
                      <m:t>×4×6×6</m:t>
                    </m:r>
                  </m:oMath>
                </a14:m>
                <a:endParaRPr lang="en-GB" sz="1400" b="0" dirty="0">
                  <a:latin typeface="Calibri" panose="020F0502020204030204" pitchFamily="34" charset="0"/>
                  <a:ea typeface="Cambria Math" panose="02040503050406030204" pitchFamily="18" charset="0"/>
                  <a:cs typeface="Calibri" panose="020F0502020204030204" pitchFamily="34" charset="0"/>
                </a:endParaRPr>
              </a:p>
              <a:p>
                <a:pPr marL="228600" indent="-228600">
                  <a:lnSpc>
                    <a:spcPct val="250000"/>
                  </a:lnSpc>
                  <a:buFont typeface="+mj-lt"/>
                  <a:buAutoNum type="alphaLcParenR"/>
                </a:pPr>
                <a14:m>
                  <m:oMath xmlns:m="http://schemas.openxmlformats.org/officeDocument/2006/math">
                    <m:r>
                      <a:rPr lang="en-GB" sz="1400" b="0" i="0" smtClean="0">
                        <a:latin typeface="Cambria Math" panose="02040503050406030204" pitchFamily="18" charset="0"/>
                      </a:rPr>
                      <m:t>5</m:t>
                    </m:r>
                    <m:r>
                      <a:rPr lang="en-GB" sz="1400" b="0" i="0" smtClean="0">
                        <a:latin typeface="Cambria Math" panose="02040503050406030204" pitchFamily="18" charset="0"/>
                        <a:ea typeface="Cambria Math" panose="02040503050406030204" pitchFamily="18" charset="0"/>
                      </a:rPr>
                      <m:t>×5×13×5×13×37</m:t>
                    </m:r>
                  </m:oMath>
                </a14:m>
                <a:endParaRPr lang="en-GB" sz="1400" dirty="0">
                  <a:latin typeface="Calibri" panose="020F0502020204030204" pitchFamily="34" charset="0"/>
                  <a:cs typeface="Calibri" panose="020F0502020204030204" pitchFamily="34" charset="0"/>
                </a:endParaRPr>
              </a:p>
            </p:txBody>
          </p:sp>
        </mc:Choice>
        <mc:Fallback xmlns="">
          <p:sp>
            <p:nvSpPr>
              <p:cNvPr id="65" name="TextBox 64">
                <a:extLst>
                  <a:ext uri="{FF2B5EF4-FFF2-40B4-BE49-F238E27FC236}">
                    <a16:creationId xmlns:a16="http://schemas.microsoft.com/office/drawing/2014/main" id="{B58C69B4-E809-B645-93DF-8DC41D8E99C9}"/>
                  </a:ext>
                </a:extLst>
              </p:cNvPr>
              <p:cNvSpPr txBox="1">
                <a:spLocks noRot="1" noChangeAspect="1" noMove="1" noResize="1" noEditPoints="1" noAdjustHandles="1" noChangeArrowheads="1" noChangeShapeType="1" noTextEdit="1"/>
              </p:cNvSpPr>
              <p:nvPr/>
            </p:nvSpPr>
            <p:spPr>
              <a:xfrm>
                <a:off x="3170461" y="6606831"/>
                <a:ext cx="2480630" cy="2789610"/>
              </a:xfrm>
              <a:prstGeom prst="rect">
                <a:avLst/>
              </a:prstGeom>
              <a:blipFill>
                <a:blip r:embed="rId17"/>
                <a:stretch>
                  <a:fillRect/>
                </a:stretch>
              </a:blipFill>
            </p:spPr>
            <p:txBody>
              <a:bodyPr/>
              <a:lstStyle/>
              <a:p>
                <a:r>
                  <a:rPr lang="en-GB">
                    <a:noFill/>
                  </a:rPr>
                  <a:t> </a:t>
                </a:r>
              </a:p>
            </p:txBody>
          </p:sp>
        </mc:Fallback>
      </mc:AlternateContent>
      <p:sp>
        <p:nvSpPr>
          <p:cNvPr id="66" name="TextBox 65">
            <a:extLst>
              <a:ext uri="{FF2B5EF4-FFF2-40B4-BE49-F238E27FC236}">
                <a16:creationId xmlns:a16="http://schemas.microsoft.com/office/drawing/2014/main" id="{47AA7DDB-9EA2-664F-A5FD-166602D41AD6}"/>
              </a:ext>
            </a:extLst>
          </p:cNvPr>
          <p:cNvSpPr txBox="1"/>
          <p:nvPr/>
        </p:nvSpPr>
        <p:spPr>
          <a:xfrm>
            <a:off x="3181847" y="6485814"/>
            <a:ext cx="3845432" cy="492443"/>
          </a:xfrm>
          <a:prstGeom prst="rect">
            <a:avLst/>
          </a:prstGeom>
          <a:noFill/>
        </p:spPr>
        <p:txBody>
          <a:bodyPr wrap="square" rtlCol="0">
            <a:spAutoFit/>
          </a:bodyPr>
          <a:lstStyle/>
          <a:p>
            <a:r>
              <a:rPr lang="en-GB" sz="1200" b="1" dirty="0"/>
              <a:t>5.   </a:t>
            </a:r>
            <a:r>
              <a:rPr lang="en-GB" sz="1200" dirty="0"/>
              <a:t>Write each of these in index notation.</a:t>
            </a:r>
          </a:p>
          <a:p>
            <a:endParaRPr lang="en-GB" sz="1400" dirty="0"/>
          </a:p>
        </p:txBody>
      </p:sp>
      <p:sp>
        <p:nvSpPr>
          <p:cNvPr id="74" name="Rectangle 73"/>
          <p:cNvSpPr/>
          <p:nvPr/>
        </p:nvSpPr>
        <p:spPr>
          <a:xfrm>
            <a:off x="5525507" y="6858717"/>
            <a:ext cx="1196463" cy="31554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5" name="Rectangle 74"/>
          <p:cNvSpPr/>
          <p:nvPr/>
        </p:nvSpPr>
        <p:spPr>
          <a:xfrm>
            <a:off x="5525508" y="7359115"/>
            <a:ext cx="1191468" cy="31554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6" name="Rectangle 75"/>
          <p:cNvSpPr/>
          <p:nvPr/>
        </p:nvSpPr>
        <p:spPr>
          <a:xfrm>
            <a:off x="5525508" y="7953200"/>
            <a:ext cx="1197170" cy="31554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7" name="Rectangle 76"/>
          <p:cNvSpPr/>
          <p:nvPr/>
        </p:nvSpPr>
        <p:spPr>
          <a:xfrm>
            <a:off x="5525508" y="8453598"/>
            <a:ext cx="1192175" cy="31554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0" name="Rectangle 79"/>
          <p:cNvSpPr/>
          <p:nvPr/>
        </p:nvSpPr>
        <p:spPr>
          <a:xfrm>
            <a:off x="1967595" y="6761764"/>
            <a:ext cx="1196463" cy="31554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1" name="Rectangle 80"/>
          <p:cNvSpPr/>
          <p:nvPr/>
        </p:nvSpPr>
        <p:spPr>
          <a:xfrm>
            <a:off x="1967596" y="7262162"/>
            <a:ext cx="1191468" cy="31554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2" name="Rectangle 81"/>
          <p:cNvSpPr/>
          <p:nvPr/>
        </p:nvSpPr>
        <p:spPr>
          <a:xfrm>
            <a:off x="1967596" y="7856247"/>
            <a:ext cx="1197170" cy="31554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3" name="Rectangle 82"/>
          <p:cNvSpPr/>
          <p:nvPr/>
        </p:nvSpPr>
        <p:spPr>
          <a:xfrm>
            <a:off x="1967596" y="8356645"/>
            <a:ext cx="1192175" cy="31554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4" name="Rectangle 83"/>
          <p:cNvSpPr/>
          <p:nvPr/>
        </p:nvSpPr>
        <p:spPr>
          <a:xfrm>
            <a:off x="2103868" y="8878184"/>
            <a:ext cx="1060899" cy="31554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5" name="Rectangle 84"/>
          <p:cNvSpPr/>
          <p:nvPr/>
        </p:nvSpPr>
        <p:spPr>
          <a:xfrm>
            <a:off x="5643753" y="8924153"/>
            <a:ext cx="1060899" cy="31554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graphicFrame>
            <p:nvGraphicFramePr>
              <p:cNvPr id="73" name="Table 72">
                <a:extLst>
                  <a:ext uri="{FF2B5EF4-FFF2-40B4-BE49-F238E27FC236}">
                    <a16:creationId xmlns:a16="http://schemas.microsoft.com/office/drawing/2014/main" id="{424CDD2A-5AA7-5182-E861-0ADE170F760B}"/>
                  </a:ext>
                </a:extLst>
              </p:cNvPr>
              <p:cNvGraphicFramePr>
                <a:graphicFrameLocks noGrp="1"/>
              </p:cNvGraphicFramePr>
              <p:nvPr>
                <p:extLst>
                  <p:ext uri="{D42A27DB-BD31-4B8C-83A1-F6EECF244321}">
                    <p14:modId xmlns:p14="http://schemas.microsoft.com/office/powerpoint/2010/main" val="1858308173"/>
                  </p:ext>
                </p:extLst>
              </p:nvPr>
            </p:nvGraphicFramePr>
            <p:xfrm>
              <a:off x="212800" y="2633519"/>
              <a:ext cx="6519240" cy="3579129"/>
            </p:xfrm>
            <a:graphic>
              <a:graphicData uri="http://schemas.openxmlformats.org/drawingml/2006/table">
                <a:tbl>
                  <a:tblPr firstRow="1" bandRow="1">
                    <a:tableStyleId>{5C22544A-7EE6-4342-B048-85BDC9FD1C3A}</a:tableStyleId>
                  </a:tblPr>
                  <a:tblGrid>
                    <a:gridCol w="2173080">
                      <a:extLst>
                        <a:ext uri="{9D8B030D-6E8A-4147-A177-3AD203B41FA5}">
                          <a16:colId xmlns:a16="http://schemas.microsoft.com/office/drawing/2014/main" val="1342049170"/>
                        </a:ext>
                      </a:extLst>
                    </a:gridCol>
                    <a:gridCol w="2173080">
                      <a:extLst>
                        <a:ext uri="{9D8B030D-6E8A-4147-A177-3AD203B41FA5}">
                          <a16:colId xmlns:a16="http://schemas.microsoft.com/office/drawing/2014/main" val="1363445951"/>
                        </a:ext>
                      </a:extLst>
                    </a:gridCol>
                    <a:gridCol w="2173080">
                      <a:extLst>
                        <a:ext uri="{9D8B030D-6E8A-4147-A177-3AD203B41FA5}">
                          <a16:colId xmlns:a16="http://schemas.microsoft.com/office/drawing/2014/main" val="1083003371"/>
                        </a:ext>
                      </a:extLst>
                    </a:gridCol>
                  </a:tblGrid>
                  <a:tr h="878670">
                    <a:tc>
                      <a:txBody>
                        <a:bodyPr/>
                        <a:lstStyle/>
                        <a:p>
                          <a:pPr algn="ctr"/>
                          <a:r>
                            <a:rPr lang="en-US" sz="1200" b="0" dirty="0">
                              <a:solidFill>
                                <a:schemeClr val="tx1"/>
                              </a:solidFill>
                            </a:rPr>
                            <a:t>Write </a:t>
                          </a:r>
                          <a:endParaRPr lang="en-GB" sz="1200" b="0" i="1" dirty="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GB" sz="1200" b="0" i="1" smtClean="0">
                                    <a:solidFill>
                                      <a:schemeClr val="tx1"/>
                                    </a:solidFill>
                                    <a:latin typeface="Cambria Math" panose="02040503050406030204" pitchFamily="18" charset="0"/>
                                  </a:rPr>
                                  <m:t>2×2×2×7×7</m:t>
                                </m:r>
                              </m:oMath>
                            </m:oMathPara>
                          </a14:m>
                          <a:endParaRPr lang="en-GB" sz="1200" b="0" dirty="0">
                            <a:solidFill>
                              <a:schemeClr val="tx1"/>
                            </a:solidFill>
                          </a:endParaRPr>
                        </a:p>
                        <a:p>
                          <a:pPr algn="ctr"/>
                          <a:r>
                            <a:rPr lang="en-GB" sz="1200" b="0" dirty="0">
                              <a:solidFill>
                                <a:schemeClr val="tx1"/>
                              </a:solidFill>
                            </a:rPr>
                            <a:t> in index notation.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0" dirty="0">
                              <a:solidFill>
                                <a:schemeClr val="tx1"/>
                              </a:solidFill>
                            </a:rPr>
                            <a:t>Write </a:t>
                          </a:r>
                          <a:endParaRPr lang="en-GB" sz="1200" b="0" i="1" dirty="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GB" sz="1200" b="0" i="1" smtClean="0">
                                    <a:solidFill>
                                      <a:schemeClr val="tx1"/>
                                    </a:solidFill>
                                    <a:latin typeface="Cambria Math" panose="02040503050406030204" pitchFamily="18" charset="0"/>
                                  </a:rPr>
                                  <m:t>2×3×3×3×11</m:t>
                                </m:r>
                              </m:oMath>
                            </m:oMathPara>
                          </a14:m>
                          <a:endParaRPr lang="en-GB" sz="1200" b="0" dirty="0">
                            <a:solidFill>
                              <a:schemeClr val="tx1"/>
                            </a:solidFill>
                          </a:endParaRPr>
                        </a:p>
                        <a:p>
                          <a:pPr algn="ctr"/>
                          <a:r>
                            <a:rPr lang="en-GB" sz="1200" b="0" dirty="0">
                              <a:solidFill>
                                <a:schemeClr val="tx1"/>
                              </a:solidFill>
                            </a:rPr>
                            <a:t> in index notation.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0" dirty="0">
                              <a:solidFill>
                                <a:schemeClr val="tx1"/>
                              </a:solidFill>
                            </a:rPr>
                            <a:t>Write </a:t>
                          </a:r>
                          <a:endParaRPr lang="en-GB" sz="1200" b="0" i="1" dirty="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GB" sz="1200" b="0" i="1" smtClean="0">
                                    <a:solidFill>
                                      <a:schemeClr val="tx1"/>
                                    </a:solidFill>
                                    <a:latin typeface="Cambria Math" panose="02040503050406030204" pitchFamily="18" charset="0"/>
                                  </a:rPr>
                                  <m:t>3×5×5×5</m:t>
                                </m:r>
                              </m:oMath>
                            </m:oMathPara>
                          </a14:m>
                          <a:endParaRPr lang="en-GB" sz="1200" b="0" dirty="0">
                            <a:solidFill>
                              <a:schemeClr val="tx1"/>
                            </a:solidFill>
                          </a:endParaRPr>
                        </a:p>
                        <a:p>
                          <a:pPr algn="ctr"/>
                          <a:r>
                            <a:rPr lang="en-GB" sz="1200" b="0" dirty="0">
                              <a:solidFill>
                                <a:schemeClr val="tx1"/>
                              </a:solidFill>
                            </a:rPr>
                            <a:t> in index notation.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3924369"/>
                      </a:ext>
                    </a:extLst>
                  </a:tr>
                  <a:tr h="2700459">
                    <a:tc>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5163190"/>
                      </a:ext>
                    </a:extLst>
                  </a:tr>
                </a:tbl>
              </a:graphicData>
            </a:graphic>
          </p:graphicFrame>
        </mc:Choice>
        <mc:Fallback xmlns="">
          <p:graphicFrame>
            <p:nvGraphicFramePr>
              <p:cNvPr id="73" name="Table 72">
                <a:extLst>
                  <a:ext uri="{FF2B5EF4-FFF2-40B4-BE49-F238E27FC236}">
                    <a16:creationId xmlns:a16="http://schemas.microsoft.com/office/drawing/2014/main" id="{424CDD2A-5AA7-5182-E861-0ADE170F760B}"/>
                  </a:ext>
                </a:extLst>
              </p:cNvPr>
              <p:cNvGraphicFramePr>
                <a:graphicFrameLocks noGrp="1"/>
              </p:cNvGraphicFramePr>
              <p:nvPr>
                <p:extLst>
                  <p:ext uri="{D42A27DB-BD31-4B8C-83A1-F6EECF244321}">
                    <p14:modId xmlns:p14="http://schemas.microsoft.com/office/powerpoint/2010/main" val="1858308173"/>
                  </p:ext>
                </p:extLst>
              </p:nvPr>
            </p:nvGraphicFramePr>
            <p:xfrm>
              <a:off x="212800" y="2633519"/>
              <a:ext cx="6519240" cy="3579129"/>
            </p:xfrm>
            <a:graphic>
              <a:graphicData uri="http://schemas.openxmlformats.org/drawingml/2006/table">
                <a:tbl>
                  <a:tblPr firstRow="1" bandRow="1">
                    <a:tableStyleId>{5C22544A-7EE6-4342-B048-85BDC9FD1C3A}</a:tableStyleId>
                  </a:tblPr>
                  <a:tblGrid>
                    <a:gridCol w="2173080">
                      <a:extLst>
                        <a:ext uri="{9D8B030D-6E8A-4147-A177-3AD203B41FA5}">
                          <a16:colId xmlns:a16="http://schemas.microsoft.com/office/drawing/2014/main" val="1342049170"/>
                        </a:ext>
                      </a:extLst>
                    </a:gridCol>
                    <a:gridCol w="2173080">
                      <a:extLst>
                        <a:ext uri="{9D8B030D-6E8A-4147-A177-3AD203B41FA5}">
                          <a16:colId xmlns:a16="http://schemas.microsoft.com/office/drawing/2014/main" val="1363445951"/>
                        </a:ext>
                      </a:extLst>
                    </a:gridCol>
                    <a:gridCol w="2173080">
                      <a:extLst>
                        <a:ext uri="{9D8B030D-6E8A-4147-A177-3AD203B41FA5}">
                          <a16:colId xmlns:a16="http://schemas.microsoft.com/office/drawing/2014/main" val="1083003371"/>
                        </a:ext>
                      </a:extLst>
                    </a:gridCol>
                  </a:tblGrid>
                  <a:tr h="87867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18"/>
                          <a:stretch>
                            <a:fillRect l="-280" t="-1389" r="-200560" b="-309722"/>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18"/>
                          <a:stretch>
                            <a:fillRect l="-100280" t="-1389" r="-100560" b="-309722"/>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18"/>
                          <a:stretch>
                            <a:fillRect l="-200280" t="-1389" r="-560" b="-309722"/>
                          </a:stretch>
                        </a:blipFill>
                      </a:tcPr>
                    </a:tc>
                    <a:extLst>
                      <a:ext uri="{0D108BD9-81ED-4DB2-BD59-A6C34878D82A}">
                        <a16:rowId xmlns:a16="http://schemas.microsoft.com/office/drawing/2014/main" val="2373924369"/>
                      </a:ext>
                    </a:extLst>
                  </a:tr>
                  <a:tr h="2700459">
                    <a:tc>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5163190"/>
                      </a:ext>
                    </a:extLst>
                  </a:tr>
                </a:tbl>
              </a:graphicData>
            </a:graphic>
          </p:graphicFrame>
        </mc:Fallback>
      </mc:AlternateContent>
      <p:sp>
        <p:nvSpPr>
          <p:cNvPr id="78" name="TextBox 77">
            <a:extLst>
              <a:ext uri="{FF2B5EF4-FFF2-40B4-BE49-F238E27FC236}">
                <a16:creationId xmlns:a16="http://schemas.microsoft.com/office/drawing/2014/main" id="{649EEF56-D830-4CEA-0732-65F9B025E3C7}"/>
              </a:ext>
            </a:extLst>
          </p:cNvPr>
          <p:cNvSpPr txBox="1"/>
          <p:nvPr/>
        </p:nvSpPr>
        <p:spPr>
          <a:xfrm>
            <a:off x="212800" y="2358373"/>
            <a:ext cx="1240262" cy="261610"/>
          </a:xfrm>
          <a:prstGeom prst="rect">
            <a:avLst/>
          </a:prstGeom>
          <a:noFill/>
          <a:ln>
            <a:noFill/>
          </a:ln>
        </p:spPr>
        <p:txBody>
          <a:bodyPr wrap="square" rtlCol="0">
            <a:spAutoFit/>
          </a:bodyPr>
          <a:lstStyle/>
          <a:p>
            <a:r>
              <a:rPr lang="en-GB" sz="1100" b="1" i="1" dirty="0">
                <a:solidFill>
                  <a:srgbClr val="FF0000"/>
                </a:solidFill>
              </a:rPr>
              <a:t>Example 4 - I do…</a:t>
            </a:r>
          </a:p>
        </p:txBody>
      </p:sp>
      <p:sp>
        <p:nvSpPr>
          <p:cNvPr id="86" name="TextBox 85">
            <a:extLst>
              <a:ext uri="{FF2B5EF4-FFF2-40B4-BE49-F238E27FC236}">
                <a16:creationId xmlns:a16="http://schemas.microsoft.com/office/drawing/2014/main" id="{2A12B37A-26AB-525E-EE31-604EC443B9E8}"/>
              </a:ext>
            </a:extLst>
          </p:cNvPr>
          <p:cNvSpPr txBox="1"/>
          <p:nvPr/>
        </p:nvSpPr>
        <p:spPr>
          <a:xfrm>
            <a:off x="2323102" y="2358373"/>
            <a:ext cx="1404275" cy="261610"/>
          </a:xfrm>
          <a:prstGeom prst="rect">
            <a:avLst/>
          </a:prstGeom>
          <a:noFill/>
          <a:ln>
            <a:noFill/>
          </a:ln>
        </p:spPr>
        <p:txBody>
          <a:bodyPr wrap="square" rtlCol="0">
            <a:spAutoFit/>
          </a:bodyPr>
          <a:lstStyle/>
          <a:p>
            <a:r>
              <a:rPr lang="en-GB" sz="1100" b="1" i="1" dirty="0">
                <a:solidFill>
                  <a:srgbClr val="ED7D31"/>
                </a:solidFill>
              </a:rPr>
              <a:t>Example 5 - We do…</a:t>
            </a:r>
          </a:p>
        </p:txBody>
      </p:sp>
      <p:sp>
        <p:nvSpPr>
          <p:cNvPr id="87" name="TextBox 86">
            <a:extLst>
              <a:ext uri="{FF2B5EF4-FFF2-40B4-BE49-F238E27FC236}">
                <a16:creationId xmlns:a16="http://schemas.microsoft.com/office/drawing/2014/main" id="{0D965DC7-391A-3F32-C045-F380F66F9204}"/>
              </a:ext>
            </a:extLst>
          </p:cNvPr>
          <p:cNvSpPr txBox="1"/>
          <p:nvPr/>
        </p:nvSpPr>
        <p:spPr>
          <a:xfrm>
            <a:off x="4446152" y="2355940"/>
            <a:ext cx="1456759" cy="261610"/>
          </a:xfrm>
          <a:prstGeom prst="rect">
            <a:avLst/>
          </a:prstGeom>
          <a:noFill/>
          <a:ln>
            <a:noFill/>
          </a:ln>
        </p:spPr>
        <p:txBody>
          <a:bodyPr wrap="square" rtlCol="0">
            <a:spAutoFit/>
          </a:bodyPr>
          <a:lstStyle/>
          <a:p>
            <a:r>
              <a:rPr lang="en-GB" sz="1100" b="1" i="1" dirty="0">
                <a:solidFill>
                  <a:srgbClr val="00B050"/>
                </a:solidFill>
              </a:rPr>
              <a:t>Example 6 – You do…</a:t>
            </a:r>
          </a:p>
        </p:txBody>
      </p:sp>
      <p:sp>
        <p:nvSpPr>
          <p:cNvPr id="90" name="Rectangle 89">
            <a:extLst>
              <a:ext uri="{FF2B5EF4-FFF2-40B4-BE49-F238E27FC236}">
                <a16:creationId xmlns:a16="http://schemas.microsoft.com/office/drawing/2014/main" id="{72DF37EA-C787-22C3-9A37-F73A689C44A4}"/>
              </a:ext>
            </a:extLst>
          </p:cNvPr>
          <p:cNvSpPr/>
          <p:nvPr/>
        </p:nvSpPr>
        <p:spPr>
          <a:xfrm>
            <a:off x="225526" y="34049"/>
            <a:ext cx="6491449" cy="219543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389989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5370857" y="9551071"/>
            <a:ext cx="1543050" cy="527403"/>
          </a:xfrm>
        </p:spPr>
        <p:txBody>
          <a:bodyPr/>
          <a:lstStyle/>
          <a:p>
            <a:fld id="{801DFC4E-6969-46AA-A5C7-ABF66C60BBE0}" type="slidenum">
              <a:rPr lang="en-GB" smtClean="0"/>
              <a:t>21</a:t>
            </a:fld>
            <a:endParaRPr lang="en-GB" dirty="0"/>
          </a:p>
        </p:txBody>
      </p:sp>
      <p:graphicFrame>
        <p:nvGraphicFramePr>
          <p:cNvPr id="5" name="Table 4"/>
          <p:cNvGraphicFramePr>
            <a:graphicFrameLocks noGrp="1"/>
          </p:cNvGraphicFramePr>
          <p:nvPr>
            <p:extLst>
              <p:ext uri="{D42A27DB-BD31-4B8C-83A1-F6EECF244321}">
                <p14:modId xmlns:p14="http://schemas.microsoft.com/office/powerpoint/2010/main" val="317354892"/>
              </p:ext>
            </p:extLst>
          </p:nvPr>
        </p:nvGraphicFramePr>
        <p:xfrm>
          <a:off x="113914" y="528988"/>
          <a:ext cx="6642848" cy="4399280"/>
        </p:xfrm>
        <a:graphic>
          <a:graphicData uri="http://schemas.openxmlformats.org/drawingml/2006/table">
            <a:tbl>
              <a:tblPr firstRow="1" bandRow="1">
                <a:tableStyleId>{5C22544A-7EE6-4342-B048-85BDC9FD1C3A}</a:tableStyleId>
              </a:tblPr>
              <a:tblGrid>
                <a:gridCol w="1761566">
                  <a:extLst>
                    <a:ext uri="{9D8B030D-6E8A-4147-A177-3AD203B41FA5}">
                      <a16:colId xmlns:a16="http://schemas.microsoft.com/office/drawing/2014/main" val="1546927094"/>
                    </a:ext>
                  </a:extLst>
                </a:gridCol>
                <a:gridCol w="1706481">
                  <a:extLst>
                    <a:ext uri="{9D8B030D-6E8A-4147-A177-3AD203B41FA5}">
                      <a16:colId xmlns:a16="http://schemas.microsoft.com/office/drawing/2014/main" val="546496835"/>
                    </a:ext>
                  </a:extLst>
                </a:gridCol>
                <a:gridCol w="1559542">
                  <a:extLst>
                    <a:ext uri="{9D8B030D-6E8A-4147-A177-3AD203B41FA5}">
                      <a16:colId xmlns:a16="http://schemas.microsoft.com/office/drawing/2014/main" val="2551380773"/>
                    </a:ext>
                  </a:extLst>
                </a:gridCol>
                <a:gridCol w="1615259">
                  <a:extLst>
                    <a:ext uri="{9D8B030D-6E8A-4147-A177-3AD203B41FA5}">
                      <a16:colId xmlns:a16="http://schemas.microsoft.com/office/drawing/2014/main" val="710751018"/>
                    </a:ext>
                  </a:extLst>
                </a:gridCol>
              </a:tblGrid>
              <a:tr h="370840">
                <a:tc>
                  <a:txBody>
                    <a:bodyPr/>
                    <a:lstStyle/>
                    <a:p>
                      <a:r>
                        <a:rPr lang="en-US" sz="1200" dirty="0">
                          <a:solidFill>
                            <a:schemeClr val="tx1"/>
                          </a:solidFill>
                        </a:rPr>
                        <a:t>Steps</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0" dirty="0">
                          <a:solidFill>
                            <a:schemeClr val="tx1"/>
                          </a:solidFill>
                        </a:rPr>
                        <a:t>24</a:t>
                      </a:r>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0" dirty="0">
                          <a:solidFill>
                            <a:schemeClr val="tx1"/>
                          </a:solidFill>
                        </a:rPr>
                        <a:t>16</a:t>
                      </a:r>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0" dirty="0">
                          <a:solidFill>
                            <a:schemeClr val="tx1"/>
                          </a:solidFill>
                        </a:rPr>
                        <a:t>18</a:t>
                      </a:r>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0415670"/>
                  </a:ext>
                </a:extLst>
              </a:tr>
              <a:tr h="370840">
                <a:tc>
                  <a:txBody>
                    <a:bodyPr/>
                    <a:lstStyle/>
                    <a:p>
                      <a:r>
                        <a:rPr lang="en-US" sz="1200" dirty="0">
                          <a:solidFill>
                            <a:schemeClr val="tx1"/>
                          </a:solidFill>
                        </a:rPr>
                        <a:t>Write down the number that is being decomposed at the top.</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5">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5">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5">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85371684"/>
                  </a:ext>
                </a:extLst>
              </a:tr>
              <a:tr h="370840">
                <a:tc>
                  <a:txBody>
                    <a:bodyPr/>
                    <a:lstStyle/>
                    <a:p>
                      <a:r>
                        <a:rPr lang="en-US" sz="1200" dirty="0">
                          <a:solidFill>
                            <a:schemeClr val="tx1"/>
                          </a:solidFill>
                        </a:rPr>
                        <a:t>Draw 2 lines from the number and think of two factors</a:t>
                      </a:r>
                      <a:r>
                        <a:rPr lang="en-US" sz="1200" baseline="0" dirty="0">
                          <a:solidFill>
                            <a:schemeClr val="tx1"/>
                          </a:solidFill>
                        </a:rPr>
                        <a:t> of the number above which are prime</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78316088"/>
                  </a:ext>
                </a:extLst>
              </a:tr>
              <a:tr h="370840">
                <a:tc>
                  <a:txBody>
                    <a:bodyPr/>
                    <a:lstStyle/>
                    <a:p>
                      <a:r>
                        <a:rPr lang="en-US" sz="1200" dirty="0">
                          <a:solidFill>
                            <a:schemeClr val="tx1"/>
                          </a:solidFill>
                        </a:rPr>
                        <a:t>Draw 2 lines from the factor which was not prime and think of two factors of that new number where</a:t>
                      </a:r>
                      <a:r>
                        <a:rPr lang="en-US" sz="1200" baseline="0" dirty="0">
                          <a:solidFill>
                            <a:schemeClr val="tx1"/>
                          </a:solidFill>
                        </a:rPr>
                        <a:t> one is prime (keep repeating this step until you are left with prime numbers)</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4969166"/>
                  </a:ext>
                </a:extLst>
              </a:tr>
              <a:tr h="370840">
                <a:tc>
                  <a:txBody>
                    <a:bodyPr/>
                    <a:lstStyle/>
                    <a:p>
                      <a:r>
                        <a:rPr lang="en-US" sz="1200" dirty="0">
                          <a:solidFill>
                            <a:schemeClr val="tx1"/>
                          </a:solidFill>
                        </a:rPr>
                        <a:t>Circle all prime number</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55560808"/>
                  </a:ext>
                </a:extLst>
              </a:tr>
              <a:tr h="0">
                <a:tc>
                  <a:txBody>
                    <a:bodyPr/>
                    <a:lstStyle/>
                    <a:p>
                      <a:r>
                        <a:rPr lang="en-US" sz="1200" dirty="0">
                          <a:solidFill>
                            <a:schemeClr val="tx1"/>
                          </a:solidFill>
                        </a:rPr>
                        <a:t>Write all prime numbers as a multiplication, then put into index notation.</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47579960"/>
                  </a:ext>
                </a:extLst>
              </a:tr>
            </a:tbl>
          </a:graphicData>
        </a:graphic>
      </p:graphicFrame>
      <p:grpSp>
        <p:nvGrpSpPr>
          <p:cNvPr id="6" name="Group 5">
            <a:extLst>
              <a:ext uri="{FF2B5EF4-FFF2-40B4-BE49-F238E27FC236}">
                <a16:creationId xmlns:a16="http://schemas.microsoft.com/office/drawing/2014/main" id="{51B9336B-82B6-4944-9473-A262496C6038}"/>
              </a:ext>
            </a:extLst>
          </p:cNvPr>
          <p:cNvGrpSpPr/>
          <p:nvPr/>
        </p:nvGrpSpPr>
        <p:grpSpPr>
          <a:xfrm>
            <a:off x="1956051" y="957284"/>
            <a:ext cx="1359603" cy="1571967"/>
            <a:chOff x="1081664" y="7157755"/>
            <a:chExt cx="1359603" cy="1571967"/>
          </a:xfrm>
        </p:grpSpPr>
        <p:sp>
          <p:nvSpPr>
            <p:cNvPr id="7" name="Rectangle 6">
              <a:extLst>
                <a:ext uri="{FF2B5EF4-FFF2-40B4-BE49-F238E27FC236}">
                  <a16:creationId xmlns:a16="http://schemas.microsoft.com/office/drawing/2014/main" id="{E7343B7C-92C2-584B-9B8F-D0E0D5572462}"/>
                </a:ext>
              </a:extLst>
            </p:cNvPr>
            <p:cNvSpPr>
              <a:spLocks noChangeAspect="1"/>
            </p:cNvSpPr>
            <p:nvPr/>
          </p:nvSpPr>
          <p:spPr>
            <a:xfrm>
              <a:off x="1709590" y="7701057"/>
              <a:ext cx="250922" cy="244573"/>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C25F37A3-DAB9-F346-A1EE-ECC4A82B2535}"/>
                </a:ext>
              </a:extLst>
            </p:cNvPr>
            <p:cNvSpPr txBox="1"/>
            <p:nvPr/>
          </p:nvSpPr>
          <p:spPr>
            <a:xfrm>
              <a:off x="1353560" y="7157755"/>
              <a:ext cx="341760" cy="276999"/>
            </a:xfrm>
            <a:prstGeom prst="rect">
              <a:avLst/>
            </a:prstGeom>
            <a:noFill/>
          </p:spPr>
          <p:txBody>
            <a:bodyPr wrap="none" rtlCol="0">
              <a:spAutoFit/>
            </a:bodyPr>
            <a:lstStyle/>
            <a:p>
              <a:r>
                <a:rPr lang="en-GB" sz="1200" dirty="0">
                  <a:latin typeface="Calibri" panose="020F0502020204030204" pitchFamily="34" charset="0"/>
                  <a:cs typeface="Calibri" panose="020F0502020204030204" pitchFamily="34" charset="0"/>
                </a:rPr>
                <a:t>24</a:t>
              </a:r>
            </a:p>
          </p:txBody>
        </p:sp>
        <p:cxnSp>
          <p:nvCxnSpPr>
            <p:cNvPr id="9" name="Straight Connector 8">
              <a:extLst>
                <a:ext uri="{FF2B5EF4-FFF2-40B4-BE49-F238E27FC236}">
                  <a16:creationId xmlns:a16="http://schemas.microsoft.com/office/drawing/2014/main" id="{99FBEB85-E70F-1D44-A7BE-994FF3BD7FDE}"/>
                </a:ext>
              </a:extLst>
            </p:cNvPr>
            <p:cNvCxnSpPr>
              <a:cxnSpLocks noChangeAspect="1"/>
            </p:cNvCxnSpPr>
            <p:nvPr/>
          </p:nvCxnSpPr>
          <p:spPr>
            <a:xfrm flipH="1">
              <a:off x="1236422" y="7413057"/>
              <a:ext cx="288000" cy="288000"/>
            </a:xfrm>
            <a:prstGeom prst="line">
              <a:avLst/>
            </a:prstGeom>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1ED3637F-504C-AC47-8045-3D18D17D9ED1}"/>
                </a:ext>
              </a:extLst>
            </p:cNvPr>
            <p:cNvCxnSpPr>
              <a:cxnSpLocks noChangeAspect="1"/>
            </p:cNvCxnSpPr>
            <p:nvPr/>
          </p:nvCxnSpPr>
          <p:spPr>
            <a:xfrm>
              <a:off x="1519283" y="7414546"/>
              <a:ext cx="288000" cy="288000"/>
            </a:xfrm>
            <a:prstGeom prst="line">
              <a:avLst/>
            </a:prstGeom>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A8E86901-FED3-C44F-A3AA-8E866FD1E0EA}"/>
                </a:ext>
              </a:extLst>
            </p:cNvPr>
            <p:cNvSpPr txBox="1"/>
            <p:nvPr/>
          </p:nvSpPr>
          <p:spPr>
            <a:xfrm>
              <a:off x="1081664" y="7643889"/>
              <a:ext cx="230757" cy="276999"/>
            </a:xfrm>
            <a:prstGeom prst="rect">
              <a:avLst/>
            </a:prstGeom>
            <a:noFill/>
          </p:spPr>
          <p:txBody>
            <a:bodyPr wrap="square" rtlCol="0">
              <a:spAutoFit/>
            </a:bodyPr>
            <a:lstStyle/>
            <a:p>
              <a:r>
                <a:rPr lang="en-GB" sz="1200" dirty="0">
                  <a:latin typeface="Calibri" panose="020F0502020204030204" pitchFamily="34" charset="0"/>
                  <a:cs typeface="Calibri" panose="020F0502020204030204" pitchFamily="34" charset="0"/>
                </a:rPr>
                <a:t>2</a:t>
              </a:r>
            </a:p>
          </p:txBody>
        </p:sp>
        <p:cxnSp>
          <p:nvCxnSpPr>
            <p:cNvPr id="12" name="Straight Connector 11">
              <a:extLst>
                <a:ext uri="{FF2B5EF4-FFF2-40B4-BE49-F238E27FC236}">
                  <a16:creationId xmlns:a16="http://schemas.microsoft.com/office/drawing/2014/main" id="{6C58A53B-E950-A444-BFF8-54A7B8F307F1}"/>
                </a:ext>
              </a:extLst>
            </p:cNvPr>
            <p:cNvCxnSpPr>
              <a:cxnSpLocks noChangeAspect="1"/>
            </p:cNvCxnSpPr>
            <p:nvPr/>
          </p:nvCxnSpPr>
          <p:spPr>
            <a:xfrm flipH="1">
              <a:off x="1553414" y="7949505"/>
              <a:ext cx="288000" cy="288000"/>
            </a:xfrm>
            <a:prstGeom prst="line">
              <a:avLst/>
            </a:prstGeom>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3A8EF4FE-A36E-EF46-91D7-5651586EF2C2}"/>
                </a:ext>
              </a:extLst>
            </p:cNvPr>
            <p:cNvCxnSpPr>
              <a:cxnSpLocks noChangeAspect="1"/>
            </p:cNvCxnSpPr>
            <p:nvPr/>
          </p:nvCxnSpPr>
          <p:spPr>
            <a:xfrm>
              <a:off x="1836275" y="7950994"/>
              <a:ext cx="288000" cy="288000"/>
            </a:xfrm>
            <a:prstGeom prst="line">
              <a:avLst/>
            </a:prstGeom>
          </p:spPr>
          <p:style>
            <a:lnRef idx="1">
              <a:schemeClr val="dk1"/>
            </a:lnRef>
            <a:fillRef idx="0">
              <a:schemeClr val="dk1"/>
            </a:fillRef>
            <a:effectRef idx="0">
              <a:schemeClr val="dk1"/>
            </a:effectRef>
            <a:fontRef idx="minor">
              <a:schemeClr val="tx1"/>
            </a:fontRef>
          </p:style>
        </p:cxnSp>
        <p:sp>
          <p:nvSpPr>
            <p:cNvPr id="14" name="TextBox 13">
              <a:extLst>
                <a:ext uri="{FF2B5EF4-FFF2-40B4-BE49-F238E27FC236}">
                  <a16:creationId xmlns:a16="http://schemas.microsoft.com/office/drawing/2014/main" id="{ED30A159-6FA1-5545-9E0F-4A5FB885195C}"/>
                </a:ext>
              </a:extLst>
            </p:cNvPr>
            <p:cNvSpPr txBox="1"/>
            <p:nvPr/>
          </p:nvSpPr>
          <p:spPr>
            <a:xfrm>
              <a:off x="2017324" y="8204028"/>
              <a:ext cx="263214" cy="276999"/>
            </a:xfrm>
            <a:prstGeom prst="rect">
              <a:avLst/>
            </a:prstGeom>
            <a:noFill/>
          </p:spPr>
          <p:txBody>
            <a:bodyPr wrap="none" rtlCol="0">
              <a:spAutoFit/>
            </a:bodyPr>
            <a:lstStyle/>
            <a:p>
              <a:r>
                <a:rPr lang="en-GB" sz="1200" dirty="0">
                  <a:latin typeface="Calibri" panose="020F0502020204030204" pitchFamily="34" charset="0"/>
                  <a:cs typeface="Calibri" panose="020F0502020204030204" pitchFamily="34" charset="0"/>
                </a:rPr>
                <a:t>6</a:t>
              </a:r>
            </a:p>
          </p:txBody>
        </p:sp>
        <p:cxnSp>
          <p:nvCxnSpPr>
            <p:cNvPr id="15" name="Straight Connector 14">
              <a:extLst>
                <a:ext uri="{FF2B5EF4-FFF2-40B4-BE49-F238E27FC236}">
                  <a16:creationId xmlns:a16="http://schemas.microsoft.com/office/drawing/2014/main" id="{2AD4D6D8-5B6B-4043-9366-923B99704665}"/>
                </a:ext>
              </a:extLst>
            </p:cNvPr>
            <p:cNvCxnSpPr>
              <a:cxnSpLocks noChangeAspect="1"/>
            </p:cNvCxnSpPr>
            <p:nvPr/>
          </p:nvCxnSpPr>
          <p:spPr>
            <a:xfrm flipH="1">
              <a:off x="1870406" y="8440233"/>
              <a:ext cx="288000" cy="288000"/>
            </a:xfrm>
            <a:prstGeom prst="line">
              <a:avLst/>
            </a:prstGeom>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E092B560-FEC6-8D48-9C93-7A531AAD3998}"/>
                </a:ext>
              </a:extLst>
            </p:cNvPr>
            <p:cNvCxnSpPr>
              <a:cxnSpLocks noChangeAspect="1"/>
            </p:cNvCxnSpPr>
            <p:nvPr/>
          </p:nvCxnSpPr>
          <p:spPr>
            <a:xfrm>
              <a:off x="2153267" y="8441722"/>
              <a:ext cx="288000" cy="288000"/>
            </a:xfrm>
            <a:prstGeom prst="line">
              <a:avLst/>
            </a:prstGeom>
          </p:spPr>
          <p:style>
            <a:lnRef idx="1">
              <a:schemeClr val="dk1"/>
            </a:lnRef>
            <a:fillRef idx="0">
              <a:schemeClr val="dk1"/>
            </a:fillRef>
            <a:effectRef idx="0">
              <a:schemeClr val="dk1"/>
            </a:effectRef>
            <a:fontRef idx="minor">
              <a:schemeClr val="tx1"/>
            </a:fontRef>
          </p:style>
        </p:cxnSp>
      </p:grpSp>
      <p:sp>
        <p:nvSpPr>
          <p:cNvPr id="17" name="Rectangle 16">
            <a:extLst>
              <a:ext uri="{FF2B5EF4-FFF2-40B4-BE49-F238E27FC236}">
                <a16:creationId xmlns:a16="http://schemas.microsoft.com/office/drawing/2014/main" id="{E7343B7C-92C2-584B-9B8F-D0E0D5572462}"/>
              </a:ext>
            </a:extLst>
          </p:cNvPr>
          <p:cNvSpPr>
            <a:spLocks noChangeAspect="1"/>
          </p:cNvSpPr>
          <p:nvPr/>
        </p:nvSpPr>
        <p:spPr>
          <a:xfrm>
            <a:off x="3221632" y="2590604"/>
            <a:ext cx="250922" cy="244573"/>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latin typeface="Calibri" panose="020F0502020204030204" pitchFamily="34" charset="0"/>
              <a:cs typeface="Calibri" panose="020F0502020204030204" pitchFamily="34" charset="0"/>
            </a:endParaRPr>
          </a:p>
        </p:txBody>
      </p:sp>
      <p:sp>
        <p:nvSpPr>
          <p:cNvPr id="18" name="Rectangle 17">
            <a:extLst>
              <a:ext uri="{FF2B5EF4-FFF2-40B4-BE49-F238E27FC236}">
                <a16:creationId xmlns:a16="http://schemas.microsoft.com/office/drawing/2014/main" id="{E7343B7C-92C2-584B-9B8F-D0E0D5572462}"/>
              </a:ext>
            </a:extLst>
          </p:cNvPr>
          <p:cNvSpPr>
            <a:spLocks noChangeAspect="1"/>
          </p:cNvSpPr>
          <p:nvPr/>
        </p:nvSpPr>
        <p:spPr>
          <a:xfrm>
            <a:off x="2195418" y="2099962"/>
            <a:ext cx="250922" cy="244573"/>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latin typeface="Calibri" panose="020F0502020204030204" pitchFamily="34" charset="0"/>
              <a:cs typeface="Calibri" panose="020F0502020204030204" pitchFamily="34" charset="0"/>
            </a:endParaRPr>
          </a:p>
        </p:txBody>
      </p:sp>
      <p:sp>
        <p:nvSpPr>
          <p:cNvPr id="19" name="Rectangle 18">
            <a:extLst>
              <a:ext uri="{FF2B5EF4-FFF2-40B4-BE49-F238E27FC236}">
                <a16:creationId xmlns:a16="http://schemas.microsoft.com/office/drawing/2014/main" id="{E7343B7C-92C2-584B-9B8F-D0E0D5572462}"/>
              </a:ext>
            </a:extLst>
          </p:cNvPr>
          <p:cNvSpPr>
            <a:spLocks noChangeAspect="1"/>
          </p:cNvSpPr>
          <p:nvPr/>
        </p:nvSpPr>
        <p:spPr>
          <a:xfrm>
            <a:off x="2629455" y="2584106"/>
            <a:ext cx="250922" cy="244573"/>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prstClr val="white"/>
              </a:solidFill>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C25F37A3-DAB9-F346-A1EE-ECC4A82B2535}"/>
                  </a:ext>
                </a:extLst>
              </p:cNvPr>
              <p:cNvSpPr txBox="1"/>
              <p:nvPr/>
            </p:nvSpPr>
            <p:spPr>
              <a:xfrm>
                <a:off x="1870623" y="3627733"/>
                <a:ext cx="548034"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cs typeface="Calibri" panose="020F0502020204030204" pitchFamily="34" charset="0"/>
                        </a:rPr>
                        <m:t>24=</m:t>
                      </m:r>
                    </m:oMath>
                  </m:oMathPara>
                </a14:m>
                <a:endParaRPr lang="en-GB" sz="1200" dirty="0">
                  <a:latin typeface="Calibri" panose="020F0502020204030204" pitchFamily="34" charset="0"/>
                  <a:cs typeface="Calibri" panose="020F0502020204030204" pitchFamily="34" charset="0"/>
                </a:endParaRPr>
              </a:p>
            </p:txBody>
          </p:sp>
        </mc:Choice>
        <mc:Fallback xmlns="">
          <p:sp>
            <p:nvSpPr>
              <p:cNvPr id="20" name="TextBox 19">
                <a:extLst>
                  <a:ext uri="{FF2B5EF4-FFF2-40B4-BE49-F238E27FC236}">
                    <a16:creationId xmlns:a16="http://schemas.microsoft.com/office/drawing/2014/main" id="{C25F37A3-DAB9-F346-A1EE-ECC4A82B2535}"/>
                  </a:ext>
                </a:extLst>
              </p:cNvPr>
              <p:cNvSpPr txBox="1">
                <a:spLocks noRot="1" noChangeAspect="1" noMove="1" noResize="1" noEditPoints="1" noAdjustHandles="1" noChangeArrowheads="1" noChangeShapeType="1" noTextEdit="1"/>
              </p:cNvSpPr>
              <p:nvPr/>
            </p:nvSpPr>
            <p:spPr>
              <a:xfrm>
                <a:off x="1870623" y="3627733"/>
                <a:ext cx="548034" cy="276999"/>
              </a:xfrm>
              <a:prstGeom prst="rect">
                <a:avLst/>
              </a:prstGeom>
              <a:blipFill>
                <a:blip r:embed="rId3"/>
                <a:stretch>
                  <a:fillRect/>
                </a:stretch>
              </a:blipFill>
            </p:spPr>
            <p:txBody>
              <a:bodyPr/>
              <a:lstStyle/>
              <a:p>
                <a:r>
                  <a:rPr lang="en-GB">
                    <a:noFill/>
                  </a:rPr>
                  <a:t> </a:t>
                </a:r>
              </a:p>
            </p:txBody>
          </p:sp>
        </mc:Fallback>
      </mc:AlternateContent>
      <p:sp>
        <p:nvSpPr>
          <p:cNvPr id="21" name="TextBox 20">
            <a:extLst>
              <a:ext uri="{FF2B5EF4-FFF2-40B4-BE49-F238E27FC236}">
                <a16:creationId xmlns:a16="http://schemas.microsoft.com/office/drawing/2014/main" id="{9A51866F-ED53-AC4E-8564-6E72B3879607}"/>
              </a:ext>
            </a:extLst>
          </p:cNvPr>
          <p:cNvSpPr txBox="1"/>
          <p:nvPr/>
        </p:nvSpPr>
        <p:spPr>
          <a:xfrm>
            <a:off x="1859050" y="312545"/>
            <a:ext cx="1212191" cy="261610"/>
          </a:xfrm>
          <a:prstGeom prst="rect">
            <a:avLst/>
          </a:prstGeom>
          <a:noFill/>
          <a:ln>
            <a:noFill/>
          </a:ln>
        </p:spPr>
        <p:txBody>
          <a:bodyPr wrap="none" rtlCol="0">
            <a:spAutoFit/>
          </a:bodyPr>
          <a:lstStyle/>
          <a:p>
            <a:r>
              <a:rPr lang="en-GB" sz="1100" b="1" i="1" dirty="0">
                <a:solidFill>
                  <a:srgbClr val="FF0000"/>
                </a:solidFill>
              </a:rPr>
              <a:t>Example 7 - I do…</a:t>
            </a:r>
          </a:p>
        </p:txBody>
      </p:sp>
      <p:sp>
        <p:nvSpPr>
          <p:cNvPr id="22" name="TextBox 21">
            <a:extLst>
              <a:ext uri="{FF2B5EF4-FFF2-40B4-BE49-F238E27FC236}">
                <a16:creationId xmlns:a16="http://schemas.microsoft.com/office/drawing/2014/main" id="{9EAFBD6B-07EE-754F-BD50-9E7B6A6FCB35}"/>
              </a:ext>
            </a:extLst>
          </p:cNvPr>
          <p:cNvSpPr txBox="1"/>
          <p:nvPr/>
        </p:nvSpPr>
        <p:spPr>
          <a:xfrm>
            <a:off x="3551458" y="312545"/>
            <a:ext cx="1372492" cy="261610"/>
          </a:xfrm>
          <a:prstGeom prst="rect">
            <a:avLst/>
          </a:prstGeom>
          <a:noFill/>
          <a:ln>
            <a:noFill/>
          </a:ln>
        </p:spPr>
        <p:txBody>
          <a:bodyPr wrap="none" rtlCol="0">
            <a:spAutoFit/>
          </a:bodyPr>
          <a:lstStyle/>
          <a:p>
            <a:r>
              <a:rPr lang="en-GB" sz="1100" b="1" i="1" dirty="0">
                <a:solidFill>
                  <a:srgbClr val="ED7D31"/>
                </a:solidFill>
              </a:rPr>
              <a:t>Example 8 - We do…</a:t>
            </a:r>
          </a:p>
        </p:txBody>
      </p:sp>
      <p:sp>
        <p:nvSpPr>
          <p:cNvPr id="23" name="TextBox 22">
            <a:extLst>
              <a:ext uri="{FF2B5EF4-FFF2-40B4-BE49-F238E27FC236}">
                <a16:creationId xmlns:a16="http://schemas.microsoft.com/office/drawing/2014/main" id="{341EFFFC-F3FF-B946-9686-C2E2637B29FB}"/>
              </a:ext>
            </a:extLst>
          </p:cNvPr>
          <p:cNvSpPr txBox="1"/>
          <p:nvPr/>
        </p:nvSpPr>
        <p:spPr>
          <a:xfrm>
            <a:off x="5105082" y="312545"/>
            <a:ext cx="1423788" cy="261610"/>
          </a:xfrm>
          <a:prstGeom prst="rect">
            <a:avLst/>
          </a:prstGeom>
          <a:noFill/>
          <a:ln>
            <a:noFill/>
          </a:ln>
        </p:spPr>
        <p:txBody>
          <a:bodyPr wrap="none" rtlCol="0">
            <a:spAutoFit/>
          </a:bodyPr>
          <a:lstStyle/>
          <a:p>
            <a:r>
              <a:rPr lang="en-GB" sz="1100" b="1" i="1" dirty="0">
                <a:solidFill>
                  <a:srgbClr val="00B050"/>
                </a:solidFill>
              </a:rPr>
              <a:t>Example 9 – You do…</a:t>
            </a:r>
          </a:p>
        </p:txBody>
      </p:sp>
      <p:sp>
        <p:nvSpPr>
          <p:cNvPr id="25" name="TextBox 24">
            <a:extLst>
              <a:ext uri="{FF2B5EF4-FFF2-40B4-BE49-F238E27FC236}">
                <a16:creationId xmlns:a16="http://schemas.microsoft.com/office/drawing/2014/main" id="{ED30A159-6FA1-5545-9E0F-4A5FB885195C}"/>
              </a:ext>
            </a:extLst>
          </p:cNvPr>
          <p:cNvSpPr txBox="1"/>
          <p:nvPr/>
        </p:nvSpPr>
        <p:spPr>
          <a:xfrm>
            <a:off x="2629455" y="2565529"/>
            <a:ext cx="263214" cy="276999"/>
          </a:xfrm>
          <a:prstGeom prst="rect">
            <a:avLst/>
          </a:prstGeom>
          <a:noFill/>
        </p:spPr>
        <p:txBody>
          <a:bodyPr wrap="none" rtlCol="0">
            <a:spAutoFit/>
          </a:bodyPr>
          <a:lstStyle/>
          <a:p>
            <a:r>
              <a:rPr lang="en-US" sz="1200" dirty="0">
                <a:latin typeface="Calibri" panose="020F0502020204030204" pitchFamily="34" charset="0"/>
                <a:cs typeface="Calibri" panose="020F0502020204030204" pitchFamily="34" charset="0"/>
              </a:rPr>
              <a:t>2</a:t>
            </a:r>
            <a:endParaRPr lang="en-GB" sz="1200" dirty="0">
              <a:latin typeface="Calibri" panose="020F0502020204030204" pitchFamily="34" charset="0"/>
              <a:cs typeface="Calibri" panose="020F0502020204030204" pitchFamily="34" charset="0"/>
            </a:endParaRPr>
          </a:p>
        </p:txBody>
      </p:sp>
      <p:sp>
        <p:nvSpPr>
          <p:cNvPr id="26" name="TextBox 25">
            <a:extLst>
              <a:ext uri="{FF2B5EF4-FFF2-40B4-BE49-F238E27FC236}">
                <a16:creationId xmlns:a16="http://schemas.microsoft.com/office/drawing/2014/main" id="{ED30A159-6FA1-5545-9E0F-4A5FB885195C}"/>
              </a:ext>
            </a:extLst>
          </p:cNvPr>
          <p:cNvSpPr txBox="1"/>
          <p:nvPr/>
        </p:nvSpPr>
        <p:spPr>
          <a:xfrm>
            <a:off x="2184100" y="2086433"/>
            <a:ext cx="263214" cy="276999"/>
          </a:xfrm>
          <a:prstGeom prst="rect">
            <a:avLst/>
          </a:prstGeom>
          <a:noFill/>
        </p:spPr>
        <p:txBody>
          <a:bodyPr wrap="none" rtlCol="0">
            <a:spAutoFit/>
          </a:bodyPr>
          <a:lstStyle/>
          <a:p>
            <a:r>
              <a:rPr lang="en-US" sz="1200" dirty="0">
                <a:latin typeface="Calibri" panose="020F0502020204030204" pitchFamily="34" charset="0"/>
                <a:cs typeface="Calibri" panose="020F0502020204030204" pitchFamily="34" charset="0"/>
              </a:rPr>
              <a:t>2</a:t>
            </a:r>
            <a:endParaRPr lang="en-GB" sz="1200" dirty="0">
              <a:latin typeface="Calibri" panose="020F0502020204030204" pitchFamily="34" charset="0"/>
              <a:cs typeface="Calibri" panose="020F0502020204030204" pitchFamily="34" charset="0"/>
            </a:endParaRPr>
          </a:p>
        </p:txBody>
      </p:sp>
      <p:sp>
        <p:nvSpPr>
          <p:cNvPr id="27" name="TextBox 26">
            <a:extLst>
              <a:ext uri="{FF2B5EF4-FFF2-40B4-BE49-F238E27FC236}">
                <a16:creationId xmlns:a16="http://schemas.microsoft.com/office/drawing/2014/main" id="{ED30A159-6FA1-5545-9E0F-4A5FB885195C}"/>
              </a:ext>
            </a:extLst>
          </p:cNvPr>
          <p:cNvSpPr txBox="1"/>
          <p:nvPr/>
        </p:nvSpPr>
        <p:spPr>
          <a:xfrm>
            <a:off x="3221632" y="2565529"/>
            <a:ext cx="263214" cy="276999"/>
          </a:xfrm>
          <a:prstGeom prst="rect">
            <a:avLst/>
          </a:prstGeom>
          <a:noFill/>
        </p:spPr>
        <p:txBody>
          <a:bodyPr wrap="none" rtlCol="0">
            <a:spAutoFit/>
          </a:bodyPr>
          <a:lstStyle/>
          <a:p>
            <a:r>
              <a:rPr lang="en-US" sz="1200" dirty="0">
                <a:latin typeface="Calibri" panose="020F0502020204030204" pitchFamily="34" charset="0"/>
                <a:cs typeface="Calibri" panose="020F0502020204030204" pitchFamily="34" charset="0"/>
              </a:rPr>
              <a:t>3</a:t>
            </a:r>
            <a:endParaRPr lang="en-GB" sz="1200" dirty="0">
              <a:latin typeface="Calibri" panose="020F0502020204030204" pitchFamily="34" charset="0"/>
              <a:cs typeface="Calibri" panose="020F0502020204030204" pitchFamily="34" charset="0"/>
            </a:endParaRPr>
          </a:p>
        </p:txBody>
      </p:sp>
      <p:sp>
        <p:nvSpPr>
          <p:cNvPr id="28" name="TextBox 27">
            <a:extLst>
              <a:ext uri="{FF2B5EF4-FFF2-40B4-BE49-F238E27FC236}">
                <a16:creationId xmlns:a16="http://schemas.microsoft.com/office/drawing/2014/main" id="{ED30A159-6FA1-5545-9E0F-4A5FB885195C}"/>
              </a:ext>
            </a:extLst>
          </p:cNvPr>
          <p:cNvSpPr txBox="1"/>
          <p:nvPr/>
        </p:nvSpPr>
        <p:spPr>
          <a:xfrm>
            <a:off x="2579288" y="1491074"/>
            <a:ext cx="341760" cy="276999"/>
          </a:xfrm>
          <a:prstGeom prst="rect">
            <a:avLst/>
          </a:prstGeom>
          <a:noFill/>
        </p:spPr>
        <p:txBody>
          <a:bodyPr wrap="none" rtlCol="0">
            <a:spAutoFit/>
          </a:bodyPr>
          <a:lstStyle/>
          <a:p>
            <a:r>
              <a:rPr lang="en-US" sz="1200" dirty="0">
                <a:latin typeface="Calibri" panose="020F0502020204030204" pitchFamily="34" charset="0"/>
                <a:cs typeface="Calibri" panose="020F0502020204030204" pitchFamily="34" charset="0"/>
              </a:rPr>
              <a:t>12</a:t>
            </a:r>
            <a:endParaRPr lang="en-GB" sz="1200"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C25F37A3-DAB9-F346-A1EE-ECC4A82B2535}"/>
                  </a:ext>
                </a:extLst>
              </p:cNvPr>
              <p:cNvSpPr txBox="1"/>
              <p:nvPr/>
            </p:nvSpPr>
            <p:spPr>
              <a:xfrm>
                <a:off x="1864534" y="4270748"/>
                <a:ext cx="548034"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cs typeface="Calibri" panose="020F0502020204030204" pitchFamily="34" charset="0"/>
                        </a:rPr>
                        <m:t>24=</m:t>
                      </m:r>
                    </m:oMath>
                  </m:oMathPara>
                </a14:m>
                <a:endParaRPr lang="en-GB" sz="1200" dirty="0">
                  <a:latin typeface="Calibri" panose="020F0502020204030204" pitchFamily="34" charset="0"/>
                  <a:cs typeface="Calibri" panose="020F0502020204030204" pitchFamily="34" charset="0"/>
                </a:endParaRPr>
              </a:p>
            </p:txBody>
          </p:sp>
        </mc:Choice>
        <mc:Fallback xmlns="">
          <p:sp>
            <p:nvSpPr>
              <p:cNvPr id="29" name="TextBox 28">
                <a:extLst>
                  <a:ext uri="{FF2B5EF4-FFF2-40B4-BE49-F238E27FC236}">
                    <a16:creationId xmlns:a16="http://schemas.microsoft.com/office/drawing/2014/main" id="{C25F37A3-DAB9-F346-A1EE-ECC4A82B2535}"/>
                  </a:ext>
                </a:extLst>
              </p:cNvPr>
              <p:cNvSpPr txBox="1">
                <a:spLocks noRot="1" noChangeAspect="1" noMove="1" noResize="1" noEditPoints="1" noAdjustHandles="1" noChangeArrowheads="1" noChangeShapeType="1" noTextEdit="1"/>
              </p:cNvSpPr>
              <p:nvPr/>
            </p:nvSpPr>
            <p:spPr>
              <a:xfrm>
                <a:off x="1864534" y="4270748"/>
                <a:ext cx="548034" cy="276999"/>
              </a:xfrm>
              <a:prstGeom prst="rect">
                <a:avLst/>
              </a:prstGeom>
              <a:blipFill>
                <a:blip r:embed="rId4"/>
                <a:stretch>
                  <a:fillRect/>
                </a:stretch>
              </a:blipFill>
            </p:spPr>
            <p:txBody>
              <a:bodyPr/>
              <a:lstStyle/>
              <a:p>
                <a:r>
                  <a:rPr lang="en-GB">
                    <a:noFill/>
                  </a:rPr>
                  <a:t> </a:t>
                </a:r>
              </a:p>
            </p:txBody>
          </p:sp>
        </mc:Fallback>
      </mc:AlternateContent>
      <p:sp>
        <p:nvSpPr>
          <p:cNvPr id="30" name="TextBox 29">
            <a:extLst>
              <a:ext uri="{FF2B5EF4-FFF2-40B4-BE49-F238E27FC236}">
                <a16:creationId xmlns:a16="http://schemas.microsoft.com/office/drawing/2014/main" id="{134EA751-BCDD-174F-A843-D25A6E3D7C4B}"/>
              </a:ext>
            </a:extLst>
          </p:cNvPr>
          <p:cNvSpPr txBox="1"/>
          <p:nvPr/>
        </p:nvSpPr>
        <p:spPr>
          <a:xfrm>
            <a:off x="54563" y="40617"/>
            <a:ext cx="4783554" cy="276999"/>
          </a:xfrm>
          <a:prstGeom prst="rect">
            <a:avLst/>
          </a:prstGeom>
          <a:noFill/>
        </p:spPr>
        <p:txBody>
          <a:bodyPr wrap="none" rtlCol="0">
            <a:spAutoFit/>
          </a:bodyPr>
          <a:lstStyle/>
          <a:p>
            <a:r>
              <a:rPr lang="en-GB" sz="1200" dirty="0"/>
              <a:t>Write the following numbers as products of primes using index notation:</a:t>
            </a:r>
          </a:p>
        </p:txBody>
      </p:sp>
      <p:graphicFrame>
        <p:nvGraphicFramePr>
          <p:cNvPr id="41" name="Table 40"/>
          <p:cNvGraphicFramePr>
            <a:graphicFrameLocks noGrp="1"/>
          </p:cNvGraphicFramePr>
          <p:nvPr>
            <p:extLst>
              <p:ext uri="{D42A27DB-BD31-4B8C-83A1-F6EECF244321}">
                <p14:modId xmlns:p14="http://schemas.microsoft.com/office/powerpoint/2010/main" val="542713695"/>
              </p:ext>
            </p:extLst>
          </p:nvPr>
        </p:nvGraphicFramePr>
        <p:xfrm>
          <a:off x="126603" y="5296671"/>
          <a:ext cx="6630158" cy="4300120"/>
        </p:xfrm>
        <a:graphic>
          <a:graphicData uri="http://schemas.openxmlformats.org/drawingml/2006/table">
            <a:tbl>
              <a:tblPr firstRow="1" bandRow="1">
                <a:tableStyleId>{5C22544A-7EE6-4342-B048-85BDC9FD1C3A}</a:tableStyleId>
              </a:tblPr>
              <a:tblGrid>
                <a:gridCol w="627214">
                  <a:extLst>
                    <a:ext uri="{9D8B030D-6E8A-4147-A177-3AD203B41FA5}">
                      <a16:colId xmlns:a16="http://schemas.microsoft.com/office/drawing/2014/main" val="963023530"/>
                    </a:ext>
                  </a:extLst>
                </a:gridCol>
                <a:gridCol w="833593">
                  <a:extLst>
                    <a:ext uri="{9D8B030D-6E8A-4147-A177-3AD203B41FA5}">
                      <a16:colId xmlns:a16="http://schemas.microsoft.com/office/drawing/2014/main" val="2284637055"/>
                    </a:ext>
                  </a:extLst>
                </a:gridCol>
                <a:gridCol w="3293514">
                  <a:extLst>
                    <a:ext uri="{9D8B030D-6E8A-4147-A177-3AD203B41FA5}">
                      <a16:colId xmlns:a16="http://schemas.microsoft.com/office/drawing/2014/main" val="1659450174"/>
                    </a:ext>
                  </a:extLst>
                </a:gridCol>
                <a:gridCol w="1875837">
                  <a:extLst>
                    <a:ext uri="{9D8B030D-6E8A-4147-A177-3AD203B41FA5}">
                      <a16:colId xmlns:a16="http://schemas.microsoft.com/office/drawing/2014/main" val="2456468338"/>
                    </a:ext>
                  </a:extLst>
                </a:gridCol>
              </a:tblGrid>
              <a:tr h="403546">
                <a:tc>
                  <a:txBody>
                    <a:bodyPr/>
                    <a:lstStyle/>
                    <a:p>
                      <a:pPr algn="ctr"/>
                      <a:r>
                        <a:rPr lang="en-US" sz="1200" b="0" dirty="0">
                          <a:solidFill>
                            <a:schemeClr val="tx1"/>
                          </a:solidFill>
                        </a:rPr>
                        <a:t>Q</a:t>
                      </a:r>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0" dirty="0">
                          <a:solidFill>
                            <a:schemeClr val="tx1"/>
                          </a:solidFill>
                        </a:rPr>
                        <a:t>Number</a:t>
                      </a:r>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0" dirty="0">
                          <a:solidFill>
                            <a:schemeClr val="tx1"/>
                          </a:solidFill>
                        </a:rPr>
                        <a:t>Prime Factor Decomposition</a:t>
                      </a:r>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0" dirty="0">
                          <a:solidFill>
                            <a:schemeClr val="tx1"/>
                          </a:solidFill>
                        </a:rPr>
                        <a:t>Index Form</a:t>
                      </a:r>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7059904"/>
                  </a:ext>
                </a:extLst>
              </a:tr>
              <a:tr h="1298858">
                <a:tc>
                  <a:txBody>
                    <a:bodyPr/>
                    <a:lstStyle/>
                    <a:p>
                      <a:pPr algn="ctr"/>
                      <a:r>
                        <a:rPr lang="en-US" sz="1200" dirty="0">
                          <a:solidFill>
                            <a:schemeClr val="tx1"/>
                          </a:solidFill>
                        </a:rPr>
                        <a:t>a)</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dirty="0">
                          <a:solidFill>
                            <a:schemeClr val="tx1"/>
                          </a:solidFill>
                        </a:rPr>
                        <a:t>8</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41901811"/>
                  </a:ext>
                </a:extLst>
              </a:tr>
              <a:tr h="1298858">
                <a:tc>
                  <a:txBody>
                    <a:bodyPr/>
                    <a:lstStyle/>
                    <a:p>
                      <a:pPr algn="ctr"/>
                      <a:r>
                        <a:rPr lang="en-US" sz="1200" dirty="0">
                          <a:solidFill>
                            <a:schemeClr val="tx1"/>
                          </a:solidFill>
                        </a:rPr>
                        <a:t>b)</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dirty="0">
                          <a:solidFill>
                            <a:schemeClr val="tx1"/>
                          </a:solidFill>
                        </a:rPr>
                        <a:t>12</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27845477"/>
                  </a:ext>
                </a:extLst>
              </a:tr>
              <a:tr h="1298858">
                <a:tc>
                  <a:txBody>
                    <a:bodyPr/>
                    <a:lstStyle/>
                    <a:p>
                      <a:pPr algn="ctr"/>
                      <a:r>
                        <a:rPr lang="en-US" sz="1200" dirty="0">
                          <a:solidFill>
                            <a:schemeClr val="tx1"/>
                          </a:solidFill>
                        </a:rPr>
                        <a:t>c)</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dirty="0">
                          <a:solidFill>
                            <a:schemeClr val="tx1"/>
                          </a:solidFill>
                        </a:rPr>
                        <a:t>20</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60204055"/>
                  </a:ext>
                </a:extLst>
              </a:tr>
            </a:tbl>
          </a:graphicData>
        </a:graphic>
      </p:graphicFrame>
      <p:sp>
        <p:nvSpPr>
          <p:cNvPr id="42" name="Rectangle 41"/>
          <p:cNvSpPr/>
          <p:nvPr/>
        </p:nvSpPr>
        <p:spPr>
          <a:xfrm>
            <a:off x="117117" y="4972776"/>
            <a:ext cx="2747231" cy="276999"/>
          </a:xfrm>
          <a:prstGeom prst="rect">
            <a:avLst/>
          </a:prstGeom>
        </p:spPr>
        <p:txBody>
          <a:bodyPr wrap="square">
            <a:spAutoFit/>
          </a:bodyPr>
          <a:lstStyle/>
          <a:p>
            <a:r>
              <a:rPr lang="pt-BR" sz="1200" dirty="0">
                <a:latin typeface="Calibri" panose="020F0502020204030204" pitchFamily="34" charset="0"/>
                <a:cs typeface="Calibri" panose="020F0502020204030204" pitchFamily="34" charset="0"/>
              </a:rPr>
              <a:t>6. Fill in the table</a:t>
            </a:r>
          </a:p>
        </p:txBody>
      </p:sp>
    </p:spTree>
    <p:extLst>
      <p:ext uri="{BB962C8B-B14F-4D97-AF65-F5344CB8AC3E}">
        <p14:creationId xmlns:p14="http://schemas.microsoft.com/office/powerpoint/2010/main" val="37711279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5384304" y="9560188"/>
            <a:ext cx="1543050" cy="527403"/>
          </a:xfrm>
        </p:spPr>
        <p:txBody>
          <a:bodyPr/>
          <a:lstStyle/>
          <a:p>
            <a:fld id="{801DFC4E-6969-46AA-A5C7-ABF66C60BBE0}" type="slidenum">
              <a:rPr lang="en-GB" smtClean="0"/>
              <a:t>22</a:t>
            </a:fld>
            <a:endParaRPr lang="en-GB"/>
          </a:p>
        </p:txBody>
      </p:sp>
      <p:graphicFrame>
        <p:nvGraphicFramePr>
          <p:cNvPr id="21" name="Table 20"/>
          <p:cNvGraphicFramePr>
            <a:graphicFrameLocks noGrp="1"/>
          </p:cNvGraphicFramePr>
          <p:nvPr>
            <p:extLst>
              <p:ext uri="{D42A27DB-BD31-4B8C-83A1-F6EECF244321}">
                <p14:modId xmlns:p14="http://schemas.microsoft.com/office/powerpoint/2010/main" val="3298035241"/>
              </p:ext>
            </p:extLst>
          </p:nvPr>
        </p:nvGraphicFramePr>
        <p:xfrm>
          <a:off x="111363" y="160792"/>
          <a:ext cx="6630158" cy="9516607"/>
        </p:xfrm>
        <a:graphic>
          <a:graphicData uri="http://schemas.openxmlformats.org/drawingml/2006/table">
            <a:tbl>
              <a:tblPr firstRow="1" bandRow="1">
                <a:tableStyleId>{5C22544A-7EE6-4342-B048-85BDC9FD1C3A}</a:tableStyleId>
              </a:tblPr>
              <a:tblGrid>
                <a:gridCol w="627214">
                  <a:extLst>
                    <a:ext uri="{9D8B030D-6E8A-4147-A177-3AD203B41FA5}">
                      <a16:colId xmlns:a16="http://schemas.microsoft.com/office/drawing/2014/main" val="963023530"/>
                    </a:ext>
                  </a:extLst>
                </a:gridCol>
                <a:gridCol w="833593">
                  <a:extLst>
                    <a:ext uri="{9D8B030D-6E8A-4147-A177-3AD203B41FA5}">
                      <a16:colId xmlns:a16="http://schemas.microsoft.com/office/drawing/2014/main" val="2284637055"/>
                    </a:ext>
                  </a:extLst>
                </a:gridCol>
                <a:gridCol w="3293514">
                  <a:extLst>
                    <a:ext uri="{9D8B030D-6E8A-4147-A177-3AD203B41FA5}">
                      <a16:colId xmlns:a16="http://schemas.microsoft.com/office/drawing/2014/main" val="1659450174"/>
                    </a:ext>
                  </a:extLst>
                </a:gridCol>
                <a:gridCol w="1875837">
                  <a:extLst>
                    <a:ext uri="{9D8B030D-6E8A-4147-A177-3AD203B41FA5}">
                      <a16:colId xmlns:a16="http://schemas.microsoft.com/office/drawing/2014/main" val="2456468338"/>
                    </a:ext>
                  </a:extLst>
                </a:gridCol>
              </a:tblGrid>
              <a:tr h="468529">
                <a:tc>
                  <a:txBody>
                    <a:bodyPr/>
                    <a:lstStyle/>
                    <a:p>
                      <a:pPr algn="ctr"/>
                      <a:r>
                        <a:rPr lang="en-US" sz="1200" dirty="0">
                          <a:solidFill>
                            <a:schemeClr val="tx1"/>
                          </a:solidFill>
                        </a:rPr>
                        <a:t>Q</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dirty="0">
                          <a:solidFill>
                            <a:schemeClr val="tx1"/>
                          </a:solidFill>
                        </a:rPr>
                        <a:t>Number</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dirty="0">
                          <a:solidFill>
                            <a:schemeClr val="tx1"/>
                          </a:solidFill>
                        </a:rPr>
                        <a:t>Prime Factor Decomposition</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dirty="0">
                          <a:solidFill>
                            <a:schemeClr val="tx1"/>
                          </a:solidFill>
                        </a:rPr>
                        <a:t>Index Form</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7059904"/>
                  </a:ext>
                </a:extLst>
              </a:tr>
              <a:tr h="1508013">
                <a:tc>
                  <a:txBody>
                    <a:bodyPr/>
                    <a:lstStyle/>
                    <a:p>
                      <a:pPr algn="ctr"/>
                      <a:r>
                        <a:rPr lang="en-US" sz="1200" dirty="0">
                          <a:solidFill>
                            <a:schemeClr val="tx1"/>
                          </a:solidFill>
                        </a:rPr>
                        <a:t>d)</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dirty="0">
                          <a:solidFill>
                            <a:schemeClr val="tx1"/>
                          </a:solidFill>
                        </a:rPr>
                        <a:t>9</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41901811"/>
                  </a:ext>
                </a:extLst>
              </a:tr>
              <a:tr h="1508013">
                <a:tc>
                  <a:txBody>
                    <a:bodyPr/>
                    <a:lstStyle/>
                    <a:p>
                      <a:pPr algn="ctr"/>
                      <a:r>
                        <a:rPr lang="en-US" sz="1200" dirty="0">
                          <a:solidFill>
                            <a:schemeClr val="tx1"/>
                          </a:solidFill>
                        </a:rPr>
                        <a:t>e)</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dirty="0">
                          <a:solidFill>
                            <a:schemeClr val="tx1"/>
                          </a:solidFill>
                        </a:rPr>
                        <a:t>30</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27845477"/>
                  </a:ext>
                </a:extLst>
              </a:tr>
              <a:tr h="1508013">
                <a:tc>
                  <a:txBody>
                    <a:bodyPr/>
                    <a:lstStyle/>
                    <a:p>
                      <a:pPr algn="ctr"/>
                      <a:r>
                        <a:rPr lang="en-US" sz="1200" dirty="0">
                          <a:solidFill>
                            <a:schemeClr val="tx1"/>
                          </a:solidFill>
                        </a:rPr>
                        <a:t>f)</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dirty="0">
                          <a:solidFill>
                            <a:schemeClr val="tx1"/>
                          </a:solidFill>
                        </a:rPr>
                        <a:t>36</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60204055"/>
                  </a:ext>
                </a:extLst>
              </a:tr>
              <a:tr h="1508013">
                <a:tc>
                  <a:txBody>
                    <a:bodyPr/>
                    <a:lstStyle/>
                    <a:p>
                      <a:pPr algn="ctr"/>
                      <a:r>
                        <a:rPr lang="en-US" sz="1200" dirty="0">
                          <a:solidFill>
                            <a:schemeClr val="tx1"/>
                          </a:solidFill>
                        </a:rPr>
                        <a:t>g)</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dirty="0">
                          <a:solidFill>
                            <a:schemeClr val="tx1"/>
                          </a:solidFill>
                        </a:rPr>
                        <a:t>42</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69763947"/>
                  </a:ext>
                </a:extLst>
              </a:tr>
              <a:tr h="1508013">
                <a:tc>
                  <a:txBody>
                    <a:bodyPr/>
                    <a:lstStyle/>
                    <a:p>
                      <a:pPr algn="ctr"/>
                      <a:r>
                        <a:rPr lang="en-US" sz="1200" dirty="0">
                          <a:solidFill>
                            <a:schemeClr val="tx1"/>
                          </a:solidFill>
                        </a:rPr>
                        <a:t>h)</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dirty="0">
                          <a:solidFill>
                            <a:schemeClr val="tx1"/>
                          </a:solidFill>
                        </a:rPr>
                        <a:t>56</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62574306"/>
                  </a:ext>
                </a:extLst>
              </a:tr>
              <a:tr h="1508013">
                <a:tc>
                  <a:txBody>
                    <a:bodyPr/>
                    <a:lstStyle/>
                    <a:p>
                      <a:pPr algn="ctr"/>
                      <a:r>
                        <a:rPr lang="en-US" sz="1200" dirty="0">
                          <a:solidFill>
                            <a:schemeClr val="tx1"/>
                          </a:solidFill>
                        </a:rPr>
                        <a:t>i)</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dirty="0">
                          <a:solidFill>
                            <a:schemeClr val="tx1"/>
                          </a:solidFill>
                        </a:rPr>
                        <a:t>72</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2594216"/>
                  </a:ext>
                </a:extLst>
              </a:tr>
            </a:tbl>
          </a:graphicData>
        </a:graphic>
      </p:graphicFrame>
    </p:spTree>
    <p:extLst>
      <p:ext uri="{BB962C8B-B14F-4D97-AF65-F5344CB8AC3E}">
        <p14:creationId xmlns:p14="http://schemas.microsoft.com/office/powerpoint/2010/main" val="34996263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5314950" y="9536997"/>
            <a:ext cx="1543050" cy="527403"/>
          </a:xfrm>
        </p:spPr>
        <p:txBody>
          <a:bodyPr/>
          <a:lstStyle/>
          <a:p>
            <a:fld id="{801DFC4E-6969-46AA-A5C7-ABF66C60BBE0}" type="slidenum">
              <a:rPr lang="en-GB" smtClean="0"/>
              <a:t>23</a:t>
            </a:fld>
            <a:endParaRPr lang="en-GB"/>
          </a:p>
        </p:txBody>
      </p:sp>
      <p:graphicFrame>
        <p:nvGraphicFramePr>
          <p:cNvPr id="5" name="Table 4"/>
          <p:cNvGraphicFramePr>
            <a:graphicFrameLocks noGrp="1"/>
          </p:cNvGraphicFramePr>
          <p:nvPr/>
        </p:nvGraphicFramePr>
        <p:xfrm>
          <a:off x="111363" y="160792"/>
          <a:ext cx="6630158" cy="9516607"/>
        </p:xfrm>
        <a:graphic>
          <a:graphicData uri="http://schemas.openxmlformats.org/drawingml/2006/table">
            <a:tbl>
              <a:tblPr firstRow="1" bandRow="1">
                <a:tableStyleId>{5C22544A-7EE6-4342-B048-85BDC9FD1C3A}</a:tableStyleId>
              </a:tblPr>
              <a:tblGrid>
                <a:gridCol w="627214">
                  <a:extLst>
                    <a:ext uri="{9D8B030D-6E8A-4147-A177-3AD203B41FA5}">
                      <a16:colId xmlns:a16="http://schemas.microsoft.com/office/drawing/2014/main" val="963023530"/>
                    </a:ext>
                  </a:extLst>
                </a:gridCol>
                <a:gridCol w="833593">
                  <a:extLst>
                    <a:ext uri="{9D8B030D-6E8A-4147-A177-3AD203B41FA5}">
                      <a16:colId xmlns:a16="http://schemas.microsoft.com/office/drawing/2014/main" val="2284637055"/>
                    </a:ext>
                  </a:extLst>
                </a:gridCol>
                <a:gridCol w="3293514">
                  <a:extLst>
                    <a:ext uri="{9D8B030D-6E8A-4147-A177-3AD203B41FA5}">
                      <a16:colId xmlns:a16="http://schemas.microsoft.com/office/drawing/2014/main" val="1659450174"/>
                    </a:ext>
                  </a:extLst>
                </a:gridCol>
                <a:gridCol w="1875837">
                  <a:extLst>
                    <a:ext uri="{9D8B030D-6E8A-4147-A177-3AD203B41FA5}">
                      <a16:colId xmlns:a16="http://schemas.microsoft.com/office/drawing/2014/main" val="2456468338"/>
                    </a:ext>
                  </a:extLst>
                </a:gridCol>
              </a:tblGrid>
              <a:tr h="468529">
                <a:tc>
                  <a:txBody>
                    <a:bodyPr/>
                    <a:lstStyle/>
                    <a:p>
                      <a:pPr algn="ctr"/>
                      <a:r>
                        <a:rPr lang="en-US" sz="1200" dirty="0">
                          <a:solidFill>
                            <a:schemeClr val="tx1"/>
                          </a:solidFill>
                        </a:rPr>
                        <a:t>Q</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dirty="0">
                          <a:solidFill>
                            <a:schemeClr val="tx1"/>
                          </a:solidFill>
                        </a:rPr>
                        <a:t>Number</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dirty="0">
                          <a:solidFill>
                            <a:schemeClr val="tx1"/>
                          </a:solidFill>
                        </a:rPr>
                        <a:t>Prime Factor Decomposition</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dirty="0">
                          <a:solidFill>
                            <a:schemeClr val="tx1"/>
                          </a:solidFill>
                        </a:rPr>
                        <a:t>Index Form</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7059904"/>
                  </a:ext>
                </a:extLst>
              </a:tr>
              <a:tr h="1508013">
                <a:tc>
                  <a:txBody>
                    <a:bodyPr/>
                    <a:lstStyle/>
                    <a:p>
                      <a:pPr algn="ctr"/>
                      <a:r>
                        <a:rPr lang="en-US" sz="1200" dirty="0">
                          <a:solidFill>
                            <a:schemeClr val="tx1"/>
                          </a:solidFill>
                        </a:rPr>
                        <a:t>j)</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dirty="0">
                          <a:solidFill>
                            <a:schemeClr val="tx1"/>
                          </a:solidFill>
                        </a:rPr>
                        <a:t>32</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41901811"/>
                  </a:ext>
                </a:extLst>
              </a:tr>
              <a:tr h="1508013">
                <a:tc>
                  <a:txBody>
                    <a:bodyPr/>
                    <a:lstStyle/>
                    <a:p>
                      <a:pPr algn="ctr"/>
                      <a:r>
                        <a:rPr lang="en-US" sz="1200" dirty="0">
                          <a:solidFill>
                            <a:schemeClr val="tx1"/>
                          </a:solidFill>
                        </a:rPr>
                        <a:t>k)</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dirty="0">
                          <a:solidFill>
                            <a:schemeClr val="tx1"/>
                          </a:solidFill>
                        </a:rPr>
                        <a:t>48</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27845477"/>
                  </a:ext>
                </a:extLst>
              </a:tr>
              <a:tr h="1508013">
                <a:tc>
                  <a:txBody>
                    <a:bodyPr/>
                    <a:lstStyle/>
                    <a:p>
                      <a:pPr algn="ctr"/>
                      <a:r>
                        <a:rPr lang="en-US" sz="1200" dirty="0">
                          <a:solidFill>
                            <a:schemeClr val="tx1"/>
                          </a:solidFill>
                        </a:rPr>
                        <a:t>l)</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dirty="0">
                          <a:solidFill>
                            <a:schemeClr val="tx1"/>
                          </a:solidFill>
                        </a:rPr>
                        <a:t>60</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60204055"/>
                  </a:ext>
                </a:extLst>
              </a:tr>
              <a:tr h="1508013">
                <a:tc>
                  <a:txBody>
                    <a:bodyPr/>
                    <a:lstStyle/>
                    <a:p>
                      <a:pPr algn="ctr"/>
                      <a:r>
                        <a:rPr lang="en-US" sz="1200" dirty="0">
                          <a:solidFill>
                            <a:schemeClr val="tx1"/>
                          </a:solidFill>
                        </a:rPr>
                        <a:t>m)</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dirty="0">
                          <a:solidFill>
                            <a:schemeClr val="tx1"/>
                          </a:solidFill>
                        </a:rPr>
                        <a:t>120</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69763947"/>
                  </a:ext>
                </a:extLst>
              </a:tr>
              <a:tr h="1508013">
                <a:tc>
                  <a:txBody>
                    <a:bodyPr/>
                    <a:lstStyle/>
                    <a:p>
                      <a:pPr algn="ctr"/>
                      <a:r>
                        <a:rPr lang="en-US" sz="1200" dirty="0">
                          <a:solidFill>
                            <a:schemeClr val="tx1"/>
                          </a:solidFill>
                        </a:rPr>
                        <a:t>n)</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dirty="0">
                          <a:solidFill>
                            <a:schemeClr val="tx1"/>
                          </a:solidFill>
                        </a:rPr>
                        <a:t>150</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62574306"/>
                  </a:ext>
                </a:extLst>
              </a:tr>
              <a:tr h="1508013">
                <a:tc>
                  <a:txBody>
                    <a:bodyPr/>
                    <a:lstStyle/>
                    <a:p>
                      <a:pPr algn="ctr"/>
                      <a:r>
                        <a:rPr lang="en-US" sz="1200" dirty="0">
                          <a:solidFill>
                            <a:schemeClr val="tx1"/>
                          </a:solidFill>
                        </a:rPr>
                        <a:t>p)</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dirty="0">
                          <a:solidFill>
                            <a:schemeClr val="tx1"/>
                          </a:solidFill>
                        </a:rPr>
                        <a:t>200</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2594216"/>
                  </a:ext>
                </a:extLst>
              </a:tr>
            </a:tbl>
          </a:graphicData>
        </a:graphic>
      </p:graphicFrame>
    </p:spTree>
    <p:extLst>
      <p:ext uri="{BB962C8B-B14F-4D97-AF65-F5344CB8AC3E}">
        <p14:creationId xmlns:p14="http://schemas.microsoft.com/office/powerpoint/2010/main" val="6020006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10"/>
          <p:cNvSpPr>
            <a:spLocks noGrp="1"/>
          </p:cNvSpPr>
          <p:nvPr>
            <p:ph type="sldNum" sz="quarter" idx="12"/>
          </p:nvPr>
        </p:nvSpPr>
        <p:spPr>
          <a:xfrm>
            <a:off x="5337666" y="9548494"/>
            <a:ext cx="1543050" cy="527403"/>
          </a:xfrm>
        </p:spPr>
        <p:txBody>
          <a:bodyPr/>
          <a:lstStyle/>
          <a:p>
            <a:fld id="{19F1D9CC-7119-45EC-A96C-D8C0660F3AAB}" type="slidenum">
              <a:rPr lang="en-GB" smtClean="0"/>
              <a:t>24</a:t>
            </a:fld>
            <a:endParaRPr lang="en-GB"/>
          </a:p>
        </p:txBody>
      </p:sp>
      <p:graphicFrame>
        <p:nvGraphicFramePr>
          <p:cNvPr id="35" name="Table 34">
            <a:extLst>
              <a:ext uri="{FF2B5EF4-FFF2-40B4-BE49-F238E27FC236}">
                <a16:creationId xmlns:a16="http://schemas.microsoft.com/office/drawing/2014/main" id="{79539E76-0F40-F83F-AD1A-A90466B8BE0C}"/>
              </a:ext>
            </a:extLst>
          </p:cNvPr>
          <p:cNvGraphicFramePr>
            <a:graphicFrameLocks noGrp="1"/>
          </p:cNvGraphicFramePr>
          <p:nvPr/>
        </p:nvGraphicFramePr>
        <p:xfrm>
          <a:off x="208466" y="5124558"/>
          <a:ext cx="6453820" cy="2194560"/>
        </p:xfrm>
        <a:graphic>
          <a:graphicData uri="http://schemas.openxmlformats.org/drawingml/2006/table">
            <a:tbl>
              <a:tblPr firstRow="1" bandRow="1">
                <a:tableStyleId>{5C22544A-7EE6-4342-B048-85BDC9FD1C3A}</a:tableStyleId>
              </a:tblPr>
              <a:tblGrid>
                <a:gridCol w="1950534">
                  <a:extLst>
                    <a:ext uri="{9D8B030D-6E8A-4147-A177-3AD203B41FA5}">
                      <a16:colId xmlns:a16="http://schemas.microsoft.com/office/drawing/2014/main" val="1546927094"/>
                    </a:ext>
                  </a:extLst>
                </a:gridCol>
                <a:gridCol w="4503286">
                  <a:extLst>
                    <a:ext uri="{9D8B030D-6E8A-4147-A177-3AD203B41FA5}">
                      <a16:colId xmlns:a16="http://schemas.microsoft.com/office/drawing/2014/main" val="546496835"/>
                    </a:ext>
                  </a:extLst>
                </a:gridCol>
              </a:tblGrid>
              <a:tr h="234980">
                <a:tc>
                  <a:txBody>
                    <a:bodyPr/>
                    <a:lstStyle/>
                    <a:p>
                      <a:pPr algn="ctr"/>
                      <a:r>
                        <a:rPr lang="en-US" sz="1200">
                          <a:solidFill>
                            <a:schemeClr val="tx1"/>
                          </a:solidFill>
                        </a:rPr>
                        <a:t>Steps</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1" baseline="0">
                          <a:solidFill>
                            <a:schemeClr val="tx1"/>
                          </a:solidFill>
                        </a:rPr>
                        <a:t>30 and 45</a:t>
                      </a:r>
                      <a:endParaRPr lang="en-GB" sz="1200" b="1">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0415670"/>
                  </a:ext>
                </a:extLst>
              </a:tr>
              <a:tr h="518757">
                <a:tc>
                  <a:txBody>
                    <a:bodyPr/>
                    <a:lstStyle/>
                    <a:p>
                      <a:pPr algn="ctr"/>
                      <a:r>
                        <a:rPr lang="en-US" sz="1200">
                          <a:solidFill>
                            <a:schemeClr val="tx1"/>
                          </a:solidFill>
                        </a:rPr>
                        <a:t>Find the product of primes for both numbers using factor trees.</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algn="ct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85371684"/>
                  </a:ext>
                </a:extLst>
              </a:tr>
              <a:tr h="370541">
                <a:tc>
                  <a:txBody>
                    <a:bodyPr/>
                    <a:lstStyle/>
                    <a:p>
                      <a:pPr algn="ctr"/>
                      <a:r>
                        <a:rPr lang="en-US" sz="1200">
                          <a:solidFill>
                            <a:schemeClr val="tx1"/>
                          </a:solidFill>
                        </a:rPr>
                        <a:t>Write the product of primes for both numbers.</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78316088"/>
                  </a:ext>
                </a:extLst>
              </a:tr>
              <a:tr h="666973">
                <a:tc>
                  <a:txBody>
                    <a:bodyPr/>
                    <a:lstStyle/>
                    <a:p>
                      <a:pPr algn="ctr"/>
                      <a:r>
                        <a:rPr lang="en-US" sz="1200">
                          <a:solidFill>
                            <a:schemeClr val="tx1"/>
                          </a:solidFill>
                        </a:rPr>
                        <a:t>Place the common </a:t>
                      </a:r>
                      <a:r>
                        <a:rPr lang="en-US" sz="1200" baseline="0">
                          <a:solidFill>
                            <a:schemeClr val="tx1"/>
                          </a:solidFill>
                        </a:rPr>
                        <a:t>primes in the intersection and any others in the individual circle</a:t>
                      </a:r>
                      <a:r>
                        <a:rPr lang="en-US" sz="1200">
                          <a:solidFill>
                            <a:schemeClr val="tx1"/>
                          </a:solidFill>
                        </a:rPr>
                        <a:t>.</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4969166"/>
                  </a:ext>
                </a:extLst>
              </a:tr>
            </a:tbl>
          </a:graphicData>
        </a:graphic>
      </p:graphicFrame>
      <p:sp>
        <p:nvSpPr>
          <p:cNvPr id="36" name="TextBox 35">
            <a:extLst>
              <a:ext uri="{FF2B5EF4-FFF2-40B4-BE49-F238E27FC236}">
                <a16:creationId xmlns:a16="http://schemas.microsoft.com/office/drawing/2014/main" id="{1718FA87-137E-6005-5C04-6FDE68716F72}"/>
              </a:ext>
            </a:extLst>
          </p:cNvPr>
          <p:cNvSpPr txBox="1"/>
          <p:nvPr/>
        </p:nvSpPr>
        <p:spPr>
          <a:xfrm>
            <a:off x="172934" y="4862948"/>
            <a:ext cx="1212191" cy="261610"/>
          </a:xfrm>
          <a:prstGeom prst="rect">
            <a:avLst/>
          </a:prstGeom>
          <a:noFill/>
          <a:ln>
            <a:noFill/>
          </a:ln>
        </p:spPr>
        <p:txBody>
          <a:bodyPr wrap="none" rtlCol="0">
            <a:spAutoFit/>
          </a:bodyPr>
          <a:lstStyle/>
          <a:p>
            <a:r>
              <a:rPr lang="en-GB" sz="1100" b="1" i="1">
                <a:solidFill>
                  <a:srgbClr val="FF0000"/>
                </a:solidFill>
              </a:rPr>
              <a:t>Example 1 - I do…</a:t>
            </a:r>
          </a:p>
        </p:txBody>
      </p:sp>
      <p:sp>
        <p:nvSpPr>
          <p:cNvPr id="37" name="Rectangle 36">
            <a:extLst>
              <a:ext uri="{FF2B5EF4-FFF2-40B4-BE49-F238E27FC236}">
                <a16:creationId xmlns:a16="http://schemas.microsoft.com/office/drawing/2014/main" id="{53EAFC39-C74A-E0B3-0585-DC407C7A7BB0}"/>
              </a:ext>
            </a:extLst>
          </p:cNvPr>
          <p:cNvSpPr/>
          <p:nvPr/>
        </p:nvSpPr>
        <p:spPr>
          <a:xfrm>
            <a:off x="134101" y="4718528"/>
            <a:ext cx="6826865" cy="276999"/>
          </a:xfrm>
          <a:prstGeom prst="rect">
            <a:avLst/>
          </a:prstGeom>
        </p:spPr>
        <p:txBody>
          <a:bodyPr wrap="square">
            <a:spAutoFit/>
          </a:bodyPr>
          <a:lstStyle/>
          <a:p>
            <a:r>
              <a:rPr lang="pt-BR" sz="1200">
                <a:latin typeface="Calibri" panose="020F0502020204030204" pitchFamily="34" charset="0"/>
                <a:cs typeface="Calibri" panose="020F0502020204030204" pitchFamily="34" charset="0"/>
              </a:rPr>
              <a:t>Find the prime factor decomposition of the following numbers, and put these into the Venn Diagrams</a:t>
            </a:r>
          </a:p>
        </p:txBody>
      </p:sp>
      <p:graphicFrame>
        <p:nvGraphicFramePr>
          <p:cNvPr id="43" name="Table 42">
            <a:extLst>
              <a:ext uri="{FF2B5EF4-FFF2-40B4-BE49-F238E27FC236}">
                <a16:creationId xmlns:a16="http://schemas.microsoft.com/office/drawing/2014/main" id="{72D0C3BF-7E5F-9726-3EC0-B70C5EED94D1}"/>
              </a:ext>
            </a:extLst>
          </p:cNvPr>
          <p:cNvGraphicFramePr>
            <a:graphicFrameLocks noGrp="1"/>
          </p:cNvGraphicFramePr>
          <p:nvPr/>
        </p:nvGraphicFramePr>
        <p:xfrm>
          <a:off x="195714" y="7577175"/>
          <a:ext cx="6453820" cy="2194560"/>
        </p:xfrm>
        <a:graphic>
          <a:graphicData uri="http://schemas.openxmlformats.org/drawingml/2006/table">
            <a:tbl>
              <a:tblPr firstRow="1" bandRow="1">
                <a:tableStyleId>{5C22544A-7EE6-4342-B048-85BDC9FD1C3A}</a:tableStyleId>
              </a:tblPr>
              <a:tblGrid>
                <a:gridCol w="1950534">
                  <a:extLst>
                    <a:ext uri="{9D8B030D-6E8A-4147-A177-3AD203B41FA5}">
                      <a16:colId xmlns:a16="http://schemas.microsoft.com/office/drawing/2014/main" val="1546927094"/>
                    </a:ext>
                  </a:extLst>
                </a:gridCol>
                <a:gridCol w="4503286">
                  <a:extLst>
                    <a:ext uri="{9D8B030D-6E8A-4147-A177-3AD203B41FA5}">
                      <a16:colId xmlns:a16="http://schemas.microsoft.com/office/drawing/2014/main" val="546496835"/>
                    </a:ext>
                  </a:extLst>
                </a:gridCol>
              </a:tblGrid>
              <a:tr h="234980">
                <a:tc>
                  <a:txBody>
                    <a:bodyPr/>
                    <a:lstStyle/>
                    <a:p>
                      <a:pPr algn="ctr"/>
                      <a:r>
                        <a:rPr lang="en-US" sz="1200">
                          <a:solidFill>
                            <a:schemeClr val="tx1"/>
                          </a:solidFill>
                        </a:rPr>
                        <a:t>Steps</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1" baseline="0">
                          <a:solidFill>
                            <a:schemeClr val="tx1"/>
                          </a:solidFill>
                        </a:rPr>
                        <a:t>24 and 40</a:t>
                      </a:r>
                      <a:endParaRPr lang="en-GB" sz="1200" b="1">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0415670"/>
                  </a:ext>
                </a:extLst>
              </a:tr>
              <a:tr h="518757">
                <a:tc>
                  <a:txBody>
                    <a:bodyPr/>
                    <a:lstStyle/>
                    <a:p>
                      <a:pPr algn="ctr"/>
                      <a:r>
                        <a:rPr lang="en-US" sz="1200">
                          <a:solidFill>
                            <a:schemeClr val="tx1"/>
                          </a:solidFill>
                        </a:rPr>
                        <a:t>Find the product of primes for both numbers using factor trees.</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algn="ct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85371684"/>
                  </a:ext>
                </a:extLst>
              </a:tr>
              <a:tr h="370541">
                <a:tc>
                  <a:txBody>
                    <a:bodyPr/>
                    <a:lstStyle/>
                    <a:p>
                      <a:pPr algn="ctr"/>
                      <a:r>
                        <a:rPr lang="en-US" sz="1200">
                          <a:solidFill>
                            <a:schemeClr val="tx1"/>
                          </a:solidFill>
                        </a:rPr>
                        <a:t>Write the product of primes for both numbers.</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78316088"/>
                  </a:ext>
                </a:extLst>
              </a:tr>
              <a:tr h="666973">
                <a:tc>
                  <a:txBody>
                    <a:bodyPr/>
                    <a:lstStyle/>
                    <a:p>
                      <a:pPr algn="ctr"/>
                      <a:r>
                        <a:rPr lang="en-US" sz="1200">
                          <a:solidFill>
                            <a:schemeClr val="tx1"/>
                          </a:solidFill>
                        </a:rPr>
                        <a:t>Place the common </a:t>
                      </a:r>
                      <a:r>
                        <a:rPr lang="en-US" sz="1200" baseline="0">
                          <a:solidFill>
                            <a:schemeClr val="tx1"/>
                          </a:solidFill>
                        </a:rPr>
                        <a:t>primes in the intersection and any others in the individual circle</a:t>
                      </a:r>
                      <a:r>
                        <a:rPr lang="en-US" sz="1200">
                          <a:solidFill>
                            <a:schemeClr val="tx1"/>
                          </a:solidFill>
                        </a:rPr>
                        <a:t>.</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4969166"/>
                  </a:ext>
                </a:extLst>
              </a:tr>
            </a:tbl>
          </a:graphicData>
        </a:graphic>
      </p:graphicFrame>
      <p:sp>
        <p:nvSpPr>
          <p:cNvPr id="44" name="TextBox 43">
            <a:extLst>
              <a:ext uri="{FF2B5EF4-FFF2-40B4-BE49-F238E27FC236}">
                <a16:creationId xmlns:a16="http://schemas.microsoft.com/office/drawing/2014/main" id="{610B2312-FC2B-0A9A-6505-2336CB709F25}"/>
              </a:ext>
            </a:extLst>
          </p:cNvPr>
          <p:cNvSpPr txBox="1"/>
          <p:nvPr/>
        </p:nvSpPr>
        <p:spPr>
          <a:xfrm>
            <a:off x="160182" y="7315565"/>
            <a:ext cx="1372492" cy="261610"/>
          </a:xfrm>
          <a:prstGeom prst="rect">
            <a:avLst/>
          </a:prstGeom>
          <a:noFill/>
          <a:ln>
            <a:noFill/>
          </a:ln>
        </p:spPr>
        <p:txBody>
          <a:bodyPr wrap="none" rtlCol="0">
            <a:spAutoFit/>
          </a:bodyPr>
          <a:lstStyle/>
          <a:p>
            <a:r>
              <a:rPr lang="en-GB" sz="1100" b="1" i="1">
                <a:solidFill>
                  <a:srgbClr val="FB9D05"/>
                </a:solidFill>
              </a:rPr>
              <a:t>Example 2 - We do…</a:t>
            </a:r>
          </a:p>
        </p:txBody>
      </p:sp>
      <p:pic>
        <p:nvPicPr>
          <p:cNvPr id="46" name="Picture 2" descr="Venn Diagram: Definition, Types and What It's Used For ...">
            <a:extLst>
              <a:ext uri="{FF2B5EF4-FFF2-40B4-BE49-F238E27FC236}">
                <a16:creationId xmlns:a16="http://schemas.microsoft.com/office/drawing/2014/main" id="{A1F66B56-C4D2-4EF5-0CE0-D24201BCD980}"/>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4463" t="9159" r="4806" b="6659"/>
          <a:stretch/>
        </p:blipFill>
        <p:spPr bwMode="auto">
          <a:xfrm>
            <a:off x="4232824" y="5835697"/>
            <a:ext cx="2283927" cy="1290250"/>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2" descr="Venn Diagram: Definition, Types and What It's Used For ...">
            <a:extLst>
              <a:ext uri="{FF2B5EF4-FFF2-40B4-BE49-F238E27FC236}">
                <a16:creationId xmlns:a16="http://schemas.microsoft.com/office/drawing/2014/main" id="{5D362C6F-49F8-4CC3-33B1-6225F24E5612}"/>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4463" t="9159" r="4806" b="6659"/>
          <a:stretch/>
        </p:blipFill>
        <p:spPr bwMode="auto">
          <a:xfrm>
            <a:off x="4236052" y="8381172"/>
            <a:ext cx="2283927" cy="1290250"/>
          </a:xfrm>
          <a:prstGeom prst="rect">
            <a:avLst/>
          </a:prstGeom>
          <a:noFill/>
          <a:extLst>
            <a:ext uri="{909E8E84-426E-40DD-AFC4-6F175D3DCCD1}">
              <a14:hiddenFill xmlns:a14="http://schemas.microsoft.com/office/drawing/2010/main">
                <a:solidFill>
                  <a:srgbClr val="FFFFFF"/>
                </a:solidFill>
              </a14:hiddenFill>
            </a:ext>
          </a:extLst>
        </p:spPr>
      </p:pic>
      <p:sp>
        <p:nvSpPr>
          <p:cNvPr id="48" name="TextBox 47">
            <a:extLst>
              <a:ext uri="{FF2B5EF4-FFF2-40B4-BE49-F238E27FC236}">
                <a16:creationId xmlns:a16="http://schemas.microsoft.com/office/drawing/2014/main" id="{D92475BE-3014-F865-6192-AF01FE8D429F}"/>
              </a:ext>
            </a:extLst>
          </p:cNvPr>
          <p:cNvSpPr txBox="1"/>
          <p:nvPr/>
        </p:nvSpPr>
        <p:spPr>
          <a:xfrm>
            <a:off x="4232824" y="5745449"/>
            <a:ext cx="2353529" cy="307777"/>
          </a:xfrm>
          <a:prstGeom prst="rect">
            <a:avLst/>
          </a:prstGeom>
          <a:noFill/>
        </p:spPr>
        <p:txBody>
          <a:bodyPr wrap="none" rtlCol="0">
            <a:spAutoFit/>
          </a:bodyPr>
          <a:lstStyle/>
          <a:p>
            <a:r>
              <a:rPr lang="en-US" sz="1400"/>
              <a:t>30                                             45</a:t>
            </a:r>
            <a:endParaRPr lang="en-GB" sz="1400"/>
          </a:p>
        </p:txBody>
      </p:sp>
      <p:sp>
        <p:nvSpPr>
          <p:cNvPr id="49" name="TextBox 48">
            <a:extLst>
              <a:ext uri="{FF2B5EF4-FFF2-40B4-BE49-F238E27FC236}">
                <a16:creationId xmlns:a16="http://schemas.microsoft.com/office/drawing/2014/main" id="{B7AFEF42-4EB1-34E7-E08D-AE37D630FC01}"/>
              </a:ext>
            </a:extLst>
          </p:cNvPr>
          <p:cNvSpPr txBox="1"/>
          <p:nvPr/>
        </p:nvSpPr>
        <p:spPr>
          <a:xfrm>
            <a:off x="4232824" y="8279917"/>
            <a:ext cx="2313454" cy="307777"/>
          </a:xfrm>
          <a:prstGeom prst="rect">
            <a:avLst/>
          </a:prstGeom>
          <a:noFill/>
        </p:spPr>
        <p:txBody>
          <a:bodyPr wrap="none" rtlCol="0">
            <a:spAutoFit/>
          </a:bodyPr>
          <a:lstStyle/>
          <a:p>
            <a:r>
              <a:rPr lang="en-US" sz="1400"/>
              <a:t>24                                            40</a:t>
            </a:r>
            <a:endParaRPr lang="en-GB" sz="1400"/>
          </a:p>
        </p:txBody>
      </p:sp>
      <p:sp>
        <p:nvSpPr>
          <p:cNvPr id="13" name="TextBox 12">
            <a:extLst>
              <a:ext uri="{FF2B5EF4-FFF2-40B4-BE49-F238E27FC236}">
                <a16:creationId xmlns:a16="http://schemas.microsoft.com/office/drawing/2014/main" id="{62B52E22-EBDA-77EA-E191-9F7F39222E40}"/>
              </a:ext>
            </a:extLst>
          </p:cNvPr>
          <p:cNvSpPr txBox="1"/>
          <p:nvPr/>
        </p:nvSpPr>
        <p:spPr>
          <a:xfrm>
            <a:off x="5181772" y="638640"/>
            <a:ext cx="1526794" cy="1015663"/>
          </a:xfrm>
          <a:prstGeom prst="rect">
            <a:avLst/>
          </a:prstGeom>
          <a:noFill/>
          <a:ln w="12700">
            <a:solidFill>
              <a:schemeClr val="tx1"/>
            </a:solidFill>
          </a:ln>
        </p:spPr>
        <p:txBody>
          <a:bodyPr wrap="square" rtlCol="0">
            <a:spAutoFit/>
          </a:bodyPr>
          <a:lstStyle/>
          <a:p>
            <a:r>
              <a:rPr lang="en-US" sz="1200" b="1" u="sng"/>
              <a:t>Keywords:</a:t>
            </a:r>
            <a:endParaRPr lang="en-US" sz="1200"/>
          </a:p>
          <a:p>
            <a:pPr marL="285750" indent="-285750">
              <a:buFont typeface=".AppleSystemUIFont" charset="-120"/>
              <a:buChar char="-"/>
            </a:pPr>
            <a:r>
              <a:rPr lang="en-US" sz="1200"/>
              <a:t>Prime decomposition</a:t>
            </a:r>
          </a:p>
          <a:p>
            <a:pPr marL="285750" indent="-285750">
              <a:buFont typeface=".AppleSystemUIFont" charset="-120"/>
              <a:buChar char="-"/>
            </a:pPr>
            <a:r>
              <a:rPr lang="en-US" sz="1200"/>
              <a:t>Common factor</a:t>
            </a:r>
          </a:p>
          <a:p>
            <a:pPr marL="285750" indent="-285750">
              <a:buFont typeface=".AppleSystemUIFont" charset="-120"/>
              <a:buChar char="-"/>
            </a:pPr>
            <a:r>
              <a:rPr lang="en-US" sz="1200"/>
              <a:t>Venn Diagram</a:t>
            </a:r>
          </a:p>
        </p:txBody>
      </p:sp>
      <p:sp>
        <p:nvSpPr>
          <p:cNvPr id="14" name="Rectangle 13">
            <a:extLst>
              <a:ext uri="{FF2B5EF4-FFF2-40B4-BE49-F238E27FC236}">
                <a16:creationId xmlns:a16="http://schemas.microsoft.com/office/drawing/2014/main" id="{406B238E-AD86-359D-6A47-5E13FA3FA46C}"/>
              </a:ext>
            </a:extLst>
          </p:cNvPr>
          <p:cNvSpPr/>
          <p:nvPr/>
        </p:nvSpPr>
        <p:spPr>
          <a:xfrm>
            <a:off x="71334" y="279906"/>
            <a:ext cx="6728829" cy="1404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ysClr val="windowText" lastClr="000000"/>
              </a:solidFill>
            </a:endParaRPr>
          </a:p>
        </p:txBody>
      </p:sp>
      <p:sp>
        <p:nvSpPr>
          <p:cNvPr id="15" name="Rectangle 14">
            <a:extLst>
              <a:ext uri="{FF2B5EF4-FFF2-40B4-BE49-F238E27FC236}">
                <a16:creationId xmlns:a16="http://schemas.microsoft.com/office/drawing/2014/main" id="{14742A08-84CB-9496-D3E5-A0A9C89F369A}"/>
              </a:ext>
            </a:extLst>
          </p:cNvPr>
          <p:cNvSpPr/>
          <p:nvPr/>
        </p:nvSpPr>
        <p:spPr>
          <a:xfrm>
            <a:off x="-18288" y="-27421"/>
            <a:ext cx="6912000" cy="2880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Subtopic 5 (Crossover) – HCF and LCM with Prime Decomposition</a:t>
            </a:r>
          </a:p>
        </p:txBody>
      </p:sp>
      <p:sp>
        <p:nvSpPr>
          <p:cNvPr id="16" name="TextBox 15">
            <a:extLst>
              <a:ext uri="{FF2B5EF4-FFF2-40B4-BE49-F238E27FC236}">
                <a16:creationId xmlns:a16="http://schemas.microsoft.com/office/drawing/2014/main" id="{78663FFF-A96F-A23C-DF12-BB48B4B7E666}"/>
              </a:ext>
            </a:extLst>
          </p:cNvPr>
          <p:cNvSpPr txBox="1"/>
          <p:nvPr/>
        </p:nvSpPr>
        <p:spPr>
          <a:xfrm>
            <a:off x="45300" y="637785"/>
            <a:ext cx="1149390" cy="307777"/>
          </a:xfrm>
          <a:prstGeom prst="rect">
            <a:avLst/>
          </a:prstGeom>
          <a:noFill/>
        </p:spPr>
        <p:txBody>
          <a:bodyPr wrap="square" rtlCol="0">
            <a:spAutoFit/>
          </a:bodyPr>
          <a:lstStyle/>
          <a:p>
            <a:r>
              <a:rPr lang="en-GB" sz="1400" b="1"/>
              <a:t>Objectives: </a:t>
            </a:r>
          </a:p>
        </p:txBody>
      </p:sp>
      <p:sp>
        <p:nvSpPr>
          <p:cNvPr id="18" name="TextBox 17">
            <a:extLst>
              <a:ext uri="{FF2B5EF4-FFF2-40B4-BE49-F238E27FC236}">
                <a16:creationId xmlns:a16="http://schemas.microsoft.com/office/drawing/2014/main" id="{026AF1F5-3361-DCA0-25E0-41147948B6E9}"/>
              </a:ext>
            </a:extLst>
          </p:cNvPr>
          <p:cNvSpPr txBox="1"/>
          <p:nvPr/>
        </p:nvSpPr>
        <p:spPr>
          <a:xfrm>
            <a:off x="160182" y="304043"/>
            <a:ext cx="6540511" cy="307777"/>
          </a:xfrm>
          <a:prstGeom prst="rect">
            <a:avLst/>
          </a:prstGeom>
          <a:noFill/>
          <a:ln>
            <a:solidFill>
              <a:schemeClr val="tx1"/>
            </a:solidFill>
          </a:ln>
        </p:spPr>
        <p:txBody>
          <a:bodyPr wrap="square" rtlCol="0">
            <a:spAutoFit/>
          </a:bodyPr>
          <a:lstStyle/>
          <a:p>
            <a:pPr algn="ctr"/>
            <a:r>
              <a:rPr lang="en-GB" sz="1400"/>
              <a:t>Learning outcome: To use prime decomposition to find the HCF and LCM</a:t>
            </a:r>
          </a:p>
        </p:txBody>
      </p:sp>
      <p:sp>
        <p:nvSpPr>
          <p:cNvPr id="21" name="TextBox 20">
            <a:extLst>
              <a:ext uri="{FF2B5EF4-FFF2-40B4-BE49-F238E27FC236}">
                <a16:creationId xmlns:a16="http://schemas.microsoft.com/office/drawing/2014/main" id="{45CA0252-8513-F273-24D8-BD8071D49B5B}"/>
              </a:ext>
            </a:extLst>
          </p:cNvPr>
          <p:cNvSpPr txBox="1"/>
          <p:nvPr/>
        </p:nvSpPr>
        <p:spPr>
          <a:xfrm>
            <a:off x="362085" y="892448"/>
            <a:ext cx="4528936" cy="830997"/>
          </a:xfrm>
          <a:prstGeom prst="rect">
            <a:avLst/>
          </a:prstGeom>
          <a:noFill/>
        </p:spPr>
        <p:txBody>
          <a:bodyPr wrap="square" rtlCol="0">
            <a:spAutoFit/>
          </a:bodyPr>
          <a:lstStyle/>
          <a:p>
            <a:pPr marL="342900" indent="-342900">
              <a:buFont typeface="+mj-lt"/>
              <a:buAutoNum type="arabicPeriod"/>
              <a:defRPr/>
            </a:pPr>
            <a:r>
              <a:rPr lang="en-GB" sz="1200">
                <a:latin typeface="Calibri" panose="020F0502020204030204" pitchFamily="34" charset="0"/>
                <a:cs typeface="Calibri" panose="020F0502020204030204" pitchFamily="34" charset="0"/>
              </a:rPr>
              <a:t>To find the prime decomposition of numbers</a:t>
            </a:r>
          </a:p>
          <a:p>
            <a:pPr marL="342900" indent="-342900">
              <a:buFont typeface="+mj-lt"/>
              <a:buAutoNum type="arabicPeriod"/>
              <a:defRPr/>
            </a:pPr>
            <a:r>
              <a:rPr lang="en-GB" sz="1200">
                <a:latin typeface="Calibri" panose="020F0502020204030204" pitchFamily="34" charset="0"/>
                <a:cs typeface="Calibri" panose="020F0502020204030204" pitchFamily="34" charset="0"/>
              </a:rPr>
              <a:t>To identify common factors and put these in Venn Diagrams</a:t>
            </a:r>
          </a:p>
          <a:p>
            <a:pPr marL="342900" indent="-342900">
              <a:buFont typeface="+mj-lt"/>
              <a:buAutoNum type="arabicPeriod"/>
              <a:defRPr/>
            </a:pPr>
            <a:r>
              <a:rPr lang="en-GB" sz="1200">
                <a:latin typeface="Calibri" panose="020F0502020204030204" pitchFamily="34" charset="0"/>
                <a:cs typeface="Calibri" panose="020F0502020204030204" pitchFamily="34" charset="0"/>
              </a:rPr>
              <a:t>To use these Venn Diagrams to find the HCF and LCM</a:t>
            </a:r>
          </a:p>
          <a:p>
            <a:pPr>
              <a:defRPr/>
            </a:pPr>
            <a:endParaRPr lang="en-GB" sz="1200"/>
          </a:p>
        </p:txBody>
      </p:sp>
      <p:graphicFrame>
        <p:nvGraphicFramePr>
          <p:cNvPr id="22" name="Table 21">
            <a:extLst>
              <a:ext uri="{FF2B5EF4-FFF2-40B4-BE49-F238E27FC236}">
                <a16:creationId xmlns:a16="http://schemas.microsoft.com/office/drawing/2014/main" id="{84CB4E66-035E-8466-94DA-72FF2183879C}"/>
              </a:ext>
            </a:extLst>
          </p:cNvPr>
          <p:cNvGraphicFramePr>
            <a:graphicFrameLocks noGrp="1"/>
          </p:cNvGraphicFramePr>
          <p:nvPr/>
        </p:nvGraphicFramePr>
        <p:xfrm>
          <a:off x="1175220" y="3108449"/>
          <a:ext cx="4530430" cy="754380"/>
        </p:xfrm>
        <a:graphic>
          <a:graphicData uri="http://schemas.openxmlformats.org/drawingml/2006/table">
            <a:tbl>
              <a:tblPr/>
              <a:tblGrid>
                <a:gridCol w="2265215">
                  <a:extLst>
                    <a:ext uri="{9D8B030D-6E8A-4147-A177-3AD203B41FA5}">
                      <a16:colId xmlns:a16="http://schemas.microsoft.com/office/drawing/2014/main" val="3334771856"/>
                    </a:ext>
                  </a:extLst>
                </a:gridCol>
                <a:gridCol w="2265215">
                  <a:extLst>
                    <a:ext uri="{9D8B030D-6E8A-4147-A177-3AD203B41FA5}">
                      <a16:colId xmlns:a16="http://schemas.microsoft.com/office/drawing/2014/main" val="1719544582"/>
                    </a:ext>
                  </a:extLst>
                </a:gridCol>
              </a:tblGrid>
              <a:tr h="0">
                <a:tc>
                  <a:txBody>
                    <a:bodyPr/>
                    <a:lstStyle/>
                    <a:p>
                      <a:pPr algn="l"/>
                      <a:r>
                        <a:rPr lang="en-GB" sz="1050">
                          <a:solidFill>
                            <a:schemeClr val="bg1"/>
                          </a:solidFill>
                          <a:effectLst/>
                        </a:rPr>
                        <a:t>4</a:t>
                      </a:r>
                      <a:r>
                        <a:rPr lang="en-GB" sz="1050" baseline="30000">
                          <a:solidFill>
                            <a:schemeClr val="bg1"/>
                          </a:solidFill>
                          <a:effectLst/>
                        </a:rPr>
                        <a:t>6</a:t>
                      </a:r>
                      <a:r>
                        <a:rPr lang="en-GB" sz="1050">
                          <a:solidFill>
                            <a:schemeClr val="bg1"/>
                          </a:solidFill>
                          <a:effectLst/>
                        </a:rPr>
                        <a:t> = 4 × 4 × 4 × 4 × 4 × 4</a:t>
                      </a:r>
                    </a:p>
                  </a:txBody>
                  <a:tcPr marL="95250">
                    <a:lnL>
                      <a:noFill/>
                    </a:lnL>
                    <a:lnR>
                      <a:noFill/>
                    </a:lnR>
                    <a:lnT>
                      <a:noFill/>
                    </a:lnT>
                    <a:lnB>
                      <a:noFill/>
                    </a:lnB>
                    <a:noFill/>
                  </a:tcPr>
                </a:tc>
                <a:tc>
                  <a:txBody>
                    <a:bodyPr/>
                    <a:lstStyle/>
                    <a:p>
                      <a:pPr algn="l"/>
                      <a:r>
                        <a:rPr lang="en-GB" sz="1050">
                          <a:solidFill>
                            <a:schemeClr val="bg1"/>
                          </a:solidFill>
                          <a:effectLst/>
                        </a:rPr>
                        <a:t>six lots of 4 multiplied together</a:t>
                      </a:r>
                    </a:p>
                  </a:txBody>
                  <a:tcPr>
                    <a:lnL>
                      <a:noFill/>
                    </a:lnL>
                    <a:lnR>
                      <a:noFill/>
                    </a:lnR>
                    <a:lnT>
                      <a:noFill/>
                    </a:lnT>
                    <a:lnB>
                      <a:noFill/>
                    </a:lnB>
                    <a:noFill/>
                  </a:tcPr>
                </a:tc>
                <a:extLst>
                  <a:ext uri="{0D108BD9-81ED-4DB2-BD59-A6C34878D82A}">
                    <a16:rowId xmlns:a16="http://schemas.microsoft.com/office/drawing/2014/main" val="55284901"/>
                  </a:ext>
                </a:extLst>
              </a:tr>
              <a:tr h="0">
                <a:tc>
                  <a:txBody>
                    <a:bodyPr/>
                    <a:lstStyle/>
                    <a:p>
                      <a:pPr algn="l"/>
                      <a:r>
                        <a:rPr lang="en-GB" sz="1050">
                          <a:solidFill>
                            <a:schemeClr val="bg1"/>
                          </a:solidFill>
                          <a:effectLst/>
                        </a:rPr>
                        <a:t>6</a:t>
                      </a:r>
                      <a:r>
                        <a:rPr lang="en-GB" sz="1050" baseline="30000">
                          <a:solidFill>
                            <a:schemeClr val="bg1"/>
                          </a:solidFill>
                          <a:effectLst/>
                        </a:rPr>
                        <a:t>4</a:t>
                      </a:r>
                      <a:r>
                        <a:rPr lang="en-GB" sz="1050">
                          <a:solidFill>
                            <a:schemeClr val="bg1"/>
                          </a:solidFill>
                          <a:effectLst/>
                        </a:rPr>
                        <a:t> = 6 × 6 × 6 × 6</a:t>
                      </a:r>
                    </a:p>
                  </a:txBody>
                  <a:tcPr marL="95250">
                    <a:lnL>
                      <a:noFill/>
                    </a:lnL>
                    <a:lnR>
                      <a:noFill/>
                    </a:lnR>
                    <a:lnT>
                      <a:noFill/>
                    </a:lnT>
                    <a:lnB>
                      <a:noFill/>
                    </a:lnB>
                    <a:noFill/>
                  </a:tcPr>
                </a:tc>
                <a:tc>
                  <a:txBody>
                    <a:bodyPr/>
                    <a:lstStyle/>
                    <a:p>
                      <a:pPr algn="l"/>
                      <a:r>
                        <a:rPr lang="en-GB" sz="1050">
                          <a:solidFill>
                            <a:schemeClr val="bg1"/>
                          </a:solidFill>
                          <a:effectLst/>
                        </a:rPr>
                        <a:t>four lots of 6 multiplied together</a:t>
                      </a:r>
                    </a:p>
                  </a:txBody>
                  <a:tcPr>
                    <a:lnL>
                      <a:noFill/>
                    </a:lnL>
                    <a:lnR>
                      <a:noFill/>
                    </a:lnR>
                    <a:lnT>
                      <a:noFill/>
                    </a:lnT>
                    <a:lnB>
                      <a:noFill/>
                    </a:lnB>
                    <a:noFill/>
                  </a:tcPr>
                </a:tc>
                <a:extLst>
                  <a:ext uri="{0D108BD9-81ED-4DB2-BD59-A6C34878D82A}">
                    <a16:rowId xmlns:a16="http://schemas.microsoft.com/office/drawing/2014/main" val="2713990286"/>
                  </a:ext>
                </a:extLst>
              </a:tr>
              <a:tr h="0">
                <a:tc>
                  <a:txBody>
                    <a:bodyPr/>
                    <a:lstStyle/>
                    <a:p>
                      <a:pPr algn="l"/>
                      <a:r>
                        <a:rPr lang="en-GB" sz="1050">
                          <a:solidFill>
                            <a:schemeClr val="bg1"/>
                          </a:solidFill>
                          <a:effectLst/>
                        </a:rPr>
                        <a:t>7</a:t>
                      </a:r>
                      <a:r>
                        <a:rPr lang="en-GB" sz="1050" baseline="30000">
                          <a:solidFill>
                            <a:schemeClr val="bg1"/>
                          </a:solidFill>
                          <a:effectLst/>
                        </a:rPr>
                        <a:t>3</a:t>
                      </a:r>
                      <a:r>
                        <a:rPr lang="en-GB" sz="1050">
                          <a:solidFill>
                            <a:schemeClr val="bg1"/>
                          </a:solidFill>
                          <a:effectLst/>
                        </a:rPr>
                        <a:t> = 7 × 7 × 7</a:t>
                      </a:r>
                    </a:p>
                  </a:txBody>
                  <a:tcPr marL="95250">
                    <a:lnL>
                      <a:noFill/>
                    </a:lnL>
                    <a:lnR>
                      <a:noFill/>
                    </a:lnR>
                    <a:lnT>
                      <a:noFill/>
                    </a:lnT>
                    <a:lnB>
                      <a:noFill/>
                    </a:lnB>
                    <a:noFill/>
                  </a:tcPr>
                </a:tc>
                <a:tc>
                  <a:txBody>
                    <a:bodyPr/>
                    <a:lstStyle/>
                    <a:p>
                      <a:endParaRPr lang="en-GB" sz="1050">
                        <a:solidFill>
                          <a:schemeClr val="bg1"/>
                        </a:solidFill>
                        <a:effectLst/>
                      </a:endParaRPr>
                    </a:p>
                  </a:txBody>
                  <a:tcPr>
                    <a:lnL>
                      <a:noFill/>
                    </a:lnL>
                    <a:lnR>
                      <a:noFill/>
                    </a:lnR>
                    <a:lnT>
                      <a:noFill/>
                    </a:lnT>
                    <a:lnB>
                      <a:noFill/>
                    </a:lnB>
                    <a:noFill/>
                  </a:tcPr>
                </a:tc>
                <a:extLst>
                  <a:ext uri="{0D108BD9-81ED-4DB2-BD59-A6C34878D82A}">
                    <a16:rowId xmlns:a16="http://schemas.microsoft.com/office/drawing/2014/main" val="1998133532"/>
                  </a:ext>
                </a:extLst>
              </a:tr>
            </a:tbl>
          </a:graphicData>
        </a:graphic>
      </p:graphicFrame>
      <p:cxnSp>
        <p:nvCxnSpPr>
          <p:cNvPr id="23" name="Straight Connector 22">
            <a:extLst>
              <a:ext uri="{FF2B5EF4-FFF2-40B4-BE49-F238E27FC236}">
                <a16:creationId xmlns:a16="http://schemas.microsoft.com/office/drawing/2014/main" id="{EDFE76CF-934F-CABE-D390-EDCD6678CBE8}"/>
              </a:ext>
            </a:extLst>
          </p:cNvPr>
          <p:cNvCxnSpPr/>
          <p:nvPr/>
        </p:nvCxnSpPr>
        <p:spPr>
          <a:xfrm flipV="1">
            <a:off x="957957" y="4291524"/>
            <a:ext cx="5541513" cy="2282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C2969F3B-641B-819B-DDE2-E4E5E0AB508E}"/>
              </a:ext>
            </a:extLst>
          </p:cNvPr>
          <p:cNvSpPr/>
          <p:nvPr/>
        </p:nvSpPr>
        <p:spPr>
          <a:xfrm>
            <a:off x="78751" y="2338470"/>
            <a:ext cx="6728829" cy="209393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5" name="Straight Connector 24">
            <a:extLst>
              <a:ext uri="{FF2B5EF4-FFF2-40B4-BE49-F238E27FC236}">
                <a16:creationId xmlns:a16="http://schemas.microsoft.com/office/drawing/2014/main" id="{EDE4437B-7D98-C9AC-545A-013FEAE4CC5B}"/>
              </a:ext>
            </a:extLst>
          </p:cNvPr>
          <p:cNvCxnSpPr>
            <a:cxnSpLocks/>
          </p:cNvCxnSpPr>
          <p:nvPr/>
        </p:nvCxnSpPr>
        <p:spPr>
          <a:xfrm>
            <a:off x="73290" y="3190977"/>
            <a:ext cx="6728829" cy="0"/>
          </a:xfrm>
          <a:prstGeom prst="line">
            <a:avLst/>
          </a:prstGeom>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750FC3A8-A1D6-616D-BFDD-EDF416CA463E}"/>
              </a:ext>
            </a:extLst>
          </p:cNvPr>
          <p:cNvCxnSpPr>
            <a:cxnSpLocks/>
            <a:stCxn id="24" idx="2"/>
            <a:endCxn id="24" idx="0"/>
          </p:cNvCxnSpPr>
          <p:nvPr/>
        </p:nvCxnSpPr>
        <p:spPr>
          <a:xfrm flipV="1">
            <a:off x="3443166" y="2338470"/>
            <a:ext cx="0" cy="2093939"/>
          </a:xfrm>
          <a:prstGeom prst="line">
            <a:avLst/>
          </a:prstGeom>
        </p:spPr>
        <p:style>
          <a:lnRef idx="1">
            <a:schemeClr val="dk1"/>
          </a:lnRef>
          <a:fillRef idx="0">
            <a:schemeClr val="dk1"/>
          </a:fillRef>
          <a:effectRef idx="0">
            <a:schemeClr val="dk1"/>
          </a:effectRef>
          <a:fontRef idx="minor">
            <a:schemeClr val="tx1"/>
          </a:fontRef>
        </p:style>
      </p:cxnSp>
      <p:sp>
        <p:nvSpPr>
          <p:cNvPr id="29" name="TextBox 28">
            <a:extLst>
              <a:ext uri="{FF2B5EF4-FFF2-40B4-BE49-F238E27FC236}">
                <a16:creationId xmlns:a16="http://schemas.microsoft.com/office/drawing/2014/main" id="{24C07601-20BA-3A3B-B46D-D10EA84BAEF4}"/>
              </a:ext>
            </a:extLst>
          </p:cNvPr>
          <p:cNvSpPr txBox="1"/>
          <p:nvPr/>
        </p:nvSpPr>
        <p:spPr>
          <a:xfrm>
            <a:off x="45300" y="2297576"/>
            <a:ext cx="824713" cy="276999"/>
          </a:xfrm>
          <a:prstGeom prst="rect">
            <a:avLst/>
          </a:prstGeom>
          <a:noFill/>
        </p:spPr>
        <p:txBody>
          <a:bodyPr wrap="none" rtlCol="0">
            <a:spAutoFit/>
          </a:bodyPr>
          <a:lstStyle/>
          <a:p>
            <a:r>
              <a:rPr lang="en-US" sz="1200" b="1"/>
              <a:t>Definition</a:t>
            </a:r>
          </a:p>
        </p:txBody>
      </p:sp>
      <p:sp>
        <p:nvSpPr>
          <p:cNvPr id="39" name="TextBox 38">
            <a:extLst>
              <a:ext uri="{FF2B5EF4-FFF2-40B4-BE49-F238E27FC236}">
                <a16:creationId xmlns:a16="http://schemas.microsoft.com/office/drawing/2014/main" id="{14E0CF54-5D11-F6C6-ECDC-33634F40ED4D}"/>
              </a:ext>
            </a:extLst>
          </p:cNvPr>
          <p:cNvSpPr txBox="1"/>
          <p:nvPr/>
        </p:nvSpPr>
        <p:spPr>
          <a:xfrm>
            <a:off x="5717519" y="2342831"/>
            <a:ext cx="1112228" cy="276999"/>
          </a:xfrm>
          <a:prstGeom prst="rect">
            <a:avLst/>
          </a:prstGeom>
          <a:noFill/>
        </p:spPr>
        <p:txBody>
          <a:bodyPr wrap="none" rtlCol="0">
            <a:spAutoFit/>
          </a:bodyPr>
          <a:lstStyle/>
          <a:p>
            <a:r>
              <a:rPr lang="en-US" sz="1200" b="1"/>
              <a:t>Characteristics</a:t>
            </a:r>
            <a:endParaRPr lang="en-GB" sz="1200" b="1"/>
          </a:p>
        </p:txBody>
      </p:sp>
      <p:sp>
        <p:nvSpPr>
          <p:cNvPr id="40" name="TextBox 39">
            <a:extLst>
              <a:ext uri="{FF2B5EF4-FFF2-40B4-BE49-F238E27FC236}">
                <a16:creationId xmlns:a16="http://schemas.microsoft.com/office/drawing/2014/main" id="{C1EFFD01-D2F7-DF22-A00A-A2DB92FF7543}"/>
              </a:ext>
            </a:extLst>
          </p:cNvPr>
          <p:cNvSpPr txBox="1"/>
          <p:nvPr/>
        </p:nvSpPr>
        <p:spPr>
          <a:xfrm>
            <a:off x="73290" y="3188195"/>
            <a:ext cx="788164" cy="276999"/>
          </a:xfrm>
          <a:prstGeom prst="rect">
            <a:avLst/>
          </a:prstGeom>
          <a:noFill/>
        </p:spPr>
        <p:txBody>
          <a:bodyPr wrap="none" rtlCol="0">
            <a:spAutoFit/>
          </a:bodyPr>
          <a:lstStyle/>
          <a:p>
            <a:r>
              <a:rPr lang="en-US" sz="1200" b="1"/>
              <a:t>Examples</a:t>
            </a:r>
            <a:endParaRPr lang="en-GB" sz="1200" b="1"/>
          </a:p>
        </p:txBody>
      </p:sp>
      <p:sp>
        <p:nvSpPr>
          <p:cNvPr id="41" name="TextBox 40">
            <a:extLst>
              <a:ext uri="{FF2B5EF4-FFF2-40B4-BE49-F238E27FC236}">
                <a16:creationId xmlns:a16="http://schemas.microsoft.com/office/drawing/2014/main" id="{E6C48B0E-D898-535E-D309-460411C0BECE}"/>
              </a:ext>
            </a:extLst>
          </p:cNvPr>
          <p:cNvSpPr txBox="1"/>
          <p:nvPr/>
        </p:nvSpPr>
        <p:spPr>
          <a:xfrm>
            <a:off x="5691187" y="3190720"/>
            <a:ext cx="1170641" cy="276999"/>
          </a:xfrm>
          <a:prstGeom prst="rect">
            <a:avLst/>
          </a:prstGeom>
          <a:noFill/>
        </p:spPr>
        <p:txBody>
          <a:bodyPr wrap="none" rtlCol="0">
            <a:spAutoFit/>
          </a:bodyPr>
          <a:lstStyle/>
          <a:p>
            <a:r>
              <a:rPr lang="en-US" sz="1200" b="1"/>
              <a:t>Non - Examples</a:t>
            </a:r>
            <a:endParaRPr lang="en-GB" sz="1200" b="1"/>
          </a:p>
        </p:txBody>
      </p:sp>
      <p:sp>
        <p:nvSpPr>
          <p:cNvPr id="45" name="TextBox 44">
            <a:extLst>
              <a:ext uri="{FF2B5EF4-FFF2-40B4-BE49-F238E27FC236}">
                <a16:creationId xmlns:a16="http://schemas.microsoft.com/office/drawing/2014/main" id="{F1DA7BF0-9672-A384-37D4-3F1BCF4F6327}"/>
              </a:ext>
            </a:extLst>
          </p:cNvPr>
          <p:cNvSpPr txBox="1"/>
          <p:nvPr/>
        </p:nvSpPr>
        <p:spPr>
          <a:xfrm>
            <a:off x="149585" y="2543975"/>
            <a:ext cx="3055214" cy="646331"/>
          </a:xfrm>
          <a:prstGeom prst="rect">
            <a:avLst/>
          </a:prstGeom>
          <a:noFill/>
        </p:spPr>
        <p:txBody>
          <a:bodyPr wrap="square" rtlCol="0">
            <a:spAutoFit/>
          </a:bodyPr>
          <a:lstStyle/>
          <a:p>
            <a:pPr marL="0" marR="0" indent="0" algn="l" defTabSz="685800" rtl="0" eaLnBrk="1" fontAlgn="base" latinLnBrk="0" hangingPunct="1">
              <a:lnSpc>
                <a:spcPct val="100000"/>
              </a:lnSpc>
              <a:spcBef>
                <a:spcPts val="0"/>
              </a:spcBef>
              <a:spcAft>
                <a:spcPts val="0"/>
              </a:spcAft>
              <a:buClrTx/>
              <a:buSzTx/>
              <a:buFontTx/>
              <a:buNone/>
              <a:tabLst/>
              <a:defRPr/>
            </a:pPr>
            <a:r>
              <a:rPr lang="en-US" sz="1200" b="0" i="0">
                <a:solidFill>
                  <a:srgbClr val="111111"/>
                </a:solidFill>
                <a:effectLst/>
                <a:latin typeface="SourceSansPro"/>
              </a:rPr>
              <a:t>A Venn diagram is a diagram that uses overlapping circles to show the relationship between two or more sets.</a:t>
            </a:r>
            <a:endParaRPr lang="en-GB" sz="1200" b="0" i="0">
              <a:solidFill>
                <a:srgbClr val="000000"/>
              </a:solidFill>
              <a:effectLst/>
              <a:cs typeface="Calibri Light" panose="020F0302020204030204" pitchFamily="34" charset="0"/>
            </a:endParaRPr>
          </a:p>
        </p:txBody>
      </p:sp>
      <p:sp>
        <p:nvSpPr>
          <p:cNvPr id="50" name="TextBox 49">
            <a:extLst>
              <a:ext uri="{FF2B5EF4-FFF2-40B4-BE49-F238E27FC236}">
                <a16:creationId xmlns:a16="http://schemas.microsoft.com/office/drawing/2014/main" id="{6CF940DA-D1DA-0BB2-B186-F8A00C248095}"/>
              </a:ext>
            </a:extLst>
          </p:cNvPr>
          <p:cNvSpPr txBox="1"/>
          <p:nvPr/>
        </p:nvSpPr>
        <p:spPr>
          <a:xfrm>
            <a:off x="3481150" y="2496675"/>
            <a:ext cx="3233709" cy="646331"/>
          </a:xfrm>
          <a:prstGeom prst="rect">
            <a:avLst/>
          </a:prstGeom>
          <a:noFill/>
        </p:spPr>
        <p:txBody>
          <a:bodyPr wrap="square" lIns="91440" tIns="45720" rIns="91440" bIns="45720" rtlCol="0" anchor="t">
            <a:spAutoFit/>
          </a:bodyPr>
          <a:lstStyle/>
          <a:p>
            <a:pPr marL="171450" indent="-171450">
              <a:buFont typeface="Arial" panose="020B0604020202020204" pitchFamily="34" charset="0"/>
              <a:buChar char="•"/>
            </a:pPr>
            <a:r>
              <a:rPr lang="en-US" sz="1200"/>
              <a:t>Each circle represents one set</a:t>
            </a:r>
          </a:p>
          <a:p>
            <a:pPr marL="171450" indent="-171450">
              <a:buFont typeface="Arial" panose="020B0604020202020204" pitchFamily="34" charset="0"/>
              <a:buChar char="•"/>
            </a:pPr>
            <a:r>
              <a:rPr lang="en-US" sz="1200"/>
              <a:t>The intersection represents the common </a:t>
            </a:r>
          </a:p>
          <a:p>
            <a:r>
              <a:rPr lang="en-US" sz="1200"/>
              <a:t>                         elements of sets </a:t>
            </a:r>
            <a:endParaRPr lang="en-GB" sz="1200"/>
          </a:p>
        </p:txBody>
      </p:sp>
      <p:pic>
        <p:nvPicPr>
          <p:cNvPr id="51" name="Picture 2" descr="Venn Diagrams Free Printable Graphic Organizers | Student Handouts">
            <a:extLst>
              <a:ext uri="{FF2B5EF4-FFF2-40B4-BE49-F238E27FC236}">
                <a16:creationId xmlns:a16="http://schemas.microsoft.com/office/drawing/2014/main" id="{940DB8CD-8053-FF3F-7729-9B8E36EF3D6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15850" y="3467496"/>
            <a:ext cx="1245006" cy="837497"/>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4" descr="Venn diagram chart vector template three circle 7224783 Vector Art at  Vecteezy">
            <a:extLst>
              <a:ext uri="{FF2B5EF4-FFF2-40B4-BE49-F238E27FC236}">
                <a16:creationId xmlns:a16="http://schemas.microsoft.com/office/drawing/2014/main" id="{717FC550-5EB1-CA8B-0051-9E60DFF8E9B7}"/>
              </a:ext>
            </a:extLst>
          </p:cNvPr>
          <p:cNvPicPr>
            <a:picLocks noChangeAspect="1" noChangeArrowheads="1"/>
          </p:cNvPicPr>
          <p:nvPr/>
        </p:nvPicPr>
        <p:blipFill>
          <a:blip r:embed="rId5" cstate="print">
            <a:grayscl/>
            <a:extLst>
              <a:ext uri="{28A0092B-C50C-407E-A947-70E740481C1C}">
                <a14:useLocalDpi xmlns:a14="http://schemas.microsoft.com/office/drawing/2010/main" val="0"/>
              </a:ext>
            </a:extLst>
          </a:blip>
          <a:srcRect/>
          <a:stretch>
            <a:fillRect/>
          </a:stretch>
        </p:blipFill>
        <p:spPr bwMode="auto">
          <a:xfrm>
            <a:off x="1626124" y="3332638"/>
            <a:ext cx="1248211" cy="1040176"/>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6" descr="Pie Chart - Examples, Formula, Definition, Making">
            <a:extLst>
              <a:ext uri="{FF2B5EF4-FFF2-40B4-BE49-F238E27FC236}">
                <a16:creationId xmlns:a16="http://schemas.microsoft.com/office/drawing/2014/main" id="{ECD98290-74C7-02B6-F283-B14989519DBC}"/>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419079" y="3210876"/>
            <a:ext cx="1011101" cy="1078742"/>
          </a:xfrm>
          <a:prstGeom prst="rect">
            <a:avLst/>
          </a:prstGeom>
          <a:noFill/>
          <a:extLst>
            <a:ext uri="{909E8E84-426E-40DD-AFC4-6F175D3DCCD1}">
              <a14:hiddenFill xmlns:a14="http://schemas.microsoft.com/office/drawing/2010/main">
                <a:solidFill>
                  <a:srgbClr val="FFFFFF"/>
                </a:solidFill>
              </a14:hiddenFill>
            </a:ext>
          </a:extLst>
        </p:spPr>
      </p:pic>
      <p:sp>
        <p:nvSpPr>
          <p:cNvPr id="54" name="Rectangle 53">
            <a:extLst>
              <a:ext uri="{FF2B5EF4-FFF2-40B4-BE49-F238E27FC236}">
                <a16:creationId xmlns:a16="http://schemas.microsoft.com/office/drawing/2014/main" id="{DC8D5581-1AEB-4D11-ADFC-5F8B2533EF55}"/>
              </a:ext>
            </a:extLst>
          </p:cNvPr>
          <p:cNvSpPr/>
          <p:nvPr/>
        </p:nvSpPr>
        <p:spPr>
          <a:xfrm>
            <a:off x="79207" y="4503973"/>
            <a:ext cx="2616596" cy="26160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a:solidFill>
                  <a:schemeClr val="bg1"/>
                </a:solidFill>
              </a:rPr>
              <a:t>Using </a:t>
            </a:r>
            <a:r>
              <a:rPr lang="en-US" sz="1200" err="1">
                <a:solidFill>
                  <a:schemeClr val="bg1"/>
                </a:solidFill>
              </a:rPr>
              <a:t>Venns</a:t>
            </a:r>
            <a:endParaRPr lang="en-GB" sz="1200">
              <a:solidFill>
                <a:srgbClr val="FF0000"/>
              </a:solidFill>
            </a:endParaRPr>
          </a:p>
        </p:txBody>
      </p:sp>
      <p:sp>
        <p:nvSpPr>
          <p:cNvPr id="42" name="TextBox 41">
            <a:extLst>
              <a:ext uri="{FF2B5EF4-FFF2-40B4-BE49-F238E27FC236}">
                <a16:creationId xmlns:a16="http://schemas.microsoft.com/office/drawing/2014/main" id="{E227B2AF-C06B-17E6-32A8-08201C2A31CA}"/>
              </a:ext>
            </a:extLst>
          </p:cNvPr>
          <p:cNvSpPr txBox="1"/>
          <p:nvPr/>
        </p:nvSpPr>
        <p:spPr>
          <a:xfrm>
            <a:off x="2679299" y="3051249"/>
            <a:ext cx="1502142" cy="369332"/>
          </a:xfrm>
          <a:prstGeom prst="rect">
            <a:avLst/>
          </a:prstGeom>
          <a:solidFill>
            <a:schemeClr val="bg1"/>
          </a:solidFill>
          <a:ln>
            <a:solidFill>
              <a:schemeClr val="tx1"/>
            </a:solidFill>
          </a:ln>
        </p:spPr>
        <p:txBody>
          <a:bodyPr wrap="none" rtlCol="0">
            <a:spAutoFit/>
          </a:bodyPr>
          <a:lstStyle/>
          <a:p>
            <a:r>
              <a:rPr lang="en-US"/>
              <a:t>Venn Diagram</a:t>
            </a:r>
            <a:endParaRPr lang="en-GB"/>
          </a:p>
        </p:txBody>
      </p:sp>
      <p:sp>
        <p:nvSpPr>
          <p:cNvPr id="6" name="Rectangle 5">
            <a:extLst>
              <a:ext uri="{FF2B5EF4-FFF2-40B4-BE49-F238E27FC236}">
                <a16:creationId xmlns:a16="http://schemas.microsoft.com/office/drawing/2014/main" id="{4D78C8E3-9C47-CF68-ABB7-B337CBB7C7E7}"/>
              </a:ext>
            </a:extLst>
          </p:cNvPr>
          <p:cNvSpPr/>
          <p:nvPr/>
        </p:nvSpPr>
        <p:spPr>
          <a:xfrm>
            <a:off x="80085" y="1724547"/>
            <a:ext cx="6720078" cy="540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solidFill>
                <a:sysClr val="windowText" lastClr="000000"/>
              </a:solidFill>
            </a:endParaRPr>
          </a:p>
        </p:txBody>
      </p:sp>
      <p:sp>
        <p:nvSpPr>
          <p:cNvPr id="7" name="TextBox 6">
            <a:extLst>
              <a:ext uri="{FF2B5EF4-FFF2-40B4-BE49-F238E27FC236}">
                <a16:creationId xmlns:a16="http://schemas.microsoft.com/office/drawing/2014/main" id="{0BBD7C63-6DD4-B1BD-1F43-9CACFF11C36A}"/>
              </a:ext>
            </a:extLst>
          </p:cNvPr>
          <p:cNvSpPr txBox="1"/>
          <p:nvPr/>
        </p:nvSpPr>
        <p:spPr>
          <a:xfrm>
            <a:off x="36994" y="1687901"/>
            <a:ext cx="2778270" cy="276999"/>
          </a:xfrm>
          <a:prstGeom prst="rect">
            <a:avLst/>
          </a:prstGeom>
          <a:noFill/>
        </p:spPr>
        <p:txBody>
          <a:bodyPr wrap="square" rtlCol="0">
            <a:spAutoFit/>
          </a:bodyPr>
          <a:lstStyle/>
          <a:p>
            <a:pPr>
              <a:defRPr/>
            </a:pPr>
            <a:r>
              <a:rPr kumimoji="0" lang="en-GB" sz="1200" b="1" i="0" u="none" strike="noStrike" kern="1200" cap="none" spc="0" normalizeH="0" baseline="0" noProof="0">
                <a:ln>
                  <a:noFill/>
                </a:ln>
                <a:solidFill>
                  <a:sysClr val="windowText" lastClr="000000"/>
                </a:solidFill>
                <a:effectLst/>
                <a:uLnTx/>
                <a:uFillTx/>
                <a:latin typeface="Calibri" panose="020F0502020204030204"/>
                <a:ea typeface="+mn-ea"/>
                <a:cs typeface="+mn-cs"/>
              </a:rPr>
              <a:t>Introduction – Read and annotate: </a:t>
            </a:r>
          </a:p>
        </p:txBody>
      </p:sp>
      <p:sp>
        <p:nvSpPr>
          <p:cNvPr id="8" name="TextBox 7">
            <a:extLst>
              <a:ext uri="{FF2B5EF4-FFF2-40B4-BE49-F238E27FC236}">
                <a16:creationId xmlns:a16="http://schemas.microsoft.com/office/drawing/2014/main" id="{6C0124F0-BFC4-AF0C-B3B9-66E01F1FC798}"/>
              </a:ext>
            </a:extLst>
          </p:cNvPr>
          <p:cNvSpPr txBox="1"/>
          <p:nvPr/>
        </p:nvSpPr>
        <p:spPr>
          <a:xfrm>
            <a:off x="57837" y="1854006"/>
            <a:ext cx="6783309" cy="461665"/>
          </a:xfrm>
          <a:prstGeom prst="rect">
            <a:avLst/>
          </a:prstGeom>
          <a:noFill/>
        </p:spPr>
        <p:txBody>
          <a:bodyPr wrap="square">
            <a:spAutoFit/>
          </a:bodyPr>
          <a:lstStyle/>
          <a:p>
            <a:pPr marL="228600" indent="-228600">
              <a:buAutoNum type="arabicPeriod"/>
            </a:pPr>
            <a:r>
              <a:rPr lang="en-GB" sz="1200"/>
              <a:t>T</a:t>
            </a:r>
            <a:r>
              <a:rPr lang="en-US" sz="1200"/>
              <a:t>his subtopic combines your existing knowledge of HCF and LCM with prime factor decomposition. You</a:t>
            </a:r>
          </a:p>
          <a:p>
            <a:pPr marL="228600" indent="-228600">
              <a:buAutoNum type="arabicPeriod"/>
            </a:pPr>
            <a:r>
              <a:rPr lang="en-US" sz="1200"/>
              <a:t>will learn how to use Venn diagrams to calculate the HCF and LCM.</a:t>
            </a:r>
          </a:p>
        </p:txBody>
      </p:sp>
    </p:spTree>
    <p:extLst>
      <p:ext uri="{BB962C8B-B14F-4D97-AF65-F5344CB8AC3E}">
        <p14:creationId xmlns:p14="http://schemas.microsoft.com/office/powerpoint/2010/main" val="36566220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19DCC4B-ABEC-B1A5-ED17-6CFE270F526B}"/>
              </a:ext>
            </a:extLst>
          </p:cNvPr>
          <p:cNvSpPr>
            <a:spLocks noGrp="1"/>
          </p:cNvSpPr>
          <p:nvPr>
            <p:ph type="sldNum" sz="quarter" idx="12"/>
          </p:nvPr>
        </p:nvSpPr>
        <p:spPr>
          <a:xfrm>
            <a:off x="5261919" y="9429370"/>
            <a:ext cx="1543050" cy="527403"/>
          </a:xfrm>
        </p:spPr>
        <p:txBody>
          <a:bodyPr/>
          <a:lstStyle/>
          <a:p>
            <a:fld id="{19F1D9CC-7119-45EC-A96C-D8C0660F3AAB}" type="slidenum">
              <a:rPr lang="en-GB" smtClean="0"/>
              <a:t>25</a:t>
            </a:fld>
            <a:endParaRPr lang="en-GB"/>
          </a:p>
        </p:txBody>
      </p:sp>
      <p:graphicFrame>
        <p:nvGraphicFramePr>
          <p:cNvPr id="3" name="Table 2">
            <a:extLst>
              <a:ext uri="{FF2B5EF4-FFF2-40B4-BE49-F238E27FC236}">
                <a16:creationId xmlns:a16="http://schemas.microsoft.com/office/drawing/2014/main" id="{7822D171-AC3A-285B-EE05-AC40459CD0DF}"/>
              </a:ext>
            </a:extLst>
          </p:cNvPr>
          <p:cNvGraphicFramePr>
            <a:graphicFrameLocks noGrp="1"/>
          </p:cNvGraphicFramePr>
          <p:nvPr/>
        </p:nvGraphicFramePr>
        <p:xfrm>
          <a:off x="208466" y="335581"/>
          <a:ext cx="6453820" cy="2194560"/>
        </p:xfrm>
        <a:graphic>
          <a:graphicData uri="http://schemas.openxmlformats.org/drawingml/2006/table">
            <a:tbl>
              <a:tblPr firstRow="1" bandRow="1">
                <a:tableStyleId>{5C22544A-7EE6-4342-B048-85BDC9FD1C3A}</a:tableStyleId>
              </a:tblPr>
              <a:tblGrid>
                <a:gridCol w="1950534">
                  <a:extLst>
                    <a:ext uri="{9D8B030D-6E8A-4147-A177-3AD203B41FA5}">
                      <a16:colId xmlns:a16="http://schemas.microsoft.com/office/drawing/2014/main" val="1546927094"/>
                    </a:ext>
                  </a:extLst>
                </a:gridCol>
                <a:gridCol w="4503286">
                  <a:extLst>
                    <a:ext uri="{9D8B030D-6E8A-4147-A177-3AD203B41FA5}">
                      <a16:colId xmlns:a16="http://schemas.microsoft.com/office/drawing/2014/main" val="546496835"/>
                    </a:ext>
                  </a:extLst>
                </a:gridCol>
              </a:tblGrid>
              <a:tr h="234980">
                <a:tc>
                  <a:txBody>
                    <a:bodyPr/>
                    <a:lstStyle/>
                    <a:p>
                      <a:pPr algn="ctr"/>
                      <a:r>
                        <a:rPr lang="en-US" sz="1200">
                          <a:solidFill>
                            <a:schemeClr val="tx1"/>
                          </a:solidFill>
                        </a:rPr>
                        <a:t>Steps</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1" baseline="0">
                          <a:solidFill>
                            <a:schemeClr val="tx1"/>
                          </a:solidFill>
                        </a:rPr>
                        <a:t>28 and 60</a:t>
                      </a:r>
                      <a:endParaRPr lang="en-GB" sz="1200" b="1">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0415670"/>
                  </a:ext>
                </a:extLst>
              </a:tr>
              <a:tr h="518757">
                <a:tc>
                  <a:txBody>
                    <a:bodyPr/>
                    <a:lstStyle/>
                    <a:p>
                      <a:pPr algn="ctr"/>
                      <a:r>
                        <a:rPr lang="en-US" sz="1200">
                          <a:solidFill>
                            <a:schemeClr val="tx1"/>
                          </a:solidFill>
                        </a:rPr>
                        <a:t>Find the product of primes for both numbers using factor trees.</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algn="ct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85371684"/>
                  </a:ext>
                </a:extLst>
              </a:tr>
              <a:tr h="370541">
                <a:tc>
                  <a:txBody>
                    <a:bodyPr/>
                    <a:lstStyle/>
                    <a:p>
                      <a:pPr algn="ctr"/>
                      <a:r>
                        <a:rPr lang="en-US" sz="1200">
                          <a:solidFill>
                            <a:schemeClr val="tx1"/>
                          </a:solidFill>
                        </a:rPr>
                        <a:t>Write the product of primes for both numbers.</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78316088"/>
                  </a:ext>
                </a:extLst>
              </a:tr>
              <a:tr h="666973">
                <a:tc>
                  <a:txBody>
                    <a:bodyPr/>
                    <a:lstStyle/>
                    <a:p>
                      <a:pPr algn="ctr"/>
                      <a:r>
                        <a:rPr lang="en-US" sz="1200">
                          <a:solidFill>
                            <a:schemeClr val="tx1"/>
                          </a:solidFill>
                        </a:rPr>
                        <a:t>Place the common </a:t>
                      </a:r>
                      <a:r>
                        <a:rPr lang="en-US" sz="1200" baseline="0">
                          <a:solidFill>
                            <a:schemeClr val="tx1"/>
                          </a:solidFill>
                        </a:rPr>
                        <a:t>primes in the intersection and any others in the individual circle</a:t>
                      </a:r>
                      <a:r>
                        <a:rPr lang="en-US" sz="1200">
                          <a:solidFill>
                            <a:schemeClr val="tx1"/>
                          </a:solidFill>
                        </a:rPr>
                        <a:t>.</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4969166"/>
                  </a:ext>
                </a:extLst>
              </a:tr>
            </a:tbl>
          </a:graphicData>
        </a:graphic>
      </p:graphicFrame>
      <p:sp>
        <p:nvSpPr>
          <p:cNvPr id="4" name="TextBox 3">
            <a:extLst>
              <a:ext uri="{FF2B5EF4-FFF2-40B4-BE49-F238E27FC236}">
                <a16:creationId xmlns:a16="http://schemas.microsoft.com/office/drawing/2014/main" id="{AEEB7E4B-1140-1EEB-4DE6-DA161059CF15}"/>
              </a:ext>
            </a:extLst>
          </p:cNvPr>
          <p:cNvSpPr txBox="1"/>
          <p:nvPr/>
        </p:nvSpPr>
        <p:spPr>
          <a:xfrm>
            <a:off x="172934" y="73971"/>
            <a:ext cx="1396536" cy="261610"/>
          </a:xfrm>
          <a:prstGeom prst="rect">
            <a:avLst/>
          </a:prstGeom>
          <a:noFill/>
          <a:ln>
            <a:noFill/>
          </a:ln>
        </p:spPr>
        <p:txBody>
          <a:bodyPr wrap="none" rtlCol="0">
            <a:spAutoFit/>
          </a:bodyPr>
          <a:lstStyle/>
          <a:p>
            <a:r>
              <a:rPr lang="en-GB" sz="1100" b="1" i="1">
                <a:solidFill>
                  <a:srgbClr val="00B050"/>
                </a:solidFill>
              </a:rPr>
              <a:t>Example 3 - You do…</a:t>
            </a:r>
          </a:p>
        </p:txBody>
      </p:sp>
      <p:pic>
        <p:nvPicPr>
          <p:cNvPr id="5" name="Picture 2" descr="Venn Diagram: Definition, Types and What It's Used For ...">
            <a:extLst>
              <a:ext uri="{FF2B5EF4-FFF2-40B4-BE49-F238E27FC236}">
                <a16:creationId xmlns:a16="http://schemas.microsoft.com/office/drawing/2014/main" id="{E56F01AD-C8E4-6E6C-DD4D-AE5A80695341}"/>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4463" t="9159" r="4806" b="6659"/>
          <a:stretch/>
        </p:blipFill>
        <p:spPr bwMode="auto">
          <a:xfrm>
            <a:off x="4232824" y="1046720"/>
            <a:ext cx="2283927" cy="129025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46C92655-C3BD-FCED-53DA-9E4CD2FC06D3}"/>
              </a:ext>
            </a:extLst>
          </p:cNvPr>
          <p:cNvSpPr txBox="1"/>
          <p:nvPr/>
        </p:nvSpPr>
        <p:spPr>
          <a:xfrm>
            <a:off x="4232824" y="956472"/>
            <a:ext cx="2313454" cy="307777"/>
          </a:xfrm>
          <a:prstGeom prst="rect">
            <a:avLst/>
          </a:prstGeom>
          <a:noFill/>
        </p:spPr>
        <p:txBody>
          <a:bodyPr wrap="none" rtlCol="0">
            <a:spAutoFit/>
          </a:bodyPr>
          <a:lstStyle/>
          <a:p>
            <a:r>
              <a:rPr lang="en-US" sz="1400"/>
              <a:t>28                                            60</a:t>
            </a:r>
            <a:endParaRPr lang="en-GB" sz="1400"/>
          </a:p>
        </p:txBody>
      </p:sp>
      <p:sp>
        <p:nvSpPr>
          <p:cNvPr id="8" name="TextBox 7">
            <a:extLst>
              <a:ext uri="{FF2B5EF4-FFF2-40B4-BE49-F238E27FC236}">
                <a16:creationId xmlns:a16="http://schemas.microsoft.com/office/drawing/2014/main" id="{4E57E226-17E1-02F6-EFC0-544BBB5BF16C}"/>
              </a:ext>
            </a:extLst>
          </p:cNvPr>
          <p:cNvSpPr txBox="1"/>
          <p:nvPr/>
        </p:nvSpPr>
        <p:spPr>
          <a:xfrm>
            <a:off x="1848282" y="2632087"/>
            <a:ext cx="4929504" cy="646331"/>
          </a:xfrm>
          <a:prstGeom prst="rect">
            <a:avLst/>
          </a:prstGeom>
          <a:noFill/>
        </p:spPr>
        <p:txBody>
          <a:bodyPr wrap="square" rtlCol="0">
            <a:spAutoFit/>
          </a:bodyPr>
          <a:lstStyle/>
          <a:p>
            <a:r>
              <a:rPr lang="en-US" sz="1200" b="1"/>
              <a:t>1. </a:t>
            </a:r>
            <a:r>
              <a:rPr lang="pt-BR" sz="1200">
                <a:latin typeface="Calibri" panose="020F0502020204030204" pitchFamily="34" charset="0"/>
                <a:cs typeface="Calibri" panose="020F0502020204030204" pitchFamily="34" charset="0"/>
              </a:rPr>
              <a:t>Find the prime factor decomposition of the following numbers, and put these into the Venn Diagrams</a:t>
            </a:r>
          </a:p>
          <a:p>
            <a:endParaRPr lang="en-GB" sz="1200"/>
          </a:p>
        </p:txBody>
      </p:sp>
      <p:graphicFrame>
        <p:nvGraphicFramePr>
          <p:cNvPr id="10" name="Table 9">
            <a:extLst>
              <a:ext uri="{FF2B5EF4-FFF2-40B4-BE49-F238E27FC236}">
                <a16:creationId xmlns:a16="http://schemas.microsoft.com/office/drawing/2014/main" id="{C5CCE30E-1A15-2E88-B908-D8BAFC04E870}"/>
              </a:ext>
            </a:extLst>
          </p:cNvPr>
          <p:cNvGraphicFramePr>
            <a:graphicFrameLocks noGrp="1"/>
          </p:cNvGraphicFramePr>
          <p:nvPr/>
        </p:nvGraphicFramePr>
        <p:xfrm>
          <a:off x="208466" y="3202691"/>
          <a:ext cx="6453820" cy="6403028"/>
        </p:xfrm>
        <a:graphic>
          <a:graphicData uri="http://schemas.openxmlformats.org/drawingml/2006/table">
            <a:tbl>
              <a:tblPr firstRow="1" bandRow="1">
                <a:tableStyleId>{5940675A-B579-460E-94D1-54222C63F5DA}</a:tableStyleId>
              </a:tblPr>
              <a:tblGrid>
                <a:gridCol w="6453820">
                  <a:extLst>
                    <a:ext uri="{9D8B030D-6E8A-4147-A177-3AD203B41FA5}">
                      <a16:colId xmlns:a16="http://schemas.microsoft.com/office/drawing/2014/main" val="1286917398"/>
                    </a:ext>
                  </a:extLst>
                </a:gridCol>
              </a:tblGrid>
              <a:tr h="1600757">
                <a:tc>
                  <a:txBody>
                    <a:bodyPr/>
                    <a:lstStyle/>
                    <a:p>
                      <a:r>
                        <a:rPr lang="en-US" sz="1200"/>
                        <a:t>a) 40 and 50</a:t>
                      </a:r>
                      <a:endParaRPr lang="en-GB" sz="1200"/>
                    </a:p>
                  </a:txBody>
                  <a:tcPr/>
                </a:tc>
                <a:extLst>
                  <a:ext uri="{0D108BD9-81ED-4DB2-BD59-A6C34878D82A}">
                    <a16:rowId xmlns:a16="http://schemas.microsoft.com/office/drawing/2014/main" val="1987203306"/>
                  </a:ext>
                </a:extLst>
              </a:tr>
              <a:tr h="1600757">
                <a:tc>
                  <a:txBody>
                    <a:bodyPr/>
                    <a:lstStyle/>
                    <a:p>
                      <a:r>
                        <a:rPr lang="en-US" sz="1200"/>
                        <a:t>b) 36 and 45</a:t>
                      </a:r>
                      <a:endParaRPr lang="en-GB" sz="1200"/>
                    </a:p>
                  </a:txBody>
                  <a:tcPr/>
                </a:tc>
                <a:extLst>
                  <a:ext uri="{0D108BD9-81ED-4DB2-BD59-A6C34878D82A}">
                    <a16:rowId xmlns:a16="http://schemas.microsoft.com/office/drawing/2014/main" val="260989195"/>
                  </a:ext>
                </a:extLst>
              </a:tr>
              <a:tr h="1600757">
                <a:tc>
                  <a:txBody>
                    <a:bodyPr/>
                    <a:lstStyle/>
                    <a:p>
                      <a:r>
                        <a:rPr lang="en-US" sz="1200"/>
                        <a:t>c) 18 and 24</a:t>
                      </a:r>
                      <a:endParaRPr lang="en-GB" sz="1200"/>
                    </a:p>
                  </a:txBody>
                  <a:tcPr/>
                </a:tc>
                <a:extLst>
                  <a:ext uri="{0D108BD9-81ED-4DB2-BD59-A6C34878D82A}">
                    <a16:rowId xmlns:a16="http://schemas.microsoft.com/office/drawing/2014/main" val="2008085060"/>
                  </a:ext>
                </a:extLst>
              </a:tr>
              <a:tr h="1600757">
                <a:tc>
                  <a:txBody>
                    <a:bodyPr/>
                    <a:lstStyle/>
                    <a:p>
                      <a:r>
                        <a:rPr lang="en-US" sz="1200"/>
                        <a:t>d) 28 and 42</a:t>
                      </a:r>
                      <a:endParaRPr lang="en-GB" sz="1200"/>
                    </a:p>
                  </a:txBody>
                  <a:tcPr/>
                </a:tc>
                <a:extLst>
                  <a:ext uri="{0D108BD9-81ED-4DB2-BD59-A6C34878D82A}">
                    <a16:rowId xmlns:a16="http://schemas.microsoft.com/office/drawing/2014/main" val="1689116071"/>
                  </a:ext>
                </a:extLst>
              </a:tr>
            </a:tbl>
          </a:graphicData>
        </a:graphic>
      </p:graphicFrame>
      <p:pic>
        <p:nvPicPr>
          <p:cNvPr id="11" name="Picture 2" descr="Venn Diagram: Definition, Types and What It's Used For ...">
            <a:extLst>
              <a:ext uri="{FF2B5EF4-FFF2-40B4-BE49-F238E27FC236}">
                <a16:creationId xmlns:a16="http://schemas.microsoft.com/office/drawing/2014/main" id="{2DB694F8-DB48-A7F5-39FD-D8F47D2E1392}"/>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4463" t="9159" r="4806" b="6659"/>
          <a:stretch/>
        </p:blipFill>
        <p:spPr bwMode="auto">
          <a:xfrm>
            <a:off x="4119955" y="3377523"/>
            <a:ext cx="2283927" cy="129025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Venn Diagram: Definition, Types and What It's Used For ...">
            <a:extLst>
              <a:ext uri="{FF2B5EF4-FFF2-40B4-BE49-F238E27FC236}">
                <a16:creationId xmlns:a16="http://schemas.microsoft.com/office/drawing/2014/main" id="{A84D66A9-3C39-F3E3-102A-10956453D60F}"/>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4463" t="9159" r="4806" b="6659"/>
          <a:stretch/>
        </p:blipFill>
        <p:spPr bwMode="auto">
          <a:xfrm>
            <a:off x="4129730" y="4951705"/>
            <a:ext cx="2283927" cy="129025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Venn Diagram: Definition, Types and What It's Used For ...">
            <a:extLst>
              <a:ext uri="{FF2B5EF4-FFF2-40B4-BE49-F238E27FC236}">
                <a16:creationId xmlns:a16="http://schemas.microsoft.com/office/drawing/2014/main" id="{EEA03E9B-3692-CF86-CB44-D600C49F6720}"/>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4463" t="9159" r="4806" b="6659"/>
          <a:stretch/>
        </p:blipFill>
        <p:spPr bwMode="auto">
          <a:xfrm>
            <a:off x="4119955" y="6603707"/>
            <a:ext cx="2283927" cy="1290250"/>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Venn Diagram: Definition, Types and What It's Used For ...">
            <a:extLst>
              <a:ext uri="{FF2B5EF4-FFF2-40B4-BE49-F238E27FC236}">
                <a16:creationId xmlns:a16="http://schemas.microsoft.com/office/drawing/2014/main" id="{62311FB0-E082-08F4-ACBA-EF81F79A8009}"/>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4463" t="9159" r="4806" b="6659"/>
          <a:stretch/>
        </p:blipFill>
        <p:spPr bwMode="auto">
          <a:xfrm>
            <a:off x="4129730" y="8177889"/>
            <a:ext cx="2283927" cy="129025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2D3A0233-6863-71F2-294E-F35C6528EC7D}"/>
              </a:ext>
            </a:extLst>
          </p:cNvPr>
          <p:cNvSpPr txBox="1"/>
          <p:nvPr/>
        </p:nvSpPr>
        <p:spPr>
          <a:xfrm>
            <a:off x="172934" y="2679190"/>
            <a:ext cx="1518621" cy="276999"/>
          </a:xfrm>
          <a:prstGeom prst="rect">
            <a:avLst/>
          </a:prstGeom>
          <a:solidFill>
            <a:srgbClr val="0070C0"/>
          </a:solidFill>
          <a:ln w="19050">
            <a:noFill/>
          </a:ln>
        </p:spPr>
        <p:txBody>
          <a:bodyPr wrap="none" rtlCol="0">
            <a:spAutoFit/>
          </a:bodyPr>
          <a:lstStyle/>
          <a:p>
            <a:r>
              <a:rPr lang="en-US" sz="1200">
                <a:solidFill>
                  <a:schemeClr val="bg1"/>
                </a:solidFill>
              </a:rPr>
              <a:t>Independent Practice</a:t>
            </a:r>
            <a:endParaRPr lang="en-GB" sz="1200">
              <a:solidFill>
                <a:schemeClr val="bg1"/>
              </a:solidFill>
            </a:endParaRPr>
          </a:p>
        </p:txBody>
      </p:sp>
    </p:spTree>
    <p:extLst>
      <p:ext uri="{BB962C8B-B14F-4D97-AF65-F5344CB8AC3E}">
        <p14:creationId xmlns:p14="http://schemas.microsoft.com/office/powerpoint/2010/main" val="8065308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CE3E63A-3155-4BF8-882B-7F72A9798E00}"/>
              </a:ext>
            </a:extLst>
          </p:cNvPr>
          <p:cNvSpPr>
            <a:spLocks noGrp="1"/>
          </p:cNvSpPr>
          <p:nvPr>
            <p:ph type="sldNum" sz="quarter" idx="12"/>
          </p:nvPr>
        </p:nvSpPr>
        <p:spPr>
          <a:xfrm>
            <a:off x="5271479" y="9473227"/>
            <a:ext cx="1543050" cy="527403"/>
          </a:xfrm>
        </p:spPr>
        <p:txBody>
          <a:bodyPr/>
          <a:lstStyle/>
          <a:p>
            <a:fld id="{19F1D9CC-7119-45EC-A96C-D8C0660F3AAB}" type="slidenum">
              <a:rPr lang="en-GB" smtClean="0"/>
              <a:t>26</a:t>
            </a:fld>
            <a:endParaRPr lang="en-GB"/>
          </a:p>
        </p:txBody>
      </p:sp>
      <p:sp>
        <p:nvSpPr>
          <p:cNvPr id="4" name="TextBox 3">
            <a:extLst>
              <a:ext uri="{FF2B5EF4-FFF2-40B4-BE49-F238E27FC236}">
                <a16:creationId xmlns:a16="http://schemas.microsoft.com/office/drawing/2014/main" id="{ECA2CC8E-3598-4692-B354-28AF031AAB0A}"/>
              </a:ext>
            </a:extLst>
          </p:cNvPr>
          <p:cNvSpPr txBox="1"/>
          <p:nvPr/>
        </p:nvSpPr>
        <p:spPr>
          <a:xfrm>
            <a:off x="23269" y="43677"/>
            <a:ext cx="6766998" cy="1384995"/>
          </a:xfrm>
          <a:prstGeom prst="rect">
            <a:avLst/>
          </a:prstGeom>
          <a:noFill/>
        </p:spPr>
        <p:txBody>
          <a:bodyPr wrap="square" rtlCol="0">
            <a:spAutoFit/>
          </a:bodyPr>
          <a:lstStyle/>
          <a:p>
            <a:r>
              <a:rPr lang="en-GB" sz="1200"/>
              <a:t>As you already know, the HCF (highest common factor) is the largest factor of two numbers. </a:t>
            </a:r>
          </a:p>
          <a:p>
            <a:r>
              <a:rPr lang="en-GB" sz="1200"/>
              <a:t>Up until now, we have had to list all the factors of each number, and then looked through to find common factors. This works well for small numbers, but large numbers with lots of factors can make this process very difficult.</a:t>
            </a:r>
          </a:p>
          <a:p>
            <a:r>
              <a:rPr lang="en-GB" sz="1200"/>
              <a:t>We have used Venn diagrams to organise the prime factors. It is useful to do this to help us find the HCF and LCM of two or more numbers. </a:t>
            </a:r>
          </a:p>
          <a:p>
            <a:r>
              <a:rPr lang="en-GB" sz="1200"/>
              <a:t>The HCF can be found in the </a:t>
            </a:r>
            <a:r>
              <a:rPr lang="en-GB" sz="1200" b="1" u="sng"/>
              <a:t>intersection</a:t>
            </a:r>
            <a:r>
              <a:rPr lang="en-GB" sz="1200"/>
              <a:t> of the two numbers: </a:t>
            </a:r>
          </a:p>
        </p:txBody>
      </p:sp>
      <p:pic>
        <p:nvPicPr>
          <p:cNvPr id="6" name="Picture 5">
            <a:extLst>
              <a:ext uri="{FF2B5EF4-FFF2-40B4-BE49-F238E27FC236}">
                <a16:creationId xmlns:a16="http://schemas.microsoft.com/office/drawing/2014/main" id="{12EA9F4D-BD3E-41BA-B8C7-FCF85ED08D0F}"/>
              </a:ext>
            </a:extLst>
          </p:cNvPr>
          <p:cNvPicPr>
            <a:picLocks noChangeAspect="1"/>
          </p:cNvPicPr>
          <p:nvPr/>
        </p:nvPicPr>
        <p:blipFill>
          <a:blip r:embed="rId2"/>
          <a:stretch>
            <a:fillRect/>
          </a:stretch>
        </p:blipFill>
        <p:spPr>
          <a:xfrm>
            <a:off x="4367693" y="1136930"/>
            <a:ext cx="2260967" cy="1349659"/>
          </a:xfrm>
          <a:prstGeom prst="rect">
            <a:avLst/>
          </a:prstGeom>
        </p:spPr>
      </p:pic>
      <p:sp>
        <p:nvSpPr>
          <p:cNvPr id="7" name="TextBox 6">
            <a:extLst>
              <a:ext uri="{FF2B5EF4-FFF2-40B4-BE49-F238E27FC236}">
                <a16:creationId xmlns:a16="http://schemas.microsoft.com/office/drawing/2014/main" id="{04C9A52D-C7A0-466F-A1EF-0864349DF197}"/>
              </a:ext>
            </a:extLst>
          </p:cNvPr>
          <p:cNvSpPr txBox="1"/>
          <p:nvPr/>
        </p:nvSpPr>
        <p:spPr>
          <a:xfrm>
            <a:off x="74838" y="1662169"/>
            <a:ext cx="5423338" cy="276999"/>
          </a:xfrm>
          <a:prstGeom prst="rect">
            <a:avLst/>
          </a:prstGeom>
          <a:noFill/>
        </p:spPr>
        <p:txBody>
          <a:bodyPr wrap="square" rtlCol="0">
            <a:spAutoFit/>
          </a:bodyPr>
          <a:lstStyle/>
          <a:p>
            <a:r>
              <a:rPr lang="en-GB" sz="1200"/>
              <a:t>To find the HCF we multiply the numbers in the intersection. </a:t>
            </a:r>
          </a:p>
        </p:txBody>
      </p:sp>
      <p:graphicFrame>
        <p:nvGraphicFramePr>
          <p:cNvPr id="2" name="Table 1">
            <a:extLst>
              <a:ext uri="{FF2B5EF4-FFF2-40B4-BE49-F238E27FC236}">
                <a16:creationId xmlns:a16="http://schemas.microsoft.com/office/drawing/2014/main" id="{9694E502-56CC-1738-609D-9B62F00F1134}"/>
              </a:ext>
            </a:extLst>
          </p:cNvPr>
          <p:cNvGraphicFramePr>
            <a:graphicFrameLocks noGrp="1"/>
          </p:cNvGraphicFramePr>
          <p:nvPr/>
        </p:nvGraphicFramePr>
        <p:xfrm>
          <a:off x="62027" y="2620165"/>
          <a:ext cx="6689482" cy="3233467"/>
        </p:xfrm>
        <a:graphic>
          <a:graphicData uri="http://schemas.openxmlformats.org/drawingml/2006/table">
            <a:tbl>
              <a:tblPr firstRow="1" bandRow="1">
                <a:tableStyleId>{5C22544A-7EE6-4342-B048-85BDC9FD1C3A}</a:tableStyleId>
              </a:tblPr>
              <a:tblGrid>
                <a:gridCol w="1358971">
                  <a:extLst>
                    <a:ext uri="{9D8B030D-6E8A-4147-A177-3AD203B41FA5}">
                      <a16:colId xmlns:a16="http://schemas.microsoft.com/office/drawing/2014/main" val="1568142362"/>
                    </a:ext>
                  </a:extLst>
                </a:gridCol>
                <a:gridCol w="1776837">
                  <a:extLst>
                    <a:ext uri="{9D8B030D-6E8A-4147-A177-3AD203B41FA5}">
                      <a16:colId xmlns:a16="http://schemas.microsoft.com/office/drawing/2014/main" val="3551711160"/>
                    </a:ext>
                  </a:extLst>
                </a:gridCol>
                <a:gridCol w="1776837">
                  <a:extLst>
                    <a:ext uri="{9D8B030D-6E8A-4147-A177-3AD203B41FA5}">
                      <a16:colId xmlns:a16="http://schemas.microsoft.com/office/drawing/2014/main" val="1712497518"/>
                    </a:ext>
                  </a:extLst>
                </a:gridCol>
                <a:gridCol w="1776837">
                  <a:extLst>
                    <a:ext uri="{9D8B030D-6E8A-4147-A177-3AD203B41FA5}">
                      <a16:colId xmlns:a16="http://schemas.microsoft.com/office/drawing/2014/main" val="886122921"/>
                    </a:ext>
                  </a:extLst>
                </a:gridCol>
              </a:tblGrid>
              <a:tr h="0">
                <a:tc>
                  <a:txBody>
                    <a:bodyPr/>
                    <a:lstStyle/>
                    <a:p>
                      <a:endParaRPr lang="en-GB" sz="1200" b="1">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a:solidFill>
                            <a:srgbClr val="FF0000"/>
                          </a:solidFill>
                        </a:rPr>
                        <a:t>Example 4 – I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a:solidFill>
                            <a:schemeClr val="accent2"/>
                          </a:solidFill>
                        </a:rPr>
                        <a:t>Example 5 – We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a:solidFill>
                            <a:srgbClr val="00B050"/>
                          </a:solidFill>
                        </a:rPr>
                        <a:t>Example 6 – You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10528973"/>
                  </a:ext>
                </a:extLst>
              </a:tr>
              <a:tr h="691923">
                <a:tc>
                  <a:txBody>
                    <a:bodyPr/>
                    <a:lstStyle/>
                    <a:p>
                      <a:r>
                        <a:rPr lang="en-US" sz="1200" b="1">
                          <a:solidFill>
                            <a:schemeClr val="tx1"/>
                          </a:solidFill>
                        </a:rPr>
                        <a:t>Steps</a:t>
                      </a:r>
                      <a:endParaRPr lang="en-GB" sz="12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a:solidFill>
                            <a:schemeClr val="tx1"/>
                          </a:solidFill>
                        </a:rPr>
                        <a:t>Find the HCF of 60 and 72 using the given Venn diagram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solidFill>
                          <a:effectLst/>
                          <a:uLnTx/>
                          <a:uFillTx/>
                          <a:latin typeface="Calibri" panose="020F0502020204030204"/>
                          <a:ea typeface="+mn-ea"/>
                          <a:cs typeface="+mn-cs"/>
                        </a:rPr>
                        <a:t>Find the HCF of 70 and 84 using the given Venn diagram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solidFill>
                          <a:effectLst/>
                          <a:uLnTx/>
                          <a:uFillTx/>
                          <a:latin typeface="Calibri" panose="020F0502020204030204"/>
                          <a:ea typeface="+mn-ea"/>
                          <a:cs typeface="+mn-cs"/>
                        </a:rPr>
                        <a:t>Find the HCF of 32 and 48 using the given Venn diagram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2267224">
                <a:tc>
                  <a:txBody>
                    <a:bodyPr/>
                    <a:lstStyle/>
                    <a:p>
                      <a:pPr marL="0" indent="0" algn="l">
                        <a:buNone/>
                      </a:pPr>
                      <a:r>
                        <a:rPr lang="en-GB" sz="1200"/>
                        <a:t>1) Highlight the intersection of the Venn Diagram</a:t>
                      </a:r>
                    </a:p>
                    <a:p>
                      <a:pPr marL="0" indent="0" algn="l">
                        <a:buNone/>
                      </a:pPr>
                      <a:endParaRPr lang="en-GB" sz="1200"/>
                    </a:p>
                    <a:p>
                      <a:pPr marL="0" indent="0" algn="l">
                        <a:buNone/>
                      </a:pPr>
                      <a:r>
                        <a:rPr lang="en-GB" sz="1200"/>
                        <a:t>2) Multiply the numbers in the intersection to find the HCF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n-US" sz="1200" baseline="0">
                        <a:solidFill>
                          <a:schemeClr val="tx1"/>
                        </a:solidFill>
                      </a:endParaRPr>
                    </a:p>
                    <a:p>
                      <a:pPr algn="l"/>
                      <a:endParaRPr lang="en-US" sz="1200" baseline="0">
                        <a:solidFill>
                          <a:schemeClr val="tx1"/>
                        </a:solidFill>
                      </a:endParaRPr>
                    </a:p>
                    <a:p>
                      <a:pPr algn="l"/>
                      <a:endParaRPr lang="en-US" sz="1200" baseline="0">
                        <a:solidFill>
                          <a:schemeClr val="tx1"/>
                        </a:solidFill>
                      </a:endParaRPr>
                    </a:p>
                    <a:p>
                      <a:pPr algn="l"/>
                      <a:endParaRPr lang="en-US" sz="1200" baseline="0">
                        <a:solidFill>
                          <a:schemeClr val="tx1"/>
                        </a:solidFill>
                      </a:endParaRPr>
                    </a:p>
                    <a:p>
                      <a:pPr algn="l"/>
                      <a:endParaRPr lang="en-US" sz="1200" baseline="0">
                        <a:solidFill>
                          <a:schemeClr val="tx1"/>
                        </a:solidFill>
                      </a:endParaRPr>
                    </a:p>
                    <a:p>
                      <a:pPr algn="l"/>
                      <a:endParaRPr lang="en-US" sz="12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bl>
          </a:graphicData>
        </a:graphic>
      </p:graphicFrame>
      <p:pic>
        <p:nvPicPr>
          <p:cNvPr id="5" name="Picture 4">
            <a:extLst>
              <a:ext uri="{FF2B5EF4-FFF2-40B4-BE49-F238E27FC236}">
                <a16:creationId xmlns:a16="http://schemas.microsoft.com/office/drawing/2014/main" id="{6B813210-8028-43A5-AFE1-3AC25CB656C7}"/>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rcRect t="35665" b="34992"/>
          <a:stretch/>
        </p:blipFill>
        <p:spPr>
          <a:xfrm>
            <a:off x="3282167" y="3642652"/>
            <a:ext cx="1676634" cy="933651"/>
          </a:xfrm>
          <a:prstGeom prst="rect">
            <a:avLst/>
          </a:prstGeom>
        </p:spPr>
      </p:pic>
      <p:pic>
        <p:nvPicPr>
          <p:cNvPr id="8" name="Picture 7">
            <a:extLst>
              <a:ext uri="{FF2B5EF4-FFF2-40B4-BE49-F238E27FC236}">
                <a16:creationId xmlns:a16="http://schemas.microsoft.com/office/drawing/2014/main" id="{BD5C5FFD-BF43-2511-1919-0763B44077F7}"/>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rcRect t="71247"/>
          <a:stretch/>
        </p:blipFill>
        <p:spPr>
          <a:xfrm>
            <a:off x="5059635" y="3642652"/>
            <a:ext cx="1676634" cy="914854"/>
          </a:xfrm>
          <a:prstGeom prst="rect">
            <a:avLst/>
          </a:prstGeom>
        </p:spPr>
      </p:pic>
      <p:pic>
        <p:nvPicPr>
          <p:cNvPr id="9" name="Picture 8">
            <a:extLst>
              <a:ext uri="{FF2B5EF4-FFF2-40B4-BE49-F238E27FC236}">
                <a16:creationId xmlns:a16="http://schemas.microsoft.com/office/drawing/2014/main" id="{8FD8C8AC-4A43-4B9E-BA70-08A6DAA3CE2D}"/>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rcRect b="68407"/>
          <a:stretch/>
        </p:blipFill>
        <p:spPr>
          <a:xfrm>
            <a:off x="1489459" y="3642652"/>
            <a:ext cx="1676634" cy="1005228"/>
          </a:xfrm>
          <a:prstGeom prst="rect">
            <a:avLst/>
          </a:prstGeom>
        </p:spPr>
      </p:pic>
      <p:sp>
        <p:nvSpPr>
          <p:cNvPr id="10" name="TextBox 9">
            <a:extLst>
              <a:ext uri="{FF2B5EF4-FFF2-40B4-BE49-F238E27FC236}">
                <a16:creationId xmlns:a16="http://schemas.microsoft.com/office/drawing/2014/main" id="{62BE1889-184F-5FCC-69BD-1A8AD636571F}"/>
              </a:ext>
            </a:extLst>
          </p:cNvPr>
          <p:cNvSpPr txBox="1"/>
          <p:nvPr/>
        </p:nvSpPr>
        <p:spPr>
          <a:xfrm>
            <a:off x="1489459" y="3607316"/>
            <a:ext cx="5323893" cy="276999"/>
          </a:xfrm>
          <a:prstGeom prst="rect">
            <a:avLst/>
          </a:prstGeom>
          <a:noFill/>
        </p:spPr>
        <p:txBody>
          <a:bodyPr wrap="none" rtlCol="0">
            <a:spAutoFit/>
          </a:bodyPr>
          <a:lstStyle/>
          <a:p>
            <a:r>
              <a:rPr lang="en-US" sz="1200"/>
              <a:t>60                                 72        70                                    84      32                                    48</a:t>
            </a:r>
            <a:endParaRPr lang="en-GB" sz="1200"/>
          </a:p>
        </p:txBody>
      </p:sp>
      <p:sp>
        <p:nvSpPr>
          <p:cNvPr id="11" name="Rectangle 10">
            <a:extLst>
              <a:ext uri="{FF2B5EF4-FFF2-40B4-BE49-F238E27FC236}">
                <a16:creationId xmlns:a16="http://schemas.microsoft.com/office/drawing/2014/main" id="{D5600E3F-1C54-E681-91B9-462BA92BEFE2}"/>
              </a:ext>
            </a:extLst>
          </p:cNvPr>
          <p:cNvSpPr/>
          <p:nvPr/>
        </p:nvSpPr>
        <p:spPr>
          <a:xfrm>
            <a:off x="1818301" y="5914977"/>
            <a:ext cx="6387353" cy="276999"/>
          </a:xfrm>
          <a:prstGeom prst="rect">
            <a:avLst/>
          </a:prstGeom>
        </p:spPr>
        <p:txBody>
          <a:bodyPr wrap="square">
            <a:spAutoFit/>
          </a:bodyPr>
          <a:lstStyle/>
          <a:p>
            <a:r>
              <a:rPr lang="pt-BR" sz="1200" b="1">
                <a:latin typeface="Calibri" panose="020F0502020204030204" pitchFamily="34" charset="0"/>
                <a:cs typeface="Calibri" panose="020F0502020204030204" pitchFamily="34" charset="0"/>
              </a:rPr>
              <a:t>2. </a:t>
            </a:r>
            <a:r>
              <a:rPr lang="pt-BR" sz="1200">
                <a:latin typeface="Calibri" panose="020F0502020204030204" pitchFamily="34" charset="0"/>
                <a:cs typeface="Calibri" panose="020F0502020204030204" pitchFamily="34" charset="0"/>
              </a:rPr>
              <a:t>Calculate the Highest Common Factor of the following pairs of numbers.</a:t>
            </a:r>
          </a:p>
        </p:txBody>
      </p:sp>
      <p:sp>
        <p:nvSpPr>
          <p:cNvPr id="13" name="Rectangle 12">
            <a:extLst>
              <a:ext uri="{FF2B5EF4-FFF2-40B4-BE49-F238E27FC236}">
                <a16:creationId xmlns:a16="http://schemas.microsoft.com/office/drawing/2014/main" id="{44A543AC-2ECD-79D6-8009-9F0AE36CB038}"/>
              </a:ext>
            </a:extLst>
          </p:cNvPr>
          <p:cNvSpPr/>
          <p:nvPr/>
        </p:nvSpPr>
        <p:spPr>
          <a:xfrm>
            <a:off x="102453" y="6241107"/>
            <a:ext cx="1077686" cy="276999"/>
          </a:xfrm>
          <a:prstGeom prst="rect">
            <a:avLst/>
          </a:prstGeom>
        </p:spPr>
        <p:txBody>
          <a:bodyPr wrap="square">
            <a:spAutoFit/>
          </a:bodyPr>
          <a:lstStyle/>
          <a:p>
            <a:r>
              <a:rPr lang="pt-BR" sz="1200">
                <a:latin typeface="Calibri" panose="020F0502020204030204" pitchFamily="34" charset="0"/>
                <a:cs typeface="Calibri" panose="020F0502020204030204" pitchFamily="34" charset="0"/>
              </a:rPr>
              <a:t>a) 45 and 75</a:t>
            </a:r>
          </a:p>
        </p:txBody>
      </p:sp>
      <p:graphicFrame>
        <p:nvGraphicFramePr>
          <p:cNvPr id="14" name="Table 13">
            <a:extLst>
              <a:ext uri="{FF2B5EF4-FFF2-40B4-BE49-F238E27FC236}">
                <a16:creationId xmlns:a16="http://schemas.microsoft.com/office/drawing/2014/main" id="{F535388E-6B06-90A5-D875-4BD53B7DEB7B}"/>
              </a:ext>
            </a:extLst>
          </p:cNvPr>
          <p:cNvGraphicFramePr>
            <a:graphicFrameLocks noGrp="1"/>
          </p:cNvGraphicFramePr>
          <p:nvPr/>
        </p:nvGraphicFramePr>
        <p:xfrm>
          <a:off x="96103" y="6518106"/>
          <a:ext cx="3233058" cy="1366188"/>
        </p:xfrm>
        <a:graphic>
          <a:graphicData uri="http://schemas.openxmlformats.org/drawingml/2006/table">
            <a:tbl>
              <a:tblPr firstRow="1" bandRow="1">
                <a:tableStyleId>{5C22544A-7EE6-4342-B048-85BDC9FD1C3A}</a:tableStyleId>
              </a:tblPr>
              <a:tblGrid>
                <a:gridCol w="3233058">
                  <a:extLst>
                    <a:ext uri="{9D8B030D-6E8A-4147-A177-3AD203B41FA5}">
                      <a16:colId xmlns:a16="http://schemas.microsoft.com/office/drawing/2014/main" val="2641477524"/>
                    </a:ext>
                  </a:extLst>
                </a:gridCol>
              </a:tblGrid>
              <a:tr h="1366188">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8051279"/>
                  </a:ext>
                </a:extLst>
              </a:tr>
            </a:tbl>
          </a:graphicData>
        </a:graphic>
      </p:graphicFrame>
      <p:graphicFrame>
        <p:nvGraphicFramePr>
          <p:cNvPr id="15" name="Table 14">
            <a:extLst>
              <a:ext uri="{FF2B5EF4-FFF2-40B4-BE49-F238E27FC236}">
                <a16:creationId xmlns:a16="http://schemas.microsoft.com/office/drawing/2014/main" id="{BEF03208-D126-4476-DAF2-EFBA340ACB68}"/>
              </a:ext>
            </a:extLst>
          </p:cNvPr>
          <p:cNvGraphicFramePr>
            <a:graphicFrameLocks noGrp="1"/>
          </p:cNvGraphicFramePr>
          <p:nvPr/>
        </p:nvGraphicFramePr>
        <p:xfrm>
          <a:off x="3538734" y="6518106"/>
          <a:ext cx="3233058" cy="1366188"/>
        </p:xfrm>
        <a:graphic>
          <a:graphicData uri="http://schemas.openxmlformats.org/drawingml/2006/table">
            <a:tbl>
              <a:tblPr firstRow="1" bandRow="1">
                <a:tableStyleId>{5C22544A-7EE6-4342-B048-85BDC9FD1C3A}</a:tableStyleId>
              </a:tblPr>
              <a:tblGrid>
                <a:gridCol w="3233058">
                  <a:extLst>
                    <a:ext uri="{9D8B030D-6E8A-4147-A177-3AD203B41FA5}">
                      <a16:colId xmlns:a16="http://schemas.microsoft.com/office/drawing/2014/main" val="2641477524"/>
                    </a:ext>
                  </a:extLst>
                </a:gridCol>
              </a:tblGrid>
              <a:tr h="1366188">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8051279"/>
                  </a:ext>
                </a:extLst>
              </a:tr>
            </a:tbl>
          </a:graphicData>
        </a:graphic>
      </p:graphicFrame>
      <p:sp>
        <p:nvSpPr>
          <p:cNvPr id="16" name="Rectangle 15">
            <a:extLst>
              <a:ext uri="{FF2B5EF4-FFF2-40B4-BE49-F238E27FC236}">
                <a16:creationId xmlns:a16="http://schemas.microsoft.com/office/drawing/2014/main" id="{AA7F830B-5196-0F4C-F310-BC811281800E}"/>
              </a:ext>
            </a:extLst>
          </p:cNvPr>
          <p:cNvSpPr/>
          <p:nvPr/>
        </p:nvSpPr>
        <p:spPr>
          <a:xfrm>
            <a:off x="3545084" y="6250820"/>
            <a:ext cx="1077686" cy="276999"/>
          </a:xfrm>
          <a:prstGeom prst="rect">
            <a:avLst/>
          </a:prstGeom>
        </p:spPr>
        <p:txBody>
          <a:bodyPr wrap="square">
            <a:spAutoFit/>
          </a:bodyPr>
          <a:lstStyle/>
          <a:p>
            <a:r>
              <a:rPr lang="pt-BR" sz="1200">
                <a:latin typeface="Calibri" panose="020F0502020204030204" pitchFamily="34" charset="0"/>
                <a:cs typeface="Calibri" panose="020F0502020204030204" pitchFamily="34" charset="0"/>
              </a:rPr>
              <a:t>b) 28 and 35</a:t>
            </a:r>
          </a:p>
        </p:txBody>
      </p:sp>
      <p:pic>
        <p:nvPicPr>
          <p:cNvPr id="17" name="Picture 2" descr="Venn Diagram: Definition, Types and What It's Used For ...">
            <a:extLst>
              <a:ext uri="{FF2B5EF4-FFF2-40B4-BE49-F238E27FC236}">
                <a16:creationId xmlns:a16="http://schemas.microsoft.com/office/drawing/2014/main" id="{9B833FB9-4C03-C62D-E172-5CA6CB2A5A53}"/>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4463" t="9159" r="4806" b="6659"/>
          <a:stretch/>
        </p:blipFill>
        <p:spPr bwMode="auto">
          <a:xfrm>
            <a:off x="288183" y="6647588"/>
            <a:ext cx="1745154" cy="1020281"/>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Venn Diagram: Definition, Types and What It's Used For ...">
            <a:extLst>
              <a:ext uri="{FF2B5EF4-FFF2-40B4-BE49-F238E27FC236}">
                <a16:creationId xmlns:a16="http://schemas.microsoft.com/office/drawing/2014/main" id="{9E6C1893-83AA-91A4-78F1-80F8E57E7C5F}"/>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4463" t="9159" r="4806" b="6659"/>
          <a:stretch/>
        </p:blipFill>
        <p:spPr bwMode="auto">
          <a:xfrm>
            <a:off x="3703146" y="6620503"/>
            <a:ext cx="1745154" cy="1020281"/>
          </a:xfrm>
          <a:prstGeom prst="rect">
            <a:avLst/>
          </a:prstGeom>
          <a:noFill/>
          <a:extLst>
            <a:ext uri="{909E8E84-426E-40DD-AFC4-6F175D3DCCD1}">
              <a14:hiddenFill xmlns:a14="http://schemas.microsoft.com/office/drawing/2010/main">
                <a:solidFill>
                  <a:srgbClr val="FFFFFF"/>
                </a:solidFill>
              </a14:hiddenFill>
            </a:ext>
          </a:extLst>
        </p:spPr>
      </p:pic>
      <p:sp>
        <p:nvSpPr>
          <p:cNvPr id="19" name="Rectangle 18">
            <a:extLst>
              <a:ext uri="{FF2B5EF4-FFF2-40B4-BE49-F238E27FC236}">
                <a16:creationId xmlns:a16="http://schemas.microsoft.com/office/drawing/2014/main" id="{78237399-1502-D977-C159-A8013170F857}"/>
              </a:ext>
            </a:extLst>
          </p:cNvPr>
          <p:cNvSpPr/>
          <p:nvPr/>
        </p:nvSpPr>
        <p:spPr>
          <a:xfrm>
            <a:off x="85519" y="7942270"/>
            <a:ext cx="1077686" cy="276999"/>
          </a:xfrm>
          <a:prstGeom prst="rect">
            <a:avLst/>
          </a:prstGeom>
        </p:spPr>
        <p:txBody>
          <a:bodyPr wrap="square">
            <a:spAutoFit/>
          </a:bodyPr>
          <a:lstStyle/>
          <a:p>
            <a:r>
              <a:rPr lang="pt-BR" sz="1200">
                <a:latin typeface="Calibri" panose="020F0502020204030204" pitchFamily="34" charset="0"/>
                <a:cs typeface="Calibri" panose="020F0502020204030204" pitchFamily="34" charset="0"/>
              </a:rPr>
              <a:t>c) 12 and 72</a:t>
            </a:r>
          </a:p>
        </p:txBody>
      </p:sp>
      <p:graphicFrame>
        <p:nvGraphicFramePr>
          <p:cNvPr id="20" name="Table 19">
            <a:extLst>
              <a:ext uri="{FF2B5EF4-FFF2-40B4-BE49-F238E27FC236}">
                <a16:creationId xmlns:a16="http://schemas.microsoft.com/office/drawing/2014/main" id="{69EACB2D-2835-178E-1AD9-432E8268D310}"/>
              </a:ext>
            </a:extLst>
          </p:cNvPr>
          <p:cNvGraphicFramePr>
            <a:graphicFrameLocks noGrp="1"/>
          </p:cNvGraphicFramePr>
          <p:nvPr/>
        </p:nvGraphicFramePr>
        <p:xfrm>
          <a:off x="85519" y="8219269"/>
          <a:ext cx="3233058" cy="1366188"/>
        </p:xfrm>
        <a:graphic>
          <a:graphicData uri="http://schemas.openxmlformats.org/drawingml/2006/table">
            <a:tbl>
              <a:tblPr firstRow="1" bandRow="1">
                <a:tableStyleId>{5C22544A-7EE6-4342-B048-85BDC9FD1C3A}</a:tableStyleId>
              </a:tblPr>
              <a:tblGrid>
                <a:gridCol w="3233058">
                  <a:extLst>
                    <a:ext uri="{9D8B030D-6E8A-4147-A177-3AD203B41FA5}">
                      <a16:colId xmlns:a16="http://schemas.microsoft.com/office/drawing/2014/main" val="2641477524"/>
                    </a:ext>
                  </a:extLst>
                </a:gridCol>
              </a:tblGrid>
              <a:tr h="1366188">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8051279"/>
                  </a:ext>
                </a:extLst>
              </a:tr>
            </a:tbl>
          </a:graphicData>
        </a:graphic>
      </p:graphicFrame>
      <p:graphicFrame>
        <p:nvGraphicFramePr>
          <p:cNvPr id="21" name="Table 20">
            <a:extLst>
              <a:ext uri="{FF2B5EF4-FFF2-40B4-BE49-F238E27FC236}">
                <a16:creationId xmlns:a16="http://schemas.microsoft.com/office/drawing/2014/main" id="{B5DA284B-5E23-9D65-EBE5-D2D10CA29BE7}"/>
              </a:ext>
            </a:extLst>
          </p:cNvPr>
          <p:cNvGraphicFramePr>
            <a:graphicFrameLocks noGrp="1"/>
          </p:cNvGraphicFramePr>
          <p:nvPr/>
        </p:nvGraphicFramePr>
        <p:xfrm>
          <a:off x="3528150" y="8219269"/>
          <a:ext cx="3233058" cy="1366188"/>
        </p:xfrm>
        <a:graphic>
          <a:graphicData uri="http://schemas.openxmlformats.org/drawingml/2006/table">
            <a:tbl>
              <a:tblPr firstRow="1" bandRow="1">
                <a:tableStyleId>{5C22544A-7EE6-4342-B048-85BDC9FD1C3A}</a:tableStyleId>
              </a:tblPr>
              <a:tblGrid>
                <a:gridCol w="3233058">
                  <a:extLst>
                    <a:ext uri="{9D8B030D-6E8A-4147-A177-3AD203B41FA5}">
                      <a16:colId xmlns:a16="http://schemas.microsoft.com/office/drawing/2014/main" val="2641477524"/>
                    </a:ext>
                  </a:extLst>
                </a:gridCol>
              </a:tblGrid>
              <a:tr h="1366188">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8051279"/>
                  </a:ext>
                </a:extLst>
              </a:tr>
            </a:tbl>
          </a:graphicData>
        </a:graphic>
      </p:graphicFrame>
      <p:sp>
        <p:nvSpPr>
          <p:cNvPr id="22" name="Rectangle 21">
            <a:extLst>
              <a:ext uri="{FF2B5EF4-FFF2-40B4-BE49-F238E27FC236}">
                <a16:creationId xmlns:a16="http://schemas.microsoft.com/office/drawing/2014/main" id="{AD35DA6D-311C-D864-1B8C-A03B451F82A5}"/>
              </a:ext>
            </a:extLst>
          </p:cNvPr>
          <p:cNvSpPr/>
          <p:nvPr/>
        </p:nvSpPr>
        <p:spPr>
          <a:xfrm>
            <a:off x="3528150" y="7951983"/>
            <a:ext cx="1077686" cy="276999"/>
          </a:xfrm>
          <a:prstGeom prst="rect">
            <a:avLst/>
          </a:prstGeom>
        </p:spPr>
        <p:txBody>
          <a:bodyPr wrap="square">
            <a:spAutoFit/>
          </a:bodyPr>
          <a:lstStyle/>
          <a:p>
            <a:r>
              <a:rPr lang="pt-BR" sz="1200">
                <a:latin typeface="Calibri" panose="020F0502020204030204" pitchFamily="34" charset="0"/>
                <a:cs typeface="Calibri" panose="020F0502020204030204" pitchFamily="34" charset="0"/>
              </a:rPr>
              <a:t>d) 36 and 52</a:t>
            </a:r>
          </a:p>
        </p:txBody>
      </p:sp>
      <p:sp>
        <p:nvSpPr>
          <p:cNvPr id="25" name="TextBox 24">
            <a:extLst>
              <a:ext uri="{FF2B5EF4-FFF2-40B4-BE49-F238E27FC236}">
                <a16:creationId xmlns:a16="http://schemas.microsoft.com/office/drawing/2014/main" id="{9869AB5E-62A9-B937-6D97-3AD04022A618}"/>
              </a:ext>
            </a:extLst>
          </p:cNvPr>
          <p:cNvSpPr txBox="1"/>
          <p:nvPr/>
        </p:nvSpPr>
        <p:spPr>
          <a:xfrm>
            <a:off x="584982" y="6853081"/>
            <a:ext cx="263214" cy="276999"/>
          </a:xfrm>
          <a:prstGeom prst="rect">
            <a:avLst/>
          </a:prstGeom>
          <a:noFill/>
        </p:spPr>
        <p:txBody>
          <a:bodyPr wrap="none" rtlCol="0">
            <a:spAutoFit/>
          </a:bodyPr>
          <a:lstStyle/>
          <a:p>
            <a:r>
              <a:rPr lang="en-US" sz="1200"/>
              <a:t>3</a:t>
            </a:r>
            <a:endParaRPr lang="en-GB" sz="1200"/>
          </a:p>
        </p:txBody>
      </p:sp>
      <p:sp>
        <p:nvSpPr>
          <p:cNvPr id="26" name="TextBox 25">
            <a:extLst>
              <a:ext uri="{FF2B5EF4-FFF2-40B4-BE49-F238E27FC236}">
                <a16:creationId xmlns:a16="http://schemas.microsoft.com/office/drawing/2014/main" id="{CE766F3D-9CCF-CFE5-0131-CF464C9A2020}"/>
              </a:ext>
            </a:extLst>
          </p:cNvPr>
          <p:cNvSpPr txBox="1"/>
          <p:nvPr/>
        </p:nvSpPr>
        <p:spPr>
          <a:xfrm>
            <a:off x="1029153" y="6924201"/>
            <a:ext cx="263214" cy="276999"/>
          </a:xfrm>
          <a:prstGeom prst="rect">
            <a:avLst/>
          </a:prstGeom>
          <a:noFill/>
        </p:spPr>
        <p:txBody>
          <a:bodyPr wrap="none" rtlCol="0">
            <a:spAutoFit/>
          </a:bodyPr>
          <a:lstStyle/>
          <a:p>
            <a:r>
              <a:rPr lang="en-US" sz="1200"/>
              <a:t>3</a:t>
            </a:r>
            <a:endParaRPr lang="en-GB" sz="1200"/>
          </a:p>
        </p:txBody>
      </p:sp>
      <p:sp>
        <p:nvSpPr>
          <p:cNvPr id="27" name="TextBox 26">
            <a:extLst>
              <a:ext uri="{FF2B5EF4-FFF2-40B4-BE49-F238E27FC236}">
                <a16:creationId xmlns:a16="http://schemas.microsoft.com/office/drawing/2014/main" id="{1C989037-3B8E-8E53-9C45-A0FE31D60579}"/>
              </a:ext>
            </a:extLst>
          </p:cNvPr>
          <p:cNvSpPr txBox="1"/>
          <p:nvPr/>
        </p:nvSpPr>
        <p:spPr>
          <a:xfrm>
            <a:off x="1030541" y="7133499"/>
            <a:ext cx="263214" cy="276999"/>
          </a:xfrm>
          <a:prstGeom prst="rect">
            <a:avLst/>
          </a:prstGeom>
          <a:noFill/>
        </p:spPr>
        <p:txBody>
          <a:bodyPr wrap="none" rtlCol="0">
            <a:spAutoFit/>
          </a:bodyPr>
          <a:lstStyle/>
          <a:p>
            <a:r>
              <a:rPr lang="en-US" sz="1200"/>
              <a:t>5</a:t>
            </a:r>
            <a:endParaRPr lang="en-GB" sz="1200"/>
          </a:p>
        </p:txBody>
      </p:sp>
      <p:sp>
        <p:nvSpPr>
          <p:cNvPr id="28" name="TextBox 27">
            <a:extLst>
              <a:ext uri="{FF2B5EF4-FFF2-40B4-BE49-F238E27FC236}">
                <a16:creationId xmlns:a16="http://schemas.microsoft.com/office/drawing/2014/main" id="{98207C7C-F02C-0636-C0FC-3FDD6E11DF18}"/>
              </a:ext>
            </a:extLst>
          </p:cNvPr>
          <p:cNvSpPr txBox="1"/>
          <p:nvPr/>
        </p:nvSpPr>
        <p:spPr>
          <a:xfrm>
            <a:off x="1457559" y="6871448"/>
            <a:ext cx="263214" cy="276999"/>
          </a:xfrm>
          <a:prstGeom prst="rect">
            <a:avLst/>
          </a:prstGeom>
          <a:noFill/>
        </p:spPr>
        <p:txBody>
          <a:bodyPr wrap="none" rtlCol="0">
            <a:spAutoFit/>
          </a:bodyPr>
          <a:lstStyle/>
          <a:p>
            <a:r>
              <a:rPr lang="en-US" sz="1200"/>
              <a:t>5</a:t>
            </a:r>
            <a:endParaRPr lang="en-GB" sz="1200"/>
          </a:p>
        </p:txBody>
      </p:sp>
      <p:sp>
        <p:nvSpPr>
          <p:cNvPr id="29" name="TextBox 28">
            <a:extLst>
              <a:ext uri="{FF2B5EF4-FFF2-40B4-BE49-F238E27FC236}">
                <a16:creationId xmlns:a16="http://schemas.microsoft.com/office/drawing/2014/main" id="{1CD8906A-6029-805E-48CA-9D7F96A6065B}"/>
              </a:ext>
            </a:extLst>
          </p:cNvPr>
          <p:cNvSpPr txBox="1"/>
          <p:nvPr/>
        </p:nvSpPr>
        <p:spPr>
          <a:xfrm>
            <a:off x="291520" y="6560007"/>
            <a:ext cx="1838965" cy="276999"/>
          </a:xfrm>
          <a:prstGeom prst="rect">
            <a:avLst/>
          </a:prstGeom>
          <a:noFill/>
        </p:spPr>
        <p:txBody>
          <a:bodyPr wrap="none" rtlCol="0">
            <a:spAutoFit/>
          </a:bodyPr>
          <a:lstStyle/>
          <a:p>
            <a:r>
              <a:rPr lang="en-US" sz="1200"/>
              <a:t>45                                     75</a:t>
            </a:r>
            <a:endParaRPr lang="en-GB" sz="1200"/>
          </a:p>
        </p:txBody>
      </p:sp>
      <p:sp>
        <p:nvSpPr>
          <p:cNvPr id="30" name="TextBox 29">
            <a:extLst>
              <a:ext uri="{FF2B5EF4-FFF2-40B4-BE49-F238E27FC236}">
                <a16:creationId xmlns:a16="http://schemas.microsoft.com/office/drawing/2014/main" id="{01D3C95A-0E49-F6CB-E838-FC433DBBBA5B}"/>
              </a:ext>
            </a:extLst>
          </p:cNvPr>
          <p:cNvSpPr txBox="1"/>
          <p:nvPr/>
        </p:nvSpPr>
        <p:spPr>
          <a:xfrm>
            <a:off x="3959845" y="6801380"/>
            <a:ext cx="263214" cy="276999"/>
          </a:xfrm>
          <a:prstGeom prst="rect">
            <a:avLst/>
          </a:prstGeom>
          <a:noFill/>
        </p:spPr>
        <p:txBody>
          <a:bodyPr wrap="none" rtlCol="0">
            <a:spAutoFit/>
          </a:bodyPr>
          <a:lstStyle/>
          <a:p>
            <a:r>
              <a:rPr lang="en-US" sz="1200"/>
              <a:t>2</a:t>
            </a:r>
            <a:endParaRPr lang="en-GB" sz="1200"/>
          </a:p>
        </p:txBody>
      </p:sp>
      <p:sp>
        <p:nvSpPr>
          <p:cNvPr id="31" name="TextBox 30">
            <a:extLst>
              <a:ext uri="{FF2B5EF4-FFF2-40B4-BE49-F238E27FC236}">
                <a16:creationId xmlns:a16="http://schemas.microsoft.com/office/drawing/2014/main" id="{B0B8B49D-2214-C8D6-92D7-1939DC8D9ECC}"/>
              </a:ext>
            </a:extLst>
          </p:cNvPr>
          <p:cNvSpPr txBox="1"/>
          <p:nvPr/>
        </p:nvSpPr>
        <p:spPr>
          <a:xfrm>
            <a:off x="3976748" y="7138748"/>
            <a:ext cx="263214" cy="276999"/>
          </a:xfrm>
          <a:prstGeom prst="rect">
            <a:avLst/>
          </a:prstGeom>
          <a:noFill/>
        </p:spPr>
        <p:txBody>
          <a:bodyPr wrap="none" rtlCol="0">
            <a:spAutoFit/>
          </a:bodyPr>
          <a:lstStyle/>
          <a:p>
            <a:r>
              <a:rPr lang="en-US" sz="1200"/>
              <a:t>2</a:t>
            </a:r>
            <a:endParaRPr lang="en-GB" sz="1200"/>
          </a:p>
        </p:txBody>
      </p:sp>
      <p:sp>
        <p:nvSpPr>
          <p:cNvPr id="32" name="TextBox 31">
            <a:extLst>
              <a:ext uri="{FF2B5EF4-FFF2-40B4-BE49-F238E27FC236}">
                <a16:creationId xmlns:a16="http://schemas.microsoft.com/office/drawing/2014/main" id="{CC90D8CF-2164-D9B7-2D01-CFABCCA76517}"/>
              </a:ext>
            </a:extLst>
          </p:cNvPr>
          <p:cNvSpPr txBox="1"/>
          <p:nvPr/>
        </p:nvSpPr>
        <p:spPr>
          <a:xfrm>
            <a:off x="4440858" y="6933480"/>
            <a:ext cx="263214" cy="276999"/>
          </a:xfrm>
          <a:prstGeom prst="rect">
            <a:avLst/>
          </a:prstGeom>
          <a:noFill/>
        </p:spPr>
        <p:txBody>
          <a:bodyPr wrap="none" rtlCol="0">
            <a:spAutoFit/>
          </a:bodyPr>
          <a:lstStyle/>
          <a:p>
            <a:r>
              <a:rPr lang="en-US" sz="1200"/>
              <a:t>7</a:t>
            </a:r>
            <a:endParaRPr lang="en-GB" sz="1200"/>
          </a:p>
        </p:txBody>
      </p:sp>
      <p:sp>
        <p:nvSpPr>
          <p:cNvPr id="33" name="TextBox 32">
            <a:extLst>
              <a:ext uri="{FF2B5EF4-FFF2-40B4-BE49-F238E27FC236}">
                <a16:creationId xmlns:a16="http://schemas.microsoft.com/office/drawing/2014/main" id="{E7538D86-E44B-BB51-3562-EC31F6D7AA90}"/>
              </a:ext>
            </a:extLst>
          </p:cNvPr>
          <p:cNvSpPr txBox="1"/>
          <p:nvPr/>
        </p:nvSpPr>
        <p:spPr>
          <a:xfrm>
            <a:off x="4832422" y="6819747"/>
            <a:ext cx="263214" cy="276999"/>
          </a:xfrm>
          <a:prstGeom prst="rect">
            <a:avLst/>
          </a:prstGeom>
          <a:noFill/>
        </p:spPr>
        <p:txBody>
          <a:bodyPr wrap="none" rtlCol="0">
            <a:spAutoFit/>
          </a:bodyPr>
          <a:lstStyle/>
          <a:p>
            <a:r>
              <a:rPr lang="en-US" sz="1200"/>
              <a:t>5</a:t>
            </a:r>
            <a:endParaRPr lang="en-GB" sz="1200"/>
          </a:p>
        </p:txBody>
      </p:sp>
      <p:sp>
        <p:nvSpPr>
          <p:cNvPr id="34" name="TextBox 33">
            <a:extLst>
              <a:ext uri="{FF2B5EF4-FFF2-40B4-BE49-F238E27FC236}">
                <a16:creationId xmlns:a16="http://schemas.microsoft.com/office/drawing/2014/main" id="{267C7194-E087-96D6-801D-C492D5826ECB}"/>
              </a:ext>
            </a:extLst>
          </p:cNvPr>
          <p:cNvSpPr txBox="1"/>
          <p:nvPr/>
        </p:nvSpPr>
        <p:spPr>
          <a:xfrm>
            <a:off x="3666383" y="6508306"/>
            <a:ext cx="1803699" cy="276999"/>
          </a:xfrm>
          <a:prstGeom prst="rect">
            <a:avLst/>
          </a:prstGeom>
          <a:noFill/>
        </p:spPr>
        <p:txBody>
          <a:bodyPr wrap="none" rtlCol="0">
            <a:spAutoFit/>
          </a:bodyPr>
          <a:lstStyle/>
          <a:p>
            <a:r>
              <a:rPr lang="en-US" sz="1200"/>
              <a:t>28                                     35</a:t>
            </a:r>
            <a:endParaRPr lang="en-GB" sz="1200"/>
          </a:p>
        </p:txBody>
      </p:sp>
      <p:pic>
        <p:nvPicPr>
          <p:cNvPr id="35" name="Picture 2" descr="Venn Diagram: Definition, Types and What It's Used For ...">
            <a:extLst>
              <a:ext uri="{FF2B5EF4-FFF2-40B4-BE49-F238E27FC236}">
                <a16:creationId xmlns:a16="http://schemas.microsoft.com/office/drawing/2014/main" id="{9253513F-FB28-5363-7BDB-AA35B03F2E7D}"/>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4463" t="9159" r="4806" b="6659"/>
          <a:stretch/>
        </p:blipFill>
        <p:spPr bwMode="auto">
          <a:xfrm>
            <a:off x="156576" y="8398313"/>
            <a:ext cx="1745154" cy="1020281"/>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2" descr="Venn Diagram: Definition, Types and What It's Used For ...">
            <a:extLst>
              <a:ext uri="{FF2B5EF4-FFF2-40B4-BE49-F238E27FC236}">
                <a16:creationId xmlns:a16="http://schemas.microsoft.com/office/drawing/2014/main" id="{D71DEB47-BB02-C985-1BE0-2640A641F071}"/>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4463" t="9159" r="4806" b="6659"/>
          <a:stretch/>
        </p:blipFill>
        <p:spPr bwMode="auto">
          <a:xfrm>
            <a:off x="3571539" y="8371228"/>
            <a:ext cx="1745154" cy="1020281"/>
          </a:xfrm>
          <a:prstGeom prst="rect">
            <a:avLst/>
          </a:prstGeom>
          <a:noFill/>
          <a:extLst>
            <a:ext uri="{909E8E84-426E-40DD-AFC4-6F175D3DCCD1}">
              <a14:hiddenFill xmlns:a14="http://schemas.microsoft.com/office/drawing/2010/main">
                <a:solidFill>
                  <a:srgbClr val="FFFFFF"/>
                </a:solidFill>
              </a14:hiddenFill>
            </a:ext>
          </a:extLst>
        </p:spPr>
      </p:pic>
      <p:sp>
        <p:nvSpPr>
          <p:cNvPr id="38" name="TextBox 37">
            <a:extLst>
              <a:ext uri="{FF2B5EF4-FFF2-40B4-BE49-F238E27FC236}">
                <a16:creationId xmlns:a16="http://schemas.microsoft.com/office/drawing/2014/main" id="{985FAF58-B71F-5FA1-12DC-8F1DBE27BBB6}"/>
              </a:ext>
            </a:extLst>
          </p:cNvPr>
          <p:cNvSpPr txBox="1"/>
          <p:nvPr/>
        </p:nvSpPr>
        <p:spPr>
          <a:xfrm>
            <a:off x="897546" y="8599116"/>
            <a:ext cx="263214" cy="461665"/>
          </a:xfrm>
          <a:prstGeom prst="rect">
            <a:avLst/>
          </a:prstGeom>
          <a:noFill/>
        </p:spPr>
        <p:txBody>
          <a:bodyPr wrap="none" rtlCol="0">
            <a:spAutoFit/>
          </a:bodyPr>
          <a:lstStyle/>
          <a:p>
            <a:r>
              <a:rPr lang="en-US" sz="1200"/>
              <a:t>2</a:t>
            </a:r>
          </a:p>
          <a:p>
            <a:r>
              <a:rPr lang="en-US" sz="1200"/>
              <a:t>2</a:t>
            </a:r>
            <a:endParaRPr lang="en-GB" sz="1200"/>
          </a:p>
        </p:txBody>
      </p:sp>
      <p:sp>
        <p:nvSpPr>
          <p:cNvPr id="39" name="TextBox 38">
            <a:extLst>
              <a:ext uri="{FF2B5EF4-FFF2-40B4-BE49-F238E27FC236}">
                <a16:creationId xmlns:a16="http://schemas.microsoft.com/office/drawing/2014/main" id="{4D989215-0B3D-2C56-7ACA-D25F5DEFCF63}"/>
              </a:ext>
            </a:extLst>
          </p:cNvPr>
          <p:cNvSpPr txBox="1"/>
          <p:nvPr/>
        </p:nvSpPr>
        <p:spPr>
          <a:xfrm>
            <a:off x="913820" y="8958276"/>
            <a:ext cx="263214" cy="276999"/>
          </a:xfrm>
          <a:prstGeom prst="rect">
            <a:avLst/>
          </a:prstGeom>
          <a:noFill/>
        </p:spPr>
        <p:txBody>
          <a:bodyPr wrap="none" rtlCol="0">
            <a:spAutoFit/>
          </a:bodyPr>
          <a:lstStyle/>
          <a:p>
            <a:r>
              <a:rPr lang="en-US" sz="1200"/>
              <a:t>3</a:t>
            </a:r>
            <a:endParaRPr lang="en-GB" sz="1200"/>
          </a:p>
        </p:txBody>
      </p:sp>
      <p:sp>
        <p:nvSpPr>
          <p:cNvPr id="40" name="TextBox 39">
            <a:extLst>
              <a:ext uri="{FF2B5EF4-FFF2-40B4-BE49-F238E27FC236}">
                <a16:creationId xmlns:a16="http://schemas.microsoft.com/office/drawing/2014/main" id="{F732A60C-57F2-5842-4562-628B1D2221EA}"/>
              </a:ext>
            </a:extLst>
          </p:cNvPr>
          <p:cNvSpPr txBox="1"/>
          <p:nvPr/>
        </p:nvSpPr>
        <p:spPr>
          <a:xfrm>
            <a:off x="1325952" y="8622173"/>
            <a:ext cx="263214" cy="646331"/>
          </a:xfrm>
          <a:prstGeom prst="rect">
            <a:avLst/>
          </a:prstGeom>
          <a:noFill/>
        </p:spPr>
        <p:txBody>
          <a:bodyPr wrap="none" rtlCol="0">
            <a:spAutoFit/>
          </a:bodyPr>
          <a:lstStyle/>
          <a:p>
            <a:r>
              <a:rPr lang="en-US" sz="1200"/>
              <a:t>2</a:t>
            </a:r>
          </a:p>
          <a:p>
            <a:endParaRPr lang="en-US" sz="1200"/>
          </a:p>
          <a:p>
            <a:r>
              <a:rPr lang="en-US" sz="1200"/>
              <a:t>3</a:t>
            </a:r>
            <a:endParaRPr lang="en-GB" sz="1200"/>
          </a:p>
        </p:txBody>
      </p:sp>
      <p:sp>
        <p:nvSpPr>
          <p:cNvPr id="41" name="TextBox 40">
            <a:extLst>
              <a:ext uri="{FF2B5EF4-FFF2-40B4-BE49-F238E27FC236}">
                <a16:creationId xmlns:a16="http://schemas.microsoft.com/office/drawing/2014/main" id="{6425E4DA-B6F6-AEFB-8895-0E094E25907C}"/>
              </a:ext>
            </a:extLst>
          </p:cNvPr>
          <p:cNvSpPr txBox="1"/>
          <p:nvPr/>
        </p:nvSpPr>
        <p:spPr>
          <a:xfrm>
            <a:off x="159913" y="8310732"/>
            <a:ext cx="1803699" cy="276999"/>
          </a:xfrm>
          <a:prstGeom prst="rect">
            <a:avLst/>
          </a:prstGeom>
          <a:noFill/>
        </p:spPr>
        <p:txBody>
          <a:bodyPr wrap="none" rtlCol="0">
            <a:spAutoFit/>
          </a:bodyPr>
          <a:lstStyle/>
          <a:p>
            <a:r>
              <a:rPr lang="en-US" sz="1200"/>
              <a:t>12                                     72</a:t>
            </a:r>
            <a:endParaRPr lang="en-GB" sz="1200"/>
          </a:p>
        </p:txBody>
      </p:sp>
      <p:sp>
        <p:nvSpPr>
          <p:cNvPr id="42" name="TextBox 41">
            <a:extLst>
              <a:ext uri="{FF2B5EF4-FFF2-40B4-BE49-F238E27FC236}">
                <a16:creationId xmlns:a16="http://schemas.microsoft.com/office/drawing/2014/main" id="{A170FB1C-BDC0-A94A-E304-D714C77CB90F}"/>
              </a:ext>
            </a:extLst>
          </p:cNvPr>
          <p:cNvSpPr txBox="1"/>
          <p:nvPr/>
        </p:nvSpPr>
        <p:spPr>
          <a:xfrm>
            <a:off x="3828238" y="8552105"/>
            <a:ext cx="263214" cy="276999"/>
          </a:xfrm>
          <a:prstGeom prst="rect">
            <a:avLst/>
          </a:prstGeom>
          <a:noFill/>
        </p:spPr>
        <p:txBody>
          <a:bodyPr wrap="none" rtlCol="0">
            <a:spAutoFit/>
          </a:bodyPr>
          <a:lstStyle/>
          <a:p>
            <a:r>
              <a:rPr lang="en-US" sz="1200"/>
              <a:t>3</a:t>
            </a:r>
            <a:endParaRPr lang="en-GB" sz="1200"/>
          </a:p>
        </p:txBody>
      </p:sp>
      <p:sp>
        <p:nvSpPr>
          <p:cNvPr id="43" name="TextBox 42">
            <a:extLst>
              <a:ext uri="{FF2B5EF4-FFF2-40B4-BE49-F238E27FC236}">
                <a16:creationId xmlns:a16="http://schemas.microsoft.com/office/drawing/2014/main" id="{3788177B-ED31-ECEB-F30E-B2618563C56B}"/>
              </a:ext>
            </a:extLst>
          </p:cNvPr>
          <p:cNvSpPr txBox="1"/>
          <p:nvPr/>
        </p:nvSpPr>
        <p:spPr>
          <a:xfrm>
            <a:off x="3845141" y="8889473"/>
            <a:ext cx="263214" cy="276999"/>
          </a:xfrm>
          <a:prstGeom prst="rect">
            <a:avLst/>
          </a:prstGeom>
          <a:noFill/>
        </p:spPr>
        <p:txBody>
          <a:bodyPr wrap="none" rtlCol="0">
            <a:spAutoFit/>
          </a:bodyPr>
          <a:lstStyle/>
          <a:p>
            <a:r>
              <a:rPr lang="en-US" sz="1200"/>
              <a:t>3</a:t>
            </a:r>
            <a:endParaRPr lang="en-GB" sz="1200"/>
          </a:p>
        </p:txBody>
      </p:sp>
      <p:sp>
        <p:nvSpPr>
          <p:cNvPr id="44" name="TextBox 43">
            <a:extLst>
              <a:ext uri="{FF2B5EF4-FFF2-40B4-BE49-F238E27FC236}">
                <a16:creationId xmlns:a16="http://schemas.microsoft.com/office/drawing/2014/main" id="{5FDD70AC-5AD9-27DE-319A-5A47B1E208C8}"/>
              </a:ext>
            </a:extLst>
          </p:cNvPr>
          <p:cNvSpPr txBox="1"/>
          <p:nvPr/>
        </p:nvSpPr>
        <p:spPr>
          <a:xfrm>
            <a:off x="4309251" y="8684205"/>
            <a:ext cx="263214" cy="461665"/>
          </a:xfrm>
          <a:prstGeom prst="rect">
            <a:avLst/>
          </a:prstGeom>
          <a:noFill/>
        </p:spPr>
        <p:txBody>
          <a:bodyPr wrap="none" rtlCol="0">
            <a:spAutoFit/>
          </a:bodyPr>
          <a:lstStyle/>
          <a:p>
            <a:r>
              <a:rPr lang="en-US" sz="1200"/>
              <a:t>2</a:t>
            </a:r>
            <a:endParaRPr lang="en-GB" sz="1200"/>
          </a:p>
          <a:p>
            <a:r>
              <a:rPr lang="en-GB" sz="1200"/>
              <a:t>2</a:t>
            </a:r>
            <a:endParaRPr lang="en-US" sz="1200"/>
          </a:p>
        </p:txBody>
      </p:sp>
      <p:sp>
        <p:nvSpPr>
          <p:cNvPr id="45" name="TextBox 44">
            <a:extLst>
              <a:ext uri="{FF2B5EF4-FFF2-40B4-BE49-F238E27FC236}">
                <a16:creationId xmlns:a16="http://schemas.microsoft.com/office/drawing/2014/main" id="{3B14685A-35FA-BD7C-E914-81CD91B56703}"/>
              </a:ext>
            </a:extLst>
          </p:cNvPr>
          <p:cNvSpPr txBox="1"/>
          <p:nvPr/>
        </p:nvSpPr>
        <p:spPr>
          <a:xfrm>
            <a:off x="4700815" y="8570472"/>
            <a:ext cx="341760" cy="276999"/>
          </a:xfrm>
          <a:prstGeom prst="rect">
            <a:avLst/>
          </a:prstGeom>
          <a:noFill/>
        </p:spPr>
        <p:txBody>
          <a:bodyPr wrap="none" rtlCol="0">
            <a:spAutoFit/>
          </a:bodyPr>
          <a:lstStyle/>
          <a:p>
            <a:r>
              <a:rPr lang="en-US" sz="1200"/>
              <a:t>13</a:t>
            </a:r>
            <a:endParaRPr lang="en-GB" sz="1200"/>
          </a:p>
        </p:txBody>
      </p:sp>
      <p:sp>
        <p:nvSpPr>
          <p:cNvPr id="46" name="TextBox 45">
            <a:extLst>
              <a:ext uri="{FF2B5EF4-FFF2-40B4-BE49-F238E27FC236}">
                <a16:creationId xmlns:a16="http://schemas.microsoft.com/office/drawing/2014/main" id="{4E2C4153-7B78-2E23-B1D5-FFB44DAFAB71}"/>
              </a:ext>
            </a:extLst>
          </p:cNvPr>
          <p:cNvSpPr txBox="1"/>
          <p:nvPr/>
        </p:nvSpPr>
        <p:spPr>
          <a:xfrm>
            <a:off x="3534776" y="8259031"/>
            <a:ext cx="1803699" cy="276999"/>
          </a:xfrm>
          <a:prstGeom prst="rect">
            <a:avLst/>
          </a:prstGeom>
          <a:noFill/>
        </p:spPr>
        <p:txBody>
          <a:bodyPr wrap="none" rtlCol="0">
            <a:spAutoFit/>
          </a:bodyPr>
          <a:lstStyle/>
          <a:p>
            <a:r>
              <a:rPr lang="en-US" sz="1200"/>
              <a:t>36                                     52</a:t>
            </a:r>
            <a:endParaRPr lang="en-GB" sz="1200"/>
          </a:p>
        </p:txBody>
      </p:sp>
      <p:sp>
        <p:nvSpPr>
          <p:cNvPr id="49" name="Rectangle 48">
            <a:extLst>
              <a:ext uri="{FF2B5EF4-FFF2-40B4-BE49-F238E27FC236}">
                <a16:creationId xmlns:a16="http://schemas.microsoft.com/office/drawing/2014/main" id="{E6325D4C-08B7-5564-096E-25430E345053}"/>
              </a:ext>
            </a:extLst>
          </p:cNvPr>
          <p:cNvSpPr/>
          <p:nvPr/>
        </p:nvSpPr>
        <p:spPr>
          <a:xfrm>
            <a:off x="62027" y="2242525"/>
            <a:ext cx="2616596" cy="26160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a:solidFill>
                  <a:schemeClr val="bg1"/>
                </a:solidFill>
              </a:rPr>
              <a:t>Highest Common Factor</a:t>
            </a:r>
            <a:endParaRPr lang="en-GB" sz="1200">
              <a:solidFill>
                <a:srgbClr val="FF0000"/>
              </a:solidFill>
            </a:endParaRPr>
          </a:p>
        </p:txBody>
      </p:sp>
      <p:sp>
        <p:nvSpPr>
          <p:cNvPr id="50" name="TextBox 49">
            <a:extLst>
              <a:ext uri="{FF2B5EF4-FFF2-40B4-BE49-F238E27FC236}">
                <a16:creationId xmlns:a16="http://schemas.microsoft.com/office/drawing/2014/main" id="{9D2943D6-F57B-CC0F-9505-329636EDA008}"/>
              </a:ext>
            </a:extLst>
          </p:cNvPr>
          <p:cNvSpPr txBox="1"/>
          <p:nvPr/>
        </p:nvSpPr>
        <p:spPr>
          <a:xfrm>
            <a:off x="85519" y="5922207"/>
            <a:ext cx="1518621" cy="276999"/>
          </a:xfrm>
          <a:prstGeom prst="rect">
            <a:avLst/>
          </a:prstGeom>
          <a:solidFill>
            <a:srgbClr val="0070C0"/>
          </a:solidFill>
          <a:ln w="19050">
            <a:noFill/>
          </a:ln>
        </p:spPr>
        <p:txBody>
          <a:bodyPr wrap="none" rtlCol="0">
            <a:spAutoFit/>
          </a:bodyPr>
          <a:lstStyle/>
          <a:p>
            <a:r>
              <a:rPr lang="en-US" sz="1200">
                <a:solidFill>
                  <a:schemeClr val="bg1"/>
                </a:solidFill>
              </a:rPr>
              <a:t>Independent Practice</a:t>
            </a:r>
            <a:endParaRPr lang="en-GB" sz="1200">
              <a:solidFill>
                <a:schemeClr val="bg1"/>
              </a:solidFill>
            </a:endParaRPr>
          </a:p>
        </p:txBody>
      </p:sp>
    </p:spTree>
    <p:extLst>
      <p:ext uri="{BB962C8B-B14F-4D97-AF65-F5344CB8AC3E}">
        <p14:creationId xmlns:p14="http://schemas.microsoft.com/office/powerpoint/2010/main" val="12516290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p:cNvGraphicFramePr>
            <a:graphicFrameLocks noGrp="1"/>
          </p:cNvGraphicFramePr>
          <p:nvPr/>
        </p:nvGraphicFramePr>
        <p:xfrm>
          <a:off x="282220" y="516159"/>
          <a:ext cx="6278465" cy="2839720"/>
        </p:xfrm>
        <a:graphic>
          <a:graphicData uri="http://schemas.openxmlformats.org/drawingml/2006/table">
            <a:tbl>
              <a:tblPr firstRow="1" bandRow="1">
                <a:tableStyleId>{5C22544A-7EE6-4342-B048-85BDC9FD1C3A}</a:tableStyleId>
              </a:tblPr>
              <a:tblGrid>
                <a:gridCol w="2503313">
                  <a:extLst>
                    <a:ext uri="{9D8B030D-6E8A-4147-A177-3AD203B41FA5}">
                      <a16:colId xmlns:a16="http://schemas.microsoft.com/office/drawing/2014/main" val="1546927094"/>
                    </a:ext>
                  </a:extLst>
                </a:gridCol>
                <a:gridCol w="3775152">
                  <a:extLst>
                    <a:ext uri="{9D8B030D-6E8A-4147-A177-3AD203B41FA5}">
                      <a16:colId xmlns:a16="http://schemas.microsoft.com/office/drawing/2014/main" val="546496835"/>
                    </a:ext>
                  </a:extLst>
                </a:gridCol>
              </a:tblGrid>
              <a:tr h="370840">
                <a:tc>
                  <a:txBody>
                    <a:bodyPr/>
                    <a:lstStyle/>
                    <a:p>
                      <a:pPr algn="ctr"/>
                      <a:r>
                        <a:rPr lang="en-US" sz="1200">
                          <a:solidFill>
                            <a:schemeClr val="tx1"/>
                          </a:solidFill>
                        </a:rPr>
                        <a:t>Steps</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1" baseline="0">
                          <a:solidFill>
                            <a:schemeClr val="tx1"/>
                          </a:solidFill>
                        </a:rPr>
                        <a:t>30 and 45</a:t>
                      </a:r>
                      <a:endParaRPr lang="en-GB" sz="1200" b="1">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0415670"/>
                  </a:ext>
                </a:extLst>
              </a:tr>
              <a:tr h="370840">
                <a:tc>
                  <a:txBody>
                    <a:bodyPr/>
                    <a:lstStyle/>
                    <a:p>
                      <a:pPr algn="ctr"/>
                      <a:r>
                        <a:rPr lang="en-US" sz="1200">
                          <a:solidFill>
                            <a:schemeClr val="tx1"/>
                          </a:solidFill>
                        </a:rPr>
                        <a:t>Find the product of primes for both numbers using factor tress.</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5">
                  <a:txBody>
                    <a:bodyPr/>
                    <a:lstStyle/>
                    <a:p>
                      <a:pPr algn="ct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85371684"/>
                  </a:ext>
                </a:extLst>
              </a:tr>
              <a:tr h="370840">
                <a:tc>
                  <a:txBody>
                    <a:bodyPr/>
                    <a:lstStyle/>
                    <a:p>
                      <a:pPr algn="ctr"/>
                      <a:r>
                        <a:rPr lang="en-US" sz="1200">
                          <a:solidFill>
                            <a:schemeClr val="tx1"/>
                          </a:solidFill>
                        </a:rPr>
                        <a:t>Write the product of primes for both numbers.</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78316088"/>
                  </a:ext>
                </a:extLst>
              </a:tr>
              <a:tr h="370840">
                <a:tc>
                  <a:txBody>
                    <a:bodyPr/>
                    <a:lstStyle/>
                    <a:p>
                      <a:pPr algn="ctr"/>
                      <a:r>
                        <a:rPr lang="en-US" sz="1200">
                          <a:solidFill>
                            <a:schemeClr val="tx1"/>
                          </a:solidFill>
                        </a:rPr>
                        <a:t>Place the integers in both</a:t>
                      </a:r>
                      <a:r>
                        <a:rPr lang="en-US" sz="1200" baseline="0">
                          <a:solidFill>
                            <a:schemeClr val="tx1"/>
                          </a:solidFill>
                        </a:rPr>
                        <a:t> products of primes in the intersection and any spare in the individual circle</a:t>
                      </a:r>
                      <a:r>
                        <a:rPr lang="en-US" sz="1200">
                          <a:solidFill>
                            <a:schemeClr val="tx1"/>
                          </a:solidFill>
                        </a:rPr>
                        <a:t>.</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4969166"/>
                  </a:ext>
                </a:extLst>
              </a:tr>
              <a:tr h="370840">
                <a:tc>
                  <a:txBody>
                    <a:bodyPr/>
                    <a:lstStyle/>
                    <a:p>
                      <a:pPr algn="ctr"/>
                      <a:r>
                        <a:rPr lang="en-US" sz="1200">
                          <a:solidFill>
                            <a:schemeClr val="tx1"/>
                          </a:solidFill>
                        </a:rPr>
                        <a:t>Multiply</a:t>
                      </a:r>
                      <a:r>
                        <a:rPr lang="en-US" sz="1200" baseline="0">
                          <a:solidFill>
                            <a:schemeClr val="tx1"/>
                          </a:solidFill>
                        </a:rPr>
                        <a:t> the numbers in the INTERSECTION (middle) together</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55560808"/>
                  </a:ext>
                </a:extLst>
              </a:tr>
              <a:tr h="0">
                <a:tc>
                  <a:txBody>
                    <a:bodyPr/>
                    <a:lstStyle/>
                    <a:p>
                      <a:pPr algn="ctr"/>
                      <a:r>
                        <a:rPr lang="en-US" sz="1200">
                          <a:solidFill>
                            <a:schemeClr val="tx1"/>
                          </a:solidFill>
                        </a:rPr>
                        <a:t>Solve the calculation to give</a:t>
                      </a:r>
                      <a:r>
                        <a:rPr lang="en-US" sz="1200" baseline="0">
                          <a:solidFill>
                            <a:schemeClr val="tx1"/>
                          </a:solidFill>
                        </a:rPr>
                        <a:t> the highest common factor</a:t>
                      </a:r>
                      <a:r>
                        <a:rPr lang="en-US" sz="1200">
                          <a:solidFill>
                            <a:schemeClr val="tx1"/>
                          </a:solidFill>
                        </a:rPr>
                        <a:t>.</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47579960"/>
                  </a:ext>
                </a:extLst>
              </a:tr>
            </a:tbl>
          </a:graphicData>
        </a:graphic>
      </p:graphicFrame>
      <p:sp>
        <p:nvSpPr>
          <p:cNvPr id="23" name="TextBox 22">
            <a:extLst>
              <a:ext uri="{FF2B5EF4-FFF2-40B4-BE49-F238E27FC236}">
                <a16:creationId xmlns:a16="http://schemas.microsoft.com/office/drawing/2014/main" id="{9A51866F-ED53-AC4E-8564-6E72B3879607}"/>
              </a:ext>
            </a:extLst>
          </p:cNvPr>
          <p:cNvSpPr txBox="1"/>
          <p:nvPr/>
        </p:nvSpPr>
        <p:spPr>
          <a:xfrm>
            <a:off x="251027" y="304926"/>
            <a:ext cx="1212191" cy="261610"/>
          </a:xfrm>
          <a:prstGeom prst="rect">
            <a:avLst/>
          </a:prstGeom>
          <a:noFill/>
          <a:ln>
            <a:noFill/>
          </a:ln>
        </p:spPr>
        <p:txBody>
          <a:bodyPr wrap="none" rtlCol="0">
            <a:spAutoFit/>
          </a:bodyPr>
          <a:lstStyle/>
          <a:p>
            <a:r>
              <a:rPr lang="en-GB" sz="1100" b="1" i="1">
                <a:solidFill>
                  <a:srgbClr val="FF0000"/>
                </a:solidFill>
              </a:rPr>
              <a:t>Example 7 - I do…</a:t>
            </a:r>
          </a:p>
        </p:txBody>
      </p:sp>
      <p:sp>
        <p:nvSpPr>
          <p:cNvPr id="24" name="TextBox 23">
            <a:extLst>
              <a:ext uri="{FF2B5EF4-FFF2-40B4-BE49-F238E27FC236}">
                <a16:creationId xmlns:a16="http://schemas.microsoft.com/office/drawing/2014/main" id="{9EAFBD6B-07EE-754F-BD50-9E7B6A6FCB35}"/>
              </a:ext>
            </a:extLst>
          </p:cNvPr>
          <p:cNvSpPr txBox="1"/>
          <p:nvPr/>
        </p:nvSpPr>
        <p:spPr>
          <a:xfrm>
            <a:off x="251027" y="3401832"/>
            <a:ext cx="1372492" cy="261610"/>
          </a:xfrm>
          <a:prstGeom prst="rect">
            <a:avLst/>
          </a:prstGeom>
          <a:noFill/>
          <a:ln>
            <a:noFill/>
          </a:ln>
        </p:spPr>
        <p:txBody>
          <a:bodyPr wrap="none" rtlCol="0">
            <a:spAutoFit/>
          </a:bodyPr>
          <a:lstStyle/>
          <a:p>
            <a:r>
              <a:rPr lang="en-GB" sz="1100" b="1" i="1">
                <a:solidFill>
                  <a:srgbClr val="ED7D31"/>
                </a:solidFill>
              </a:rPr>
              <a:t>Example 8 - We do…</a:t>
            </a:r>
          </a:p>
        </p:txBody>
      </p:sp>
      <p:sp>
        <p:nvSpPr>
          <p:cNvPr id="25" name="TextBox 24">
            <a:extLst>
              <a:ext uri="{FF2B5EF4-FFF2-40B4-BE49-F238E27FC236}">
                <a16:creationId xmlns:a16="http://schemas.microsoft.com/office/drawing/2014/main" id="{341EFFFC-F3FF-B946-9686-C2E2637B29FB}"/>
              </a:ext>
            </a:extLst>
          </p:cNvPr>
          <p:cNvSpPr txBox="1"/>
          <p:nvPr/>
        </p:nvSpPr>
        <p:spPr>
          <a:xfrm>
            <a:off x="251027" y="6544525"/>
            <a:ext cx="1423788" cy="261610"/>
          </a:xfrm>
          <a:prstGeom prst="rect">
            <a:avLst/>
          </a:prstGeom>
          <a:noFill/>
          <a:ln>
            <a:noFill/>
          </a:ln>
        </p:spPr>
        <p:txBody>
          <a:bodyPr wrap="none" rtlCol="0">
            <a:spAutoFit/>
          </a:bodyPr>
          <a:lstStyle/>
          <a:p>
            <a:r>
              <a:rPr lang="en-GB" sz="1100" b="1" i="1">
                <a:solidFill>
                  <a:srgbClr val="00B050"/>
                </a:solidFill>
              </a:rPr>
              <a:t>Example 9 – You do…</a:t>
            </a:r>
          </a:p>
        </p:txBody>
      </p:sp>
      <p:sp>
        <p:nvSpPr>
          <p:cNvPr id="31" name="Rectangle 30"/>
          <p:cNvSpPr/>
          <p:nvPr/>
        </p:nvSpPr>
        <p:spPr>
          <a:xfrm>
            <a:off x="38819" y="76378"/>
            <a:ext cx="6387353" cy="276999"/>
          </a:xfrm>
          <a:prstGeom prst="rect">
            <a:avLst/>
          </a:prstGeom>
        </p:spPr>
        <p:txBody>
          <a:bodyPr wrap="square">
            <a:spAutoFit/>
          </a:bodyPr>
          <a:lstStyle/>
          <a:p>
            <a:r>
              <a:rPr lang="pt-BR" sz="1200" b="1">
                <a:latin typeface="Calibri" panose="020F0502020204030204" pitchFamily="34" charset="0"/>
                <a:cs typeface="Calibri" panose="020F0502020204030204" pitchFamily="34" charset="0"/>
              </a:rPr>
              <a:t>Find the Highest Common Factor of the following pairs of numbers.</a:t>
            </a:r>
            <a:endParaRPr lang="pt-BR" sz="1200">
              <a:latin typeface="Calibri" panose="020F0502020204030204" pitchFamily="34" charset="0"/>
              <a:cs typeface="Calibri" panose="020F0502020204030204" pitchFamily="34" charset="0"/>
            </a:endParaRPr>
          </a:p>
        </p:txBody>
      </p:sp>
      <p:graphicFrame>
        <p:nvGraphicFramePr>
          <p:cNvPr id="34" name="Table 33"/>
          <p:cNvGraphicFramePr>
            <a:graphicFrameLocks noGrp="1"/>
          </p:cNvGraphicFramePr>
          <p:nvPr/>
        </p:nvGraphicFramePr>
        <p:xfrm>
          <a:off x="282220" y="3631904"/>
          <a:ext cx="6278465" cy="2839720"/>
        </p:xfrm>
        <a:graphic>
          <a:graphicData uri="http://schemas.openxmlformats.org/drawingml/2006/table">
            <a:tbl>
              <a:tblPr firstRow="1" bandRow="1">
                <a:tableStyleId>{5C22544A-7EE6-4342-B048-85BDC9FD1C3A}</a:tableStyleId>
              </a:tblPr>
              <a:tblGrid>
                <a:gridCol w="2494847">
                  <a:extLst>
                    <a:ext uri="{9D8B030D-6E8A-4147-A177-3AD203B41FA5}">
                      <a16:colId xmlns:a16="http://schemas.microsoft.com/office/drawing/2014/main" val="1546927094"/>
                    </a:ext>
                  </a:extLst>
                </a:gridCol>
                <a:gridCol w="3783618">
                  <a:extLst>
                    <a:ext uri="{9D8B030D-6E8A-4147-A177-3AD203B41FA5}">
                      <a16:colId xmlns:a16="http://schemas.microsoft.com/office/drawing/2014/main" val="546496835"/>
                    </a:ext>
                  </a:extLst>
                </a:gridCol>
              </a:tblGrid>
              <a:tr h="370840">
                <a:tc>
                  <a:txBody>
                    <a:bodyPr/>
                    <a:lstStyle/>
                    <a:p>
                      <a:pPr algn="ctr"/>
                      <a:r>
                        <a:rPr lang="en-US" sz="1200">
                          <a:solidFill>
                            <a:schemeClr val="tx1"/>
                          </a:solidFill>
                        </a:rPr>
                        <a:t>Steps</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1">
                          <a:solidFill>
                            <a:schemeClr val="tx1"/>
                          </a:solidFill>
                        </a:rPr>
                        <a:t>24 and 40</a:t>
                      </a:r>
                      <a:endParaRPr lang="en-GB" sz="1200" b="1">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0415670"/>
                  </a:ext>
                </a:extLst>
              </a:tr>
              <a:tr h="370840">
                <a:tc>
                  <a:txBody>
                    <a:bodyPr/>
                    <a:lstStyle/>
                    <a:p>
                      <a:pPr algn="ctr"/>
                      <a:r>
                        <a:rPr lang="en-US" sz="1200">
                          <a:solidFill>
                            <a:schemeClr val="tx1"/>
                          </a:solidFill>
                        </a:rPr>
                        <a:t>Find the product of primes for both numbers using factor tress.</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5">
                  <a:txBody>
                    <a:bodyPr/>
                    <a:lstStyle/>
                    <a:p>
                      <a:pPr algn="ct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85371684"/>
                  </a:ext>
                </a:extLst>
              </a:tr>
              <a:tr h="370840">
                <a:tc>
                  <a:txBody>
                    <a:bodyPr/>
                    <a:lstStyle/>
                    <a:p>
                      <a:pPr algn="ctr"/>
                      <a:r>
                        <a:rPr lang="en-US" sz="1200">
                          <a:solidFill>
                            <a:schemeClr val="tx1"/>
                          </a:solidFill>
                        </a:rPr>
                        <a:t>Write the product of primes for both numbers.</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78316088"/>
                  </a:ext>
                </a:extLst>
              </a:tr>
              <a:tr h="370840">
                <a:tc>
                  <a:txBody>
                    <a:bodyPr/>
                    <a:lstStyle/>
                    <a:p>
                      <a:pPr algn="ctr"/>
                      <a:r>
                        <a:rPr lang="en-US" sz="1200">
                          <a:solidFill>
                            <a:schemeClr val="tx1"/>
                          </a:solidFill>
                        </a:rPr>
                        <a:t>Place the integers in both</a:t>
                      </a:r>
                      <a:r>
                        <a:rPr lang="en-US" sz="1200" baseline="0">
                          <a:solidFill>
                            <a:schemeClr val="tx1"/>
                          </a:solidFill>
                        </a:rPr>
                        <a:t> products of primes in the intersection and any spare in the individual circle</a:t>
                      </a:r>
                      <a:r>
                        <a:rPr lang="en-US" sz="1200">
                          <a:solidFill>
                            <a:schemeClr val="tx1"/>
                          </a:solidFill>
                        </a:rPr>
                        <a:t>.</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4969166"/>
                  </a:ext>
                </a:extLst>
              </a:tr>
              <a:tr h="370840">
                <a:tc>
                  <a:txBody>
                    <a:bodyPr/>
                    <a:lstStyle/>
                    <a:p>
                      <a:pPr algn="ctr"/>
                      <a:r>
                        <a:rPr lang="en-US" sz="1200">
                          <a:solidFill>
                            <a:schemeClr val="tx1"/>
                          </a:solidFill>
                        </a:rPr>
                        <a:t>Multiply</a:t>
                      </a:r>
                      <a:r>
                        <a:rPr lang="en-US" sz="1200" baseline="0">
                          <a:solidFill>
                            <a:schemeClr val="tx1"/>
                          </a:solidFill>
                        </a:rPr>
                        <a:t> the numbers in the INTERSECTION (middle) together</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55560808"/>
                  </a:ext>
                </a:extLst>
              </a:tr>
              <a:tr h="0">
                <a:tc>
                  <a:txBody>
                    <a:bodyPr/>
                    <a:lstStyle/>
                    <a:p>
                      <a:pPr algn="ctr"/>
                      <a:r>
                        <a:rPr lang="en-US" sz="1200">
                          <a:solidFill>
                            <a:schemeClr val="tx1"/>
                          </a:solidFill>
                        </a:rPr>
                        <a:t>Solve the calculation to give</a:t>
                      </a:r>
                      <a:r>
                        <a:rPr lang="en-US" sz="1200" baseline="0">
                          <a:solidFill>
                            <a:schemeClr val="tx1"/>
                          </a:solidFill>
                        </a:rPr>
                        <a:t> the highest common factor</a:t>
                      </a:r>
                      <a:r>
                        <a:rPr lang="en-US" sz="1200">
                          <a:solidFill>
                            <a:schemeClr val="tx1"/>
                          </a:solidFill>
                        </a:rPr>
                        <a:t>.</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47579960"/>
                  </a:ext>
                </a:extLst>
              </a:tr>
            </a:tbl>
          </a:graphicData>
        </a:graphic>
      </p:graphicFrame>
      <p:graphicFrame>
        <p:nvGraphicFramePr>
          <p:cNvPr id="35" name="Table 34"/>
          <p:cNvGraphicFramePr>
            <a:graphicFrameLocks noGrp="1"/>
          </p:cNvGraphicFramePr>
          <p:nvPr/>
        </p:nvGraphicFramePr>
        <p:xfrm>
          <a:off x="282220" y="6763147"/>
          <a:ext cx="6278465" cy="2839720"/>
        </p:xfrm>
        <a:graphic>
          <a:graphicData uri="http://schemas.openxmlformats.org/drawingml/2006/table">
            <a:tbl>
              <a:tblPr firstRow="1" bandRow="1">
                <a:tableStyleId>{5C22544A-7EE6-4342-B048-85BDC9FD1C3A}</a:tableStyleId>
              </a:tblPr>
              <a:tblGrid>
                <a:gridCol w="2503313">
                  <a:extLst>
                    <a:ext uri="{9D8B030D-6E8A-4147-A177-3AD203B41FA5}">
                      <a16:colId xmlns:a16="http://schemas.microsoft.com/office/drawing/2014/main" val="1546927094"/>
                    </a:ext>
                  </a:extLst>
                </a:gridCol>
                <a:gridCol w="3775152">
                  <a:extLst>
                    <a:ext uri="{9D8B030D-6E8A-4147-A177-3AD203B41FA5}">
                      <a16:colId xmlns:a16="http://schemas.microsoft.com/office/drawing/2014/main" val="546496835"/>
                    </a:ext>
                  </a:extLst>
                </a:gridCol>
              </a:tblGrid>
              <a:tr h="370840">
                <a:tc>
                  <a:txBody>
                    <a:bodyPr/>
                    <a:lstStyle/>
                    <a:p>
                      <a:pPr algn="ctr"/>
                      <a:r>
                        <a:rPr lang="en-US" sz="1200">
                          <a:solidFill>
                            <a:schemeClr val="tx1"/>
                          </a:solidFill>
                        </a:rPr>
                        <a:t>Steps</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1">
                          <a:solidFill>
                            <a:schemeClr val="tx1"/>
                          </a:solidFill>
                        </a:rPr>
                        <a:t>28 and 60</a:t>
                      </a:r>
                      <a:endParaRPr lang="en-GB" sz="1200" b="1">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0415670"/>
                  </a:ext>
                </a:extLst>
              </a:tr>
              <a:tr h="370840">
                <a:tc>
                  <a:txBody>
                    <a:bodyPr/>
                    <a:lstStyle/>
                    <a:p>
                      <a:pPr algn="ctr"/>
                      <a:r>
                        <a:rPr lang="en-US" sz="1200">
                          <a:solidFill>
                            <a:schemeClr val="tx1"/>
                          </a:solidFill>
                        </a:rPr>
                        <a:t>Find the product of primes for both numbers using factor tress.</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5">
                  <a:txBody>
                    <a:bodyPr/>
                    <a:lstStyle/>
                    <a:p>
                      <a:pPr algn="ct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85371684"/>
                  </a:ext>
                </a:extLst>
              </a:tr>
              <a:tr h="370840">
                <a:tc>
                  <a:txBody>
                    <a:bodyPr/>
                    <a:lstStyle/>
                    <a:p>
                      <a:pPr algn="ctr"/>
                      <a:r>
                        <a:rPr lang="en-US" sz="1200">
                          <a:solidFill>
                            <a:schemeClr val="tx1"/>
                          </a:solidFill>
                        </a:rPr>
                        <a:t>Write the product of primes for both numbers.</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78316088"/>
                  </a:ext>
                </a:extLst>
              </a:tr>
              <a:tr h="370840">
                <a:tc>
                  <a:txBody>
                    <a:bodyPr/>
                    <a:lstStyle/>
                    <a:p>
                      <a:pPr algn="ctr"/>
                      <a:r>
                        <a:rPr lang="en-US" sz="1200">
                          <a:solidFill>
                            <a:schemeClr val="tx1"/>
                          </a:solidFill>
                        </a:rPr>
                        <a:t>Place the integers in both</a:t>
                      </a:r>
                      <a:r>
                        <a:rPr lang="en-US" sz="1200" baseline="0">
                          <a:solidFill>
                            <a:schemeClr val="tx1"/>
                          </a:solidFill>
                        </a:rPr>
                        <a:t> products of primes in the intersection and any spare in the individual circle</a:t>
                      </a:r>
                      <a:r>
                        <a:rPr lang="en-US" sz="1200">
                          <a:solidFill>
                            <a:schemeClr val="tx1"/>
                          </a:solidFill>
                        </a:rPr>
                        <a:t>.</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4969166"/>
                  </a:ext>
                </a:extLst>
              </a:tr>
              <a:tr h="370840">
                <a:tc>
                  <a:txBody>
                    <a:bodyPr/>
                    <a:lstStyle/>
                    <a:p>
                      <a:pPr algn="ctr"/>
                      <a:r>
                        <a:rPr lang="en-US" sz="1200">
                          <a:solidFill>
                            <a:schemeClr val="tx1"/>
                          </a:solidFill>
                        </a:rPr>
                        <a:t>Multiply</a:t>
                      </a:r>
                      <a:r>
                        <a:rPr lang="en-US" sz="1200" baseline="0">
                          <a:solidFill>
                            <a:schemeClr val="tx1"/>
                          </a:solidFill>
                        </a:rPr>
                        <a:t> the numbers in the INTERSECTION (middle) together</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55560808"/>
                  </a:ext>
                </a:extLst>
              </a:tr>
              <a:tr h="0">
                <a:tc>
                  <a:txBody>
                    <a:bodyPr/>
                    <a:lstStyle/>
                    <a:p>
                      <a:pPr algn="ctr"/>
                      <a:r>
                        <a:rPr lang="en-US" sz="1200">
                          <a:solidFill>
                            <a:schemeClr val="tx1"/>
                          </a:solidFill>
                        </a:rPr>
                        <a:t>Solve the calculation to give</a:t>
                      </a:r>
                      <a:r>
                        <a:rPr lang="en-US" sz="1200" baseline="0">
                          <a:solidFill>
                            <a:schemeClr val="tx1"/>
                          </a:solidFill>
                        </a:rPr>
                        <a:t> the highest common factor</a:t>
                      </a:r>
                      <a:r>
                        <a:rPr lang="en-US" sz="1200">
                          <a:solidFill>
                            <a:schemeClr val="tx1"/>
                          </a:solidFill>
                        </a:rPr>
                        <a:t>.</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47579960"/>
                  </a:ext>
                </a:extLst>
              </a:tr>
            </a:tbl>
          </a:graphicData>
        </a:graphic>
      </p:graphicFrame>
      <p:sp>
        <p:nvSpPr>
          <p:cNvPr id="60" name="Slide Number Placeholder 3"/>
          <p:cNvSpPr>
            <a:spLocks noGrp="1"/>
          </p:cNvSpPr>
          <p:nvPr>
            <p:ph type="sldNum" sz="quarter" idx="12"/>
          </p:nvPr>
        </p:nvSpPr>
        <p:spPr>
          <a:xfrm>
            <a:off x="5314172" y="9517573"/>
            <a:ext cx="1543050" cy="527403"/>
          </a:xfrm>
        </p:spPr>
        <p:txBody>
          <a:bodyPr/>
          <a:lstStyle/>
          <a:p>
            <a:fld id="{801DFC4E-6969-46AA-A5C7-ABF66C60BBE0}" type="slidenum">
              <a:rPr lang="en-GB" smtClean="0"/>
              <a:t>27</a:t>
            </a:fld>
            <a:endParaRPr lang="en-GB"/>
          </a:p>
        </p:txBody>
      </p:sp>
      <p:pic>
        <p:nvPicPr>
          <p:cNvPr id="64" name="Picture 2" descr="Venn Diagram: Definition, Types and What It's Used For ..."/>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4463" t="9159" r="4806" b="6659"/>
          <a:stretch/>
        </p:blipFill>
        <p:spPr bwMode="auto">
          <a:xfrm>
            <a:off x="4248520" y="5161287"/>
            <a:ext cx="2283927" cy="1290250"/>
          </a:xfrm>
          <a:prstGeom prst="rect">
            <a:avLst/>
          </a:prstGeom>
          <a:noFill/>
          <a:extLst>
            <a:ext uri="{909E8E84-426E-40DD-AFC4-6F175D3DCCD1}">
              <a14:hiddenFill xmlns:a14="http://schemas.microsoft.com/office/drawing/2010/main">
                <a:solidFill>
                  <a:srgbClr val="FFFFFF"/>
                </a:solidFill>
              </a14:hiddenFill>
            </a:ext>
          </a:extLst>
        </p:spPr>
      </p:pic>
      <p:sp>
        <p:nvSpPr>
          <p:cNvPr id="65" name="TextBox 64"/>
          <p:cNvSpPr txBox="1"/>
          <p:nvPr/>
        </p:nvSpPr>
        <p:spPr>
          <a:xfrm>
            <a:off x="4763362" y="4917816"/>
            <a:ext cx="355601" cy="276999"/>
          </a:xfrm>
          <a:prstGeom prst="rect">
            <a:avLst/>
          </a:prstGeom>
          <a:noFill/>
        </p:spPr>
        <p:txBody>
          <a:bodyPr wrap="square" rtlCol="0">
            <a:spAutoFit/>
          </a:bodyPr>
          <a:lstStyle/>
          <a:p>
            <a:r>
              <a:rPr lang="en-US" sz="1200"/>
              <a:t>24</a:t>
            </a:r>
            <a:endParaRPr lang="en-GB" sz="1200"/>
          </a:p>
        </p:txBody>
      </p:sp>
      <p:sp>
        <p:nvSpPr>
          <p:cNvPr id="66" name="TextBox 65"/>
          <p:cNvSpPr txBox="1"/>
          <p:nvPr/>
        </p:nvSpPr>
        <p:spPr>
          <a:xfrm>
            <a:off x="5708477" y="4908887"/>
            <a:ext cx="355601" cy="276999"/>
          </a:xfrm>
          <a:prstGeom prst="rect">
            <a:avLst/>
          </a:prstGeom>
          <a:noFill/>
        </p:spPr>
        <p:txBody>
          <a:bodyPr wrap="square" rtlCol="0">
            <a:spAutoFit/>
          </a:bodyPr>
          <a:lstStyle/>
          <a:p>
            <a:r>
              <a:rPr lang="en-US" sz="1200"/>
              <a:t>40</a:t>
            </a:r>
            <a:endParaRPr lang="en-GB" sz="1200"/>
          </a:p>
        </p:txBody>
      </p:sp>
      <p:pic>
        <p:nvPicPr>
          <p:cNvPr id="67" name="Picture 2" descr="Venn Diagram: Definition, Types and What It's Used For ..."/>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4463" t="9159" r="4806" b="6659"/>
          <a:stretch/>
        </p:blipFill>
        <p:spPr bwMode="auto">
          <a:xfrm>
            <a:off x="4248520" y="8242157"/>
            <a:ext cx="2283927" cy="1290250"/>
          </a:xfrm>
          <a:prstGeom prst="rect">
            <a:avLst/>
          </a:prstGeom>
          <a:noFill/>
          <a:extLst>
            <a:ext uri="{909E8E84-426E-40DD-AFC4-6F175D3DCCD1}">
              <a14:hiddenFill xmlns:a14="http://schemas.microsoft.com/office/drawing/2010/main">
                <a:solidFill>
                  <a:srgbClr val="FFFFFF"/>
                </a:solidFill>
              </a14:hiddenFill>
            </a:ext>
          </a:extLst>
        </p:spPr>
      </p:pic>
      <p:sp>
        <p:nvSpPr>
          <p:cNvPr id="68" name="TextBox 67"/>
          <p:cNvSpPr txBox="1"/>
          <p:nvPr/>
        </p:nvSpPr>
        <p:spPr>
          <a:xfrm>
            <a:off x="4763362" y="7998686"/>
            <a:ext cx="355601" cy="276999"/>
          </a:xfrm>
          <a:prstGeom prst="rect">
            <a:avLst/>
          </a:prstGeom>
          <a:noFill/>
        </p:spPr>
        <p:txBody>
          <a:bodyPr wrap="square" rtlCol="0">
            <a:spAutoFit/>
          </a:bodyPr>
          <a:lstStyle/>
          <a:p>
            <a:r>
              <a:rPr lang="en-US" sz="1200"/>
              <a:t>28</a:t>
            </a:r>
            <a:endParaRPr lang="en-GB" sz="1200"/>
          </a:p>
        </p:txBody>
      </p:sp>
      <p:sp>
        <p:nvSpPr>
          <p:cNvPr id="69" name="TextBox 68"/>
          <p:cNvSpPr txBox="1"/>
          <p:nvPr/>
        </p:nvSpPr>
        <p:spPr>
          <a:xfrm>
            <a:off x="5708477" y="7989757"/>
            <a:ext cx="355601" cy="276999"/>
          </a:xfrm>
          <a:prstGeom prst="rect">
            <a:avLst/>
          </a:prstGeom>
          <a:noFill/>
        </p:spPr>
        <p:txBody>
          <a:bodyPr wrap="square" rtlCol="0">
            <a:spAutoFit/>
          </a:bodyPr>
          <a:lstStyle/>
          <a:p>
            <a:r>
              <a:rPr lang="en-US" sz="1200"/>
              <a:t>60</a:t>
            </a:r>
            <a:endParaRPr lang="en-GB" sz="1200"/>
          </a:p>
        </p:txBody>
      </p:sp>
      <p:pic>
        <p:nvPicPr>
          <p:cNvPr id="2" name="Picture 2" descr="Venn Diagram: Definition, Types and What It's Used For ...">
            <a:extLst>
              <a:ext uri="{FF2B5EF4-FFF2-40B4-BE49-F238E27FC236}">
                <a16:creationId xmlns:a16="http://schemas.microsoft.com/office/drawing/2014/main" id="{FC47EA65-B33C-209C-2C04-AC96F1EA9EFB}"/>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4463" t="9159" r="4806" b="6659"/>
          <a:stretch/>
        </p:blipFill>
        <p:spPr bwMode="auto">
          <a:xfrm>
            <a:off x="4232824" y="1995206"/>
            <a:ext cx="2283927" cy="129025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95E222CC-733F-452C-E6E1-05A21A49ED71}"/>
              </a:ext>
            </a:extLst>
          </p:cNvPr>
          <p:cNvSpPr txBox="1"/>
          <p:nvPr/>
        </p:nvSpPr>
        <p:spPr>
          <a:xfrm>
            <a:off x="4232824" y="1904958"/>
            <a:ext cx="2353529" cy="307777"/>
          </a:xfrm>
          <a:prstGeom prst="rect">
            <a:avLst/>
          </a:prstGeom>
          <a:noFill/>
        </p:spPr>
        <p:txBody>
          <a:bodyPr wrap="none" rtlCol="0">
            <a:spAutoFit/>
          </a:bodyPr>
          <a:lstStyle/>
          <a:p>
            <a:r>
              <a:rPr lang="en-US" sz="1400"/>
              <a:t>30                                             45</a:t>
            </a:r>
            <a:endParaRPr lang="en-GB" sz="1400"/>
          </a:p>
        </p:txBody>
      </p:sp>
    </p:spTree>
    <p:extLst>
      <p:ext uri="{BB962C8B-B14F-4D97-AF65-F5344CB8AC3E}">
        <p14:creationId xmlns:p14="http://schemas.microsoft.com/office/powerpoint/2010/main" val="16185871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1818301" y="58928"/>
            <a:ext cx="6387353" cy="276999"/>
          </a:xfrm>
          <a:prstGeom prst="rect">
            <a:avLst/>
          </a:prstGeom>
        </p:spPr>
        <p:txBody>
          <a:bodyPr wrap="square">
            <a:spAutoFit/>
          </a:bodyPr>
          <a:lstStyle/>
          <a:p>
            <a:r>
              <a:rPr lang="pt-BR" sz="1200" b="1">
                <a:latin typeface="Calibri" panose="020F0502020204030204" pitchFamily="34" charset="0"/>
                <a:cs typeface="Calibri" panose="020F0502020204030204" pitchFamily="34" charset="0"/>
              </a:rPr>
              <a:t>3. </a:t>
            </a:r>
            <a:r>
              <a:rPr lang="pt-BR" sz="1200">
                <a:latin typeface="Calibri" panose="020F0502020204030204" pitchFamily="34" charset="0"/>
                <a:cs typeface="Calibri" panose="020F0502020204030204" pitchFamily="34" charset="0"/>
              </a:rPr>
              <a:t>Calculate the Highest Common Factor of the following pairs of numbers.</a:t>
            </a:r>
          </a:p>
        </p:txBody>
      </p:sp>
      <p:sp>
        <p:nvSpPr>
          <p:cNvPr id="9" name="Rectangle 8"/>
          <p:cNvSpPr/>
          <p:nvPr/>
        </p:nvSpPr>
        <p:spPr>
          <a:xfrm>
            <a:off x="102453" y="333444"/>
            <a:ext cx="1077686" cy="276999"/>
          </a:xfrm>
          <a:prstGeom prst="rect">
            <a:avLst/>
          </a:prstGeom>
        </p:spPr>
        <p:txBody>
          <a:bodyPr wrap="square">
            <a:spAutoFit/>
          </a:bodyPr>
          <a:lstStyle/>
          <a:p>
            <a:r>
              <a:rPr lang="pt-BR" sz="1200">
                <a:latin typeface="Calibri" panose="020F0502020204030204" pitchFamily="34" charset="0"/>
                <a:cs typeface="Calibri" panose="020F0502020204030204" pitchFamily="34" charset="0"/>
              </a:rPr>
              <a:t>a) 40 and 50</a:t>
            </a:r>
          </a:p>
        </p:txBody>
      </p:sp>
      <p:graphicFrame>
        <p:nvGraphicFramePr>
          <p:cNvPr id="10" name="Table 9"/>
          <p:cNvGraphicFramePr>
            <a:graphicFrameLocks noGrp="1"/>
          </p:cNvGraphicFramePr>
          <p:nvPr/>
        </p:nvGraphicFramePr>
        <p:xfrm>
          <a:off x="102453" y="610443"/>
          <a:ext cx="3233058" cy="2843220"/>
        </p:xfrm>
        <a:graphic>
          <a:graphicData uri="http://schemas.openxmlformats.org/drawingml/2006/table">
            <a:tbl>
              <a:tblPr firstRow="1" bandRow="1">
                <a:tableStyleId>{5C22544A-7EE6-4342-B048-85BDC9FD1C3A}</a:tableStyleId>
              </a:tblPr>
              <a:tblGrid>
                <a:gridCol w="3233058">
                  <a:extLst>
                    <a:ext uri="{9D8B030D-6E8A-4147-A177-3AD203B41FA5}">
                      <a16:colId xmlns:a16="http://schemas.microsoft.com/office/drawing/2014/main" val="2641477524"/>
                    </a:ext>
                  </a:extLst>
                </a:gridCol>
              </a:tblGrid>
              <a:tr h="2843220">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8051279"/>
                  </a:ext>
                </a:extLst>
              </a:tr>
            </a:tbl>
          </a:graphicData>
        </a:graphic>
      </p:graphicFrame>
      <p:graphicFrame>
        <p:nvGraphicFramePr>
          <p:cNvPr id="13" name="Table 12"/>
          <p:cNvGraphicFramePr>
            <a:graphicFrameLocks noGrp="1"/>
          </p:cNvGraphicFramePr>
          <p:nvPr/>
        </p:nvGraphicFramePr>
        <p:xfrm>
          <a:off x="3545084" y="610443"/>
          <a:ext cx="3233058" cy="2843220"/>
        </p:xfrm>
        <a:graphic>
          <a:graphicData uri="http://schemas.openxmlformats.org/drawingml/2006/table">
            <a:tbl>
              <a:tblPr firstRow="1" bandRow="1">
                <a:tableStyleId>{5C22544A-7EE6-4342-B048-85BDC9FD1C3A}</a:tableStyleId>
              </a:tblPr>
              <a:tblGrid>
                <a:gridCol w="3233058">
                  <a:extLst>
                    <a:ext uri="{9D8B030D-6E8A-4147-A177-3AD203B41FA5}">
                      <a16:colId xmlns:a16="http://schemas.microsoft.com/office/drawing/2014/main" val="2641477524"/>
                    </a:ext>
                  </a:extLst>
                </a:gridCol>
              </a:tblGrid>
              <a:tr h="2843220">
                <a:tc>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8051279"/>
                  </a:ext>
                </a:extLst>
              </a:tr>
            </a:tbl>
          </a:graphicData>
        </a:graphic>
      </p:graphicFrame>
      <p:sp>
        <p:nvSpPr>
          <p:cNvPr id="20" name="Rectangle 19"/>
          <p:cNvSpPr/>
          <p:nvPr/>
        </p:nvSpPr>
        <p:spPr>
          <a:xfrm>
            <a:off x="102453" y="3467545"/>
            <a:ext cx="1077686" cy="276999"/>
          </a:xfrm>
          <a:prstGeom prst="rect">
            <a:avLst/>
          </a:prstGeom>
        </p:spPr>
        <p:txBody>
          <a:bodyPr wrap="square">
            <a:spAutoFit/>
          </a:bodyPr>
          <a:lstStyle/>
          <a:p>
            <a:r>
              <a:rPr lang="pt-BR" sz="1200">
                <a:latin typeface="Calibri" panose="020F0502020204030204" pitchFamily="34" charset="0"/>
                <a:cs typeface="Calibri" panose="020F0502020204030204" pitchFamily="34" charset="0"/>
              </a:rPr>
              <a:t>c) 18 and 24</a:t>
            </a:r>
          </a:p>
        </p:txBody>
      </p:sp>
      <p:graphicFrame>
        <p:nvGraphicFramePr>
          <p:cNvPr id="21" name="Table 20"/>
          <p:cNvGraphicFramePr>
            <a:graphicFrameLocks noGrp="1"/>
          </p:cNvGraphicFramePr>
          <p:nvPr/>
        </p:nvGraphicFramePr>
        <p:xfrm>
          <a:off x="102453" y="3744544"/>
          <a:ext cx="3233058" cy="2843220"/>
        </p:xfrm>
        <a:graphic>
          <a:graphicData uri="http://schemas.openxmlformats.org/drawingml/2006/table">
            <a:tbl>
              <a:tblPr firstRow="1" bandRow="1">
                <a:tableStyleId>{5C22544A-7EE6-4342-B048-85BDC9FD1C3A}</a:tableStyleId>
              </a:tblPr>
              <a:tblGrid>
                <a:gridCol w="3233058">
                  <a:extLst>
                    <a:ext uri="{9D8B030D-6E8A-4147-A177-3AD203B41FA5}">
                      <a16:colId xmlns:a16="http://schemas.microsoft.com/office/drawing/2014/main" val="2641477524"/>
                    </a:ext>
                  </a:extLst>
                </a:gridCol>
              </a:tblGrid>
              <a:tr h="2843220">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8051279"/>
                  </a:ext>
                </a:extLst>
              </a:tr>
            </a:tbl>
          </a:graphicData>
        </a:graphic>
      </p:graphicFrame>
      <p:graphicFrame>
        <p:nvGraphicFramePr>
          <p:cNvPr id="22" name="Table 21"/>
          <p:cNvGraphicFramePr>
            <a:graphicFrameLocks noGrp="1"/>
          </p:cNvGraphicFramePr>
          <p:nvPr/>
        </p:nvGraphicFramePr>
        <p:xfrm>
          <a:off x="3545084" y="3744544"/>
          <a:ext cx="3233058" cy="2843220"/>
        </p:xfrm>
        <a:graphic>
          <a:graphicData uri="http://schemas.openxmlformats.org/drawingml/2006/table">
            <a:tbl>
              <a:tblPr firstRow="1" bandRow="1">
                <a:tableStyleId>{5C22544A-7EE6-4342-B048-85BDC9FD1C3A}</a:tableStyleId>
              </a:tblPr>
              <a:tblGrid>
                <a:gridCol w="3233058">
                  <a:extLst>
                    <a:ext uri="{9D8B030D-6E8A-4147-A177-3AD203B41FA5}">
                      <a16:colId xmlns:a16="http://schemas.microsoft.com/office/drawing/2014/main" val="2641477524"/>
                    </a:ext>
                  </a:extLst>
                </a:gridCol>
              </a:tblGrid>
              <a:tr h="2843220">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8051279"/>
                  </a:ext>
                </a:extLst>
              </a:tr>
            </a:tbl>
          </a:graphicData>
        </a:graphic>
      </p:graphicFrame>
      <p:sp>
        <p:nvSpPr>
          <p:cNvPr id="23" name="Rectangle 22"/>
          <p:cNvSpPr/>
          <p:nvPr/>
        </p:nvSpPr>
        <p:spPr>
          <a:xfrm>
            <a:off x="102453" y="6597218"/>
            <a:ext cx="1077686" cy="276999"/>
          </a:xfrm>
          <a:prstGeom prst="rect">
            <a:avLst/>
          </a:prstGeom>
        </p:spPr>
        <p:txBody>
          <a:bodyPr wrap="square">
            <a:spAutoFit/>
          </a:bodyPr>
          <a:lstStyle/>
          <a:p>
            <a:r>
              <a:rPr lang="pt-BR" sz="1200">
                <a:latin typeface="Calibri" panose="020F0502020204030204" pitchFamily="34" charset="0"/>
                <a:cs typeface="Calibri" panose="020F0502020204030204" pitchFamily="34" charset="0"/>
              </a:rPr>
              <a:t>e) 60 and 72</a:t>
            </a:r>
          </a:p>
        </p:txBody>
      </p:sp>
      <p:graphicFrame>
        <p:nvGraphicFramePr>
          <p:cNvPr id="24" name="Table 23"/>
          <p:cNvGraphicFramePr>
            <a:graphicFrameLocks noGrp="1"/>
          </p:cNvGraphicFramePr>
          <p:nvPr/>
        </p:nvGraphicFramePr>
        <p:xfrm>
          <a:off x="102453" y="6874217"/>
          <a:ext cx="3233058" cy="2843220"/>
        </p:xfrm>
        <a:graphic>
          <a:graphicData uri="http://schemas.openxmlformats.org/drawingml/2006/table">
            <a:tbl>
              <a:tblPr firstRow="1" bandRow="1">
                <a:tableStyleId>{5C22544A-7EE6-4342-B048-85BDC9FD1C3A}</a:tableStyleId>
              </a:tblPr>
              <a:tblGrid>
                <a:gridCol w="3233058">
                  <a:extLst>
                    <a:ext uri="{9D8B030D-6E8A-4147-A177-3AD203B41FA5}">
                      <a16:colId xmlns:a16="http://schemas.microsoft.com/office/drawing/2014/main" val="2641477524"/>
                    </a:ext>
                  </a:extLst>
                </a:gridCol>
              </a:tblGrid>
              <a:tr h="2843220">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8051279"/>
                  </a:ext>
                </a:extLst>
              </a:tr>
            </a:tbl>
          </a:graphicData>
        </a:graphic>
      </p:graphicFrame>
      <p:graphicFrame>
        <p:nvGraphicFramePr>
          <p:cNvPr id="25" name="Table 24"/>
          <p:cNvGraphicFramePr>
            <a:graphicFrameLocks noGrp="1"/>
          </p:cNvGraphicFramePr>
          <p:nvPr/>
        </p:nvGraphicFramePr>
        <p:xfrm>
          <a:off x="3545084" y="6874217"/>
          <a:ext cx="3233058" cy="2843220"/>
        </p:xfrm>
        <a:graphic>
          <a:graphicData uri="http://schemas.openxmlformats.org/drawingml/2006/table">
            <a:tbl>
              <a:tblPr firstRow="1" bandRow="1">
                <a:tableStyleId>{5C22544A-7EE6-4342-B048-85BDC9FD1C3A}</a:tableStyleId>
              </a:tblPr>
              <a:tblGrid>
                <a:gridCol w="3233058">
                  <a:extLst>
                    <a:ext uri="{9D8B030D-6E8A-4147-A177-3AD203B41FA5}">
                      <a16:colId xmlns:a16="http://schemas.microsoft.com/office/drawing/2014/main" val="2641477524"/>
                    </a:ext>
                  </a:extLst>
                </a:gridCol>
              </a:tblGrid>
              <a:tr h="2843220">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8051279"/>
                  </a:ext>
                </a:extLst>
              </a:tr>
            </a:tbl>
          </a:graphicData>
        </a:graphic>
      </p:graphicFrame>
      <p:sp>
        <p:nvSpPr>
          <p:cNvPr id="27" name="Slide Number Placeholder 3"/>
          <p:cNvSpPr>
            <a:spLocks noGrp="1"/>
          </p:cNvSpPr>
          <p:nvPr>
            <p:ph type="sldNum" sz="quarter" idx="12"/>
          </p:nvPr>
        </p:nvSpPr>
        <p:spPr>
          <a:xfrm>
            <a:off x="5314172" y="9548569"/>
            <a:ext cx="1543050" cy="527403"/>
          </a:xfrm>
        </p:spPr>
        <p:txBody>
          <a:bodyPr/>
          <a:lstStyle/>
          <a:p>
            <a:fld id="{801DFC4E-6969-46AA-A5C7-ABF66C60BBE0}" type="slidenum">
              <a:rPr lang="en-GB" smtClean="0"/>
              <a:t>28</a:t>
            </a:fld>
            <a:endParaRPr lang="en-GB"/>
          </a:p>
        </p:txBody>
      </p:sp>
      <p:sp>
        <p:nvSpPr>
          <p:cNvPr id="28" name="Rectangle 27"/>
          <p:cNvSpPr/>
          <p:nvPr/>
        </p:nvSpPr>
        <p:spPr>
          <a:xfrm>
            <a:off x="3545084" y="343157"/>
            <a:ext cx="1077686" cy="276999"/>
          </a:xfrm>
          <a:prstGeom prst="rect">
            <a:avLst/>
          </a:prstGeom>
        </p:spPr>
        <p:txBody>
          <a:bodyPr wrap="square">
            <a:spAutoFit/>
          </a:bodyPr>
          <a:lstStyle/>
          <a:p>
            <a:r>
              <a:rPr lang="pt-BR" sz="1200">
                <a:latin typeface="Calibri" panose="020F0502020204030204" pitchFamily="34" charset="0"/>
                <a:cs typeface="Calibri" panose="020F0502020204030204" pitchFamily="34" charset="0"/>
              </a:rPr>
              <a:t>b) 36 and 45</a:t>
            </a:r>
          </a:p>
        </p:txBody>
      </p:sp>
      <p:sp>
        <p:nvSpPr>
          <p:cNvPr id="29" name="Rectangle 28"/>
          <p:cNvSpPr/>
          <p:nvPr/>
        </p:nvSpPr>
        <p:spPr>
          <a:xfrm>
            <a:off x="3545084" y="3478485"/>
            <a:ext cx="1077686" cy="276999"/>
          </a:xfrm>
          <a:prstGeom prst="rect">
            <a:avLst/>
          </a:prstGeom>
        </p:spPr>
        <p:txBody>
          <a:bodyPr wrap="square">
            <a:spAutoFit/>
          </a:bodyPr>
          <a:lstStyle/>
          <a:p>
            <a:r>
              <a:rPr lang="pt-BR" sz="1200">
                <a:latin typeface="Calibri" panose="020F0502020204030204" pitchFamily="34" charset="0"/>
                <a:cs typeface="Calibri" panose="020F0502020204030204" pitchFamily="34" charset="0"/>
              </a:rPr>
              <a:t>d) 28 and 42</a:t>
            </a:r>
          </a:p>
        </p:txBody>
      </p:sp>
      <p:sp>
        <p:nvSpPr>
          <p:cNvPr id="30" name="Rectangle 29"/>
          <p:cNvSpPr/>
          <p:nvPr/>
        </p:nvSpPr>
        <p:spPr>
          <a:xfrm>
            <a:off x="3476197" y="6597218"/>
            <a:ext cx="1077686" cy="276999"/>
          </a:xfrm>
          <a:prstGeom prst="rect">
            <a:avLst/>
          </a:prstGeom>
        </p:spPr>
        <p:txBody>
          <a:bodyPr wrap="square">
            <a:spAutoFit/>
          </a:bodyPr>
          <a:lstStyle/>
          <a:p>
            <a:r>
              <a:rPr lang="pt-BR" sz="1200">
                <a:latin typeface="Calibri" panose="020F0502020204030204" pitchFamily="34" charset="0"/>
                <a:cs typeface="Calibri" panose="020F0502020204030204" pitchFamily="34" charset="0"/>
              </a:rPr>
              <a:t>f) 70 and 84</a:t>
            </a:r>
          </a:p>
        </p:txBody>
      </p:sp>
      <p:pic>
        <p:nvPicPr>
          <p:cNvPr id="17" name="Picture 2" descr="Venn Diagram: Definition, Types and What It's Used For ..."/>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4463" t="9159" r="4806" b="6659"/>
          <a:stretch/>
        </p:blipFill>
        <p:spPr bwMode="auto">
          <a:xfrm>
            <a:off x="210630" y="1965613"/>
            <a:ext cx="2371726" cy="1386598"/>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Venn Diagram: Definition, Types and What It's Used For ..."/>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4463" t="9159" r="4806" b="6659"/>
          <a:stretch/>
        </p:blipFill>
        <p:spPr bwMode="auto">
          <a:xfrm>
            <a:off x="3625593" y="1938528"/>
            <a:ext cx="2371726" cy="1386598"/>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 descr="Venn Diagram: Definition, Types and What It's Used For ..."/>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4463" t="9159" r="4806" b="6659"/>
          <a:stretch/>
        </p:blipFill>
        <p:spPr bwMode="auto">
          <a:xfrm>
            <a:off x="210630" y="5069702"/>
            <a:ext cx="2371726" cy="1386598"/>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2" descr="Venn Diagram: Definition, Types and What It's Used For ..."/>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4463" t="9159" r="4806" b="6659"/>
          <a:stretch/>
        </p:blipFill>
        <p:spPr bwMode="auto">
          <a:xfrm>
            <a:off x="3684466" y="5069702"/>
            <a:ext cx="2371726" cy="1386598"/>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2" descr="Venn Diagram: Definition, Types and What It's Used For ..."/>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4463" t="9159" r="4806" b="6659"/>
          <a:stretch/>
        </p:blipFill>
        <p:spPr bwMode="auto">
          <a:xfrm>
            <a:off x="210630" y="8161971"/>
            <a:ext cx="2371726" cy="1386598"/>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 descr="Venn Diagram: Definition, Types and What It's Used For ..."/>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4463" t="9159" r="4806" b="6659"/>
          <a:stretch/>
        </p:blipFill>
        <p:spPr bwMode="auto">
          <a:xfrm>
            <a:off x="3684466" y="8161971"/>
            <a:ext cx="2371726" cy="1386598"/>
          </a:xfrm>
          <a:prstGeom prst="rect">
            <a:avLst/>
          </a:prstGeom>
          <a:noFill/>
          <a:extLst>
            <a:ext uri="{909E8E84-426E-40DD-AFC4-6F175D3DCCD1}">
              <a14:hiddenFill xmlns:a14="http://schemas.microsoft.com/office/drawing/2010/main">
                <a:solidFill>
                  <a:srgbClr val="FFFFFF"/>
                </a:solidFill>
              </a14:hiddenFill>
            </a:ext>
          </a:extLst>
        </p:spPr>
      </p:pic>
      <p:sp>
        <p:nvSpPr>
          <p:cNvPr id="59" name="TextBox 58">
            <a:extLst>
              <a:ext uri="{FF2B5EF4-FFF2-40B4-BE49-F238E27FC236}">
                <a16:creationId xmlns:a16="http://schemas.microsoft.com/office/drawing/2014/main" id="{9E607FB3-53A0-A0D0-ACB6-4965A6394414}"/>
              </a:ext>
            </a:extLst>
          </p:cNvPr>
          <p:cNvSpPr txBox="1"/>
          <p:nvPr/>
        </p:nvSpPr>
        <p:spPr>
          <a:xfrm>
            <a:off x="85519" y="66158"/>
            <a:ext cx="1518621" cy="276999"/>
          </a:xfrm>
          <a:prstGeom prst="rect">
            <a:avLst/>
          </a:prstGeom>
          <a:solidFill>
            <a:srgbClr val="0070C0"/>
          </a:solidFill>
          <a:ln w="19050">
            <a:noFill/>
          </a:ln>
        </p:spPr>
        <p:txBody>
          <a:bodyPr wrap="none" rtlCol="0">
            <a:spAutoFit/>
          </a:bodyPr>
          <a:lstStyle/>
          <a:p>
            <a:r>
              <a:rPr lang="en-US" sz="1200">
                <a:solidFill>
                  <a:schemeClr val="bg1"/>
                </a:solidFill>
              </a:rPr>
              <a:t>Independent Practice</a:t>
            </a:r>
            <a:endParaRPr lang="en-GB" sz="1200">
              <a:solidFill>
                <a:schemeClr val="bg1"/>
              </a:solidFill>
            </a:endParaRPr>
          </a:p>
        </p:txBody>
      </p:sp>
    </p:spTree>
    <p:extLst>
      <p:ext uri="{BB962C8B-B14F-4D97-AF65-F5344CB8AC3E}">
        <p14:creationId xmlns:p14="http://schemas.microsoft.com/office/powerpoint/2010/main" val="16748744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6771E7-6A36-2018-1647-B89B9EC4D15E}"/>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57654316-6673-FC69-B80C-4C45D6B5FA82}"/>
              </a:ext>
            </a:extLst>
          </p:cNvPr>
          <p:cNvSpPr/>
          <p:nvPr/>
        </p:nvSpPr>
        <p:spPr>
          <a:xfrm>
            <a:off x="102453" y="119439"/>
            <a:ext cx="1077686" cy="276999"/>
          </a:xfrm>
          <a:prstGeom prst="rect">
            <a:avLst/>
          </a:prstGeom>
        </p:spPr>
        <p:txBody>
          <a:bodyPr wrap="square">
            <a:spAutoFit/>
          </a:bodyPr>
          <a:lstStyle/>
          <a:p>
            <a:r>
              <a:rPr lang="pt-BR" sz="1200">
                <a:latin typeface="Calibri" panose="020F0502020204030204" pitchFamily="34" charset="0"/>
                <a:cs typeface="Calibri" panose="020F0502020204030204" pitchFamily="34" charset="0"/>
              </a:rPr>
              <a:t>g) 32 and 48</a:t>
            </a:r>
          </a:p>
        </p:txBody>
      </p:sp>
      <p:graphicFrame>
        <p:nvGraphicFramePr>
          <p:cNvPr id="10" name="Table 9">
            <a:extLst>
              <a:ext uri="{FF2B5EF4-FFF2-40B4-BE49-F238E27FC236}">
                <a16:creationId xmlns:a16="http://schemas.microsoft.com/office/drawing/2014/main" id="{8F3C7177-97FA-F2F3-C7E0-2549D2B1D497}"/>
              </a:ext>
            </a:extLst>
          </p:cNvPr>
          <p:cNvGraphicFramePr>
            <a:graphicFrameLocks noGrp="1"/>
          </p:cNvGraphicFramePr>
          <p:nvPr/>
        </p:nvGraphicFramePr>
        <p:xfrm>
          <a:off x="102453" y="396438"/>
          <a:ext cx="3233058" cy="2843220"/>
        </p:xfrm>
        <a:graphic>
          <a:graphicData uri="http://schemas.openxmlformats.org/drawingml/2006/table">
            <a:tbl>
              <a:tblPr firstRow="1" bandRow="1">
                <a:tableStyleId>{5C22544A-7EE6-4342-B048-85BDC9FD1C3A}</a:tableStyleId>
              </a:tblPr>
              <a:tblGrid>
                <a:gridCol w="3233058">
                  <a:extLst>
                    <a:ext uri="{9D8B030D-6E8A-4147-A177-3AD203B41FA5}">
                      <a16:colId xmlns:a16="http://schemas.microsoft.com/office/drawing/2014/main" val="2641477524"/>
                    </a:ext>
                  </a:extLst>
                </a:gridCol>
              </a:tblGrid>
              <a:tr h="2843220">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8051279"/>
                  </a:ext>
                </a:extLst>
              </a:tr>
            </a:tbl>
          </a:graphicData>
        </a:graphic>
      </p:graphicFrame>
      <p:graphicFrame>
        <p:nvGraphicFramePr>
          <p:cNvPr id="13" name="Table 12">
            <a:extLst>
              <a:ext uri="{FF2B5EF4-FFF2-40B4-BE49-F238E27FC236}">
                <a16:creationId xmlns:a16="http://schemas.microsoft.com/office/drawing/2014/main" id="{93099FA9-B924-1606-3B16-534EF3D34356}"/>
              </a:ext>
            </a:extLst>
          </p:cNvPr>
          <p:cNvGraphicFramePr>
            <a:graphicFrameLocks noGrp="1"/>
          </p:cNvGraphicFramePr>
          <p:nvPr/>
        </p:nvGraphicFramePr>
        <p:xfrm>
          <a:off x="3545084" y="396438"/>
          <a:ext cx="3233058" cy="2843220"/>
        </p:xfrm>
        <a:graphic>
          <a:graphicData uri="http://schemas.openxmlformats.org/drawingml/2006/table">
            <a:tbl>
              <a:tblPr firstRow="1" bandRow="1">
                <a:tableStyleId>{5C22544A-7EE6-4342-B048-85BDC9FD1C3A}</a:tableStyleId>
              </a:tblPr>
              <a:tblGrid>
                <a:gridCol w="3233058">
                  <a:extLst>
                    <a:ext uri="{9D8B030D-6E8A-4147-A177-3AD203B41FA5}">
                      <a16:colId xmlns:a16="http://schemas.microsoft.com/office/drawing/2014/main" val="2641477524"/>
                    </a:ext>
                  </a:extLst>
                </a:gridCol>
              </a:tblGrid>
              <a:tr h="2843220">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8051279"/>
                  </a:ext>
                </a:extLst>
              </a:tr>
            </a:tbl>
          </a:graphicData>
        </a:graphic>
      </p:graphicFrame>
      <p:sp>
        <p:nvSpPr>
          <p:cNvPr id="20" name="Rectangle 19">
            <a:extLst>
              <a:ext uri="{FF2B5EF4-FFF2-40B4-BE49-F238E27FC236}">
                <a16:creationId xmlns:a16="http://schemas.microsoft.com/office/drawing/2014/main" id="{94130977-BEF1-0B48-1EED-D578084C0846}"/>
              </a:ext>
            </a:extLst>
          </p:cNvPr>
          <p:cNvSpPr/>
          <p:nvPr/>
        </p:nvSpPr>
        <p:spPr>
          <a:xfrm>
            <a:off x="102453" y="3253540"/>
            <a:ext cx="1077686" cy="276999"/>
          </a:xfrm>
          <a:prstGeom prst="rect">
            <a:avLst/>
          </a:prstGeom>
        </p:spPr>
        <p:txBody>
          <a:bodyPr wrap="square">
            <a:spAutoFit/>
          </a:bodyPr>
          <a:lstStyle/>
          <a:p>
            <a:r>
              <a:rPr lang="pt-BR" sz="1200">
                <a:latin typeface="Calibri" panose="020F0502020204030204" pitchFamily="34" charset="0"/>
                <a:cs typeface="Calibri" panose="020F0502020204030204" pitchFamily="34" charset="0"/>
              </a:rPr>
              <a:t>i) 64 and 100</a:t>
            </a:r>
          </a:p>
        </p:txBody>
      </p:sp>
      <p:graphicFrame>
        <p:nvGraphicFramePr>
          <p:cNvPr id="21" name="Table 20">
            <a:extLst>
              <a:ext uri="{FF2B5EF4-FFF2-40B4-BE49-F238E27FC236}">
                <a16:creationId xmlns:a16="http://schemas.microsoft.com/office/drawing/2014/main" id="{359D0245-79E9-4005-A00C-CAFAAF0BF71F}"/>
              </a:ext>
            </a:extLst>
          </p:cNvPr>
          <p:cNvGraphicFramePr>
            <a:graphicFrameLocks noGrp="1"/>
          </p:cNvGraphicFramePr>
          <p:nvPr/>
        </p:nvGraphicFramePr>
        <p:xfrm>
          <a:off x="102453" y="3530539"/>
          <a:ext cx="3233058" cy="2843220"/>
        </p:xfrm>
        <a:graphic>
          <a:graphicData uri="http://schemas.openxmlformats.org/drawingml/2006/table">
            <a:tbl>
              <a:tblPr firstRow="1" bandRow="1">
                <a:tableStyleId>{5C22544A-7EE6-4342-B048-85BDC9FD1C3A}</a:tableStyleId>
              </a:tblPr>
              <a:tblGrid>
                <a:gridCol w="3233058">
                  <a:extLst>
                    <a:ext uri="{9D8B030D-6E8A-4147-A177-3AD203B41FA5}">
                      <a16:colId xmlns:a16="http://schemas.microsoft.com/office/drawing/2014/main" val="2641477524"/>
                    </a:ext>
                  </a:extLst>
                </a:gridCol>
              </a:tblGrid>
              <a:tr h="2843220">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8051279"/>
                  </a:ext>
                </a:extLst>
              </a:tr>
            </a:tbl>
          </a:graphicData>
        </a:graphic>
      </p:graphicFrame>
      <p:graphicFrame>
        <p:nvGraphicFramePr>
          <p:cNvPr id="22" name="Table 21">
            <a:extLst>
              <a:ext uri="{FF2B5EF4-FFF2-40B4-BE49-F238E27FC236}">
                <a16:creationId xmlns:a16="http://schemas.microsoft.com/office/drawing/2014/main" id="{50699C8A-0FD1-3166-2231-10A0B922C68F}"/>
              </a:ext>
            </a:extLst>
          </p:cNvPr>
          <p:cNvGraphicFramePr>
            <a:graphicFrameLocks noGrp="1"/>
          </p:cNvGraphicFramePr>
          <p:nvPr/>
        </p:nvGraphicFramePr>
        <p:xfrm>
          <a:off x="3545084" y="3530539"/>
          <a:ext cx="3233058" cy="2843220"/>
        </p:xfrm>
        <a:graphic>
          <a:graphicData uri="http://schemas.openxmlformats.org/drawingml/2006/table">
            <a:tbl>
              <a:tblPr firstRow="1" bandRow="1">
                <a:tableStyleId>{5C22544A-7EE6-4342-B048-85BDC9FD1C3A}</a:tableStyleId>
              </a:tblPr>
              <a:tblGrid>
                <a:gridCol w="3233058">
                  <a:extLst>
                    <a:ext uri="{9D8B030D-6E8A-4147-A177-3AD203B41FA5}">
                      <a16:colId xmlns:a16="http://schemas.microsoft.com/office/drawing/2014/main" val="2641477524"/>
                    </a:ext>
                  </a:extLst>
                </a:gridCol>
              </a:tblGrid>
              <a:tr h="2843220">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8051279"/>
                  </a:ext>
                </a:extLst>
              </a:tr>
            </a:tbl>
          </a:graphicData>
        </a:graphic>
      </p:graphicFrame>
      <p:sp>
        <p:nvSpPr>
          <p:cNvPr id="23" name="Rectangle 22">
            <a:extLst>
              <a:ext uri="{FF2B5EF4-FFF2-40B4-BE49-F238E27FC236}">
                <a16:creationId xmlns:a16="http://schemas.microsoft.com/office/drawing/2014/main" id="{670E806C-A2C3-0155-D258-F1B8499020FE}"/>
              </a:ext>
            </a:extLst>
          </p:cNvPr>
          <p:cNvSpPr/>
          <p:nvPr/>
        </p:nvSpPr>
        <p:spPr>
          <a:xfrm>
            <a:off x="102453" y="6383213"/>
            <a:ext cx="1077686" cy="276999"/>
          </a:xfrm>
          <a:prstGeom prst="rect">
            <a:avLst/>
          </a:prstGeom>
        </p:spPr>
        <p:txBody>
          <a:bodyPr wrap="square">
            <a:spAutoFit/>
          </a:bodyPr>
          <a:lstStyle/>
          <a:p>
            <a:r>
              <a:rPr lang="pt-BR" sz="1200">
                <a:latin typeface="Calibri" panose="020F0502020204030204" pitchFamily="34" charset="0"/>
                <a:cs typeface="Calibri" panose="020F0502020204030204" pitchFamily="34" charset="0"/>
              </a:rPr>
              <a:t>k) 72 and 108</a:t>
            </a:r>
          </a:p>
        </p:txBody>
      </p:sp>
      <p:graphicFrame>
        <p:nvGraphicFramePr>
          <p:cNvPr id="24" name="Table 23">
            <a:extLst>
              <a:ext uri="{FF2B5EF4-FFF2-40B4-BE49-F238E27FC236}">
                <a16:creationId xmlns:a16="http://schemas.microsoft.com/office/drawing/2014/main" id="{CC94AA1C-72FE-CFED-5574-469515583C2B}"/>
              </a:ext>
            </a:extLst>
          </p:cNvPr>
          <p:cNvGraphicFramePr>
            <a:graphicFrameLocks noGrp="1"/>
          </p:cNvGraphicFramePr>
          <p:nvPr/>
        </p:nvGraphicFramePr>
        <p:xfrm>
          <a:off x="102453" y="6660212"/>
          <a:ext cx="3233058" cy="2843220"/>
        </p:xfrm>
        <a:graphic>
          <a:graphicData uri="http://schemas.openxmlformats.org/drawingml/2006/table">
            <a:tbl>
              <a:tblPr firstRow="1" bandRow="1">
                <a:tableStyleId>{5C22544A-7EE6-4342-B048-85BDC9FD1C3A}</a:tableStyleId>
              </a:tblPr>
              <a:tblGrid>
                <a:gridCol w="3233058">
                  <a:extLst>
                    <a:ext uri="{9D8B030D-6E8A-4147-A177-3AD203B41FA5}">
                      <a16:colId xmlns:a16="http://schemas.microsoft.com/office/drawing/2014/main" val="2641477524"/>
                    </a:ext>
                  </a:extLst>
                </a:gridCol>
              </a:tblGrid>
              <a:tr h="2843220">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8051279"/>
                  </a:ext>
                </a:extLst>
              </a:tr>
            </a:tbl>
          </a:graphicData>
        </a:graphic>
      </p:graphicFrame>
      <p:graphicFrame>
        <p:nvGraphicFramePr>
          <p:cNvPr id="25" name="Table 24">
            <a:extLst>
              <a:ext uri="{FF2B5EF4-FFF2-40B4-BE49-F238E27FC236}">
                <a16:creationId xmlns:a16="http://schemas.microsoft.com/office/drawing/2014/main" id="{6DF91D3F-3326-0F13-A366-F698A65DA757}"/>
              </a:ext>
            </a:extLst>
          </p:cNvPr>
          <p:cNvGraphicFramePr>
            <a:graphicFrameLocks noGrp="1"/>
          </p:cNvGraphicFramePr>
          <p:nvPr/>
        </p:nvGraphicFramePr>
        <p:xfrm>
          <a:off x="3545084" y="6660212"/>
          <a:ext cx="3233058" cy="2843220"/>
        </p:xfrm>
        <a:graphic>
          <a:graphicData uri="http://schemas.openxmlformats.org/drawingml/2006/table">
            <a:tbl>
              <a:tblPr firstRow="1" bandRow="1">
                <a:tableStyleId>{5C22544A-7EE6-4342-B048-85BDC9FD1C3A}</a:tableStyleId>
              </a:tblPr>
              <a:tblGrid>
                <a:gridCol w="3233058">
                  <a:extLst>
                    <a:ext uri="{9D8B030D-6E8A-4147-A177-3AD203B41FA5}">
                      <a16:colId xmlns:a16="http://schemas.microsoft.com/office/drawing/2014/main" val="2641477524"/>
                    </a:ext>
                  </a:extLst>
                </a:gridCol>
              </a:tblGrid>
              <a:tr h="2843220">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8051279"/>
                  </a:ext>
                </a:extLst>
              </a:tr>
            </a:tbl>
          </a:graphicData>
        </a:graphic>
      </p:graphicFrame>
      <p:sp>
        <p:nvSpPr>
          <p:cNvPr id="27" name="Slide Number Placeholder 3">
            <a:extLst>
              <a:ext uri="{FF2B5EF4-FFF2-40B4-BE49-F238E27FC236}">
                <a16:creationId xmlns:a16="http://schemas.microsoft.com/office/drawing/2014/main" id="{4598FB34-82B3-28A9-DF6C-A18D2E84D317}"/>
              </a:ext>
            </a:extLst>
          </p:cNvPr>
          <p:cNvSpPr>
            <a:spLocks noGrp="1"/>
          </p:cNvSpPr>
          <p:nvPr>
            <p:ph type="sldNum" sz="quarter" idx="12"/>
          </p:nvPr>
        </p:nvSpPr>
        <p:spPr>
          <a:xfrm>
            <a:off x="5314172" y="9548569"/>
            <a:ext cx="1543050" cy="527403"/>
          </a:xfrm>
        </p:spPr>
        <p:txBody>
          <a:bodyPr/>
          <a:lstStyle/>
          <a:p>
            <a:fld id="{801DFC4E-6969-46AA-A5C7-ABF66C60BBE0}" type="slidenum">
              <a:rPr lang="en-GB" smtClean="0"/>
              <a:t>29</a:t>
            </a:fld>
            <a:endParaRPr lang="en-GB"/>
          </a:p>
        </p:txBody>
      </p:sp>
      <p:sp>
        <p:nvSpPr>
          <p:cNvPr id="28" name="Rectangle 27">
            <a:extLst>
              <a:ext uri="{FF2B5EF4-FFF2-40B4-BE49-F238E27FC236}">
                <a16:creationId xmlns:a16="http://schemas.microsoft.com/office/drawing/2014/main" id="{6177CD82-F9EF-6052-0B63-C42063B835CC}"/>
              </a:ext>
            </a:extLst>
          </p:cNvPr>
          <p:cNvSpPr/>
          <p:nvPr/>
        </p:nvSpPr>
        <p:spPr>
          <a:xfrm>
            <a:off x="3545084" y="129152"/>
            <a:ext cx="1077686" cy="276999"/>
          </a:xfrm>
          <a:prstGeom prst="rect">
            <a:avLst/>
          </a:prstGeom>
        </p:spPr>
        <p:txBody>
          <a:bodyPr wrap="square">
            <a:spAutoFit/>
          </a:bodyPr>
          <a:lstStyle/>
          <a:p>
            <a:r>
              <a:rPr lang="pt-BR" sz="1200">
                <a:latin typeface="Calibri" panose="020F0502020204030204" pitchFamily="34" charset="0"/>
                <a:cs typeface="Calibri" panose="020F0502020204030204" pitchFamily="34" charset="0"/>
              </a:rPr>
              <a:t>h) 27 and 54</a:t>
            </a:r>
          </a:p>
        </p:txBody>
      </p:sp>
      <p:sp>
        <p:nvSpPr>
          <p:cNvPr id="29" name="Rectangle 28">
            <a:extLst>
              <a:ext uri="{FF2B5EF4-FFF2-40B4-BE49-F238E27FC236}">
                <a16:creationId xmlns:a16="http://schemas.microsoft.com/office/drawing/2014/main" id="{8E452BBB-0C1E-65FB-04BA-7172BCB22FAB}"/>
              </a:ext>
            </a:extLst>
          </p:cNvPr>
          <p:cNvSpPr/>
          <p:nvPr/>
        </p:nvSpPr>
        <p:spPr>
          <a:xfrm>
            <a:off x="3545084" y="3264480"/>
            <a:ext cx="1077686" cy="276999"/>
          </a:xfrm>
          <a:prstGeom prst="rect">
            <a:avLst/>
          </a:prstGeom>
        </p:spPr>
        <p:txBody>
          <a:bodyPr wrap="square">
            <a:spAutoFit/>
          </a:bodyPr>
          <a:lstStyle/>
          <a:p>
            <a:r>
              <a:rPr lang="pt-BR" sz="1200">
                <a:latin typeface="Calibri" panose="020F0502020204030204" pitchFamily="34" charset="0"/>
                <a:cs typeface="Calibri" panose="020F0502020204030204" pitchFamily="34" charset="0"/>
              </a:rPr>
              <a:t>j) 144 and 180</a:t>
            </a:r>
          </a:p>
        </p:txBody>
      </p:sp>
      <p:sp>
        <p:nvSpPr>
          <p:cNvPr id="30" name="Rectangle 29">
            <a:extLst>
              <a:ext uri="{FF2B5EF4-FFF2-40B4-BE49-F238E27FC236}">
                <a16:creationId xmlns:a16="http://schemas.microsoft.com/office/drawing/2014/main" id="{04DAC0CA-D438-3A8A-FB94-EF600A03BA81}"/>
              </a:ext>
            </a:extLst>
          </p:cNvPr>
          <p:cNvSpPr/>
          <p:nvPr/>
        </p:nvSpPr>
        <p:spPr>
          <a:xfrm>
            <a:off x="3476197" y="6383213"/>
            <a:ext cx="1077686" cy="276999"/>
          </a:xfrm>
          <a:prstGeom prst="rect">
            <a:avLst/>
          </a:prstGeom>
        </p:spPr>
        <p:txBody>
          <a:bodyPr wrap="square">
            <a:spAutoFit/>
          </a:bodyPr>
          <a:lstStyle/>
          <a:p>
            <a:r>
              <a:rPr lang="pt-BR" sz="1200">
                <a:latin typeface="Calibri" panose="020F0502020204030204" pitchFamily="34" charset="0"/>
                <a:cs typeface="Calibri" panose="020F0502020204030204" pitchFamily="34" charset="0"/>
              </a:rPr>
              <a:t>l) 144 and 168</a:t>
            </a:r>
          </a:p>
        </p:txBody>
      </p:sp>
      <p:pic>
        <p:nvPicPr>
          <p:cNvPr id="17" name="Picture 2" descr="Venn Diagram: Definition, Types and What It's Used For ...">
            <a:extLst>
              <a:ext uri="{FF2B5EF4-FFF2-40B4-BE49-F238E27FC236}">
                <a16:creationId xmlns:a16="http://schemas.microsoft.com/office/drawing/2014/main" id="{0BE38279-750A-F862-980D-BF91AA948F38}"/>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4463" t="9159" r="4806" b="6659"/>
          <a:stretch/>
        </p:blipFill>
        <p:spPr bwMode="auto">
          <a:xfrm>
            <a:off x="210630" y="1751608"/>
            <a:ext cx="2371726" cy="1386598"/>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Venn Diagram: Definition, Types and What It's Used For ...">
            <a:extLst>
              <a:ext uri="{FF2B5EF4-FFF2-40B4-BE49-F238E27FC236}">
                <a16:creationId xmlns:a16="http://schemas.microsoft.com/office/drawing/2014/main" id="{CFDB2740-8AB4-D9F2-A07B-E251A2C83A0E}"/>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4463" t="9159" r="4806" b="6659"/>
          <a:stretch/>
        </p:blipFill>
        <p:spPr bwMode="auto">
          <a:xfrm>
            <a:off x="3625593" y="1724523"/>
            <a:ext cx="2371726" cy="1386598"/>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 descr="Venn Diagram: Definition, Types and What It's Used For ...">
            <a:extLst>
              <a:ext uri="{FF2B5EF4-FFF2-40B4-BE49-F238E27FC236}">
                <a16:creationId xmlns:a16="http://schemas.microsoft.com/office/drawing/2014/main" id="{9D209C67-96CD-CF1D-BB42-AFD2FA1A8883}"/>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4463" t="9159" r="4806" b="6659"/>
          <a:stretch/>
        </p:blipFill>
        <p:spPr bwMode="auto">
          <a:xfrm>
            <a:off x="210630" y="4855697"/>
            <a:ext cx="2371726" cy="1386598"/>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2" descr="Venn Diagram: Definition, Types and What It's Used For ...">
            <a:extLst>
              <a:ext uri="{FF2B5EF4-FFF2-40B4-BE49-F238E27FC236}">
                <a16:creationId xmlns:a16="http://schemas.microsoft.com/office/drawing/2014/main" id="{1E29BE7E-B320-2067-D044-9DEF66B98D94}"/>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4463" t="9159" r="4806" b="6659"/>
          <a:stretch/>
        </p:blipFill>
        <p:spPr bwMode="auto">
          <a:xfrm>
            <a:off x="3684466" y="4855697"/>
            <a:ext cx="2371726" cy="1386598"/>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2" descr="Venn Diagram: Definition, Types and What It's Used For ...">
            <a:extLst>
              <a:ext uri="{FF2B5EF4-FFF2-40B4-BE49-F238E27FC236}">
                <a16:creationId xmlns:a16="http://schemas.microsoft.com/office/drawing/2014/main" id="{B6D88DFF-0633-A9B4-30B7-DA0D33041604}"/>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4463" t="9159" r="4806" b="6659"/>
          <a:stretch/>
        </p:blipFill>
        <p:spPr bwMode="auto">
          <a:xfrm>
            <a:off x="210630" y="7947966"/>
            <a:ext cx="2371726" cy="1386598"/>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 descr="Venn Diagram: Definition, Types and What It's Used For ...">
            <a:extLst>
              <a:ext uri="{FF2B5EF4-FFF2-40B4-BE49-F238E27FC236}">
                <a16:creationId xmlns:a16="http://schemas.microsoft.com/office/drawing/2014/main" id="{4901DFE6-BD6B-12CE-5508-E559C9862ACB}"/>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4463" t="9159" r="4806" b="6659"/>
          <a:stretch/>
        </p:blipFill>
        <p:spPr bwMode="auto">
          <a:xfrm>
            <a:off x="3684466" y="7947966"/>
            <a:ext cx="2371726" cy="13865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06316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819E81-4155-9712-EA67-580E6C5F5BF4}"/>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8EAAB6F-2884-52F8-001B-A386ED6EDA24}"/>
              </a:ext>
            </a:extLst>
          </p:cNvPr>
          <p:cNvSpPr>
            <a:spLocks noGrp="1"/>
          </p:cNvSpPr>
          <p:nvPr>
            <p:ph type="sldNum" sz="quarter" idx="12"/>
          </p:nvPr>
        </p:nvSpPr>
        <p:spPr>
          <a:xfrm>
            <a:off x="5271479" y="9473227"/>
            <a:ext cx="1543050" cy="527403"/>
          </a:xfrm>
        </p:spPr>
        <p:txBody>
          <a:bodyPr/>
          <a:lstStyle/>
          <a:p>
            <a:fld id="{19F1D9CC-7119-45EC-A96C-D8C0660F3AAB}" type="slidenum">
              <a:rPr lang="en-GB" smtClean="0"/>
              <a:t>30</a:t>
            </a:fld>
            <a:endParaRPr lang="en-GB"/>
          </a:p>
        </p:txBody>
      </p:sp>
      <p:sp>
        <p:nvSpPr>
          <p:cNvPr id="4" name="TextBox 3">
            <a:extLst>
              <a:ext uri="{FF2B5EF4-FFF2-40B4-BE49-F238E27FC236}">
                <a16:creationId xmlns:a16="http://schemas.microsoft.com/office/drawing/2014/main" id="{D0DC0185-D129-4C54-1229-AFF7383F86E3}"/>
              </a:ext>
            </a:extLst>
          </p:cNvPr>
          <p:cNvSpPr txBox="1"/>
          <p:nvPr/>
        </p:nvSpPr>
        <p:spPr>
          <a:xfrm>
            <a:off x="24241" y="356301"/>
            <a:ext cx="6766998" cy="461665"/>
          </a:xfrm>
          <a:prstGeom prst="rect">
            <a:avLst/>
          </a:prstGeom>
          <a:noFill/>
        </p:spPr>
        <p:txBody>
          <a:bodyPr wrap="square" rtlCol="0">
            <a:spAutoFit/>
          </a:bodyPr>
          <a:lstStyle/>
          <a:p>
            <a:r>
              <a:rPr lang="en-GB" sz="1200" dirty="0"/>
              <a:t>In a similar way, we can also use Venn diagrams to find the LCM of two or more numbers. </a:t>
            </a:r>
          </a:p>
          <a:p>
            <a:r>
              <a:rPr lang="en-GB" sz="1200" dirty="0"/>
              <a:t>The LCM can be found in the </a:t>
            </a:r>
            <a:r>
              <a:rPr lang="en-GB" sz="1200" b="1" u="sng" dirty="0"/>
              <a:t>union</a:t>
            </a:r>
            <a:r>
              <a:rPr lang="en-GB" sz="1200" dirty="0"/>
              <a:t> of the two numbers: </a:t>
            </a:r>
          </a:p>
        </p:txBody>
      </p:sp>
      <p:sp>
        <p:nvSpPr>
          <p:cNvPr id="7" name="TextBox 6">
            <a:extLst>
              <a:ext uri="{FF2B5EF4-FFF2-40B4-BE49-F238E27FC236}">
                <a16:creationId xmlns:a16="http://schemas.microsoft.com/office/drawing/2014/main" id="{F743FA2E-2EAD-2932-FDCE-FFF10A101BA6}"/>
              </a:ext>
            </a:extLst>
          </p:cNvPr>
          <p:cNvSpPr txBox="1"/>
          <p:nvPr/>
        </p:nvSpPr>
        <p:spPr>
          <a:xfrm>
            <a:off x="27813" y="890486"/>
            <a:ext cx="5423338" cy="276999"/>
          </a:xfrm>
          <a:prstGeom prst="rect">
            <a:avLst/>
          </a:prstGeom>
          <a:noFill/>
        </p:spPr>
        <p:txBody>
          <a:bodyPr wrap="square" rtlCol="0">
            <a:spAutoFit/>
          </a:bodyPr>
          <a:lstStyle/>
          <a:p>
            <a:r>
              <a:rPr lang="en-GB" sz="1200" dirty="0"/>
              <a:t>To find the LCM we </a:t>
            </a:r>
            <a:r>
              <a:rPr lang="en-GB" sz="1200" b="1" dirty="0"/>
              <a:t>multiply the numbers in the union</a:t>
            </a:r>
            <a:r>
              <a:rPr lang="en-GB" sz="1200" dirty="0"/>
              <a:t>. </a:t>
            </a:r>
          </a:p>
        </p:txBody>
      </p:sp>
      <p:graphicFrame>
        <p:nvGraphicFramePr>
          <p:cNvPr id="2" name="Table 1">
            <a:extLst>
              <a:ext uri="{FF2B5EF4-FFF2-40B4-BE49-F238E27FC236}">
                <a16:creationId xmlns:a16="http://schemas.microsoft.com/office/drawing/2014/main" id="{C78DD2AF-961F-F161-0A21-E878D05D954B}"/>
              </a:ext>
            </a:extLst>
          </p:cNvPr>
          <p:cNvGraphicFramePr>
            <a:graphicFrameLocks noGrp="1"/>
          </p:cNvGraphicFramePr>
          <p:nvPr/>
        </p:nvGraphicFramePr>
        <p:xfrm>
          <a:off x="82310" y="1597272"/>
          <a:ext cx="6689482" cy="3233467"/>
        </p:xfrm>
        <a:graphic>
          <a:graphicData uri="http://schemas.openxmlformats.org/drawingml/2006/table">
            <a:tbl>
              <a:tblPr firstRow="1" bandRow="1">
                <a:tableStyleId>{5C22544A-7EE6-4342-B048-85BDC9FD1C3A}</a:tableStyleId>
              </a:tblPr>
              <a:tblGrid>
                <a:gridCol w="1358971">
                  <a:extLst>
                    <a:ext uri="{9D8B030D-6E8A-4147-A177-3AD203B41FA5}">
                      <a16:colId xmlns:a16="http://schemas.microsoft.com/office/drawing/2014/main" val="1568142362"/>
                    </a:ext>
                  </a:extLst>
                </a:gridCol>
                <a:gridCol w="1776837">
                  <a:extLst>
                    <a:ext uri="{9D8B030D-6E8A-4147-A177-3AD203B41FA5}">
                      <a16:colId xmlns:a16="http://schemas.microsoft.com/office/drawing/2014/main" val="3551711160"/>
                    </a:ext>
                  </a:extLst>
                </a:gridCol>
                <a:gridCol w="1776837">
                  <a:extLst>
                    <a:ext uri="{9D8B030D-6E8A-4147-A177-3AD203B41FA5}">
                      <a16:colId xmlns:a16="http://schemas.microsoft.com/office/drawing/2014/main" val="1712497518"/>
                    </a:ext>
                  </a:extLst>
                </a:gridCol>
                <a:gridCol w="1776837">
                  <a:extLst>
                    <a:ext uri="{9D8B030D-6E8A-4147-A177-3AD203B41FA5}">
                      <a16:colId xmlns:a16="http://schemas.microsoft.com/office/drawing/2014/main" val="886122921"/>
                    </a:ext>
                  </a:extLst>
                </a:gridCol>
              </a:tblGrid>
              <a:tr h="0">
                <a:tc>
                  <a:txBody>
                    <a:bodyPr/>
                    <a:lstStyle/>
                    <a:p>
                      <a:endParaRPr lang="en-GB" sz="1200" b="1">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a:solidFill>
                            <a:srgbClr val="FF0000"/>
                          </a:solidFill>
                        </a:rPr>
                        <a:t>Example 10 – I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a:solidFill>
                            <a:schemeClr val="accent2"/>
                          </a:solidFill>
                        </a:rPr>
                        <a:t>Example 11 – We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a:solidFill>
                            <a:srgbClr val="00B050"/>
                          </a:solidFill>
                        </a:rPr>
                        <a:t>Example 12 – You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10528973"/>
                  </a:ext>
                </a:extLst>
              </a:tr>
              <a:tr h="691923">
                <a:tc>
                  <a:txBody>
                    <a:bodyPr/>
                    <a:lstStyle/>
                    <a:p>
                      <a:r>
                        <a:rPr lang="en-US" sz="1200" b="1">
                          <a:solidFill>
                            <a:schemeClr val="tx1"/>
                          </a:solidFill>
                        </a:rPr>
                        <a:t>Steps</a:t>
                      </a:r>
                      <a:endParaRPr lang="en-GB" sz="12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a:solidFill>
                            <a:schemeClr val="tx1"/>
                          </a:solidFill>
                        </a:rPr>
                        <a:t>Find the HCF of 60 and 72 using the given Venn diagram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solidFill>
                          <a:effectLst/>
                          <a:uLnTx/>
                          <a:uFillTx/>
                          <a:latin typeface="Calibri" panose="020F0502020204030204"/>
                          <a:ea typeface="+mn-ea"/>
                          <a:cs typeface="+mn-cs"/>
                        </a:rPr>
                        <a:t>Find the HCF of 70 and 84 using the given Venn diagram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solidFill>
                          <a:effectLst/>
                          <a:uLnTx/>
                          <a:uFillTx/>
                          <a:latin typeface="Calibri" panose="020F0502020204030204"/>
                          <a:ea typeface="+mn-ea"/>
                          <a:cs typeface="+mn-cs"/>
                        </a:rPr>
                        <a:t>Find the HCF of 32 and 48 using the given Venn diagram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2267224">
                <a:tc>
                  <a:txBody>
                    <a:bodyPr/>
                    <a:lstStyle/>
                    <a:p>
                      <a:pPr marL="0" indent="0" algn="l">
                        <a:buNone/>
                      </a:pPr>
                      <a:r>
                        <a:rPr lang="en-GB" sz="1200"/>
                        <a:t>1) Highlight the intersection of the Venn Diagram</a:t>
                      </a:r>
                    </a:p>
                    <a:p>
                      <a:pPr marL="0" indent="0" algn="l">
                        <a:buNone/>
                      </a:pPr>
                      <a:endParaRPr lang="en-GB" sz="1200"/>
                    </a:p>
                    <a:p>
                      <a:pPr marL="0" indent="0" algn="l">
                        <a:buNone/>
                      </a:pPr>
                      <a:r>
                        <a:rPr lang="en-GB" sz="1200"/>
                        <a:t>2) Multiply the numbers in the intersection to find the HCF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n-US" sz="1200" baseline="0">
                        <a:solidFill>
                          <a:schemeClr val="tx1"/>
                        </a:solidFill>
                      </a:endParaRPr>
                    </a:p>
                    <a:p>
                      <a:pPr algn="l"/>
                      <a:endParaRPr lang="en-US" sz="1200" baseline="0">
                        <a:solidFill>
                          <a:schemeClr val="tx1"/>
                        </a:solidFill>
                      </a:endParaRPr>
                    </a:p>
                    <a:p>
                      <a:pPr algn="l"/>
                      <a:endParaRPr lang="en-US" sz="1200" baseline="0">
                        <a:solidFill>
                          <a:schemeClr val="tx1"/>
                        </a:solidFill>
                      </a:endParaRPr>
                    </a:p>
                    <a:p>
                      <a:pPr algn="l"/>
                      <a:endParaRPr lang="en-US" sz="1200" baseline="0">
                        <a:solidFill>
                          <a:schemeClr val="tx1"/>
                        </a:solidFill>
                      </a:endParaRPr>
                    </a:p>
                    <a:p>
                      <a:pPr algn="l"/>
                      <a:endParaRPr lang="en-US" sz="1200" baseline="0">
                        <a:solidFill>
                          <a:schemeClr val="tx1"/>
                        </a:solidFill>
                      </a:endParaRPr>
                    </a:p>
                    <a:p>
                      <a:pPr algn="l"/>
                      <a:endParaRPr lang="en-US" sz="12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bl>
          </a:graphicData>
        </a:graphic>
      </p:graphicFrame>
      <p:pic>
        <p:nvPicPr>
          <p:cNvPr id="5" name="Picture 4">
            <a:extLst>
              <a:ext uri="{FF2B5EF4-FFF2-40B4-BE49-F238E27FC236}">
                <a16:creationId xmlns:a16="http://schemas.microsoft.com/office/drawing/2014/main" id="{5A2D7D59-52B5-2579-3B02-6827105BB761}"/>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rcRect t="35665" b="34992"/>
          <a:stretch/>
        </p:blipFill>
        <p:spPr>
          <a:xfrm>
            <a:off x="3302450" y="2619759"/>
            <a:ext cx="1676634" cy="933651"/>
          </a:xfrm>
          <a:prstGeom prst="rect">
            <a:avLst/>
          </a:prstGeom>
        </p:spPr>
      </p:pic>
      <p:pic>
        <p:nvPicPr>
          <p:cNvPr id="8" name="Picture 7">
            <a:extLst>
              <a:ext uri="{FF2B5EF4-FFF2-40B4-BE49-F238E27FC236}">
                <a16:creationId xmlns:a16="http://schemas.microsoft.com/office/drawing/2014/main" id="{238CA901-620F-53EA-837E-6AAAE4EDEB3B}"/>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rcRect t="71247"/>
          <a:stretch/>
        </p:blipFill>
        <p:spPr>
          <a:xfrm>
            <a:off x="5079918" y="2619759"/>
            <a:ext cx="1676634" cy="914854"/>
          </a:xfrm>
          <a:prstGeom prst="rect">
            <a:avLst/>
          </a:prstGeom>
        </p:spPr>
      </p:pic>
      <p:pic>
        <p:nvPicPr>
          <p:cNvPr id="9" name="Picture 8">
            <a:extLst>
              <a:ext uri="{FF2B5EF4-FFF2-40B4-BE49-F238E27FC236}">
                <a16:creationId xmlns:a16="http://schemas.microsoft.com/office/drawing/2014/main" id="{6A329D39-0F23-7C80-AAA2-ACD414CB785B}"/>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rcRect b="68407"/>
          <a:stretch/>
        </p:blipFill>
        <p:spPr>
          <a:xfrm>
            <a:off x="1509742" y="2619759"/>
            <a:ext cx="1676634" cy="1005228"/>
          </a:xfrm>
          <a:prstGeom prst="rect">
            <a:avLst/>
          </a:prstGeom>
        </p:spPr>
      </p:pic>
      <p:sp>
        <p:nvSpPr>
          <p:cNvPr id="10" name="TextBox 9">
            <a:extLst>
              <a:ext uri="{FF2B5EF4-FFF2-40B4-BE49-F238E27FC236}">
                <a16:creationId xmlns:a16="http://schemas.microsoft.com/office/drawing/2014/main" id="{0B9C240B-3F88-0066-20CE-9042B772A80A}"/>
              </a:ext>
            </a:extLst>
          </p:cNvPr>
          <p:cNvSpPr txBox="1"/>
          <p:nvPr/>
        </p:nvSpPr>
        <p:spPr>
          <a:xfrm>
            <a:off x="1509742" y="2584423"/>
            <a:ext cx="5323893" cy="276999"/>
          </a:xfrm>
          <a:prstGeom prst="rect">
            <a:avLst/>
          </a:prstGeom>
          <a:noFill/>
        </p:spPr>
        <p:txBody>
          <a:bodyPr wrap="none" rtlCol="0">
            <a:spAutoFit/>
          </a:bodyPr>
          <a:lstStyle/>
          <a:p>
            <a:r>
              <a:rPr lang="en-US" sz="1200"/>
              <a:t>60                                 72        70                                    84      32                                    48</a:t>
            </a:r>
            <a:endParaRPr lang="en-GB" sz="1200"/>
          </a:p>
        </p:txBody>
      </p:sp>
      <p:sp>
        <p:nvSpPr>
          <p:cNvPr id="11" name="Rectangle 10">
            <a:extLst>
              <a:ext uri="{FF2B5EF4-FFF2-40B4-BE49-F238E27FC236}">
                <a16:creationId xmlns:a16="http://schemas.microsoft.com/office/drawing/2014/main" id="{B3C57B49-09B3-83EB-E860-507D19A12F27}"/>
              </a:ext>
            </a:extLst>
          </p:cNvPr>
          <p:cNvSpPr/>
          <p:nvPr/>
        </p:nvSpPr>
        <p:spPr>
          <a:xfrm>
            <a:off x="1848332" y="4895180"/>
            <a:ext cx="6387353" cy="276999"/>
          </a:xfrm>
          <a:prstGeom prst="rect">
            <a:avLst/>
          </a:prstGeom>
        </p:spPr>
        <p:txBody>
          <a:bodyPr wrap="square">
            <a:spAutoFit/>
          </a:bodyPr>
          <a:lstStyle/>
          <a:p>
            <a:r>
              <a:rPr lang="pt-BR" sz="1200" b="1">
                <a:latin typeface="Calibri" panose="020F0502020204030204" pitchFamily="34" charset="0"/>
                <a:cs typeface="Calibri" panose="020F0502020204030204" pitchFamily="34" charset="0"/>
              </a:rPr>
              <a:t>6. </a:t>
            </a:r>
            <a:r>
              <a:rPr lang="pt-BR" sz="1200">
                <a:latin typeface="Calibri" panose="020F0502020204030204" pitchFamily="34" charset="0"/>
                <a:cs typeface="Calibri" panose="020F0502020204030204" pitchFamily="34" charset="0"/>
              </a:rPr>
              <a:t>Calculate the Highest Common Factor of the following pairs of numbers.</a:t>
            </a:r>
          </a:p>
        </p:txBody>
      </p:sp>
      <p:sp>
        <p:nvSpPr>
          <p:cNvPr id="13" name="Rectangle 12">
            <a:extLst>
              <a:ext uri="{FF2B5EF4-FFF2-40B4-BE49-F238E27FC236}">
                <a16:creationId xmlns:a16="http://schemas.microsoft.com/office/drawing/2014/main" id="{AF84BE3D-03CE-4928-C7E3-0D9BCBB4CA54}"/>
              </a:ext>
            </a:extLst>
          </p:cNvPr>
          <p:cNvSpPr/>
          <p:nvPr/>
        </p:nvSpPr>
        <p:spPr>
          <a:xfrm>
            <a:off x="132484" y="5221310"/>
            <a:ext cx="1077686" cy="276999"/>
          </a:xfrm>
          <a:prstGeom prst="rect">
            <a:avLst/>
          </a:prstGeom>
        </p:spPr>
        <p:txBody>
          <a:bodyPr wrap="square">
            <a:spAutoFit/>
          </a:bodyPr>
          <a:lstStyle/>
          <a:p>
            <a:r>
              <a:rPr lang="pt-BR" sz="1200">
                <a:latin typeface="Calibri" panose="020F0502020204030204" pitchFamily="34" charset="0"/>
                <a:cs typeface="Calibri" panose="020F0502020204030204" pitchFamily="34" charset="0"/>
              </a:rPr>
              <a:t>a) 45 and 75</a:t>
            </a:r>
          </a:p>
        </p:txBody>
      </p:sp>
      <p:graphicFrame>
        <p:nvGraphicFramePr>
          <p:cNvPr id="14" name="Table 13">
            <a:extLst>
              <a:ext uri="{FF2B5EF4-FFF2-40B4-BE49-F238E27FC236}">
                <a16:creationId xmlns:a16="http://schemas.microsoft.com/office/drawing/2014/main" id="{3C2D18D5-B7D5-56FD-C392-F7AD0E574A9C}"/>
              </a:ext>
            </a:extLst>
          </p:cNvPr>
          <p:cNvGraphicFramePr>
            <a:graphicFrameLocks noGrp="1"/>
          </p:cNvGraphicFramePr>
          <p:nvPr/>
        </p:nvGraphicFramePr>
        <p:xfrm>
          <a:off x="126134" y="5498309"/>
          <a:ext cx="3233058" cy="1960818"/>
        </p:xfrm>
        <a:graphic>
          <a:graphicData uri="http://schemas.openxmlformats.org/drawingml/2006/table">
            <a:tbl>
              <a:tblPr firstRow="1" bandRow="1">
                <a:tableStyleId>{5C22544A-7EE6-4342-B048-85BDC9FD1C3A}</a:tableStyleId>
              </a:tblPr>
              <a:tblGrid>
                <a:gridCol w="3233058">
                  <a:extLst>
                    <a:ext uri="{9D8B030D-6E8A-4147-A177-3AD203B41FA5}">
                      <a16:colId xmlns:a16="http://schemas.microsoft.com/office/drawing/2014/main" val="2641477524"/>
                    </a:ext>
                  </a:extLst>
                </a:gridCol>
              </a:tblGrid>
              <a:tr h="1960818">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8051279"/>
                  </a:ext>
                </a:extLst>
              </a:tr>
            </a:tbl>
          </a:graphicData>
        </a:graphic>
      </p:graphicFrame>
      <p:graphicFrame>
        <p:nvGraphicFramePr>
          <p:cNvPr id="15" name="Table 14">
            <a:extLst>
              <a:ext uri="{FF2B5EF4-FFF2-40B4-BE49-F238E27FC236}">
                <a16:creationId xmlns:a16="http://schemas.microsoft.com/office/drawing/2014/main" id="{7AAB530A-1C30-8B5D-FD58-91E1B88D6E9F}"/>
              </a:ext>
            </a:extLst>
          </p:cNvPr>
          <p:cNvGraphicFramePr>
            <a:graphicFrameLocks noGrp="1"/>
          </p:cNvGraphicFramePr>
          <p:nvPr/>
        </p:nvGraphicFramePr>
        <p:xfrm>
          <a:off x="3568765" y="5498309"/>
          <a:ext cx="3233058" cy="1960818"/>
        </p:xfrm>
        <a:graphic>
          <a:graphicData uri="http://schemas.openxmlformats.org/drawingml/2006/table">
            <a:tbl>
              <a:tblPr firstRow="1" bandRow="1">
                <a:tableStyleId>{5C22544A-7EE6-4342-B048-85BDC9FD1C3A}</a:tableStyleId>
              </a:tblPr>
              <a:tblGrid>
                <a:gridCol w="3233058">
                  <a:extLst>
                    <a:ext uri="{9D8B030D-6E8A-4147-A177-3AD203B41FA5}">
                      <a16:colId xmlns:a16="http://schemas.microsoft.com/office/drawing/2014/main" val="2641477524"/>
                    </a:ext>
                  </a:extLst>
                </a:gridCol>
              </a:tblGrid>
              <a:tr h="1960818">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8051279"/>
                  </a:ext>
                </a:extLst>
              </a:tr>
            </a:tbl>
          </a:graphicData>
        </a:graphic>
      </p:graphicFrame>
      <p:sp>
        <p:nvSpPr>
          <p:cNvPr id="16" name="Rectangle 15">
            <a:extLst>
              <a:ext uri="{FF2B5EF4-FFF2-40B4-BE49-F238E27FC236}">
                <a16:creationId xmlns:a16="http://schemas.microsoft.com/office/drawing/2014/main" id="{26D38BA4-0F73-6452-2C4D-1292989427DA}"/>
              </a:ext>
            </a:extLst>
          </p:cNvPr>
          <p:cNvSpPr/>
          <p:nvPr/>
        </p:nvSpPr>
        <p:spPr>
          <a:xfrm>
            <a:off x="3575115" y="5231023"/>
            <a:ext cx="1077686" cy="276999"/>
          </a:xfrm>
          <a:prstGeom prst="rect">
            <a:avLst/>
          </a:prstGeom>
        </p:spPr>
        <p:txBody>
          <a:bodyPr wrap="square">
            <a:spAutoFit/>
          </a:bodyPr>
          <a:lstStyle/>
          <a:p>
            <a:r>
              <a:rPr lang="pt-BR" sz="1200">
                <a:latin typeface="Calibri" panose="020F0502020204030204" pitchFamily="34" charset="0"/>
                <a:cs typeface="Calibri" panose="020F0502020204030204" pitchFamily="34" charset="0"/>
              </a:rPr>
              <a:t>b) 28 and 35</a:t>
            </a:r>
          </a:p>
        </p:txBody>
      </p:sp>
      <p:pic>
        <p:nvPicPr>
          <p:cNvPr id="17" name="Picture 2" descr="Venn Diagram: Definition, Types and What It's Used For ...">
            <a:extLst>
              <a:ext uri="{FF2B5EF4-FFF2-40B4-BE49-F238E27FC236}">
                <a16:creationId xmlns:a16="http://schemas.microsoft.com/office/drawing/2014/main" id="{348B0229-F79C-6724-FB41-E66089B18BE9}"/>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4463" t="9159" r="4806" b="6659"/>
          <a:stretch/>
        </p:blipFill>
        <p:spPr bwMode="auto">
          <a:xfrm>
            <a:off x="318214" y="5627791"/>
            <a:ext cx="1745154" cy="1020281"/>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Venn Diagram: Definition, Types and What It's Used For ...">
            <a:extLst>
              <a:ext uri="{FF2B5EF4-FFF2-40B4-BE49-F238E27FC236}">
                <a16:creationId xmlns:a16="http://schemas.microsoft.com/office/drawing/2014/main" id="{07809F53-34FF-A1B9-FA7E-FDBC7551141D}"/>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4463" t="9159" r="4806" b="6659"/>
          <a:stretch/>
        </p:blipFill>
        <p:spPr bwMode="auto">
          <a:xfrm>
            <a:off x="3733177" y="5600706"/>
            <a:ext cx="1745154" cy="1020281"/>
          </a:xfrm>
          <a:prstGeom prst="rect">
            <a:avLst/>
          </a:prstGeom>
          <a:noFill/>
          <a:extLst>
            <a:ext uri="{909E8E84-426E-40DD-AFC4-6F175D3DCCD1}">
              <a14:hiddenFill xmlns:a14="http://schemas.microsoft.com/office/drawing/2010/main">
                <a:solidFill>
                  <a:srgbClr val="FFFFFF"/>
                </a:solidFill>
              </a14:hiddenFill>
            </a:ext>
          </a:extLst>
        </p:spPr>
      </p:pic>
      <p:sp>
        <p:nvSpPr>
          <p:cNvPr id="19" name="Rectangle 18">
            <a:extLst>
              <a:ext uri="{FF2B5EF4-FFF2-40B4-BE49-F238E27FC236}">
                <a16:creationId xmlns:a16="http://schemas.microsoft.com/office/drawing/2014/main" id="{87487602-B7FA-15EB-86B0-2D9952F48157}"/>
              </a:ext>
            </a:extLst>
          </p:cNvPr>
          <p:cNvSpPr/>
          <p:nvPr/>
        </p:nvSpPr>
        <p:spPr>
          <a:xfrm>
            <a:off x="115550" y="7449414"/>
            <a:ext cx="1077686" cy="276999"/>
          </a:xfrm>
          <a:prstGeom prst="rect">
            <a:avLst/>
          </a:prstGeom>
        </p:spPr>
        <p:txBody>
          <a:bodyPr wrap="square">
            <a:spAutoFit/>
          </a:bodyPr>
          <a:lstStyle/>
          <a:p>
            <a:r>
              <a:rPr lang="pt-BR" sz="1200">
                <a:latin typeface="Calibri" panose="020F0502020204030204" pitchFamily="34" charset="0"/>
                <a:cs typeface="Calibri" panose="020F0502020204030204" pitchFamily="34" charset="0"/>
              </a:rPr>
              <a:t>c) 12 and 72</a:t>
            </a:r>
          </a:p>
        </p:txBody>
      </p:sp>
      <p:graphicFrame>
        <p:nvGraphicFramePr>
          <p:cNvPr id="20" name="Table 19">
            <a:extLst>
              <a:ext uri="{FF2B5EF4-FFF2-40B4-BE49-F238E27FC236}">
                <a16:creationId xmlns:a16="http://schemas.microsoft.com/office/drawing/2014/main" id="{49F48B2C-7BF5-74A1-264F-F683FFBCA893}"/>
              </a:ext>
            </a:extLst>
          </p:cNvPr>
          <p:cNvGraphicFramePr>
            <a:graphicFrameLocks noGrp="1"/>
          </p:cNvGraphicFramePr>
          <p:nvPr/>
        </p:nvGraphicFramePr>
        <p:xfrm>
          <a:off x="115550" y="7726413"/>
          <a:ext cx="3233058" cy="1960818"/>
        </p:xfrm>
        <a:graphic>
          <a:graphicData uri="http://schemas.openxmlformats.org/drawingml/2006/table">
            <a:tbl>
              <a:tblPr firstRow="1" bandRow="1">
                <a:tableStyleId>{5C22544A-7EE6-4342-B048-85BDC9FD1C3A}</a:tableStyleId>
              </a:tblPr>
              <a:tblGrid>
                <a:gridCol w="3233058">
                  <a:extLst>
                    <a:ext uri="{9D8B030D-6E8A-4147-A177-3AD203B41FA5}">
                      <a16:colId xmlns:a16="http://schemas.microsoft.com/office/drawing/2014/main" val="2641477524"/>
                    </a:ext>
                  </a:extLst>
                </a:gridCol>
              </a:tblGrid>
              <a:tr h="1960818">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8051279"/>
                  </a:ext>
                </a:extLst>
              </a:tr>
            </a:tbl>
          </a:graphicData>
        </a:graphic>
      </p:graphicFrame>
      <p:graphicFrame>
        <p:nvGraphicFramePr>
          <p:cNvPr id="21" name="Table 20">
            <a:extLst>
              <a:ext uri="{FF2B5EF4-FFF2-40B4-BE49-F238E27FC236}">
                <a16:creationId xmlns:a16="http://schemas.microsoft.com/office/drawing/2014/main" id="{CB17F6C5-374E-F25A-F741-006CE912C915}"/>
              </a:ext>
            </a:extLst>
          </p:cNvPr>
          <p:cNvGraphicFramePr>
            <a:graphicFrameLocks noGrp="1"/>
          </p:cNvGraphicFramePr>
          <p:nvPr/>
        </p:nvGraphicFramePr>
        <p:xfrm>
          <a:off x="3558181" y="7726413"/>
          <a:ext cx="3233058" cy="1960818"/>
        </p:xfrm>
        <a:graphic>
          <a:graphicData uri="http://schemas.openxmlformats.org/drawingml/2006/table">
            <a:tbl>
              <a:tblPr firstRow="1" bandRow="1">
                <a:tableStyleId>{5C22544A-7EE6-4342-B048-85BDC9FD1C3A}</a:tableStyleId>
              </a:tblPr>
              <a:tblGrid>
                <a:gridCol w="3233058">
                  <a:extLst>
                    <a:ext uri="{9D8B030D-6E8A-4147-A177-3AD203B41FA5}">
                      <a16:colId xmlns:a16="http://schemas.microsoft.com/office/drawing/2014/main" val="2641477524"/>
                    </a:ext>
                  </a:extLst>
                </a:gridCol>
              </a:tblGrid>
              <a:tr h="1960818">
                <a:tc>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8051279"/>
                  </a:ext>
                </a:extLst>
              </a:tr>
            </a:tbl>
          </a:graphicData>
        </a:graphic>
      </p:graphicFrame>
      <p:sp>
        <p:nvSpPr>
          <p:cNvPr id="22" name="Rectangle 21">
            <a:extLst>
              <a:ext uri="{FF2B5EF4-FFF2-40B4-BE49-F238E27FC236}">
                <a16:creationId xmlns:a16="http://schemas.microsoft.com/office/drawing/2014/main" id="{41A5349A-5E3E-1886-0256-FE316029EDDA}"/>
              </a:ext>
            </a:extLst>
          </p:cNvPr>
          <p:cNvSpPr/>
          <p:nvPr/>
        </p:nvSpPr>
        <p:spPr>
          <a:xfrm>
            <a:off x="3558181" y="7459127"/>
            <a:ext cx="1077686" cy="276999"/>
          </a:xfrm>
          <a:prstGeom prst="rect">
            <a:avLst/>
          </a:prstGeom>
        </p:spPr>
        <p:txBody>
          <a:bodyPr wrap="square">
            <a:spAutoFit/>
          </a:bodyPr>
          <a:lstStyle/>
          <a:p>
            <a:r>
              <a:rPr lang="pt-BR" sz="1200">
                <a:latin typeface="Calibri" panose="020F0502020204030204" pitchFamily="34" charset="0"/>
                <a:cs typeface="Calibri" panose="020F0502020204030204" pitchFamily="34" charset="0"/>
              </a:rPr>
              <a:t>d) 36 and 52</a:t>
            </a:r>
          </a:p>
        </p:txBody>
      </p:sp>
      <p:sp>
        <p:nvSpPr>
          <p:cNvPr id="25" name="TextBox 24">
            <a:extLst>
              <a:ext uri="{FF2B5EF4-FFF2-40B4-BE49-F238E27FC236}">
                <a16:creationId xmlns:a16="http://schemas.microsoft.com/office/drawing/2014/main" id="{EC049181-420C-7C06-183B-7CF94E99A287}"/>
              </a:ext>
            </a:extLst>
          </p:cNvPr>
          <p:cNvSpPr txBox="1"/>
          <p:nvPr/>
        </p:nvSpPr>
        <p:spPr>
          <a:xfrm>
            <a:off x="615013" y="5833284"/>
            <a:ext cx="263214" cy="276999"/>
          </a:xfrm>
          <a:prstGeom prst="rect">
            <a:avLst/>
          </a:prstGeom>
          <a:noFill/>
        </p:spPr>
        <p:txBody>
          <a:bodyPr wrap="none" rtlCol="0">
            <a:spAutoFit/>
          </a:bodyPr>
          <a:lstStyle/>
          <a:p>
            <a:r>
              <a:rPr lang="en-US" sz="1200"/>
              <a:t>3</a:t>
            </a:r>
            <a:endParaRPr lang="en-GB" sz="1200"/>
          </a:p>
        </p:txBody>
      </p:sp>
      <p:sp>
        <p:nvSpPr>
          <p:cNvPr id="26" name="TextBox 25">
            <a:extLst>
              <a:ext uri="{FF2B5EF4-FFF2-40B4-BE49-F238E27FC236}">
                <a16:creationId xmlns:a16="http://schemas.microsoft.com/office/drawing/2014/main" id="{C8437D69-8AE7-C40E-6FC7-5C24E6A5539B}"/>
              </a:ext>
            </a:extLst>
          </p:cNvPr>
          <p:cNvSpPr txBox="1"/>
          <p:nvPr/>
        </p:nvSpPr>
        <p:spPr>
          <a:xfrm>
            <a:off x="1059184" y="5904404"/>
            <a:ext cx="263214" cy="276999"/>
          </a:xfrm>
          <a:prstGeom prst="rect">
            <a:avLst/>
          </a:prstGeom>
          <a:noFill/>
        </p:spPr>
        <p:txBody>
          <a:bodyPr wrap="none" rtlCol="0">
            <a:spAutoFit/>
          </a:bodyPr>
          <a:lstStyle/>
          <a:p>
            <a:r>
              <a:rPr lang="en-US" sz="1200"/>
              <a:t>3</a:t>
            </a:r>
            <a:endParaRPr lang="en-GB" sz="1200"/>
          </a:p>
        </p:txBody>
      </p:sp>
      <p:sp>
        <p:nvSpPr>
          <p:cNvPr id="27" name="TextBox 26">
            <a:extLst>
              <a:ext uri="{FF2B5EF4-FFF2-40B4-BE49-F238E27FC236}">
                <a16:creationId xmlns:a16="http://schemas.microsoft.com/office/drawing/2014/main" id="{69DD49BF-4D1F-B17D-593E-F9DFD71CE5AD}"/>
              </a:ext>
            </a:extLst>
          </p:cNvPr>
          <p:cNvSpPr txBox="1"/>
          <p:nvPr/>
        </p:nvSpPr>
        <p:spPr>
          <a:xfrm>
            <a:off x="1060572" y="6113702"/>
            <a:ext cx="263214" cy="276999"/>
          </a:xfrm>
          <a:prstGeom prst="rect">
            <a:avLst/>
          </a:prstGeom>
          <a:noFill/>
        </p:spPr>
        <p:txBody>
          <a:bodyPr wrap="none" rtlCol="0">
            <a:spAutoFit/>
          </a:bodyPr>
          <a:lstStyle/>
          <a:p>
            <a:r>
              <a:rPr lang="en-US" sz="1200"/>
              <a:t>5</a:t>
            </a:r>
            <a:endParaRPr lang="en-GB" sz="1200"/>
          </a:p>
        </p:txBody>
      </p:sp>
      <p:sp>
        <p:nvSpPr>
          <p:cNvPr id="28" name="TextBox 27">
            <a:extLst>
              <a:ext uri="{FF2B5EF4-FFF2-40B4-BE49-F238E27FC236}">
                <a16:creationId xmlns:a16="http://schemas.microsoft.com/office/drawing/2014/main" id="{ABAC2BCA-D4E0-2AC6-CC68-6DE0AB951F2C}"/>
              </a:ext>
            </a:extLst>
          </p:cNvPr>
          <p:cNvSpPr txBox="1"/>
          <p:nvPr/>
        </p:nvSpPr>
        <p:spPr>
          <a:xfrm>
            <a:off x="1487590" y="5851651"/>
            <a:ext cx="263214" cy="276999"/>
          </a:xfrm>
          <a:prstGeom prst="rect">
            <a:avLst/>
          </a:prstGeom>
          <a:noFill/>
        </p:spPr>
        <p:txBody>
          <a:bodyPr wrap="none" rtlCol="0">
            <a:spAutoFit/>
          </a:bodyPr>
          <a:lstStyle/>
          <a:p>
            <a:r>
              <a:rPr lang="en-US" sz="1200"/>
              <a:t>5</a:t>
            </a:r>
            <a:endParaRPr lang="en-GB" sz="1200"/>
          </a:p>
        </p:txBody>
      </p:sp>
      <p:sp>
        <p:nvSpPr>
          <p:cNvPr id="29" name="TextBox 28">
            <a:extLst>
              <a:ext uri="{FF2B5EF4-FFF2-40B4-BE49-F238E27FC236}">
                <a16:creationId xmlns:a16="http://schemas.microsoft.com/office/drawing/2014/main" id="{5EBBC4A0-5DCB-C854-F344-0E18EC7F3CC7}"/>
              </a:ext>
            </a:extLst>
          </p:cNvPr>
          <p:cNvSpPr txBox="1"/>
          <p:nvPr/>
        </p:nvSpPr>
        <p:spPr>
          <a:xfrm>
            <a:off x="321551" y="5540210"/>
            <a:ext cx="1838965" cy="276999"/>
          </a:xfrm>
          <a:prstGeom prst="rect">
            <a:avLst/>
          </a:prstGeom>
          <a:noFill/>
        </p:spPr>
        <p:txBody>
          <a:bodyPr wrap="none" rtlCol="0">
            <a:spAutoFit/>
          </a:bodyPr>
          <a:lstStyle/>
          <a:p>
            <a:r>
              <a:rPr lang="en-US" sz="1200"/>
              <a:t>45                                     75</a:t>
            </a:r>
            <a:endParaRPr lang="en-GB" sz="1200"/>
          </a:p>
        </p:txBody>
      </p:sp>
      <p:sp>
        <p:nvSpPr>
          <p:cNvPr id="30" name="TextBox 29">
            <a:extLst>
              <a:ext uri="{FF2B5EF4-FFF2-40B4-BE49-F238E27FC236}">
                <a16:creationId xmlns:a16="http://schemas.microsoft.com/office/drawing/2014/main" id="{8AB28AE1-9519-B8D2-A51D-C43BA34AA035}"/>
              </a:ext>
            </a:extLst>
          </p:cNvPr>
          <p:cNvSpPr txBox="1"/>
          <p:nvPr/>
        </p:nvSpPr>
        <p:spPr>
          <a:xfrm>
            <a:off x="3989876" y="5781583"/>
            <a:ext cx="263214" cy="276999"/>
          </a:xfrm>
          <a:prstGeom prst="rect">
            <a:avLst/>
          </a:prstGeom>
          <a:noFill/>
        </p:spPr>
        <p:txBody>
          <a:bodyPr wrap="none" rtlCol="0">
            <a:spAutoFit/>
          </a:bodyPr>
          <a:lstStyle/>
          <a:p>
            <a:r>
              <a:rPr lang="en-US" sz="1200"/>
              <a:t>2</a:t>
            </a:r>
            <a:endParaRPr lang="en-GB" sz="1200"/>
          </a:p>
        </p:txBody>
      </p:sp>
      <p:sp>
        <p:nvSpPr>
          <p:cNvPr id="31" name="TextBox 30">
            <a:extLst>
              <a:ext uri="{FF2B5EF4-FFF2-40B4-BE49-F238E27FC236}">
                <a16:creationId xmlns:a16="http://schemas.microsoft.com/office/drawing/2014/main" id="{E4869CD1-C7F6-F259-09B4-538296456927}"/>
              </a:ext>
            </a:extLst>
          </p:cNvPr>
          <p:cNvSpPr txBox="1"/>
          <p:nvPr/>
        </p:nvSpPr>
        <p:spPr>
          <a:xfrm>
            <a:off x="4006779" y="6118951"/>
            <a:ext cx="263214" cy="276999"/>
          </a:xfrm>
          <a:prstGeom prst="rect">
            <a:avLst/>
          </a:prstGeom>
          <a:noFill/>
        </p:spPr>
        <p:txBody>
          <a:bodyPr wrap="none" rtlCol="0">
            <a:spAutoFit/>
          </a:bodyPr>
          <a:lstStyle/>
          <a:p>
            <a:r>
              <a:rPr lang="en-US" sz="1200"/>
              <a:t>2</a:t>
            </a:r>
            <a:endParaRPr lang="en-GB" sz="1200"/>
          </a:p>
        </p:txBody>
      </p:sp>
      <p:sp>
        <p:nvSpPr>
          <p:cNvPr id="32" name="TextBox 31">
            <a:extLst>
              <a:ext uri="{FF2B5EF4-FFF2-40B4-BE49-F238E27FC236}">
                <a16:creationId xmlns:a16="http://schemas.microsoft.com/office/drawing/2014/main" id="{C8D54C3E-12F2-548B-010E-ACFABE5A726D}"/>
              </a:ext>
            </a:extLst>
          </p:cNvPr>
          <p:cNvSpPr txBox="1"/>
          <p:nvPr/>
        </p:nvSpPr>
        <p:spPr>
          <a:xfrm>
            <a:off x="4470889" y="5913683"/>
            <a:ext cx="263214" cy="276999"/>
          </a:xfrm>
          <a:prstGeom prst="rect">
            <a:avLst/>
          </a:prstGeom>
          <a:noFill/>
        </p:spPr>
        <p:txBody>
          <a:bodyPr wrap="none" rtlCol="0">
            <a:spAutoFit/>
          </a:bodyPr>
          <a:lstStyle/>
          <a:p>
            <a:r>
              <a:rPr lang="en-US" sz="1200"/>
              <a:t>7</a:t>
            </a:r>
            <a:endParaRPr lang="en-GB" sz="1200"/>
          </a:p>
        </p:txBody>
      </p:sp>
      <p:sp>
        <p:nvSpPr>
          <p:cNvPr id="33" name="TextBox 32">
            <a:extLst>
              <a:ext uri="{FF2B5EF4-FFF2-40B4-BE49-F238E27FC236}">
                <a16:creationId xmlns:a16="http://schemas.microsoft.com/office/drawing/2014/main" id="{6F4C037E-6965-A721-E274-19F7ED8DF653}"/>
              </a:ext>
            </a:extLst>
          </p:cNvPr>
          <p:cNvSpPr txBox="1"/>
          <p:nvPr/>
        </p:nvSpPr>
        <p:spPr>
          <a:xfrm>
            <a:off x="4862453" y="5799950"/>
            <a:ext cx="263214" cy="276999"/>
          </a:xfrm>
          <a:prstGeom prst="rect">
            <a:avLst/>
          </a:prstGeom>
          <a:noFill/>
        </p:spPr>
        <p:txBody>
          <a:bodyPr wrap="none" rtlCol="0">
            <a:spAutoFit/>
          </a:bodyPr>
          <a:lstStyle/>
          <a:p>
            <a:r>
              <a:rPr lang="en-US" sz="1200"/>
              <a:t>5</a:t>
            </a:r>
            <a:endParaRPr lang="en-GB" sz="1200"/>
          </a:p>
        </p:txBody>
      </p:sp>
      <p:sp>
        <p:nvSpPr>
          <p:cNvPr id="34" name="TextBox 33">
            <a:extLst>
              <a:ext uri="{FF2B5EF4-FFF2-40B4-BE49-F238E27FC236}">
                <a16:creationId xmlns:a16="http://schemas.microsoft.com/office/drawing/2014/main" id="{A911B7B7-6DCE-7365-4D2C-7BC0461E0DB8}"/>
              </a:ext>
            </a:extLst>
          </p:cNvPr>
          <p:cNvSpPr txBox="1"/>
          <p:nvPr/>
        </p:nvSpPr>
        <p:spPr>
          <a:xfrm>
            <a:off x="3696414" y="5488509"/>
            <a:ext cx="1803699" cy="276999"/>
          </a:xfrm>
          <a:prstGeom prst="rect">
            <a:avLst/>
          </a:prstGeom>
          <a:noFill/>
        </p:spPr>
        <p:txBody>
          <a:bodyPr wrap="none" rtlCol="0">
            <a:spAutoFit/>
          </a:bodyPr>
          <a:lstStyle/>
          <a:p>
            <a:r>
              <a:rPr lang="en-US" sz="1200"/>
              <a:t>28                                     35</a:t>
            </a:r>
            <a:endParaRPr lang="en-GB" sz="1200"/>
          </a:p>
        </p:txBody>
      </p:sp>
      <p:pic>
        <p:nvPicPr>
          <p:cNvPr id="35" name="Picture 2" descr="Venn Diagram: Definition, Types and What It's Used For ...">
            <a:extLst>
              <a:ext uri="{FF2B5EF4-FFF2-40B4-BE49-F238E27FC236}">
                <a16:creationId xmlns:a16="http://schemas.microsoft.com/office/drawing/2014/main" id="{3FB49EC5-4DEB-3A00-8402-56925C366B28}"/>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4463" t="9159" r="4806" b="6659"/>
          <a:stretch/>
        </p:blipFill>
        <p:spPr bwMode="auto">
          <a:xfrm>
            <a:off x="186607" y="7905457"/>
            <a:ext cx="1745154" cy="1020281"/>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2" descr="Venn Diagram: Definition, Types and What It's Used For ...">
            <a:extLst>
              <a:ext uri="{FF2B5EF4-FFF2-40B4-BE49-F238E27FC236}">
                <a16:creationId xmlns:a16="http://schemas.microsoft.com/office/drawing/2014/main" id="{E835AE44-95E2-E7AF-C24B-9F5AEBFBC820}"/>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4463" t="9159" r="4806" b="6659"/>
          <a:stretch/>
        </p:blipFill>
        <p:spPr bwMode="auto">
          <a:xfrm>
            <a:off x="3601570" y="7878372"/>
            <a:ext cx="1745154" cy="1020281"/>
          </a:xfrm>
          <a:prstGeom prst="rect">
            <a:avLst/>
          </a:prstGeom>
          <a:noFill/>
          <a:extLst>
            <a:ext uri="{909E8E84-426E-40DD-AFC4-6F175D3DCCD1}">
              <a14:hiddenFill xmlns:a14="http://schemas.microsoft.com/office/drawing/2010/main">
                <a:solidFill>
                  <a:srgbClr val="FFFFFF"/>
                </a:solidFill>
              </a14:hiddenFill>
            </a:ext>
          </a:extLst>
        </p:spPr>
      </p:pic>
      <p:sp>
        <p:nvSpPr>
          <p:cNvPr id="38" name="TextBox 37">
            <a:extLst>
              <a:ext uri="{FF2B5EF4-FFF2-40B4-BE49-F238E27FC236}">
                <a16:creationId xmlns:a16="http://schemas.microsoft.com/office/drawing/2014/main" id="{C7CE5EDB-AAFD-5A3F-047B-59FB85C4D4D5}"/>
              </a:ext>
            </a:extLst>
          </p:cNvPr>
          <p:cNvSpPr txBox="1"/>
          <p:nvPr/>
        </p:nvSpPr>
        <p:spPr>
          <a:xfrm>
            <a:off x="927577" y="8106260"/>
            <a:ext cx="263214" cy="461665"/>
          </a:xfrm>
          <a:prstGeom prst="rect">
            <a:avLst/>
          </a:prstGeom>
          <a:noFill/>
        </p:spPr>
        <p:txBody>
          <a:bodyPr wrap="none" rtlCol="0">
            <a:spAutoFit/>
          </a:bodyPr>
          <a:lstStyle/>
          <a:p>
            <a:r>
              <a:rPr lang="en-US" sz="1200"/>
              <a:t>2</a:t>
            </a:r>
          </a:p>
          <a:p>
            <a:r>
              <a:rPr lang="en-US" sz="1200"/>
              <a:t>2</a:t>
            </a:r>
            <a:endParaRPr lang="en-GB" sz="1200"/>
          </a:p>
        </p:txBody>
      </p:sp>
      <p:sp>
        <p:nvSpPr>
          <p:cNvPr id="39" name="TextBox 38">
            <a:extLst>
              <a:ext uri="{FF2B5EF4-FFF2-40B4-BE49-F238E27FC236}">
                <a16:creationId xmlns:a16="http://schemas.microsoft.com/office/drawing/2014/main" id="{B504C8A5-B0B0-E4D7-3A11-5C11FF27A488}"/>
              </a:ext>
            </a:extLst>
          </p:cNvPr>
          <p:cNvSpPr txBox="1"/>
          <p:nvPr/>
        </p:nvSpPr>
        <p:spPr>
          <a:xfrm>
            <a:off x="943851" y="8465420"/>
            <a:ext cx="263214" cy="276999"/>
          </a:xfrm>
          <a:prstGeom prst="rect">
            <a:avLst/>
          </a:prstGeom>
          <a:noFill/>
        </p:spPr>
        <p:txBody>
          <a:bodyPr wrap="none" rtlCol="0">
            <a:spAutoFit/>
          </a:bodyPr>
          <a:lstStyle/>
          <a:p>
            <a:r>
              <a:rPr lang="en-US" sz="1200"/>
              <a:t>3</a:t>
            </a:r>
            <a:endParaRPr lang="en-GB" sz="1200"/>
          </a:p>
        </p:txBody>
      </p:sp>
      <p:sp>
        <p:nvSpPr>
          <p:cNvPr id="40" name="TextBox 39">
            <a:extLst>
              <a:ext uri="{FF2B5EF4-FFF2-40B4-BE49-F238E27FC236}">
                <a16:creationId xmlns:a16="http://schemas.microsoft.com/office/drawing/2014/main" id="{61A6A727-602B-A5B9-C5F5-8BD98F02CEE6}"/>
              </a:ext>
            </a:extLst>
          </p:cNvPr>
          <p:cNvSpPr txBox="1"/>
          <p:nvPr/>
        </p:nvSpPr>
        <p:spPr>
          <a:xfrm>
            <a:off x="1355983" y="8129317"/>
            <a:ext cx="263214" cy="646331"/>
          </a:xfrm>
          <a:prstGeom prst="rect">
            <a:avLst/>
          </a:prstGeom>
          <a:noFill/>
        </p:spPr>
        <p:txBody>
          <a:bodyPr wrap="none" rtlCol="0">
            <a:spAutoFit/>
          </a:bodyPr>
          <a:lstStyle/>
          <a:p>
            <a:r>
              <a:rPr lang="en-US" sz="1200"/>
              <a:t>2</a:t>
            </a:r>
          </a:p>
          <a:p>
            <a:endParaRPr lang="en-US" sz="1200"/>
          </a:p>
          <a:p>
            <a:r>
              <a:rPr lang="en-US" sz="1200"/>
              <a:t>3</a:t>
            </a:r>
            <a:endParaRPr lang="en-GB" sz="1200"/>
          </a:p>
        </p:txBody>
      </p:sp>
      <p:sp>
        <p:nvSpPr>
          <p:cNvPr id="41" name="TextBox 40">
            <a:extLst>
              <a:ext uri="{FF2B5EF4-FFF2-40B4-BE49-F238E27FC236}">
                <a16:creationId xmlns:a16="http://schemas.microsoft.com/office/drawing/2014/main" id="{E1CDC20A-FDB4-9DC4-A4A7-016579A06BE5}"/>
              </a:ext>
            </a:extLst>
          </p:cNvPr>
          <p:cNvSpPr txBox="1"/>
          <p:nvPr/>
        </p:nvSpPr>
        <p:spPr>
          <a:xfrm>
            <a:off x="189944" y="7817876"/>
            <a:ext cx="1803699" cy="276999"/>
          </a:xfrm>
          <a:prstGeom prst="rect">
            <a:avLst/>
          </a:prstGeom>
          <a:noFill/>
        </p:spPr>
        <p:txBody>
          <a:bodyPr wrap="none" rtlCol="0">
            <a:spAutoFit/>
          </a:bodyPr>
          <a:lstStyle/>
          <a:p>
            <a:r>
              <a:rPr lang="en-US" sz="1200"/>
              <a:t>12                                     72</a:t>
            </a:r>
            <a:endParaRPr lang="en-GB" sz="1200"/>
          </a:p>
        </p:txBody>
      </p:sp>
      <p:sp>
        <p:nvSpPr>
          <p:cNvPr id="42" name="TextBox 41">
            <a:extLst>
              <a:ext uri="{FF2B5EF4-FFF2-40B4-BE49-F238E27FC236}">
                <a16:creationId xmlns:a16="http://schemas.microsoft.com/office/drawing/2014/main" id="{22CA7443-4335-664F-6443-803F46854680}"/>
              </a:ext>
            </a:extLst>
          </p:cNvPr>
          <p:cNvSpPr txBox="1"/>
          <p:nvPr/>
        </p:nvSpPr>
        <p:spPr>
          <a:xfrm>
            <a:off x="3858269" y="8059249"/>
            <a:ext cx="263214" cy="276999"/>
          </a:xfrm>
          <a:prstGeom prst="rect">
            <a:avLst/>
          </a:prstGeom>
          <a:noFill/>
        </p:spPr>
        <p:txBody>
          <a:bodyPr wrap="none" rtlCol="0">
            <a:spAutoFit/>
          </a:bodyPr>
          <a:lstStyle/>
          <a:p>
            <a:r>
              <a:rPr lang="en-US" sz="1200"/>
              <a:t>3</a:t>
            </a:r>
            <a:endParaRPr lang="en-GB" sz="1200"/>
          </a:p>
        </p:txBody>
      </p:sp>
      <p:sp>
        <p:nvSpPr>
          <p:cNvPr id="43" name="TextBox 42">
            <a:extLst>
              <a:ext uri="{FF2B5EF4-FFF2-40B4-BE49-F238E27FC236}">
                <a16:creationId xmlns:a16="http://schemas.microsoft.com/office/drawing/2014/main" id="{1E7AA9C6-05FD-998B-7AD0-A497E11FBB61}"/>
              </a:ext>
            </a:extLst>
          </p:cNvPr>
          <p:cNvSpPr txBox="1"/>
          <p:nvPr/>
        </p:nvSpPr>
        <p:spPr>
          <a:xfrm>
            <a:off x="3875172" y="8396617"/>
            <a:ext cx="263214" cy="276999"/>
          </a:xfrm>
          <a:prstGeom prst="rect">
            <a:avLst/>
          </a:prstGeom>
          <a:noFill/>
        </p:spPr>
        <p:txBody>
          <a:bodyPr wrap="none" rtlCol="0">
            <a:spAutoFit/>
          </a:bodyPr>
          <a:lstStyle/>
          <a:p>
            <a:r>
              <a:rPr lang="en-US" sz="1200"/>
              <a:t>3</a:t>
            </a:r>
            <a:endParaRPr lang="en-GB" sz="1200"/>
          </a:p>
        </p:txBody>
      </p:sp>
      <p:sp>
        <p:nvSpPr>
          <p:cNvPr id="44" name="TextBox 43">
            <a:extLst>
              <a:ext uri="{FF2B5EF4-FFF2-40B4-BE49-F238E27FC236}">
                <a16:creationId xmlns:a16="http://schemas.microsoft.com/office/drawing/2014/main" id="{F7471394-AB2B-2455-5242-1458D6CBC52F}"/>
              </a:ext>
            </a:extLst>
          </p:cNvPr>
          <p:cNvSpPr txBox="1"/>
          <p:nvPr/>
        </p:nvSpPr>
        <p:spPr>
          <a:xfrm>
            <a:off x="4339282" y="8191349"/>
            <a:ext cx="263214" cy="461665"/>
          </a:xfrm>
          <a:prstGeom prst="rect">
            <a:avLst/>
          </a:prstGeom>
          <a:noFill/>
        </p:spPr>
        <p:txBody>
          <a:bodyPr wrap="none" rtlCol="0">
            <a:spAutoFit/>
          </a:bodyPr>
          <a:lstStyle/>
          <a:p>
            <a:r>
              <a:rPr lang="en-US" sz="1200"/>
              <a:t>2</a:t>
            </a:r>
            <a:endParaRPr lang="en-GB" sz="1200"/>
          </a:p>
          <a:p>
            <a:r>
              <a:rPr lang="en-GB" sz="1200"/>
              <a:t>2</a:t>
            </a:r>
            <a:endParaRPr lang="en-US" sz="1200"/>
          </a:p>
        </p:txBody>
      </p:sp>
      <p:sp>
        <p:nvSpPr>
          <p:cNvPr id="45" name="TextBox 44">
            <a:extLst>
              <a:ext uri="{FF2B5EF4-FFF2-40B4-BE49-F238E27FC236}">
                <a16:creationId xmlns:a16="http://schemas.microsoft.com/office/drawing/2014/main" id="{6D82FFA3-8F81-0A0F-9EC0-606761CF4BFC}"/>
              </a:ext>
            </a:extLst>
          </p:cNvPr>
          <p:cNvSpPr txBox="1"/>
          <p:nvPr/>
        </p:nvSpPr>
        <p:spPr>
          <a:xfrm>
            <a:off x="4730846" y="8077616"/>
            <a:ext cx="341760" cy="276999"/>
          </a:xfrm>
          <a:prstGeom prst="rect">
            <a:avLst/>
          </a:prstGeom>
          <a:noFill/>
        </p:spPr>
        <p:txBody>
          <a:bodyPr wrap="none" rtlCol="0">
            <a:spAutoFit/>
          </a:bodyPr>
          <a:lstStyle/>
          <a:p>
            <a:r>
              <a:rPr lang="en-US" sz="1200"/>
              <a:t>13</a:t>
            </a:r>
            <a:endParaRPr lang="en-GB" sz="1200"/>
          </a:p>
        </p:txBody>
      </p:sp>
      <p:sp>
        <p:nvSpPr>
          <p:cNvPr id="46" name="TextBox 45">
            <a:extLst>
              <a:ext uri="{FF2B5EF4-FFF2-40B4-BE49-F238E27FC236}">
                <a16:creationId xmlns:a16="http://schemas.microsoft.com/office/drawing/2014/main" id="{9ED3A320-55AB-832B-0132-02F1C5E94BD3}"/>
              </a:ext>
            </a:extLst>
          </p:cNvPr>
          <p:cNvSpPr txBox="1"/>
          <p:nvPr/>
        </p:nvSpPr>
        <p:spPr>
          <a:xfrm>
            <a:off x="3564807" y="7766175"/>
            <a:ext cx="1803699" cy="276999"/>
          </a:xfrm>
          <a:prstGeom prst="rect">
            <a:avLst/>
          </a:prstGeom>
          <a:noFill/>
        </p:spPr>
        <p:txBody>
          <a:bodyPr wrap="none" rtlCol="0">
            <a:spAutoFit/>
          </a:bodyPr>
          <a:lstStyle/>
          <a:p>
            <a:r>
              <a:rPr lang="en-US" sz="1200"/>
              <a:t>36                                     52</a:t>
            </a:r>
            <a:endParaRPr lang="en-GB" sz="1200"/>
          </a:p>
        </p:txBody>
      </p:sp>
      <p:pic>
        <p:nvPicPr>
          <p:cNvPr id="1026" name="Picture 2">
            <a:extLst>
              <a:ext uri="{FF2B5EF4-FFF2-40B4-BE49-F238E27FC236}">
                <a16:creationId xmlns:a16="http://schemas.microsoft.com/office/drawing/2014/main" id="{7D58DB79-5E40-4AB9-B25B-7FFED516DFF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94060" y="723643"/>
            <a:ext cx="1400220" cy="82577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665918D5-11C9-11E8-1A9A-5553D06AC765}"/>
              </a:ext>
            </a:extLst>
          </p:cNvPr>
          <p:cNvSpPr txBox="1"/>
          <p:nvPr/>
        </p:nvSpPr>
        <p:spPr>
          <a:xfrm>
            <a:off x="82310" y="4888189"/>
            <a:ext cx="1518621" cy="276999"/>
          </a:xfrm>
          <a:prstGeom prst="rect">
            <a:avLst/>
          </a:prstGeom>
          <a:solidFill>
            <a:srgbClr val="0070C0"/>
          </a:solidFill>
          <a:ln w="19050">
            <a:noFill/>
          </a:ln>
        </p:spPr>
        <p:txBody>
          <a:bodyPr wrap="none" rtlCol="0">
            <a:spAutoFit/>
          </a:bodyPr>
          <a:lstStyle/>
          <a:p>
            <a:r>
              <a:rPr lang="en-US" sz="1200">
                <a:solidFill>
                  <a:schemeClr val="bg1"/>
                </a:solidFill>
              </a:rPr>
              <a:t>Independent Practice</a:t>
            </a:r>
            <a:endParaRPr lang="en-GB" sz="1200">
              <a:solidFill>
                <a:schemeClr val="bg1"/>
              </a:solidFill>
            </a:endParaRPr>
          </a:p>
        </p:txBody>
      </p:sp>
      <p:sp>
        <p:nvSpPr>
          <p:cNvPr id="12" name="TextBox 11">
            <a:extLst>
              <a:ext uri="{FF2B5EF4-FFF2-40B4-BE49-F238E27FC236}">
                <a16:creationId xmlns:a16="http://schemas.microsoft.com/office/drawing/2014/main" id="{D43C410C-C239-7573-9C2B-255F5B577194}"/>
              </a:ext>
            </a:extLst>
          </p:cNvPr>
          <p:cNvSpPr txBox="1"/>
          <p:nvPr/>
        </p:nvSpPr>
        <p:spPr>
          <a:xfrm>
            <a:off x="0" y="30193"/>
            <a:ext cx="3429000" cy="276999"/>
          </a:xfrm>
          <a:prstGeom prst="rect">
            <a:avLst/>
          </a:prstGeom>
          <a:solidFill>
            <a:srgbClr val="0070C0"/>
          </a:solidFill>
          <a:ln w="19050">
            <a:noFill/>
          </a:ln>
        </p:spPr>
        <p:txBody>
          <a:bodyPr wrap="square" rtlCol="0">
            <a:spAutoFit/>
          </a:bodyPr>
          <a:lstStyle/>
          <a:p>
            <a:r>
              <a:rPr lang="en-US" sz="1200" dirty="0">
                <a:solidFill>
                  <a:schemeClr val="bg1"/>
                </a:solidFill>
              </a:rPr>
              <a:t>Finding the LCM by Prime </a:t>
            </a:r>
            <a:r>
              <a:rPr lang="en-US" sz="1200" dirty="0" err="1">
                <a:solidFill>
                  <a:schemeClr val="bg1"/>
                </a:solidFill>
              </a:rPr>
              <a:t>Factorisation</a:t>
            </a:r>
            <a:endParaRPr lang="en-GB" sz="1200" dirty="0">
              <a:solidFill>
                <a:schemeClr val="bg1"/>
              </a:solidFill>
            </a:endParaRPr>
          </a:p>
        </p:txBody>
      </p:sp>
    </p:spTree>
    <p:extLst>
      <p:ext uri="{BB962C8B-B14F-4D97-AF65-F5344CB8AC3E}">
        <p14:creationId xmlns:p14="http://schemas.microsoft.com/office/powerpoint/2010/main" val="32540951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710D1B-52A0-8F0E-C391-AA2A7AB17C97}"/>
            </a:ext>
          </a:extLst>
        </p:cNvPr>
        <p:cNvGrpSpPr/>
        <p:nvPr/>
      </p:nvGrpSpPr>
      <p:grpSpPr>
        <a:xfrm>
          <a:off x="0" y="0"/>
          <a:ext cx="0" cy="0"/>
          <a:chOff x="0" y="0"/>
          <a:chExt cx="0" cy="0"/>
        </a:xfrm>
      </p:grpSpPr>
      <p:pic>
        <p:nvPicPr>
          <p:cNvPr id="56" name="Picture 2" descr="Venn Diagram: Definition, Types and What It's Used For ...">
            <a:extLst>
              <a:ext uri="{FF2B5EF4-FFF2-40B4-BE49-F238E27FC236}">
                <a16:creationId xmlns:a16="http://schemas.microsoft.com/office/drawing/2014/main" id="{714F1947-6998-1572-C4FD-10E1A5864F7F}"/>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4463" t="9159" r="4806" b="6659"/>
          <a:stretch/>
        </p:blipFill>
        <p:spPr bwMode="auto">
          <a:xfrm>
            <a:off x="4248521" y="2200109"/>
            <a:ext cx="2283927" cy="1290250"/>
          </a:xfrm>
          <a:prstGeom prst="rect">
            <a:avLst/>
          </a:prstGeom>
          <a:noFill/>
          <a:extLst>
            <a:ext uri="{909E8E84-426E-40DD-AFC4-6F175D3DCCD1}">
              <a14:hiddenFill xmlns:a14="http://schemas.microsoft.com/office/drawing/2010/main">
                <a:solidFill>
                  <a:srgbClr val="FFFFFF"/>
                </a:solidFill>
              </a14:hiddenFill>
            </a:ext>
          </a:extLst>
        </p:spPr>
      </p:pic>
      <p:pic>
        <p:nvPicPr>
          <p:cNvPr id="72" name="Picture 2" descr="Venn Diagram: Definition, Types and What It's Used For ...">
            <a:extLst>
              <a:ext uri="{FF2B5EF4-FFF2-40B4-BE49-F238E27FC236}">
                <a16:creationId xmlns:a16="http://schemas.microsoft.com/office/drawing/2014/main" id="{02557E93-06C8-CEE6-D95E-2BBA8EBCEA77}"/>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4463" t="9159" r="4806" b="6659"/>
          <a:stretch/>
        </p:blipFill>
        <p:spPr bwMode="auto">
          <a:xfrm>
            <a:off x="4248520" y="8413613"/>
            <a:ext cx="2283927" cy="1290250"/>
          </a:xfrm>
          <a:prstGeom prst="rect">
            <a:avLst/>
          </a:prstGeom>
          <a:noFill/>
          <a:extLst>
            <a:ext uri="{909E8E84-426E-40DD-AFC4-6F175D3DCCD1}">
              <a14:hiddenFill xmlns:a14="http://schemas.microsoft.com/office/drawing/2010/main">
                <a:solidFill>
                  <a:srgbClr val="FFFFFF"/>
                </a:solidFill>
              </a14:hiddenFill>
            </a:ext>
          </a:extLst>
        </p:spPr>
      </p:pic>
      <p:pic>
        <p:nvPicPr>
          <p:cNvPr id="61" name="Picture 2" descr="Venn Diagram: Definition, Types and What It's Used For ...">
            <a:extLst>
              <a:ext uri="{FF2B5EF4-FFF2-40B4-BE49-F238E27FC236}">
                <a16:creationId xmlns:a16="http://schemas.microsoft.com/office/drawing/2014/main" id="{3848F42B-B24E-B706-1120-D5A5C82F522F}"/>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4463" t="9159" r="4806" b="6659"/>
          <a:stretch/>
        </p:blipFill>
        <p:spPr bwMode="auto">
          <a:xfrm>
            <a:off x="4248520" y="5332743"/>
            <a:ext cx="2283927" cy="129025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8" name="Table 47">
            <a:extLst>
              <a:ext uri="{FF2B5EF4-FFF2-40B4-BE49-F238E27FC236}">
                <a16:creationId xmlns:a16="http://schemas.microsoft.com/office/drawing/2014/main" id="{C929A987-0183-8DBC-9E02-9EC8FFF10365}"/>
              </a:ext>
            </a:extLst>
          </p:cNvPr>
          <p:cNvGraphicFramePr>
            <a:graphicFrameLocks noGrp="1"/>
          </p:cNvGraphicFramePr>
          <p:nvPr/>
        </p:nvGraphicFramePr>
        <p:xfrm>
          <a:off x="282220" y="687615"/>
          <a:ext cx="6278465" cy="2839720"/>
        </p:xfrm>
        <a:graphic>
          <a:graphicData uri="http://schemas.openxmlformats.org/drawingml/2006/table">
            <a:tbl>
              <a:tblPr firstRow="1" bandRow="1">
                <a:tableStyleId>{5C22544A-7EE6-4342-B048-85BDC9FD1C3A}</a:tableStyleId>
              </a:tblPr>
              <a:tblGrid>
                <a:gridCol w="2503313">
                  <a:extLst>
                    <a:ext uri="{9D8B030D-6E8A-4147-A177-3AD203B41FA5}">
                      <a16:colId xmlns:a16="http://schemas.microsoft.com/office/drawing/2014/main" val="1546927094"/>
                    </a:ext>
                  </a:extLst>
                </a:gridCol>
                <a:gridCol w="3775152">
                  <a:extLst>
                    <a:ext uri="{9D8B030D-6E8A-4147-A177-3AD203B41FA5}">
                      <a16:colId xmlns:a16="http://schemas.microsoft.com/office/drawing/2014/main" val="546496835"/>
                    </a:ext>
                  </a:extLst>
                </a:gridCol>
              </a:tblGrid>
              <a:tr h="370840">
                <a:tc>
                  <a:txBody>
                    <a:bodyPr/>
                    <a:lstStyle/>
                    <a:p>
                      <a:pPr algn="ctr"/>
                      <a:r>
                        <a:rPr lang="en-US" sz="1200">
                          <a:solidFill>
                            <a:schemeClr val="tx1"/>
                          </a:solidFill>
                        </a:rPr>
                        <a:t>Steps</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1">
                          <a:solidFill>
                            <a:schemeClr val="tx1"/>
                          </a:solidFill>
                        </a:rPr>
                        <a:t>18</a:t>
                      </a:r>
                      <a:r>
                        <a:rPr lang="en-US" sz="1200" b="1" baseline="0">
                          <a:solidFill>
                            <a:schemeClr val="tx1"/>
                          </a:solidFill>
                        </a:rPr>
                        <a:t> and 45</a:t>
                      </a:r>
                      <a:endParaRPr lang="en-GB" sz="1200" b="1">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0415670"/>
                  </a:ext>
                </a:extLst>
              </a:tr>
              <a:tr h="370840">
                <a:tc>
                  <a:txBody>
                    <a:bodyPr/>
                    <a:lstStyle/>
                    <a:p>
                      <a:pPr algn="ctr"/>
                      <a:r>
                        <a:rPr lang="en-US" sz="1200">
                          <a:solidFill>
                            <a:schemeClr val="tx1"/>
                          </a:solidFill>
                        </a:rPr>
                        <a:t>Find the product of primes for both numbers using factor tress.</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5">
                  <a:txBody>
                    <a:bodyPr/>
                    <a:lstStyle/>
                    <a:p>
                      <a:pPr algn="ct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85371684"/>
                  </a:ext>
                </a:extLst>
              </a:tr>
              <a:tr h="370840">
                <a:tc>
                  <a:txBody>
                    <a:bodyPr/>
                    <a:lstStyle/>
                    <a:p>
                      <a:pPr algn="ctr"/>
                      <a:r>
                        <a:rPr lang="en-US" sz="1200">
                          <a:solidFill>
                            <a:schemeClr val="tx1"/>
                          </a:solidFill>
                        </a:rPr>
                        <a:t>Write the product of primes for both numbers.</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78316088"/>
                  </a:ext>
                </a:extLst>
              </a:tr>
              <a:tr h="370840">
                <a:tc>
                  <a:txBody>
                    <a:bodyPr/>
                    <a:lstStyle/>
                    <a:p>
                      <a:pPr algn="ctr"/>
                      <a:r>
                        <a:rPr lang="en-US" sz="1200">
                          <a:solidFill>
                            <a:schemeClr val="tx1"/>
                          </a:solidFill>
                        </a:rPr>
                        <a:t>Place the integers in both</a:t>
                      </a:r>
                      <a:r>
                        <a:rPr lang="en-US" sz="1200" baseline="0">
                          <a:solidFill>
                            <a:schemeClr val="tx1"/>
                          </a:solidFill>
                        </a:rPr>
                        <a:t> products of primes in the intersection and any spare in the individual circle</a:t>
                      </a:r>
                      <a:r>
                        <a:rPr lang="en-US" sz="1200">
                          <a:solidFill>
                            <a:schemeClr val="tx1"/>
                          </a:solidFill>
                        </a:rPr>
                        <a:t>.</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4969166"/>
                  </a:ext>
                </a:extLst>
              </a:tr>
              <a:tr h="370840">
                <a:tc>
                  <a:txBody>
                    <a:bodyPr/>
                    <a:lstStyle/>
                    <a:p>
                      <a:pPr algn="ctr"/>
                      <a:r>
                        <a:rPr lang="en-US" sz="1200">
                          <a:solidFill>
                            <a:schemeClr val="tx1"/>
                          </a:solidFill>
                        </a:rPr>
                        <a:t>Multiply ALL numbers in the Venn</a:t>
                      </a:r>
                      <a:r>
                        <a:rPr lang="en-US" sz="1200" baseline="0">
                          <a:solidFill>
                            <a:schemeClr val="tx1"/>
                          </a:solidFill>
                        </a:rPr>
                        <a:t> together</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55560808"/>
                  </a:ext>
                </a:extLst>
              </a:tr>
              <a:tr h="0">
                <a:tc>
                  <a:txBody>
                    <a:bodyPr/>
                    <a:lstStyle/>
                    <a:p>
                      <a:pPr algn="ctr"/>
                      <a:r>
                        <a:rPr lang="en-US" sz="1200">
                          <a:solidFill>
                            <a:schemeClr val="tx1"/>
                          </a:solidFill>
                        </a:rPr>
                        <a:t>Solve the calculation to give</a:t>
                      </a:r>
                      <a:r>
                        <a:rPr lang="en-US" sz="1200" baseline="0">
                          <a:solidFill>
                            <a:schemeClr val="tx1"/>
                          </a:solidFill>
                        </a:rPr>
                        <a:t> the lowest common multiple</a:t>
                      </a:r>
                      <a:r>
                        <a:rPr lang="en-US" sz="1200">
                          <a:solidFill>
                            <a:schemeClr val="tx1"/>
                          </a:solidFill>
                        </a:rPr>
                        <a:t>.</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47579960"/>
                  </a:ext>
                </a:extLst>
              </a:tr>
            </a:tbl>
          </a:graphicData>
        </a:graphic>
      </p:graphicFrame>
      <p:graphicFrame>
        <p:nvGraphicFramePr>
          <p:cNvPr id="53" name="Table 52">
            <a:extLst>
              <a:ext uri="{FF2B5EF4-FFF2-40B4-BE49-F238E27FC236}">
                <a16:creationId xmlns:a16="http://schemas.microsoft.com/office/drawing/2014/main" id="{D0A437AD-436F-6FD7-2BF4-43BD424F9FDE}"/>
              </a:ext>
            </a:extLst>
          </p:cNvPr>
          <p:cNvGraphicFramePr>
            <a:graphicFrameLocks noGrp="1"/>
          </p:cNvGraphicFramePr>
          <p:nvPr/>
        </p:nvGraphicFramePr>
        <p:xfrm>
          <a:off x="282220" y="3803360"/>
          <a:ext cx="6278465" cy="2839720"/>
        </p:xfrm>
        <a:graphic>
          <a:graphicData uri="http://schemas.openxmlformats.org/drawingml/2006/table">
            <a:tbl>
              <a:tblPr firstRow="1" bandRow="1">
                <a:tableStyleId>{5C22544A-7EE6-4342-B048-85BDC9FD1C3A}</a:tableStyleId>
              </a:tblPr>
              <a:tblGrid>
                <a:gridCol w="2494847">
                  <a:extLst>
                    <a:ext uri="{9D8B030D-6E8A-4147-A177-3AD203B41FA5}">
                      <a16:colId xmlns:a16="http://schemas.microsoft.com/office/drawing/2014/main" val="1546927094"/>
                    </a:ext>
                  </a:extLst>
                </a:gridCol>
                <a:gridCol w="3783618">
                  <a:extLst>
                    <a:ext uri="{9D8B030D-6E8A-4147-A177-3AD203B41FA5}">
                      <a16:colId xmlns:a16="http://schemas.microsoft.com/office/drawing/2014/main" val="546496835"/>
                    </a:ext>
                  </a:extLst>
                </a:gridCol>
              </a:tblGrid>
              <a:tr h="370840">
                <a:tc>
                  <a:txBody>
                    <a:bodyPr/>
                    <a:lstStyle/>
                    <a:p>
                      <a:pPr algn="ctr"/>
                      <a:r>
                        <a:rPr lang="en-US" sz="1200">
                          <a:solidFill>
                            <a:schemeClr val="tx1"/>
                          </a:solidFill>
                        </a:rPr>
                        <a:t>Steps</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1">
                          <a:solidFill>
                            <a:schemeClr val="tx1"/>
                          </a:solidFill>
                        </a:rPr>
                        <a:t>24 and 40</a:t>
                      </a:r>
                      <a:endParaRPr lang="en-GB" sz="1200" b="1">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0415670"/>
                  </a:ext>
                </a:extLst>
              </a:tr>
              <a:tr h="370840">
                <a:tc>
                  <a:txBody>
                    <a:bodyPr/>
                    <a:lstStyle/>
                    <a:p>
                      <a:pPr algn="ctr"/>
                      <a:r>
                        <a:rPr lang="en-US" sz="1200">
                          <a:solidFill>
                            <a:schemeClr val="tx1"/>
                          </a:solidFill>
                        </a:rPr>
                        <a:t>Find the product of primes for both numbers using factor tress.</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5">
                  <a:txBody>
                    <a:bodyPr/>
                    <a:lstStyle/>
                    <a:p>
                      <a:pPr algn="ct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85371684"/>
                  </a:ext>
                </a:extLst>
              </a:tr>
              <a:tr h="370840">
                <a:tc>
                  <a:txBody>
                    <a:bodyPr/>
                    <a:lstStyle/>
                    <a:p>
                      <a:pPr algn="ctr"/>
                      <a:r>
                        <a:rPr lang="en-US" sz="1200">
                          <a:solidFill>
                            <a:schemeClr val="tx1"/>
                          </a:solidFill>
                        </a:rPr>
                        <a:t>Write the product of primes for both numbers.</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78316088"/>
                  </a:ext>
                </a:extLst>
              </a:tr>
              <a:tr h="370840">
                <a:tc>
                  <a:txBody>
                    <a:bodyPr/>
                    <a:lstStyle/>
                    <a:p>
                      <a:pPr algn="ctr"/>
                      <a:r>
                        <a:rPr lang="en-US" sz="1200">
                          <a:solidFill>
                            <a:schemeClr val="tx1"/>
                          </a:solidFill>
                        </a:rPr>
                        <a:t>Place the integers in both</a:t>
                      </a:r>
                      <a:r>
                        <a:rPr lang="en-US" sz="1200" baseline="0">
                          <a:solidFill>
                            <a:schemeClr val="tx1"/>
                          </a:solidFill>
                        </a:rPr>
                        <a:t> products of primes in the intersection and any spare in the individual circle</a:t>
                      </a:r>
                      <a:r>
                        <a:rPr lang="en-US" sz="1200">
                          <a:solidFill>
                            <a:schemeClr val="tx1"/>
                          </a:solidFill>
                        </a:rPr>
                        <a:t>.</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4969166"/>
                  </a:ext>
                </a:extLst>
              </a:tr>
              <a:tr h="370840">
                <a:tc>
                  <a:txBody>
                    <a:bodyPr/>
                    <a:lstStyle/>
                    <a:p>
                      <a:pPr algn="ctr"/>
                      <a:r>
                        <a:rPr lang="en-US" sz="1200">
                          <a:solidFill>
                            <a:schemeClr val="tx1"/>
                          </a:solidFill>
                        </a:rPr>
                        <a:t>Multiply ALL numbers in the Venn</a:t>
                      </a:r>
                      <a:r>
                        <a:rPr lang="en-US" sz="1200" baseline="0">
                          <a:solidFill>
                            <a:schemeClr val="tx1"/>
                          </a:solidFill>
                        </a:rPr>
                        <a:t> together</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55560808"/>
                  </a:ext>
                </a:extLst>
              </a:tr>
              <a:tr h="0">
                <a:tc>
                  <a:txBody>
                    <a:bodyPr/>
                    <a:lstStyle/>
                    <a:p>
                      <a:pPr algn="ctr"/>
                      <a:r>
                        <a:rPr lang="en-US" sz="1200">
                          <a:solidFill>
                            <a:schemeClr val="tx1"/>
                          </a:solidFill>
                        </a:rPr>
                        <a:t>Solve the calculation to give</a:t>
                      </a:r>
                      <a:r>
                        <a:rPr lang="en-US" sz="1200" baseline="0">
                          <a:solidFill>
                            <a:schemeClr val="tx1"/>
                          </a:solidFill>
                        </a:rPr>
                        <a:t> the lowest common multiple</a:t>
                      </a:r>
                      <a:r>
                        <a:rPr lang="en-US" sz="1200">
                          <a:solidFill>
                            <a:schemeClr val="tx1"/>
                          </a:solidFill>
                        </a:rPr>
                        <a:t>.</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47579960"/>
                  </a:ext>
                </a:extLst>
              </a:tr>
            </a:tbl>
          </a:graphicData>
        </a:graphic>
      </p:graphicFrame>
      <p:graphicFrame>
        <p:nvGraphicFramePr>
          <p:cNvPr id="54" name="Table 53">
            <a:extLst>
              <a:ext uri="{FF2B5EF4-FFF2-40B4-BE49-F238E27FC236}">
                <a16:creationId xmlns:a16="http://schemas.microsoft.com/office/drawing/2014/main" id="{74FA943A-2228-5C28-E302-F7A0BD483B86}"/>
              </a:ext>
            </a:extLst>
          </p:cNvPr>
          <p:cNvGraphicFramePr>
            <a:graphicFrameLocks noGrp="1"/>
          </p:cNvGraphicFramePr>
          <p:nvPr/>
        </p:nvGraphicFramePr>
        <p:xfrm>
          <a:off x="282220" y="6934603"/>
          <a:ext cx="6278465" cy="2839720"/>
        </p:xfrm>
        <a:graphic>
          <a:graphicData uri="http://schemas.openxmlformats.org/drawingml/2006/table">
            <a:tbl>
              <a:tblPr firstRow="1" bandRow="1">
                <a:tableStyleId>{5C22544A-7EE6-4342-B048-85BDC9FD1C3A}</a:tableStyleId>
              </a:tblPr>
              <a:tblGrid>
                <a:gridCol w="2503313">
                  <a:extLst>
                    <a:ext uri="{9D8B030D-6E8A-4147-A177-3AD203B41FA5}">
                      <a16:colId xmlns:a16="http://schemas.microsoft.com/office/drawing/2014/main" val="1546927094"/>
                    </a:ext>
                  </a:extLst>
                </a:gridCol>
                <a:gridCol w="3775152">
                  <a:extLst>
                    <a:ext uri="{9D8B030D-6E8A-4147-A177-3AD203B41FA5}">
                      <a16:colId xmlns:a16="http://schemas.microsoft.com/office/drawing/2014/main" val="546496835"/>
                    </a:ext>
                  </a:extLst>
                </a:gridCol>
              </a:tblGrid>
              <a:tr h="370840">
                <a:tc>
                  <a:txBody>
                    <a:bodyPr/>
                    <a:lstStyle/>
                    <a:p>
                      <a:pPr algn="ctr"/>
                      <a:r>
                        <a:rPr lang="en-US" sz="1200">
                          <a:solidFill>
                            <a:schemeClr val="tx1"/>
                          </a:solidFill>
                        </a:rPr>
                        <a:t>Steps</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1">
                          <a:solidFill>
                            <a:schemeClr val="tx1"/>
                          </a:solidFill>
                        </a:rPr>
                        <a:t>28 and 60</a:t>
                      </a:r>
                      <a:endParaRPr lang="en-GB" sz="1200" b="1">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0415670"/>
                  </a:ext>
                </a:extLst>
              </a:tr>
              <a:tr h="370840">
                <a:tc>
                  <a:txBody>
                    <a:bodyPr/>
                    <a:lstStyle/>
                    <a:p>
                      <a:pPr algn="ctr"/>
                      <a:r>
                        <a:rPr lang="en-US" sz="1200">
                          <a:solidFill>
                            <a:schemeClr val="tx1"/>
                          </a:solidFill>
                        </a:rPr>
                        <a:t>Find the product of primes for both numbers using factor tress.</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5">
                  <a:txBody>
                    <a:bodyPr/>
                    <a:lstStyle/>
                    <a:p>
                      <a:pPr algn="ct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85371684"/>
                  </a:ext>
                </a:extLst>
              </a:tr>
              <a:tr h="370840">
                <a:tc>
                  <a:txBody>
                    <a:bodyPr/>
                    <a:lstStyle/>
                    <a:p>
                      <a:pPr algn="ctr"/>
                      <a:r>
                        <a:rPr lang="en-US" sz="1200">
                          <a:solidFill>
                            <a:schemeClr val="tx1"/>
                          </a:solidFill>
                        </a:rPr>
                        <a:t>Write the product of primes for both numbers.</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78316088"/>
                  </a:ext>
                </a:extLst>
              </a:tr>
              <a:tr h="370840">
                <a:tc>
                  <a:txBody>
                    <a:bodyPr/>
                    <a:lstStyle/>
                    <a:p>
                      <a:pPr algn="ctr"/>
                      <a:r>
                        <a:rPr lang="en-US" sz="1200">
                          <a:solidFill>
                            <a:schemeClr val="tx1"/>
                          </a:solidFill>
                        </a:rPr>
                        <a:t>Place the integers in both</a:t>
                      </a:r>
                      <a:r>
                        <a:rPr lang="en-US" sz="1200" baseline="0">
                          <a:solidFill>
                            <a:schemeClr val="tx1"/>
                          </a:solidFill>
                        </a:rPr>
                        <a:t> products of primes in the intersection and any spare in the individual circle</a:t>
                      </a:r>
                      <a:r>
                        <a:rPr lang="en-US" sz="1200">
                          <a:solidFill>
                            <a:schemeClr val="tx1"/>
                          </a:solidFill>
                        </a:rPr>
                        <a:t>.</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4969166"/>
                  </a:ext>
                </a:extLst>
              </a:tr>
              <a:tr h="370840">
                <a:tc>
                  <a:txBody>
                    <a:bodyPr/>
                    <a:lstStyle/>
                    <a:p>
                      <a:pPr algn="ctr"/>
                      <a:r>
                        <a:rPr lang="en-US" sz="1200">
                          <a:solidFill>
                            <a:schemeClr val="tx1"/>
                          </a:solidFill>
                        </a:rPr>
                        <a:t>Multiply ALL numbers in the Venn</a:t>
                      </a:r>
                      <a:r>
                        <a:rPr lang="en-US" sz="1200" baseline="0">
                          <a:solidFill>
                            <a:schemeClr val="tx1"/>
                          </a:solidFill>
                        </a:rPr>
                        <a:t> together</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55560808"/>
                  </a:ext>
                </a:extLst>
              </a:tr>
              <a:tr h="0">
                <a:tc>
                  <a:txBody>
                    <a:bodyPr/>
                    <a:lstStyle/>
                    <a:p>
                      <a:pPr algn="ctr"/>
                      <a:r>
                        <a:rPr lang="en-US" sz="1200">
                          <a:solidFill>
                            <a:schemeClr val="tx1"/>
                          </a:solidFill>
                        </a:rPr>
                        <a:t>Solve the calculation to give</a:t>
                      </a:r>
                      <a:r>
                        <a:rPr lang="en-US" sz="1200" baseline="0">
                          <a:solidFill>
                            <a:schemeClr val="tx1"/>
                          </a:solidFill>
                        </a:rPr>
                        <a:t> the lowest common multiple</a:t>
                      </a:r>
                      <a:r>
                        <a:rPr lang="en-US" sz="1200">
                          <a:solidFill>
                            <a:schemeClr val="tx1"/>
                          </a:solidFill>
                        </a:rPr>
                        <a:t>.</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47579960"/>
                  </a:ext>
                </a:extLst>
              </a:tr>
            </a:tbl>
          </a:graphicData>
        </a:graphic>
      </p:graphicFrame>
      <p:sp>
        <p:nvSpPr>
          <p:cNvPr id="60" name="Slide Number Placeholder 3">
            <a:extLst>
              <a:ext uri="{FF2B5EF4-FFF2-40B4-BE49-F238E27FC236}">
                <a16:creationId xmlns:a16="http://schemas.microsoft.com/office/drawing/2014/main" id="{4ACE6057-6873-7F87-9982-CB4ECDCD6EB8}"/>
              </a:ext>
            </a:extLst>
          </p:cNvPr>
          <p:cNvSpPr>
            <a:spLocks noGrp="1"/>
          </p:cNvSpPr>
          <p:nvPr>
            <p:ph type="sldNum" sz="quarter" idx="12"/>
          </p:nvPr>
        </p:nvSpPr>
        <p:spPr>
          <a:xfrm>
            <a:off x="5314172" y="9517573"/>
            <a:ext cx="1543050" cy="527403"/>
          </a:xfrm>
        </p:spPr>
        <p:txBody>
          <a:bodyPr/>
          <a:lstStyle/>
          <a:p>
            <a:fld id="{801DFC4E-6969-46AA-A5C7-ABF66C60BBE0}" type="slidenum">
              <a:rPr lang="en-GB" smtClean="0"/>
              <a:t>31</a:t>
            </a:fld>
            <a:endParaRPr lang="en-GB"/>
          </a:p>
        </p:txBody>
      </p:sp>
      <p:sp>
        <p:nvSpPr>
          <p:cNvPr id="6" name="TextBox 5">
            <a:extLst>
              <a:ext uri="{FF2B5EF4-FFF2-40B4-BE49-F238E27FC236}">
                <a16:creationId xmlns:a16="http://schemas.microsoft.com/office/drawing/2014/main" id="{AABEABC8-3EC8-83DC-4246-EB38033598F4}"/>
              </a:ext>
            </a:extLst>
          </p:cNvPr>
          <p:cNvSpPr txBox="1"/>
          <p:nvPr/>
        </p:nvSpPr>
        <p:spPr>
          <a:xfrm>
            <a:off x="5237362" y="2346538"/>
            <a:ext cx="301686" cy="369332"/>
          </a:xfrm>
          <a:prstGeom prst="rect">
            <a:avLst/>
          </a:prstGeom>
          <a:noFill/>
        </p:spPr>
        <p:txBody>
          <a:bodyPr wrap="none" rtlCol="0">
            <a:spAutoFit/>
          </a:bodyPr>
          <a:lstStyle/>
          <a:p>
            <a:r>
              <a:rPr lang="en-US">
                <a:solidFill>
                  <a:srgbClr val="FF0000"/>
                </a:solidFill>
              </a:rPr>
              <a:t>3</a:t>
            </a:r>
            <a:endParaRPr lang="en-GB">
              <a:solidFill>
                <a:srgbClr val="FF0000"/>
              </a:solidFill>
            </a:endParaRPr>
          </a:p>
        </p:txBody>
      </p:sp>
      <p:sp>
        <p:nvSpPr>
          <p:cNvPr id="49" name="TextBox 48">
            <a:extLst>
              <a:ext uri="{FF2B5EF4-FFF2-40B4-BE49-F238E27FC236}">
                <a16:creationId xmlns:a16="http://schemas.microsoft.com/office/drawing/2014/main" id="{CFA7F501-B1D1-1716-9781-574E05D541A7}"/>
              </a:ext>
            </a:extLst>
          </p:cNvPr>
          <p:cNvSpPr txBox="1"/>
          <p:nvPr/>
        </p:nvSpPr>
        <p:spPr>
          <a:xfrm>
            <a:off x="251027" y="426278"/>
            <a:ext cx="1284326" cy="261610"/>
          </a:xfrm>
          <a:prstGeom prst="rect">
            <a:avLst/>
          </a:prstGeom>
          <a:noFill/>
          <a:ln>
            <a:noFill/>
          </a:ln>
        </p:spPr>
        <p:txBody>
          <a:bodyPr wrap="none" rtlCol="0">
            <a:spAutoFit/>
          </a:bodyPr>
          <a:lstStyle/>
          <a:p>
            <a:r>
              <a:rPr lang="en-GB" sz="1100" b="1" i="1">
                <a:solidFill>
                  <a:srgbClr val="FF0000"/>
                </a:solidFill>
              </a:rPr>
              <a:t>Example 13 - I do…</a:t>
            </a:r>
          </a:p>
        </p:txBody>
      </p:sp>
      <p:sp>
        <p:nvSpPr>
          <p:cNvPr id="50" name="TextBox 49">
            <a:extLst>
              <a:ext uri="{FF2B5EF4-FFF2-40B4-BE49-F238E27FC236}">
                <a16:creationId xmlns:a16="http://schemas.microsoft.com/office/drawing/2014/main" id="{D28E5089-8189-6360-ECAA-724EEED668F4}"/>
              </a:ext>
            </a:extLst>
          </p:cNvPr>
          <p:cNvSpPr txBox="1"/>
          <p:nvPr/>
        </p:nvSpPr>
        <p:spPr>
          <a:xfrm>
            <a:off x="265368" y="3545742"/>
            <a:ext cx="1444626" cy="261610"/>
          </a:xfrm>
          <a:prstGeom prst="rect">
            <a:avLst/>
          </a:prstGeom>
          <a:noFill/>
          <a:ln>
            <a:noFill/>
          </a:ln>
        </p:spPr>
        <p:txBody>
          <a:bodyPr wrap="none" rtlCol="0">
            <a:spAutoFit/>
          </a:bodyPr>
          <a:lstStyle/>
          <a:p>
            <a:r>
              <a:rPr lang="en-GB" sz="1100" b="1" i="1">
                <a:solidFill>
                  <a:srgbClr val="ED7D31"/>
                </a:solidFill>
              </a:rPr>
              <a:t>Example 14 - We do…</a:t>
            </a:r>
          </a:p>
        </p:txBody>
      </p:sp>
      <p:sp>
        <p:nvSpPr>
          <p:cNvPr id="51" name="TextBox 50">
            <a:extLst>
              <a:ext uri="{FF2B5EF4-FFF2-40B4-BE49-F238E27FC236}">
                <a16:creationId xmlns:a16="http://schemas.microsoft.com/office/drawing/2014/main" id="{44C6F5F4-F390-017D-CE2C-975CC04575D5}"/>
              </a:ext>
            </a:extLst>
          </p:cNvPr>
          <p:cNvSpPr txBox="1"/>
          <p:nvPr/>
        </p:nvSpPr>
        <p:spPr>
          <a:xfrm>
            <a:off x="297315" y="6672993"/>
            <a:ext cx="1495922" cy="261610"/>
          </a:xfrm>
          <a:prstGeom prst="rect">
            <a:avLst/>
          </a:prstGeom>
          <a:noFill/>
          <a:ln>
            <a:noFill/>
          </a:ln>
        </p:spPr>
        <p:txBody>
          <a:bodyPr wrap="none" rtlCol="0">
            <a:spAutoFit/>
          </a:bodyPr>
          <a:lstStyle/>
          <a:p>
            <a:r>
              <a:rPr lang="en-GB" sz="1100" b="1" i="1">
                <a:solidFill>
                  <a:srgbClr val="00B050"/>
                </a:solidFill>
              </a:rPr>
              <a:t>Example 15 – You do…</a:t>
            </a:r>
          </a:p>
        </p:txBody>
      </p:sp>
      <p:sp>
        <p:nvSpPr>
          <p:cNvPr id="52" name="Rectangle 51">
            <a:extLst>
              <a:ext uri="{FF2B5EF4-FFF2-40B4-BE49-F238E27FC236}">
                <a16:creationId xmlns:a16="http://schemas.microsoft.com/office/drawing/2014/main" id="{271CE033-08C1-785D-B182-49AD8FB4A69D}"/>
              </a:ext>
            </a:extLst>
          </p:cNvPr>
          <p:cNvSpPr/>
          <p:nvPr/>
        </p:nvSpPr>
        <p:spPr>
          <a:xfrm>
            <a:off x="1709994" y="404846"/>
            <a:ext cx="6387353" cy="276999"/>
          </a:xfrm>
          <a:prstGeom prst="rect">
            <a:avLst/>
          </a:prstGeom>
        </p:spPr>
        <p:txBody>
          <a:bodyPr wrap="square">
            <a:spAutoFit/>
          </a:bodyPr>
          <a:lstStyle/>
          <a:p>
            <a:r>
              <a:rPr lang="pt-BR" sz="1200" b="1">
                <a:latin typeface="Calibri" panose="020F0502020204030204" pitchFamily="34" charset="0"/>
                <a:cs typeface="Calibri" panose="020F0502020204030204" pitchFamily="34" charset="0"/>
              </a:rPr>
              <a:t>Find Lowest Common Multiple of the following pairs of numbers.</a:t>
            </a:r>
            <a:endParaRPr lang="pt-BR" sz="1200">
              <a:latin typeface="Calibri" panose="020F0502020204030204" pitchFamily="34" charset="0"/>
              <a:cs typeface="Calibri" panose="020F0502020204030204" pitchFamily="34" charset="0"/>
            </a:endParaRPr>
          </a:p>
        </p:txBody>
      </p:sp>
      <p:sp>
        <p:nvSpPr>
          <p:cNvPr id="55" name="Slide Number Placeholder 3">
            <a:extLst>
              <a:ext uri="{FF2B5EF4-FFF2-40B4-BE49-F238E27FC236}">
                <a16:creationId xmlns:a16="http://schemas.microsoft.com/office/drawing/2014/main" id="{FCBF507B-7590-8866-80B5-BECCC1AE46D9}"/>
              </a:ext>
            </a:extLst>
          </p:cNvPr>
          <p:cNvSpPr txBox="1">
            <a:spLocks/>
          </p:cNvSpPr>
          <p:nvPr/>
        </p:nvSpPr>
        <p:spPr>
          <a:xfrm>
            <a:off x="5300662" y="9493366"/>
            <a:ext cx="1543050" cy="527403"/>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01DFC4E-6969-46AA-A5C7-ABF66C60BBE0}" type="slidenum">
              <a:rPr lang="en-GB" smtClean="0"/>
              <a:pPr/>
              <a:t>31</a:t>
            </a:fld>
            <a:endParaRPr lang="en-GB"/>
          </a:p>
        </p:txBody>
      </p:sp>
      <p:sp>
        <p:nvSpPr>
          <p:cNvPr id="58" name="TextBox 57">
            <a:extLst>
              <a:ext uri="{FF2B5EF4-FFF2-40B4-BE49-F238E27FC236}">
                <a16:creationId xmlns:a16="http://schemas.microsoft.com/office/drawing/2014/main" id="{3AB1CBE6-D2D9-B8D1-3EFC-DA1842AA8C56}"/>
              </a:ext>
            </a:extLst>
          </p:cNvPr>
          <p:cNvSpPr txBox="1"/>
          <p:nvPr/>
        </p:nvSpPr>
        <p:spPr>
          <a:xfrm>
            <a:off x="4756825" y="1994643"/>
            <a:ext cx="355601" cy="276999"/>
          </a:xfrm>
          <a:prstGeom prst="rect">
            <a:avLst/>
          </a:prstGeom>
          <a:noFill/>
        </p:spPr>
        <p:txBody>
          <a:bodyPr wrap="square" rtlCol="0">
            <a:spAutoFit/>
          </a:bodyPr>
          <a:lstStyle/>
          <a:p>
            <a:r>
              <a:rPr lang="en-US" sz="1200"/>
              <a:t>18</a:t>
            </a:r>
            <a:endParaRPr lang="en-GB" sz="1200"/>
          </a:p>
        </p:txBody>
      </p:sp>
      <p:sp>
        <p:nvSpPr>
          <p:cNvPr id="59" name="TextBox 58">
            <a:extLst>
              <a:ext uri="{FF2B5EF4-FFF2-40B4-BE49-F238E27FC236}">
                <a16:creationId xmlns:a16="http://schemas.microsoft.com/office/drawing/2014/main" id="{DF048FC6-4E48-35CE-B917-711BEA8B4052}"/>
              </a:ext>
            </a:extLst>
          </p:cNvPr>
          <p:cNvSpPr txBox="1"/>
          <p:nvPr/>
        </p:nvSpPr>
        <p:spPr>
          <a:xfrm>
            <a:off x="5701940" y="1979403"/>
            <a:ext cx="355601" cy="276999"/>
          </a:xfrm>
          <a:prstGeom prst="rect">
            <a:avLst/>
          </a:prstGeom>
          <a:noFill/>
        </p:spPr>
        <p:txBody>
          <a:bodyPr wrap="square" rtlCol="0">
            <a:spAutoFit/>
          </a:bodyPr>
          <a:lstStyle/>
          <a:p>
            <a:r>
              <a:rPr lang="en-US" sz="1200"/>
              <a:t>45</a:t>
            </a:r>
            <a:endParaRPr lang="en-GB" sz="1200"/>
          </a:p>
        </p:txBody>
      </p:sp>
      <p:sp>
        <p:nvSpPr>
          <p:cNvPr id="70" name="TextBox 69">
            <a:extLst>
              <a:ext uri="{FF2B5EF4-FFF2-40B4-BE49-F238E27FC236}">
                <a16:creationId xmlns:a16="http://schemas.microsoft.com/office/drawing/2014/main" id="{6475B11C-3AB9-A985-5BAD-404134B365C3}"/>
              </a:ext>
            </a:extLst>
          </p:cNvPr>
          <p:cNvSpPr txBox="1"/>
          <p:nvPr/>
        </p:nvSpPr>
        <p:spPr>
          <a:xfrm>
            <a:off x="4777703" y="5061726"/>
            <a:ext cx="355601" cy="276999"/>
          </a:xfrm>
          <a:prstGeom prst="rect">
            <a:avLst/>
          </a:prstGeom>
          <a:noFill/>
        </p:spPr>
        <p:txBody>
          <a:bodyPr wrap="square" rtlCol="0">
            <a:spAutoFit/>
          </a:bodyPr>
          <a:lstStyle/>
          <a:p>
            <a:r>
              <a:rPr lang="en-US" sz="1200"/>
              <a:t>24</a:t>
            </a:r>
            <a:endParaRPr lang="en-GB" sz="1200"/>
          </a:p>
        </p:txBody>
      </p:sp>
      <p:sp>
        <p:nvSpPr>
          <p:cNvPr id="71" name="TextBox 70">
            <a:extLst>
              <a:ext uri="{FF2B5EF4-FFF2-40B4-BE49-F238E27FC236}">
                <a16:creationId xmlns:a16="http://schemas.microsoft.com/office/drawing/2014/main" id="{95CB0677-7CA0-944E-2F9B-94B9E01465CB}"/>
              </a:ext>
            </a:extLst>
          </p:cNvPr>
          <p:cNvSpPr txBox="1"/>
          <p:nvPr/>
        </p:nvSpPr>
        <p:spPr>
          <a:xfrm>
            <a:off x="5708477" y="5080343"/>
            <a:ext cx="355601" cy="276999"/>
          </a:xfrm>
          <a:prstGeom prst="rect">
            <a:avLst/>
          </a:prstGeom>
          <a:noFill/>
        </p:spPr>
        <p:txBody>
          <a:bodyPr wrap="square" rtlCol="0">
            <a:spAutoFit/>
          </a:bodyPr>
          <a:lstStyle/>
          <a:p>
            <a:r>
              <a:rPr lang="en-US" sz="1200"/>
              <a:t>40</a:t>
            </a:r>
            <a:endParaRPr lang="en-GB" sz="1200"/>
          </a:p>
        </p:txBody>
      </p:sp>
      <p:sp>
        <p:nvSpPr>
          <p:cNvPr id="73" name="TextBox 72">
            <a:extLst>
              <a:ext uri="{FF2B5EF4-FFF2-40B4-BE49-F238E27FC236}">
                <a16:creationId xmlns:a16="http://schemas.microsoft.com/office/drawing/2014/main" id="{97C1F408-D9E9-5017-4F6C-3F6F365E969D}"/>
              </a:ext>
            </a:extLst>
          </p:cNvPr>
          <p:cNvSpPr txBox="1"/>
          <p:nvPr/>
        </p:nvSpPr>
        <p:spPr>
          <a:xfrm>
            <a:off x="4763362" y="8170142"/>
            <a:ext cx="355601" cy="276999"/>
          </a:xfrm>
          <a:prstGeom prst="rect">
            <a:avLst/>
          </a:prstGeom>
          <a:noFill/>
        </p:spPr>
        <p:txBody>
          <a:bodyPr wrap="square" rtlCol="0">
            <a:spAutoFit/>
          </a:bodyPr>
          <a:lstStyle/>
          <a:p>
            <a:r>
              <a:rPr lang="en-US" sz="1200"/>
              <a:t>28</a:t>
            </a:r>
            <a:endParaRPr lang="en-GB" sz="1200"/>
          </a:p>
        </p:txBody>
      </p:sp>
      <p:sp>
        <p:nvSpPr>
          <p:cNvPr id="74" name="TextBox 73">
            <a:extLst>
              <a:ext uri="{FF2B5EF4-FFF2-40B4-BE49-F238E27FC236}">
                <a16:creationId xmlns:a16="http://schemas.microsoft.com/office/drawing/2014/main" id="{F7C632DA-3B28-94A4-B316-129D188ABCDB}"/>
              </a:ext>
            </a:extLst>
          </p:cNvPr>
          <p:cNvSpPr txBox="1"/>
          <p:nvPr/>
        </p:nvSpPr>
        <p:spPr>
          <a:xfrm>
            <a:off x="5708477" y="8161213"/>
            <a:ext cx="355601" cy="276999"/>
          </a:xfrm>
          <a:prstGeom prst="rect">
            <a:avLst/>
          </a:prstGeom>
          <a:noFill/>
        </p:spPr>
        <p:txBody>
          <a:bodyPr wrap="square" rtlCol="0">
            <a:spAutoFit/>
          </a:bodyPr>
          <a:lstStyle/>
          <a:p>
            <a:r>
              <a:rPr lang="en-US" sz="1200"/>
              <a:t>60</a:t>
            </a:r>
            <a:endParaRPr lang="en-GB" sz="1200"/>
          </a:p>
        </p:txBody>
      </p:sp>
      <p:sp>
        <p:nvSpPr>
          <p:cNvPr id="75" name="Rectangle 74">
            <a:extLst>
              <a:ext uri="{FF2B5EF4-FFF2-40B4-BE49-F238E27FC236}">
                <a16:creationId xmlns:a16="http://schemas.microsoft.com/office/drawing/2014/main" id="{C7174DE8-9B65-1E64-D40A-E77B648320F0}"/>
              </a:ext>
            </a:extLst>
          </p:cNvPr>
          <p:cNvSpPr/>
          <p:nvPr/>
        </p:nvSpPr>
        <p:spPr>
          <a:xfrm>
            <a:off x="297315" y="143237"/>
            <a:ext cx="2616596" cy="26160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a:solidFill>
                  <a:schemeClr val="bg1"/>
                </a:solidFill>
              </a:rPr>
              <a:t>Lowest Common Multiple</a:t>
            </a:r>
            <a:endParaRPr lang="en-GB" sz="1200">
              <a:solidFill>
                <a:srgbClr val="FF0000"/>
              </a:solidFill>
            </a:endParaRPr>
          </a:p>
        </p:txBody>
      </p:sp>
    </p:spTree>
    <p:extLst>
      <p:ext uri="{BB962C8B-B14F-4D97-AF65-F5344CB8AC3E}">
        <p14:creationId xmlns:p14="http://schemas.microsoft.com/office/powerpoint/2010/main" val="3255194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B070D-D61E-3786-C005-E140F2D4A789}"/>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A4BC190A-B0EE-2A06-2542-0E19FAC8EF3F}"/>
              </a:ext>
            </a:extLst>
          </p:cNvPr>
          <p:cNvSpPr/>
          <p:nvPr/>
        </p:nvSpPr>
        <p:spPr>
          <a:xfrm>
            <a:off x="1592145" y="72664"/>
            <a:ext cx="6387353" cy="276999"/>
          </a:xfrm>
          <a:prstGeom prst="rect">
            <a:avLst/>
          </a:prstGeom>
        </p:spPr>
        <p:txBody>
          <a:bodyPr wrap="square">
            <a:spAutoFit/>
          </a:bodyPr>
          <a:lstStyle/>
          <a:p>
            <a:r>
              <a:rPr lang="pt-BR" sz="1200" b="1">
                <a:latin typeface="Calibri" panose="020F0502020204030204" pitchFamily="34" charset="0"/>
                <a:cs typeface="Calibri" panose="020F0502020204030204" pitchFamily="34" charset="0"/>
              </a:rPr>
              <a:t>7. </a:t>
            </a:r>
            <a:r>
              <a:rPr lang="pt-BR" sz="1200">
                <a:latin typeface="Calibri" panose="020F0502020204030204" pitchFamily="34" charset="0"/>
                <a:cs typeface="Calibri" panose="020F0502020204030204" pitchFamily="34" charset="0"/>
              </a:rPr>
              <a:t>Calculate the Lowest Common Multiple of the following pairs of numbers.</a:t>
            </a:r>
          </a:p>
        </p:txBody>
      </p:sp>
      <p:sp>
        <p:nvSpPr>
          <p:cNvPr id="9" name="Rectangle 8">
            <a:extLst>
              <a:ext uri="{FF2B5EF4-FFF2-40B4-BE49-F238E27FC236}">
                <a16:creationId xmlns:a16="http://schemas.microsoft.com/office/drawing/2014/main" id="{75FB56E0-F93F-66DB-2F3B-438DDA028598}"/>
              </a:ext>
            </a:extLst>
          </p:cNvPr>
          <p:cNvSpPr/>
          <p:nvPr/>
        </p:nvSpPr>
        <p:spPr>
          <a:xfrm>
            <a:off x="102453" y="333444"/>
            <a:ext cx="1077686" cy="276999"/>
          </a:xfrm>
          <a:prstGeom prst="rect">
            <a:avLst/>
          </a:prstGeom>
        </p:spPr>
        <p:txBody>
          <a:bodyPr wrap="square">
            <a:spAutoFit/>
          </a:bodyPr>
          <a:lstStyle/>
          <a:p>
            <a:r>
              <a:rPr lang="pt-BR" sz="1200">
                <a:latin typeface="Calibri" panose="020F0502020204030204" pitchFamily="34" charset="0"/>
                <a:cs typeface="Calibri" panose="020F0502020204030204" pitchFamily="34" charset="0"/>
              </a:rPr>
              <a:t>a) 40 and 50</a:t>
            </a:r>
          </a:p>
        </p:txBody>
      </p:sp>
      <p:graphicFrame>
        <p:nvGraphicFramePr>
          <p:cNvPr id="10" name="Table 9">
            <a:extLst>
              <a:ext uri="{FF2B5EF4-FFF2-40B4-BE49-F238E27FC236}">
                <a16:creationId xmlns:a16="http://schemas.microsoft.com/office/drawing/2014/main" id="{D93EA01D-65D2-1676-96F7-BB0553C4CF06}"/>
              </a:ext>
            </a:extLst>
          </p:cNvPr>
          <p:cNvGraphicFramePr>
            <a:graphicFrameLocks noGrp="1"/>
          </p:cNvGraphicFramePr>
          <p:nvPr/>
        </p:nvGraphicFramePr>
        <p:xfrm>
          <a:off x="102453" y="610443"/>
          <a:ext cx="3233058" cy="2843220"/>
        </p:xfrm>
        <a:graphic>
          <a:graphicData uri="http://schemas.openxmlformats.org/drawingml/2006/table">
            <a:tbl>
              <a:tblPr firstRow="1" bandRow="1">
                <a:tableStyleId>{5C22544A-7EE6-4342-B048-85BDC9FD1C3A}</a:tableStyleId>
              </a:tblPr>
              <a:tblGrid>
                <a:gridCol w="3233058">
                  <a:extLst>
                    <a:ext uri="{9D8B030D-6E8A-4147-A177-3AD203B41FA5}">
                      <a16:colId xmlns:a16="http://schemas.microsoft.com/office/drawing/2014/main" val="2641477524"/>
                    </a:ext>
                  </a:extLst>
                </a:gridCol>
              </a:tblGrid>
              <a:tr h="2843220">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8051279"/>
                  </a:ext>
                </a:extLst>
              </a:tr>
            </a:tbl>
          </a:graphicData>
        </a:graphic>
      </p:graphicFrame>
      <p:graphicFrame>
        <p:nvGraphicFramePr>
          <p:cNvPr id="13" name="Table 12">
            <a:extLst>
              <a:ext uri="{FF2B5EF4-FFF2-40B4-BE49-F238E27FC236}">
                <a16:creationId xmlns:a16="http://schemas.microsoft.com/office/drawing/2014/main" id="{26637743-006F-BEB4-9219-6C7A2E8650B0}"/>
              </a:ext>
            </a:extLst>
          </p:cNvPr>
          <p:cNvGraphicFramePr>
            <a:graphicFrameLocks noGrp="1"/>
          </p:cNvGraphicFramePr>
          <p:nvPr/>
        </p:nvGraphicFramePr>
        <p:xfrm>
          <a:off x="3545084" y="610443"/>
          <a:ext cx="3233058" cy="2843220"/>
        </p:xfrm>
        <a:graphic>
          <a:graphicData uri="http://schemas.openxmlformats.org/drawingml/2006/table">
            <a:tbl>
              <a:tblPr firstRow="1" bandRow="1">
                <a:tableStyleId>{5C22544A-7EE6-4342-B048-85BDC9FD1C3A}</a:tableStyleId>
              </a:tblPr>
              <a:tblGrid>
                <a:gridCol w="3233058">
                  <a:extLst>
                    <a:ext uri="{9D8B030D-6E8A-4147-A177-3AD203B41FA5}">
                      <a16:colId xmlns:a16="http://schemas.microsoft.com/office/drawing/2014/main" val="2641477524"/>
                    </a:ext>
                  </a:extLst>
                </a:gridCol>
              </a:tblGrid>
              <a:tr h="2843220">
                <a:tc>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8051279"/>
                  </a:ext>
                </a:extLst>
              </a:tr>
            </a:tbl>
          </a:graphicData>
        </a:graphic>
      </p:graphicFrame>
      <p:sp>
        <p:nvSpPr>
          <p:cNvPr id="20" name="Rectangle 19">
            <a:extLst>
              <a:ext uri="{FF2B5EF4-FFF2-40B4-BE49-F238E27FC236}">
                <a16:creationId xmlns:a16="http://schemas.microsoft.com/office/drawing/2014/main" id="{2D6508CF-16DD-75A3-05DE-8FB83AAC077C}"/>
              </a:ext>
            </a:extLst>
          </p:cNvPr>
          <p:cNvSpPr/>
          <p:nvPr/>
        </p:nvSpPr>
        <p:spPr>
          <a:xfrm>
            <a:off x="102453" y="3467545"/>
            <a:ext cx="1077686" cy="276999"/>
          </a:xfrm>
          <a:prstGeom prst="rect">
            <a:avLst/>
          </a:prstGeom>
        </p:spPr>
        <p:txBody>
          <a:bodyPr wrap="square">
            <a:spAutoFit/>
          </a:bodyPr>
          <a:lstStyle/>
          <a:p>
            <a:r>
              <a:rPr lang="pt-BR" sz="1200">
                <a:latin typeface="Calibri" panose="020F0502020204030204" pitchFamily="34" charset="0"/>
                <a:cs typeface="Calibri" panose="020F0502020204030204" pitchFamily="34" charset="0"/>
              </a:rPr>
              <a:t>c) 18 and 24</a:t>
            </a:r>
          </a:p>
        </p:txBody>
      </p:sp>
      <p:graphicFrame>
        <p:nvGraphicFramePr>
          <p:cNvPr id="21" name="Table 20">
            <a:extLst>
              <a:ext uri="{FF2B5EF4-FFF2-40B4-BE49-F238E27FC236}">
                <a16:creationId xmlns:a16="http://schemas.microsoft.com/office/drawing/2014/main" id="{79A8FD70-A84D-B454-CC0E-3935571193E5}"/>
              </a:ext>
            </a:extLst>
          </p:cNvPr>
          <p:cNvGraphicFramePr>
            <a:graphicFrameLocks noGrp="1"/>
          </p:cNvGraphicFramePr>
          <p:nvPr/>
        </p:nvGraphicFramePr>
        <p:xfrm>
          <a:off x="102453" y="3744544"/>
          <a:ext cx="3233058" cy="2843220"/>
        </p:xfrm>
        <a:graphic>
          <a:graphicData uri="http://schemas.openxmlformats.org/drawingml/2006/table">
            <a:tbl>
              <a:tblPr firstRow="1" bandRow="1">
                <a:tableStyleId>{5C22544A-7EE6-4342-B048-85BDC9FD1C3A}</a:tableStyleId>
              </a:tblPr>
              <a:tblGrid>
                <a:gridCol w="3233058">
                  <a:extLst>
                    <a:ext uri="{9D8B030D-6E8A-4147-A177-3AD203B41FA5}">
                      <a16:colId xmlns:a16="http://schemas.microsoft.com/office/drawing/2014/main" val="2641477524"/>
                    </a:ext>
                  </a:extLst>
                </a:gridCol>
              </a:tblGrid>
              <a:tr h="2843220">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8051279"/>
                  </a:ext>
                </a:extLst>
              </a:tr>
            </a:tbl>
          </a:graphicData>
        </a:graphic>
      </p:graphicFrame>
      <p:graphicFrame>
        <p:nvGraphicFramePr>
          <p:cNvPr id="22" name="Table 21">
            <a:extLst>
              <a:ext uri="{FF2B5EF4-FFF2-40B4-BE49-F238E27FC236}">
                <a16:creationId xmlns:a16="http://schemas.microsoft.com/office/drawing/2014/main" id="{5AF015A9-F330-BD96-7051-18A2CF04F5FD}"/>
              </a:ext>
            </a:extLst>
          </p:cNvPr>
          <p:cNvGraphicFramePr>
            <a:graphicFrameLocks noGrp="1"/>
          </p:cNvGraphicFramePr>
          <p:nvPr/>
        </p:nvGraphicFramePr>
        <p:xfrm>
          <a:off x="3545084" y="3744544"/>
          <a:ext cx="3233058" cy="2843220"/>
        </p:xfrm>
        <a:graphic>
          <a:graphicData uri="http://schemas.openxmlformats.org/drawingml/2006/table">
            <a:tbl>
              <a:tblPr firstRow="1" bandRow="1">
                <a:tableStyleId>{5C22544A-7EE6-4342-B048-85BDC9FD1C3A}</a:tableStyleId>
              </a:tblPr>
              <a:tblGrid>
                <a:gridCol w="3233058">
                  <a:extLst>
                    <a:ext uri="{9D8B030D-6E8A-4147-A177-3AD203B41FA5}">
                      <a16:colId xmlns:a16="http://schemas.microsoft.com/office/drawing/2014/main" val="2641477524"/>
                    </a:ext>
                  </a:extLst>
                </a:gridCol>
              </a:tblGrid>
              <a:tr h="2843220">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8051279"/>
                  </a:ext>
                </a:extLst>
              </a:tr>
            </a:tbl>
          </a:graphicData>
        </a:graphic>
      </p:graphicFrame>
      <p:sp>
        <p:nvSpPr>
          <p:cNvPr id="23" name="Rectangle 22">
            <a:extLst>
              <a:ext uri="{FF2B5EF4-FFF2-40B4-BE49-F238E27FC236}">
                <a16:creationId xmlns:a16="http://schemas.microsoft.com/office/drawing/2014/main" id="{9AC0412A-714F-0E27-855A-EFD6E307584E}"/>
              </a:ext>
            </a:extLst>
          </p:cNvPr>
          <p:cNvSpPr/>
          <p:nvPr/>
        </p:nvSpPr>
        <p:spPr>
          <a:xfrm>
            <a:off x="102453" y="6597218"/>
            <a:ext cx="1077686" cy="276999"/>
          </a:xfrm>
          <a:prstGeom prst="rect">
            <a:avLst/>
          </a:prstGeom>
        </p:spPr>
        <p:txBody>
          <a:bodyPr wrap="square">
            <a:spAutoFit/>
          </a:bodyPr>
          <a:lstStyle/>
          <a:p>
            <a:r>
              <a:rPr lang="pt-BR" sz="1200">
                <a:latin typeface="Calibri" panose="020F0502020204030204" pitchFamily="34" charset="0"/>
                <a:cs typeface="Calibri" panose="020F0502020204030204" pitchFamily="34" charset="0"/>
              </a:rPr>
              <a:t>e) 60 and 72</a:t>
            </a:r>
          </a:p>
        </p:txBody>
      </p:sp>
      <p:graphicFrame>
        <p:nvGraphicFramePr>
          <p:cNvPr id="24" name="Table 23">
            <a:extLst>
              <a:ext uri="{FF2B5EF4-FFF2-40B4-BE49-F238E27FC236}">
                <a16:creationId xmlns:a16="http://schemas.microsoft.com/office/drawing/2014/main" id="{7012680B-5746-DDF4-9091-BABD1C3043AD}"/>
              </a:ext>
            </a:extLst>
          </p:cNvPr>
          <p:cNvGraphicFramePr>
            <a:graphicFrameLocks noGrp="1"/>
          </p:cNvGraphicFramePr>
          <p:nvPr/>
        </p:nvGraphicFramePr>
        <p:xfrm>
          <a:off x="102453" y="6874217"/>
          <a:ext cx="3233058" cy="2843220"/>
        </p:xfrm>
        <a:graphic>
          <a:graphicData uri="http://schemas.openxmlformats.org/drawingml/2006/table">
            <a:tbl>
              <a:tblPr firstRow="1" bandRow="1">
                <a:tableStyleId>{5C22544A-7EE6-4342-B048-85BDC9FD1C3A}</a:tableStyleId>
              </a:tblPr>
              <a:tblGrid>
                <a:gridCol w="3233058">
                  <a:extLst>
                    <a:ext uri="{9D8B030D-6E8A-4147-A177-3AD203B41FA5}">
                      <a16:colId xmlns:a16="http://schemas.microsoft.com/office/drawing/2014/main" val="2641477524"/>
                    </a:ext>
                  </a:extLst>
                </a:gridCol>
              </a:tblGrid>
              <a:tr h="2843220">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8051279"/>
                  </a:ext>
                </a:extLst>
              </a:tr>
            </a:tbl>
          </a:graphicData>
        </a:graphic>
      </p:graphicFrame>
      <p:graphicFrame>
        <p:nvGraphicFramePr>
          <p:cNvPr id="25" name="Table 24">
            <a:extLst>
              <a:ext uri="{FF2B5EF4-FFF2-40B4-BE49-F238E27FC236}">
                <a16:creationId xmlns:a16="http://schemas.microsoft.com/office/drawing/2014/main" id="{91E48BFE-9460-471A-6537-2B6D57EB38F7}"/>
              </a:ext>
            </a:extLst>
          </p:cNvPr>
          <p:cNvGraphicFramePr>
            <a:graphicFrameLocks noGrp="1"/>
          </p:cNvGraphicFramePr>
          <p:nvPr/>
        </p:nvGraphicFramePr>
        <p:xfrm>
          <a:off x="3545084" y="6874217"/>
          <a:ext cx="3233058" cy="2843220"/>
        </p:xfrm>
        <a:graphic>
          <a:graphicData uri="http://schemas.openxmlformats.org/drawingml/2006/table">
            <a:tbl>
              <a:tblPr firstRow="1" bandRow="1">
                <a:tableStyleId>{5C22544A-7EE6-4342-B048-85BDC9FD1C3A}</a:tableStyleId>
              </a:tblPr>
              <a:tblGrid>
                <a:gridCol w="3233058">
                  <a:extLst>
                    <a:ext uri="{9D8B030D-6E8A-4147-A177-3AD203B41FA5}">
                      <a16:colId xmlns:a16="http://schemas.microsoft.com/office/drawing/2014/main" val="2641477524"/>
                    </a:ext>
                  </a:extLst>
                </a:gridCol>
              </a:tblGrid>
              <a:tr h="2843220">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8051279"/>
                  </a:ext>
                </a:extLst>
              </a:tr>
            </a:tbl>
          </a:graphicData>
        </a:graphic>
      </p:graphicFrame>
      <p:sp>
        <p:nvSpPr>
          <p:cNvPr id="27" name="Slide Number Placeholder 3">
            <a:extLst>
              <a:ext uri="{FF2B5EF4-FFF2-40B4-BE49-F238E27FC236}">
                <a16:creationId xmlns:a16="http://schemas.microsoft.com/office/drawing/2014/main" id="{18599EA4-401B-6FE0-9340-1433C279CCC4}"/>
              </a:ext>
            </a:extLst>
          </p:cNvPr>
          <p:cNvSpPr>
            <a:spLocks noGrp="1"/>
          </p:cNvSpPr>
          <p:nvPr>
            <p:ph type="sldNum" sz="quarter" idx="12"/>
          </p:nvPr>
        </p:nvSpPr>
        <p:spPr>
          <a:xfrm>
            <a:off x="5314172" y="9548569"/>
            <a:ext cx="1543050" cy="527403"/>
          </a:xfrm>
        </p:spPr>
        <p:txBody>
          <a:bodyPr/>
          <a:lstStyle/>
          <a:p>
            <a:fld id="{801DFC4E-6969-46AA-A5C7-ABF66C60BBE0}" type="slidenum">
              <a:rPr lang="en-GB" smtClean="0"/>
              <a:t>32</a:t>
            </a:fld>
            <a:endParaRPr lang="en-GB"/>
          </a:p>
        </p:txBody>
      </p:sp>
      <p:sp>
        <p:nvSpPr>
          <p:cNvPr id="28" name="Rectangle 27">
            <a:extLst>
              <a:ext uri="{FF2B5EF4-FFF2-40B4-BE49-F238E27FC236}">
                <a16:creationId xmlns:a16="http://schemas.microsoft.com/office/drawing/2014/main" id="{C4E7CFF7-B72D-D63E-672B-3673366E8722}"/>
              </a:ext>
            </a:extLst>
          </p:cNvPr>
          <p:cNvSpPr/>
          <p:nvPr/>
        </p:nvSpPr>
        <p:spPr>
          <a:xfrm>
            <a:off x="3545084" y="343157"/>
            <a:ext cx="1077686" cy="276999"/>
          </a:xfrm>
          <a:prstGeom prst="rect">
            <a:avLst/>
          </a:prstGeom>
        </p:spPr>
        <p:txBody>
          <a:bodyPr wrap="square">
            <a:spAutoFit/>
          </a:bodyPr>
          <a:lstStyle/>
          <a:p>
            <a:r>
              <a:rPr lang="pt-BR" sz="1200">
                <a:latin typeface="Calibri" panose="020F0502020204030204" pitchFamily="34" charset="0"/>
                <a:cs typeface="Calibri" panose="020F0502020204030204" pitchFamily="34" charset="0"/>
              </a:rPr>
              <a:t>b) 36 and 45</a:t>
            </a:r>
          </a:p>
        </p:txBody>
      </p:sp>
      <p:sp>
        <p:nvSpPr>
          <p:cNvPr id="29" name="Rectangle 28">
            <a:extLst>
              <a:ext uri="{FF2B5EF4-FFF2-40B4-BE49-F238E27FC236}">
                <a16:creationId xmlns:a16="http://schemas.microsoft.com/office/drawing/2014/main" id="{F3BE2929-2ADC-CAE1-A643-FCA789B7F57F}"/>
              </a:ext>
            </a:extLst>
          </p:cNvPr>
          <p:cNvSpPr/>
          <p:nvPr/>
        </p:nvSpPr>
        <p:spPr>
          <a:xfrm>
            <a:off x="3545084" y="3478485"/>
            <a:ext cx="1077686" cy="276999"/>
          </a:xfrm>
          <a:prstGeom prst="rect">
            <a:avLst/>
          </a:prstGeom>
        </p:spPr>
        <p:txBody>
          <a:bodyPr wrap="square">
            <a:spAutoFit/>
          </a:bodyPr>
          <a:lstStyle/>
          <a:p>
            <a:r>
              <a:rPr lang="pt-BR" sz="1200">
                <a:latin typeface="Calibri" panose="020F0502020204030204" pitchFamily="34" charset="0"/>
                <a:cs typeface="Calibri" panose="020F0502020204030204" pitchFamily="34" charset="0"/>
              </a:rPr>
              <a:t>d) 28 and 42</a:t>
            </a:r>
          </a:p>
        </p:txBody>
      </p:sp>
      <p:sp>
        <p:nvSpPr>
          <p:cNvPr id="30" name="Rectangle 29">
            <a:extLst>
              <a:ext uri="{FF2B5EF4-FFF2-40B4-BE49-F238E27FC236}">
                <a16:creationId xmlns:a16="http://schemas.microsoft.com/office/drawing/2014/main" id="{A03572B6-AC40-C106-2154-C7BD63BB3984}"/>
              </a:ext>
            </a:extLst>
          </p:cNvPr>
          <p:cNvSpPr/>
          <p:nvPr/>
        </p:nvSpPr>
        <p:spPr>
          <a:xfrm>
            <a:off x="3476197" y="6597218"/>
            <a:ext cx="1077686" cy="276999"/>
          </a:xfrm>
          <a:prstGeom prst="rect">
            <a:avLst/>
          </a:prstGeom>
        </p:spPr>
        <p:txBody>
          <a:bodyPr wrap="square">
            <a:spAutoFit/>
          </a:bodyPr>
          <a:lstStyle/>
          <a:p>
            <a:r>
              <a:rPr lang="pt-BR" sz="1200">
                <a:latin typeface="Calibri" panose="020F0502020204030204" pitchFamily="34" charset="0"/>
                <a:cs typeface="Calibri" panose="020F0502020204030204" pitchFamily="34" charset="0"/>
              </a:rPr>
              <a:t>f) 70 and 84</a:t>
            </a:r>
          </a:p>
        </p:txBody>
      </p:sp>
      <p:pic>
        <p:nvPicPr>
          <p:cNvPr id="17" name="Picture 2" descr="Venn Diagram: Definition, Types and What It's Used For ...">
            <a:extLst>
              <a:ext uri="{FF2B5EF4-FFF2-40B4-BE49-F238E27FC236}">
                <a16:creationId xmlns:a16="http://schemas.microsoft.com/office/drawing/2014/main" id="{1C788312-9FFA-45FD-462B-2771D4E872E3}"/>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4463" t="9159" r="4806" b="6659"/>
          <a:stretch/>
        </p:blipFill>
        <p:spPr bwMode="auto">
          <a:xfrm>
            <a:off x="210630" y="1965613"/>
            <a:ext cx="2371726" cy="1386598"/>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Venn Diagram: Definition, Types and What It's Used For ...">
            <a:extLst>
              <a:ext uri="{FF2B5EF4-FFF2-40B4-BE49-F238E27FC236}">
                <a16:creationId xmlns:a16="http://schemas.microsoft.com/office/drawing/2014/main" id="{72FB90CF-D514-A9FE-E819-C0A1807266A0}"/>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4463" t="9159" r="4806" b="6659"/>
          <a:stretch/>
        </p:blipFill>
        <p:spPr bwMode="auto">
          <a:xfrm>
            <a:off x="3625593" y="1938528"/>
            <a:ext cx="2371726" cy="1386598"/>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 descr="Venn Diagram: Definition, Types and What It's Used For ...">
            <a:extLst>
              <a:ext uri="{FF2B5EF4-FFF2-40B4-BE49-F238E27FC236}">
                <a16:creationId xmlns:a16="http://schemas.microsoft.com/office/drawing/2014/main" id="{14F81E67-ACB9-8523-2039-7B87BD1C9964}"/>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4463" t="9159" r="4806" b="6659"/>
          <a:stretch/>
        </p:blipFill>
        <p:spPr bwMode="auto">
          <a:xfrm>
            <a:off x="210630" y="5069702"/>
            <a:ext cx="2371726" cy="1386598"/>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2" descr="Venn Diagram: Definition, Types and What It's Used For ...">
            <a:extLst>
              <a:ext uri="{FF2B5EF4-FFF2-40B4-BE49-F238E27FC236}">
                <a16:creationId xmlns:a16="http://schemas.microsoft.com/office/drawing/2014/main" id="{3EBDD584-D51F-29D9-B92C-F8161B321D0A}"/>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4463" t="9159" r="4806" b="6659"/>
          <a:stretch/>
        </p:blipFill>
        <p:spPr bwMode="auto">
          <a:xfrm>
            <a:off x="3684466" y="5069702"/>
            <a:ext cx="2371726" cy="1386598"/>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2" descr="Venn Diagram: Definition, Types and What It's Used For ...">
            <a:extLst>
              <a:ext uri="{FF2B5EF4-FFF2-40B4-BE49-F238E27FC236}">
                <a16:creationId xmlns:a16="http://schemas.microsoft.com/office/drawing/2014/main" id="{C8F5B210-6F7B-42AA-2B41-81F919160C01}"/>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4463" t="9159" r="4806" b="6659"/>
          <a:stretch/>
        </p:blipFill>
        <p:spPr bwMode="auto">
          <a:xfrm>
            <a:off x="210630" y="8161971"/>
            <a:ext cx="2371726" cy="1386598"/>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 descr="Venn Diagram: Definition, Types and What It's Used For ...">
            <a:extLst>
              <a:ext uri="{FF2B5EF4-FFF2-40B4-BE49-F238E27FC236}">
                <a16:creationId xmlns:a16="http://schemas.microsoft.com/office/drawing/2014/main" id="{5BB14D3A-074A-772F-7F79-5B4517B0B329}"/>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4463" t="9159" r="4806" b="6659"/>
          <a:stretch/>
        </p:blipFill>
        <p:spPr bwMode="auto">
          <a:xfrm>
            <a:off x="3684466" y="8161971"/>
            <a:ext cx="2371726" cy="1386598"/>
          </a:xfrm>
          <a:prstGeom prst="rect">
            <a:avLst/>
          </a:prstGeom>
          <a:noFill/>
          <a:extLst>
            <a:ext uri="{909E8E84-426E-40DD-AFC4-6F175D3DCCD1}">
              <a14:hiddenFill xmlns:a14="http://schemas.microsoft.com/office/drawing/2010/main">
                <a:solidFill>
                  <a:srgbClr val="FFFFFF"/>
                </a:solidFill>
              </a14:hiddenFill>
            </a:ext>
          </a:extLst>
        </p:spPr>
      </p:pic>
      <p:sp>
        <p:nvSpPr>
          <p:cNvPr id="59" name="TextBox 58">
            <a:extLst>
              <a:ext uri="{FF2B5EF4-FFF2-40B4-BE49-F238E27FC236}">
                <a16:creationId xmlns:a16="http://schemas.microsoft.com/office/drawing/2014/main" id="{CAEF95A7-2779-191B-5CCC-D3DE7FD7B8CD}"/>
              </a:ext>
            </a:extLst>
          </p:cNvPr>
          <p:cNvSpPr txBox="1"/>
          <p:nvPr/>
        </p:nvSpPr>
        <p:spPr>
          <a:xfrm>
            <a:off x="88138" y="78896"/>
            <a:ext cx="1518621" cy="276999"/>
          </a:xfrm>
          <a:prstGeom prst="rect">
            <a:avLst/>
          </a:prstGeom>
          <a:solidFill>
            <a:srgbClr val="0070C0"/>
          </a:solidFill>
          <a:ln w="19050">
            <a:noFill/>
          </a:ln>
        </p:spPr>
        <p:txBody>
          <a:bodyPr wrap="none" rtlCol="0">
            <a:spAutoFit/>
          </a:bodyPr>
          <a:lstStyle/>
          <a:p>
            <a:r>
              <a:rPr lang="en-US" sz="1200">
                <a:solidFill>
                  <a:schemeClr val="bg1"/>
                </a:solidFill>
              </a:rPr>
              <a:t>Independent Practice</a:t>
            </a:r>
            <a:endParaRPr lang="en-GB" sz="1200">
              <a:solidFill>
                <a:schemeClr val="bg1"/>
              </a:solidFill>
            </a:endParaRPr>
          </a:p>
        </p:txBody>
      </p:sp>
    </p:spTree>
    <p:extLst>
      <p:ext uri="{BB962C8B-B14F-4D97-AF65-F5344CB8AC3E}">
        <p14:creationId xmlns:p14="http://schemas.microsoft.com/office/powerpoint/2010/main" val="18505629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0099CF-1BD3-1652-7CEA-4D6990430BBA}"/>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151A533B-1BD1-AD33-83FF-F1D0E13DD127}"/>
              </a:ext>
            </a:extLst>
          </p:cNvPr>
          <p:cNvSpPr/>
          <p:nvPr/>
        </p:nvSpPr>
        <p:spPr>
          <a:xfrm>
            <a:off x="102453" y="119439"/>
            <a:ext cx="1077686" cy="276999"/>
          </a:xfrm>
          <a:prstGeom prst="rect">
            <a:avLst/>
          </a:prstGeom>
        </p:spPr>
        <p:txBody>
          <a:bodyPr wrap="square">
            <a:spAutoFit/>
          </a:bodyPr>
          <a:lstStyle/>
          <a:p>
            <a:r>
              <a:rPr lang="pt-BR" sz="1200">
                <a:latin typeface="Calibri" panose="020F0502020204030204" pitchFamily="34" charset="0"/>
                <a:cs typeface="Calibri" panose="020F0502020204030204" pitchFamily="34" charset="0"/>
              </a:rPr>
              <a:t>g) 32 and 48</a:t>
            </a:r>
          </a:p>
        </p:txBody>
      </p:sp>
      <p:graphicFrame>
        <p:nvGraphicFramePr>
          <p:cNvPr id="10" name="Table 9">
            <a:extLst>
              <a:ext uri="{FF2B5EF4-FFF2-40B4-BE49-F238E27FC236}">
                <a16:creationId xmlns:a16="http://schemas.microsoft.com/office/drawing/2014/main" id="{D98FE7E4-0D77-1BED-3AA1-A938CAC743DC}"/>
              </a:ext>
            </a:extLst>
          </p:cNvPr>
          <p:cNvGraphicFramePr>
            <a:graphicFrameLocks noGrp="1"/>
          </p:cNvGraphicFramePr>
          <p:nvPr/>
        </p:nvGraphicFramePr>
        <p:xfrm>
          <a:off x="102453" y="396438"/>
          <a:ext cx="3233058" cy="2843220"/>
        </p:xfrm>
        <a:graphic>
          <a:graphicData uri="http://schemas.openxmlformats.org/drawingml/2006/table">
            <a:tbl>
              <a:tblPr firstRow="1" bandRow="1">
                <a:tableStyleId>{5C22544A-7EE6-4342-B048-85BDC9FD1C3A}</a:tableStyleId>
              </a:tblPr>
              <a:tblGrid>
                <a:gridCol w="3233058">
                  <a:extLst>
                    <a:ext uri="{9D8B030D-6E8A-4147-A177-3AD203B41FA5}">
                      <a16:colId xmlns:a16="http://schemas.microsoft.com/office/drawing/2014/main" val="2641477524"/>
                    </a:ext>
                  </a:extLst>
                </a:gridCol>
              </a:tblGrid>
              <a:tr h="2843220">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8051279"/>
                  </a:ext>
                </a:extLst>
              </a:tr>
            </a:tbl>
          </a:graphicData>
        </a:graphic>
      </p:graphicFrame>
      <p:graphicFrame>
        <p:nvGraphicFramePr>
          <p:cNvPr id="13" name="Table 12">
            <a:extLst>
              <a:ext uri="{FF2B5EF4-FFF2-40B4-BE49-F238E27FC236}">
                <a16:creationId xmlns:a16="http://schemas.microsoft.com/office/drawing/2014/main" id="{77C7ACCF-8D25-B885-56A6-41CA2C1E4D84}"/>
              </a:ext>
            </a:extLst>
          </p:cNvPr>
          <p:cNvGraphicFramePr>
            <a:graphicFrameLocks noGrp="1"/>
          </p:cNvGraphicFramePr>
          <p:nvPr/>
        </p:nvGraphicFramePr>
        <p:xfrm>
          <a:off x="3545084" y="396438"/>
          <a:ext cx="3233058" cy="2843220"/>
        </p:xfrm>
        <a:graphic>
          <a:graphicData uri="http://schemas.openxmlformats.org/drawingml/2006/table">
            <a:tbl>
              <a:tblPr firstRow="1" bandRow="1">
                <a:tableStyleId>{5C22544A-7EE6-4342-B048-85BDC9FD1C3A}</a:tableStyleId>
              </a:tblPr>
              <a:tblGrid>
                <a:gridCol w="3233058">
                  <a:extLst>
                    <a:ext uri="{9D8B030D-6E8A-4147-A177-3AD203B41FA5}">
                      <a16:colId xmlns:a16="http://schemas.microsoft.com/office/drawing/2014/main" val="2641477524"/>
                    </a:ext>
                  </a:extLst>
                </a:gridCol>
              </a:tblGrid>
              <a:tr h="2843220">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8051279"/>
                  </a:ext>
                </a:extLst>
              </a:tr>
            </a:tbl>
          </a:graphicData>
        </a:graphic>
      </p:graphicFrame>
      <p:sp>
        <p:nvSpPr>
          <p:cNvPr id="20" name="Rectangle 19">
            <a:extLst>
              <a:ext uri="{FF2B5EF4-FFF2-40B4-BE49-F238E27FC236}">
                <a16:creationId xmlns:a16="http://schemas.microsoft.com/office/drawing/2014/main" id="{36ED63EA-9356-EE88-5436-A4DF86AB1377}"/>
              </a:ext>
            </a:extLst>
          </p:cNvPr>
          <p:cNvSpPr/>
          <p:nvPr/>
        </p:nvSpPr>
        <p:spPr>
          <a:xfrm>
            <a:off x="102453" y="3253540"/>
            <a:ext cx="1077686" cy="276999"/>
          </a:xfrm>
          <a:prstGeom prst="rect">
            <a:avLst/>
          </a:prstGeom>
        </p:spPr>
        <p:txBody>
          <a:bodyPr wrap="square">
            <a:spAutoFit/>
          </a:bodyPr>
          <a:lstStyle/>
          <a:p>
            <a:r>
              <a:rPr lang="pt-BR" sz="1200">
                <a:latin typeface="Calibri" panose="020F0502020204030204" pitchFamily="34" charset="0"/>
                <a:cs typeface="Calibri" panose="020F0502020204030204" pitchFamily="34" charset="0"/>
              </a:rPr>
              <a:t>i) 64 and 100</a:t>
            </a:r>
          </a:p>
        </p:txBody>
      </p:sp>
      <p:graphicFrame>
        <p:nvGraphicFramePr>
          <p:cNvPr id="21" name="Table 20">
            <a:extLst>
              <a:ext uri="{FF2B5EF4-FFF2-40B4-BE49-F238E27FC236}">
                <a16:creationId xmlns:a16="http://schemas.microsoft.com/office/drawing/2014/main" id="{BAE73F80-FA96-5EBD-4CB6-673EF15C5D67}"/>
              </a:ext>
            </a:extLst>
          </p:cNvPr>
          <p:cNvGraphicFramePr>
            <a:graphicFrameLocks noGrp="1"/>
          </p:cNvGraphicFramePr>
          <p:nvPr/>
        </p:nvGraphicFramePr>
        <p:xfrm>
          <a:off x="102453" y="3530539"/>
          <a:ext cx="3233058" cy="2843220"/>
        </p:xfrm>
        <a:graphic>
          <a:graphicData uri="http://schemas.openxmlformats.org/drawingml/2006/table">
            <a:tbl>
              <a:tblPr firstRow="1" bandRow="1">
                <a:tableStyleId>{5C22544A-7EE6-4342-B048-85BDC9FD1C3A}</a:tableStyleId>
              </a:tblPr>
              <a:tblGrid>
                <a:gridCol w="3233058">
                  <a:extLst>
                    <a:ext uri="{9D8B030D-6E8A-4147-A177-3AD203B41FA5}">
                      <a16:colId xmlns:a16="http://schemas.microsoft.com/office/drawing/2014/main" val="2641477524"/>
                    </a:ext>
                  </a:extLst>
                </a:gridCol>
              </a:tblGrid>
              <a:tr h="2843220">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8051279"/>
                  </a:ext>
                </a:extLst>
              </a:tr>
            </a:tbl>
          </a:graphicData>
        </a:graphic>
      </p:graphicFrame>
      <p:graphicFrame>
        <p:nvGraphicFramePr>
          <p:cNvPr id="22" name="Table 21">
            <a:extLst>
              <a:ext uri="{FF2B5EF4-FFF2-40B4-BE49-F238E27FC236}">
                <a16:creationId xmlns:a16="http://schemas.microsoft.com/office/drawing/2014/main" id="{365CA249-7B61-DC35-0AFE-3A962074B8B0}"/>
              </a:ext>
            </a:extLst>
          </p:cNvPr>
          <p:cNvGraphicFramePr>
            <a:graphicFrameLocks noGrp="1"/>
          </p:cNvGraphicFramePr>
          <p:nvPr/>
        </p:nvGraphicFramePr>
        <p:xfrm>
          <a:off x="3545084" y="3530539"/>
          <a:ext cx="3233058" cy="2843220"/>
        </p:xfrm>
        <a:graphic>
          <a:graphicData uri="http://schemas.openxmlformats.org/drawingml/2006/table">
            <a:tbl>
              <a:tblPr firstRow="1" bandRow="1">
                <a:tableStyleId>{5C22544A-7EE6-4342-B048-85BDC9FD1C3A}</a:tableStyleId>
              </a:tblPr>
              <a:tblGrid>
                <a:gridCol w="3233058">
                  <a:extLst>
                    <a:ext uri="{9D8B030D-6E8A-4147-A177-3AD203B41FA5}">
                      <a16:colId xmlns:a16="http://schemas.microsoft.com/office/drawing/2014/main" val="2641477524"/>
                    </a:ext>
                  </a:extLst>
                </a:gridCol>
              </a:tblGrid>
              <a:tr h="2843220">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8051279"/>
                  </a:ext>
                </a:extLst>
              </a:tr>
            </a:tbl>
          </a:graphicData>
        </a:graphic>
      </p:graphicFrame>
      <p:sp>
        <p:nvSpPr>
          <p:cNvPr id="23" name="Rectangle 22">
            <a:extLst>
              <a:ext uri="{FF2B5EF4-FFF2-40B4-BE49-F238E27FC236}">
                <a16:creationId xmlns:a16="http://schemas.microsoft.com/office/drawing/2014/main" id="{07F2526B-CD33-22BF-8B37-777277E192A7}"/>
              </a:ext>
            </a:extLst>
          </p:cNvPr>
          <p:cNvSpPr/>
          <p:nvPr/>
        </p:nvSpPr>
        <p:spPr>
          <a:xfrm>
            <a:off x="102453" y="6383213"/>
            <a:ext cx="1077686" cy="276999"/>
          </a:xfrm>
          <a:prstGeom prst="rect">
            <a:avLst/>
          </a:prstGeom>
        </p:spPr>
        <p:txBody>
          <a:bodyPr wrap="square">
            <a:spAutoFit/>
          </a:bodyPr>
          <a:lstStyle/>
          <a:p>
            <a:r>
              <a:rPr lang="pt-BR" sz="1200">
                <a:latin typeface="Calibri" panose="020F0502020204030204" pitchFamily="34" charset="0"/>
                <a:cs typeface="Calibri" panose="020F0502020204030204" pitchFamily="34" charset="0"/>
              </a:rPr>
              <a:t>k) 72 and 108</a:t>
            </a:r>
          </a:p>
        </p:txBody>
      </p:sp>
      <p:graphicFrame>
        <p:nvGraphicFramePr>
          <p:cNvPr id="24" name="Table 23">
            <a:extLst>
              <a:ext uri="{FF2B5EF4-FFF2-40B4-BE49-F238E27FC236}">
                <a16:creationId xmlns:a16="http://schemas.microsoft.com/office/drawing/2014/main" id="{240D02DD-D142-6021-E8F9-4C23ADE0C777}"/>
              </a:ext>
            </a:extLst>
          </p:cNvPr>
          <p:cNvGraphicFramePr>
            <a:graphicFrameLocks noGrp="1"/>
          </p:cNvGraphicFramePr>
          <p:nvPr/>
        </p:nvGraphicFramePr>
        <p:xfrm>
          <a:off x="102453" y="6660212"/>
          <a:ext cx="3233058" cy="2843220"/>
        </p:xfrm>
        <a:graphic>
          <a:graphicData uri="http://schemas.openxmlformats.org/drawingml/2006/table">
            <a:tbl>
              <a:tblPr firstRow="1" bandRow="1">
                <a:tableStyleId>{5C22544A-7EE6-4342-B048-85BDC9FD1C3A}</a:tableStyleId>
              </a:tblPr>
              <a:tblGrid>
                <a:gridCol w="3233058">
                  <a:extLst>
                    <a:ext uri="{9D8B030D-6E8A-4147-A177-3AD203B41FA5}">
                      <a16:colId xmlns:a16="http://schemas.microsoft.com/office/drawing/2014/main" val="2641477524"/>
                    </a:ext>
                  </a:extLst>
                </a:gridCol>
              </a:tblGrid>
              <a:tr h="2843220">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8051279"/>
                  </a:ext>
                </a:extLst>
              </a:tr>
            </a:tbl>
          </a:graphicData>
        </a:graphic>
      </p:graphicFrame>
      <p:graphicFrame>
        <p:nvGraphicFramePr>
          <p:cNvPr id="25" name="Table 24">
            <a:extLst>
              <a:ext uri="{FF2B5EF4-FFF2-40B4-BE49-F238E27FC236}">
                <a16:creationId xmlns:a16="http://schemas.microsoft.com/office/drawing/2014/main" id="{9C2B8948-BE77-8BBC-A9B8-728F0DA13D3B}"/>
              </a:ext>
            </a:extLst>
          </p:cNvPr>
          <p:cNvGraphicFramePr>
            <a:graphicFrameLocks noGrp="1"/>
          </p:cNvGraphicFramePr>
          <p:nvPr/>
        </p:nvGraphicFramePr>
        <p:xfrm>
          <a:off x="3545084" y="6660212"/>
          <a:ext cx="3233058" cy="2843220"/>
        </p:xfrm>
        <a:graphic>
          <a:graphicData uri="http://schemas.openxmlformats.org/drawingml/2006/table">
            <a:tbl>
              <a:tblPr firstRow="1" bandRow="1">
                <a:tableStyleId>{5C22544A-7EE6-4342-B048-85BDC9FD1C3A}</a:tableStyleId>
              </a:tblPr>
              <a:tblGrid>
                <a:gridCol w="3233058">
                  <a:extLst>
                    <a:ext uri="{9D8B030D-6E8A-4147-A177-3AD203B41FA5}">
                      <a16:colId xmlns:a16="http://schemas.microsoft.com/office/drawing/2014/main" val="2641477524"/>
                    </a:ext>
                  </a:extLst>
                </a:gridCol>
              </a:tblGrid>
              <a:tr h="2843220">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8051279"/>
                  </a:ext>
                </a:extLst>
              </a:tr>
            </a:tbl>
          </a:graphicData>
        </a:graphic>
      </p:graphicFrame>
      <p:sp>
        <p:nvSpPr>
          <p:cNvPr id="27" name="Slide Number Placeholder 3">
            <a:extLst>
              <a:ext uri="{FF2B5EF4-FFF2-40B4-BE49-F238E27FC236}">
                <a16:creationId xmlns:a16="http://schemas.microsoft.com/office/drawing/2014/main" id="{9A40371B-D219-4B12-E576-B0AC616A81A3}"/>
              </a:ext>
            </a:extLst>
          </p:cNvPr>
          <p:cNvSpPr>
            <a:spLocks noGrp="1"/>
          </p:cNvSpPr>
          <p:nvPr>
            <p:ph type="sldNum" sz="quarter" idx="12"/>
          </p:nvPr>
        </p:nvSpPr>
        <p:spPr>
          <a:xfrm>
            <a:off x="5314172" y="9548569"/>
            <a:ext cx="1543050" cy="527403"/>
          </a:xfrm>
        </p:spPr>
        <p:txBody>
          <a:bodyPr/>
          <a:lstStyle/>
          <a:p>
            <a:fld id="{801DFC4E-6969-46AA-A5C7-ABF66C60BBE0}" type="slidenum">
              <a:rPr lang="en-GB" smtClean="0"/>
              <a:t>33</a:t>
            </a:fld>
            <a:endParaRPr lang="en-GB"/>
          </a:p>
        </p:txBody>
      </p:sp>
      <p:sp>
        <p:nvSpPr>
          <p:cNvPr id="28" name="Rectangle 27">
            <a:extLst>
              <a:ext uri="{FF2B5EF4-FFF2-40B4-BE49-F238E27FC236}">
                <a16:creationId xmlns:a16="http://schemas.microsoft.com/office/drawing/2014/main" id="{80DC342D-C4CD-33F3-9D80-A9C04CF0B284}"/>
              </a:ext>
            </a:extLst>
          </p:cNvPr>
          <p:cNvSpPr/>
          <p:nvPr/>
        </p:nvSpPr>
        <p:spPr>
          <a:xfrm>
            <a:off x="3545084" y="129152"/>
            <a:ext cx="1077686" cy="276999"/>
          </a:xfrm>
          <a:prstGeom prst="rect">
            <a:avLst/>
          </a:prstGeom>
        </p:spPr>
        <p:txBody>
          <a:bodyPr wrap="square">
            <a:spAutoFit/>
          </a:bodyPr>
          <a:lstStyle/>
          <a:p>
            <a:r>
              <a:rPr lang="pt-BR" sz="1200">
                <a:latin typeface="Calibri" panose="020F0502020204030204" pitchFamily="34" charset="0"/>
                <a:cs typeface="Calibri" panose="020F0502020204030204" pitchFamily="34" charset="0"/>
              </a:rPr>
              <a:t>h) 27 and 54</a:t>
            </a:r>
          </a:p>
        </p:txBody>
      </p:sp>
      <p:sp>
        <p:nvSpPr>
          <p:cNvPr id="29" name="Rectangle 28">
            <a:extLst>
              <a:ext uri="{FF2B5EF4-FFF2-40B4-BE49-F238E27FC236}">
                <a16:creationId xmlns:a16="http://schemas.microsoft.com/office/drawing/2014/main" id="{5D70170D-FF33-3AB9-28CA-7A3A6CC36282}"/>
              </a:ext>
            </a:extLst>
          </p:cNvPr>
          <p:cNvSpPr/>
          <p:nvPr/>
        </p:nvSpPr>
        <p:spPr>
          <a:xfrm>
            <a:off x="3545084" y="3264480"/>
            <a:ext cx="1077686" cy="276999"/>
          </a:xfrm>
          <a:prstGeom prst="rect">
            <a:avLst/>
          </a:prstGeom>
        </p:spPr>
        <p:txBody>
          <a:bodyPr wrap="square">
            <a:spAutoFit/>
          </a:bodyPr>
          <a:lstStyle/>
          <a:p>
            <a:r>
              <a:rPr lang="pt-BR" sz="1200">
                <a:latin typeface="Calibri" panose="020F0502020204030204" pitchFamily="34" charset="0"/>
                <a:cs typeface="Calibri" panose="020F0502020204030204" pitchFamily="34" charset="0"/>
              </a:rPr>
              <a:t>j) 144 and 180</a:t>
            </a:r>
          </a:p>
        </p:txBody>
      </p:sp>
      <p:sp>
        <p:nvSpPr>
          <p:cNvPr id="30" name="Rectangle 29">
            <a:extLst>
              <a:ext uri="{FF2B5EF4-FFF2-40B4-BE49-F238E27FC236}">
                <a16:creationId xmlns:a16="http://schemas.microsoft.com/office/drawing/2014/main" id="{9DDBE7F0-B314-64EE-1A5A-152A0ED5FD59}"/>
              </a:ext>
            </a:extLst>
          </p:cNvPr>
          <p:cNvSpPr/>
          <p:nvPr/>
        </p:nvSpPr>
        <p:spPr>
          <a:xfrm>
            <a:off x="3476197" y="6383213"/>
            <a:ext cx="1077686" cy="276999"/>
          </a:xfrm>
          <a:prstGeom prst="rect">
            <a:avLst/>
          </a:prstGeom>
        </p:spPr>
        <p:txBody>
          <a:bodyPr wrap="square">
            <a:spAutoFit/>
          </a:bodyPr>
          <a:lstStyle/>
          <a:p>
            <a:r>
              <a:rPr lang="pt-BR" sz="1200">
                <a:latin typeface="Calibri" panose="020F0502020204030204" pitchFamily="34" charset="0"/>
                <a:cs typeface="Calibri" panose="020F0502020204030204" pitchFamily="34" charset="0"/>
              </a:rPr>
              <a:t>l) 144 and 168</a:t>
            </a:r>
          </a:p>
        </p:txBody>
      </p:sp>
      <p:pic>
        <p:nvPicPr>
          <p:cNvPr id="17" name="Picture 2" descr="Venn Diagram: Definition, Types and What It's Used For ...">
            <a:extLst>
              <a:ext uri="{FF2B5EF4-FFF2-40B4-BE49-F238E27FC236}">
                <a16:creationId xmlns:a16="http://schemas.microsoft.com/office/drawing/2014/main" id="{30DCD6A1-84BF-18D4-12B1-B7CF27FDB048}"/>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4463" t="9159" r="4806" b="6659"/>
          <a:stretch/>
        </p:blipFill>
        <p:spPr bwMode="auto">
          <a:xfrm>
            <a:off x="210630" y="1751608"/>
            <a:ext cx="2371726" cy="1386598"/>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Venn Diagram: Definition, Types and What It's Used For ...">
            <a:extLst>
              <a:ext uri="{FF2B5EF4-FFF2-40B4-BE49-F238E27FC236}">
                <a16:creationId xmlns:a16="http://schemas.microsoft.com/office/drawing/2014/main" id="{DF094B39-24A8-1890-02F1-6980E3E7AC61}"/>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4463" t="9159" r="4806" b="6659"/>
          <a:stretch/>
        </p:blipFill>
        <p:spPr bwMode="auto">
          <a:xfrm>
            <a:off x="3625593" y="1724523"/>
            <a:ext cx="2371726" cy="1386598"/>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 descr="Venn Diagram: Definition, Types and What It's Used For ...">
            <a:extLst>
              <a:ext uri="{FF2B5EF4-FFF2-40B4-BE49-F238E27FC236}">
                <a16:creationId xmlns:a16="http://schemas.microsoft.com/office/drawing/2014/main" id="{A614174B-AA25-B718-E8E3-C1FD105E7A6F}"/>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4463" t="9159" r="4806" b="6659"/>
          <a:stretch/>
        </p:blipFill>
        <p:spPr bwMode="auto">
          <a:xfrm>
            <a:off x="210630" y="4855697"/>
            <a:ext cx="2371726" cy="1386598"/>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2" descr="Venn Diagram: Definition, Types and What It's Used For ...">
            <a:extLst>
              <a:ext uri="{FF2B5EF4-FFF2-40B4-BE49-F238E27FC236}">
                <a16:creationId xmlns:a16="http://schemas.microsoft.com/office/drawing/2014/main" id="{325A67FC-1927-065D-BE1E-3C4338DC4975}"/>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4463" t="9159" r="4806" b="6659"/>
          <a:stretch/>
        </p:blipFill>
        <p:spPr bwMode="auto">
          <a:xfrm>
            <a:off x="3684466" y="4855697"/>
            <a:ext cx="2371726" cy="1386598"/>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2" descr="Venn Diagram: Definition, Types and What It's Used For ...">
            <a:extLst>
              <a:ext uri="{FF2B5EF4-FFF2-40B4-BE49-F238E27FC236}">
                <a16:creationId xmlns:a16="http://schemas.microsoft.com/office/drawing/2014/main" id="{93AEC2F6-2DE1-E23D-F0CE-8233371191FB}"/>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4463" t="9159" r="4806" b="6659"/>
          <a:stretch/>
        </p:blipFill>
        <p:spPr bwMode="auto">
          <a:xfrm>
            <a:off x="210630" y="7947966"/>
            <a:ext cx="2371726" cy="1386598"/>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 descr="Venn Diagram: Definition, Types and What It's Used For ...">
            <a:extLst>
              <a:ext uri="{FF2B5EF4-FFF2-40B4-BE49-F238E27FC236}">
                <a16:creationId xmlns:a16="http://schemas.microsoft.com/office/drawing/2014/main" id="{3A426333-9C3A-AE79-E55E-2A6ADA743D69}"/>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4463" t="9159" r="4806" b="6659"/>
          <a:stretch/>
        </p:blipFill>
        <p:spPr bwMode="auto">
          <a:xfrm>
            <a:off x="3684466" y="7947966"/>
            <a:ext cx="2371726" cy="13865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87144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0398B6E-9937-0D17-2ACF-9589CA499F4A}"/>
              </a:ext>
            </a:extLst>
          </p:cNvPr>
          <p:cNvSpPr>
            <a:spLocks noGrp="1"/>
          </p:cNvSpPr>
          <p:nvPr>
            <p:ph type="sldNum" sz="quarter" idx="12"/>
          </p:nvPr>
        </p:nvSpPr>
        <p:spPr/>
        <p:txBody>
          <a:bodyPr/>
          <a:lstStyle/>
          <a:p>
            <a:fld id="{19F1D9CC-7119-45EC-A96C-D8C0660F3AAB}" type="slidenum">
              <a:rPr lang="en-GB" smtClean="0"/>
              <a:t>34</a:t>
            </a:fld>
            <a:endParaRPr lang="en-GB"/>
          </a:p>
        </p:txBody>
      </p:sp>
      <p:sp>
        <p:nvSpPr>
          <p:cNvPr id="3" name="Rectangle 2">
            <a:extLst>
              <a:ext uri="{FF2B5EF4-FFF2-40B4-BE49-F238E27FC236}">
                <a16:creationId xmlns:a16="http://schemas.microsoft.com/office/drawing/2014/main" id="{5F2BE597-BD2D-F2ED-2B37-D2048537463B}"/>
              </a:ext>
            </a:extLst>
          </p:cNvPr>
          <p:cNvSpPr/>
          <p:nvPr/>
        </p:nvSpPr>
        <p:spPr>
          <a:xfrm>
            <a:off x="0" y="0"/>
            <a:ext cx="6858000" cy="291917"/>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bg1"/>
                </a:solidFill>
              </a:rPr>
              <a:t>GCSE Past Paper Questions</a:t>
            </a:r>
          </a:p>
        </p:txBody>
      </p:sp>
      <p:pic>
        <p:nvPicPr>
          <p:cNvPr id="5" name="Picture 4" descr="A paper with text on it&#10;&#10;AI-generated content may be incorrect.">
            <a:extLst>
              <a:ext uri="{FF2B5EF4-FFF2-40B4-BE49-F238E27FC236}">
                <a16:creationId xmlns:a16="http://schemas.microsoft.com/office/drawing/2014/main" id="{7593534B-C05C-858B-9515-050C3CFEAC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416" y="389303"/>
            <a:ext cx="6636550" cy="8454071"/>
          </a:xfrm>
          <a:prstGeom prst="rect">
            <a:avLst/>
          </a:prstGeom>
        </p:spPr>
      </p:pic>
    </p:spTree>
    <p:extLst>
      <p:ext uri="{BB962C8B-B14F-4D97-AF65-F5344CB8AC3E}">
        <p14:creationId xmlns:p14="http://schemas.microsoft.com/office/powerpoint/2010/main" val="10352470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7565567-D2FC-D14E-9774-426D674FB6FF}"/>
              </a:ext>
            </a:extLst>
          </p:cNvPr>
          <p:cNvSpPr>
            <a:spLocks noGrp="1"/>
          </p:cNvSpPr>
          <p:nvPr>
            <p:ph type="sldNum" sz="quarter" idx="12"/>
          </p:nvPr>
        </p:nvSpPr>
        <p:spPr/>
        <p:txBody>
          <a:bodyPr/>
          <a:lstStyle/>
          <a:p>
            <a:fld id="{19F1D9CC-7119-45EC-A96C-D8C0660F3AAB}" type="slidenum">
              <a:rPr lang="en-GB" smtClean="0"/>
              <a:t>35</a:t>
            </a:fld>
            <a:endParaRPr lang="en-GB"/>
          </a:p>
        </p:txBody>
      </p:sp>
      <p:pic>
        <p:nvPicPr>
          <p:cNvPr id="4" name="Picture 3" descr="A paper with text on it&#10;&#10;AI-generated content may be incorrect.">
            <a:extLst>
              <a:ext uri="{FF2B5EF4-FFF2-40B4-BE49-F238E27FC236}">
                <a16:creationId xmlns:a16="http://schemas.microsoft.com/office/drawing/2014/main" id="{0454E6E2-735B-5093-5950-013214A383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5788" y="69599"/>
            <a:ext cx="6491031" cy="8635990"/>
          </a:xfrm>
          <a:prstGeom prst="rect">
            <a:avLst/>
          </a:prstGeom>
        </p:spPr>
      </p:pic>
    </p:spTree>
    <p:extLst>
      <p:ext uri="{BB962C8B-B14F-4D97-AF65-F5344CB8AC3E}">
        <p14:creationId xmlns:p14="http://schemas.microsoft.com/office/powerpoint/2010/main" val="37957759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929AE79-4434-086A-4DD6-3F80E00E5807}"/>
              </a:ext>
            </a:extLst>
          </p:cNvPr>
          <p:cNvSpPr>
            <a:spLocks noGrp="1"/>
          </p:cNvSpPr>
          <p:nvPr>
            <p:ph type="sldNum" sz="quarter" idx="12"/>
          </p:nvPr>
        </p:nvSpPr>
        <p:spPr/>
        <p:txBody>
          <a:bodyPr/>
          <a:lstStyle/>
          <a:p>
            <a:fld id="{19F1D9CC-7119-45EC-A96C-D8C0660F3AAB}" type="slidenum">
              <a:rPr lang="en-GB" smtClean="0"/>
              <a:t>36</a:t>
            </a:fld>
            <a:endParaRPr lang="en-GB"/>
          </a:p>
        </p:txBody>
      </p:sp>
      <p:pic>
        <p:nvPicPr>
          <p:cNvPr id="4" name="Picture 3" descr="A paper with text on it&#10;&#10;AI-generated content may be incorrect.">
            <a:extLst>
              <a:ext uri="{FF2B5EF4-FFF2-40B4-BE49-F238E27FC236}">
                <a16:creationId xmlns:a16="http://schemas.microsoft.com/office/drawing/2014/main" id="{FA6819C6-9B5E-BDEC-D133-D0BF03B22A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113" y="197200"/>
            <a:ext cx="6355773" cy="8668967"/>
          </a:xfrm>
          <a:prstGeom prst="rect">
            <a:avLst/>
          </a:prstGeom>
        </p:spPr>
      </p:pic>
    </p:spTree>
    <p:extLst>
      <p:ext uri="{BB962C8B-B14F-4D97-AF65-F5344CB8AC3E}">
        <p14:creationId xmlns:p14="http://schemas.microsoft.com/office/powerpoint/2010/main" val="20686863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B832326-E562-FABE-0D22-95B0C5424757}"/>
              </a:ext>
            </a:extLst>
          </p:cNvPr>
          <p:cNvSpPr>
            <a:spLocks noGrp="1"/>
          </p:cNvSpPr>
          <p:nvPr>
            <p:ph type="sldNum" sz="quarter" idx="12"/>
          </p:nvPr>
        </p:nvSpPr>
        <p:spPr/>
        <p:txBody>
          <a:bodyPr/>
          <a:lstStyle/>
          <a:p>
            <a:fld id="{19F1D9CC-7119-45EC-A96C-D8C0660F3AAB}" type="slidenum">
              <a:rPr lang="en-GB" smtClean="0"/>
              <a:t>37</a:t>
            </a:fld>
            <a:endParaRPr lang="en-GB"/>
          </a:p>
        </p:txBody>
      </p:sp>
      <p:pic>
        <p:nvPicPr>
          <p:cNvPr id="4" name="Picture 3" descr="A paper with text on it&#10;&#10;AI-generated content may be incorrect.">
            <a:extLst>
              <a:ext uri="{FF2B5EF4-FFF2-40B4-BE49-F238E27FC236}">
                <a16:creationId xmlns:a16="http://schemas.microsoft.com/office/drawing/2014/main" id="{A6819F5F-925A-365C-1DAC-B0E777119E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1594" y="99079"/>
            <a:ext cx="6424268" cy="8806926"/>
          </a:xfrm>
          <a:prstGeom prst="rect">
            <a:avLst/>
          </a:prstGeom>
        </p:spPr>
      </p:pic>
    </p:spTree>
    <p:extLst>
      <p:ext uri="{BB962C8B-B14F-4D97-AF65-F5344CB8AC3E}">
        <p14:creationId xmlns:p14="http://schemas.microsoft.com/office/powerpoint/2010/main" val="386293030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12463-96C4-8E6E-48A7-CF585DDD67B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A5B689B-51C9-BEF3-6FFC-9E3945343110}"/>
              </a:ext>
            </a:extLst>
          </p:cNvPr>
          <p:cNvSpPr>
            <a:spLocks noGrp="1"/>
          </p:cNvSpPr>
          <p:nvPr>
            <p:ph type="sldNum" sz="quarter" idx="12"/>
          </p:nvPr>
        </p:nvSpPr>
        <p:spPr/>
        <p:txBody>
          <a:bodyPr/>
          <a:lstStyle/>
          <a:p>
            <a:fld id="{19F1D9CC-7119-45EC-A96C-D8C0660F3AAB}" type="slidenum">
              <a:rPr lang="en-GB" smtClean="0"/>
              <a:t>38</a:t>
            </a:fld>
            <a:endParaRPr lang="en-GB"/>
          </a:p>
        </p:txBody>
      </p:sp>
      <p:pic>
        <p:nvPicPr>
          <p:cNvPr id="4" name="Picture 3" descr="A paper with text on it&#10;&#10;AI-generated content may be incorrect.">
            <a:extLst>
              <a:ext uri="{FF2B5EF4-FFF2-40B4-BE49-F238E27FC236}">
                <a16:creationId xmlns:a16="http://schemas.microsoft.com/office/drawing/2014/main" id="{3DD79F89-24CD-8214-ECE5-3B5CFDEBEB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3470" y="253757"/>
            <a:ext cx="6542862" cy="8376675"/>
          </a:xfrm>
          <a:prstGeom prst="rect">
            <a:avLst/>
          </a:prstGeom>
        </p:spPr>
      </p:pic>
    </p:spTree>
    <p:extLst>
      <p:ext uri="{BB962C8B-B14F-4D97-AF65-F5344CB8AC3E}">
        <p14:creationId xmlns:p14="http://schemas.microsoft.com/office/powerpoint/2010/main" val="11529981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Rectangle 66">
            <a:extLst>
              <a:ext uri="{FF2B5EF4-FFF2-40B4-BE49-F238E27FC236}">
                <a16:creationId xmlns:a16="http://schemas.microsoft.com/office/drawing/2014/main" id="{B59D2F85-C40C-6F49-A8DC-9962E32C54A7}"/>
              </a:ext>
            </a:extLst>
          </p:cNvPr>
          <p:cNvSpPr/>
          <p:nvPr/>
        </p:nvSpPr>
        <p:spPr>
          <a:xfrm>
            <a:off x="86108" y="327055"/>
            <a:ext cx="6679742" cy="113396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dirty="0">
              <a:solidFill>
                <a:sysClr val="windowText" lastClr="000000"/>
              </a:solidFill>
            </a:endParaRPr>
          </a:p>
        </p:txBody>
      </p:sp>
      <p:sp>
        <p:nvSpPr>
          <p:cNvPr id="70" name="Rectangle 69">
            <a:extLst>
              <a:ext uri="{FF2B5EF4-FFF2-40B4-BE49-F238E27FC236}">
                <a16:creationId xmlns:a16="http://schemas.microsoft.com/office/drawing/2014/main" id="{E3A83C37-429B-B44E-B9E5-6054EBA2FC17}"/>
              </a:ext>
            </a:extLst>
          </p:cNvPr>
          <p:cNvSpPr/>
          <p:nvPr/>
        </p:nvSpPr>
        <p:spPr>
          <a:xfrm>
            <a:off x="0" y="0"/>
            <a:ext cx="6858000" cy="29191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bg1"/>
                </a:solidFill>
              </a:rPr>
              <a:t>Subtopic 6 – Squares, Cubes and Roots</a:t>
            </a:r>
          </a:p>
        </p:txBody>
      </p:sp>
      <p:sp>
        <p:nvSpPr>
          <p:cNvPr id="71" name="TextBox 70">
            <a:extLst>
              <a:ext uri="{FF2B5EF4-FFF2-40B4-BE49-F238E27FC236}">
                <a16:creationId xmlns:a16="http://schemas.microsoft.com/office/drawing/2014/main" id="{F05264B7-DB58-7E49-B4A9-8F02D752A45D}"/>
              </a:ext>
            </a:extLst>
          </p:cNvPr>
          <p:cNvSpPr txBox="1"/>
          <p:nvPr/>
        </p:nvSpPr>
        <p:spPr>
          <a:xfrm>
            <a:off x="133163" y="727735"/>
            <a:ext cx="5101863" cy="646331"/>
          </a:xfrm>
          <a:prstGeom prst="rect">
            <a:avLst/>
          </a:prstGeom>
          <a:noFill/>
        </p:spPr>
        <p:txBody>
          <a:bodyPr wrap="square" rtlCol="0">
            <a:spAutoFit/>
          </a:bodyPr>
          <a:lstStyle/>
          <a:p>
            <a:r>
              <a:rPr lang="en-GB" sz="1200" b="1" dirty="0"/>
              <a:t>Objectives:</a:t>
            </a:r>
          </a:p>
          <a:p>
            <a:pPr marL="228600" indent="-228600">
              <a:buAutoNum type="arabicPeriod"/>
            </a:pPr>
            <a:r>
              <a:rPr lang="en-GB" sz="1200" dirty="0"/>
              <a:t>To be able to recall the square numbers up to 15 squared</a:t>
            </a:r>
          </a:p>
          <a:p>
            <a:pPr marL="228600" indent="-228600">
              <a:buAutoNum type="arabicPeriod"/>
            </a:pPr>
            <a:r>
              <a:rPr lang="en-GB" sz="1200" dirty="0"/>
              <a:t>To be able to recall the cube numbers up to 10 cubed.</a:t>
            </a:r>
          </a:p>
        </p:txBody>
      </p:sp>
      <p:sp>
        <p:nvSpPr>
          <p:cNvPr id="73" name="TextBox 72">
            <a:extLst>
              <a:ext uri="{FF2B5EF4-FFF2-40B4-BE49-F238E27FC236}">
                <a16:creationId xmlns:a16="http://schemas.microsoft.com/office/drawing/2014/main" id="{2E771014-6049-D94F-9894-F3E0D5FBDFBE}"/>
              </a:ext>
            </a:extLst>
          </p:cNvPr>
          <p:cNvSpPr txBox="1"/>
          <p:nvPr/>
        </p:nvSpPr>
        <p:spPr>
          <a:xfrm>
            <a:off x="438347" y="373798"/>
            <a:ext cx="5956961" cy="276999"/>
          </a:xfrm>
          <a:prstGeom prst="rect">
            <a:avLst/>
          </a:prstGeom>
          <a:noFill/>
          <a:ln w="12700">
            <a:solidFill>
              <a:schemeClr val="tx1"/>
            </a:solidFill>
          </a:ln>
        </p:spPr>
        <p:txBody>
          <a:bodyPr wrap="square" lIns="91440" tIns="45720" rIns="91440" bIns="45720" rtlCol="0" anchor="t">
            <a:spAutoFit/>
          </a:bodyPr>
          <a:lstStyle/>
          <a:p>
            <a:pPr algn="ctr"/>
            <a:r>
              <a:rPr lang="en-GB" sz="1200" dirty="0"/>
              <a:t>LEARNING OUTCOME: To understand square and cube numbers</a:t>
            </a:r>
          </a:p>
        </p:txBody>
      </p:sp>
      <p:sp>
        <p:nvSpPr>
          <p:cNvPr id="74" name="TextBox 73">
            <a:extLst>
              <a:ext uri="{FF2B5EF4-FFF2-40B4-BE49-F238E27FC236}">
                <a16:creationId xmlns:a16="http://schemas.microsoft.com/office/drawing/2014/main" id="{7715F86B-6C3B-6849-A0A3-1AA8A5990EEB}"/>
              </a:ext>
            </a:extLst>
          </p:cNvPr>
          <p:cNvSpPr txBox="1"/>
          <p:nvPr/>
        </p:nvSpPr>
        <p:spPr>
          <a:xfrm>
            <a:off x="5632946" y="718132"/>
            <a:ext cx="1058149" cy="684000"/>
          </a:xfrm>
          <a:prstGeom prst="rect">
            <a:avLst/>
          </a:prstGeom>
          <a:noFill/>
          <a:ln w="12700">
            <a:solidFill>
              <a:schemeClr val="tx1"/>
            </a:solidFill>
          </a:ln>
        </p:spPr>
        <p:txBody>
          <a:bodyPr wrap="square" rtlCol="0">
            <a:spAutoFit/>
          </a:bodyPr>
          <a:lstStyle/>
          <a:p>
            <a:r>
              <a:rPr lang="en-US" sz="1200" b="1" u="sng" dirty="0"/>
              <a:t>Keywords:</a:t>
            </a:r>
          </a:p>
          <a:p>
            <a:r>
              <a:rPr lang="en-US" sz="1200" dirty="0"/>
              <a:t>- Square</a:t>
            </a:r>
          </a:p>
          <a:p>
            <a:r>
              <a:rPr lang="en-US" sz="1200" dirty="0"/>
              <a:t>- Cube</a:t>
            </a:r>
          </a:p>
        </p:txBody>
      </p:sp>
      <p:sp>
        <p:nvSpPr>
          <p:cNvPr id="35" name="Rectangle 34">
            <a:extLst>
              <a:ext uri="{FF2B5EF4-FFF2-40B4-BE49-F238E27FC236}">
                <a16:creationId xmlns:a16="http://schemas.microsoft.com/office/drawing/2014/main" id="{012C136E-B61D-C986-E7F2-B8F2E6063774}"/>
              </a:ext>
            </a:extLst>
          </p:cNvPr>
          <p:cNvSpPr/>
          <p:nvPr/>
        </p:nvSpPr>
        <p:spPr>
          <a:xfrm>
            <a:off x="79392" y="2749694"/>
            <a:ext cx="6677766" cy="200294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cxnSp>
        <p:nvCxnSpPr>
          <p:cNvPr id="36" name="Straight Connector 35">
            <a:extLst>
              <a:ext uri="{FF2B5EF4-FFF2-40B4-BE49-F238E27FC236}">
                <a16:creationId xmlns:a16="http://schemas.microsoft.com/office/drawing/2014/main" id="{6D2A3AAF-8B34-C696-63B3-F6A26446E1D8}"/>
              </a:ext>
            </a:extLst>
          </p:cNvPr>
          <p:cNvCxnSpPr>
            <a:cxnSpLocks/>
          </p:cNvCxnSpPr>
          <p:nvPr/>
        </p:nvCxnSpPr>
        <p:spPr>
          <a:xfrm>
            <a:off x="80205" y="3749580"/>
            <a:ext cx="6699219" cy="0"/>
          </a:xfrm>
          <a:prstGeom prst="line">
            <a:avLst/>
          </a:prstGeom>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AAABF027-C8AD-8C0F-D6DC-F5A1F77C427E}"/>
              </a:ext>
            </a:extLst>
          </p:cNvPr>
          <p:cNvCxnSpPr>
            <a:cxnSpLocks/>
            <a:stCxn id="35" idx="2"/>
            <a:endCxn id="35" idx="0"/>
          </p:cNvCxnSpPr>
          <p:nvPr/>
        </p:nvCxnSpPr>
        <p:spPr>
          <a:xfrm flipV="1">
            <a:off x="3418275" y="2749694"/>
            <a:ext cx="0" cy="2002940"/>
          </a:xfrm>
          <a:prstGeom prst="line">
            <a:avLst/>
          </a:prstGeom>
        </p:spPr>
        <p:style>
          <a:lnRef idx="1">
            <a:schemeClr val="dk1"/>
          </a:lnRef>
          <a:fillRef idx="0">
            <a:schemeClr val="dk1"/>
          </a:fillRef>
          <a:effectRef idx="0">
            <a:schemeClr val="dk1"/>
          </a:effectRef>
          <a:fontRef idx="minor">
            <a:schemeClr val="tx1"/>
          </a:fontRef>
        </p:style>
      </p:cxnSp>
      <p:sp>
        <p:nvSpPr>
          <p:cNvPr id="42" name="TextBox 41">
            <a:extLst>
              <a:ext uri="{FF2B5EF4-FFF2-40B4-BE49-F238E27FC236}">
                <a16:creationId xmlns:a16="http://schemas.microsoft.com/office/drawing/2014/main" id="{CF84FDF2-538B-3595-67DB-761D62B0A923}"/>
              </a:ext>
            </a:extLst>
          </p:cNvPr>
          <p:cNvSpPr txBox="1"/>
          <p:nvPr/>
        </p:nvSpPr>
        <p:spPr>
          <a:xfrm>
            <a:off x="97146" y="2749694"/>
            <a:ext cx="3331854" cy="461665"/>
          </a:xfrm>
          <a:prstGeom prst="rect">
            <a:avLst/>
          </a:prstGeom>
          <a:noFill/>
        </p:spPr>
        <p:txBody>
          <a:bodyPr wrap="square" rtlCol="0">
            <a:spAutoFit/>
          </a:bodyPr>
          <a:lstStyle/>
          <a:p>
            <a:r>
              <a:rPr lang="en-US" sz="1200" b="1" dirty="0"/>
              <a:t>Definition</a:t>
            </a:r>
          </a:p>
          <a:p>
            <a:endParaRPr lang="en-US" sz="1200" b="1" dirty="0"/>
          </a:p>
        </p:txBody>
      </p:sp>
      <p:sp>
        <p:nvSpPr>
          <p:cNvPr id="43" name="TextBox 42">
            <a:extLst>
              <a:ext uri="{FF2B5EF4-FFF2-40B4-BE49-F238E27FC236}">
                <a16:creationId xmlns:a16="http://schemas.microsoft.com/office/drawing/2014/main" id="{2572D55B-3BCF-D99B-AC34-E81796CF241B}"/>
              </a:ext>
            </a:extLst>
          </p:cNvPr>
          <p:cNvSpPr txBox="1"/>
          <p:nvPr/>
        </p:nvSpPr>
        <p:spPr>
          <a:xfrm>
            <a:off x="3530854" y="2730739"/>
            <a:ext cx="3286670" cy="1200329"/>
          </a:xfrm>
          <a:prstGeom prst="rect">
            <a:avLst/>
          </a:prstGeom>
          <a:noFill/>
        </p:spPr>
        <p:txBody>
          <a:bodyPr wrap="square" rtlCol="0">
            <a:spAutoFit/>
          </a:bodyPr>
          <a:lstStyle/>
          <a:p>
            <a:pPr algn="r"/>
            <a:r>
              <a:rPr lang="en-US" sz="1200" b="1" dirty="0"/>
              <a:t>Characteristics</a:t>
            </a:r>
          </a:p>
          <a:p>
            <a:pPr marL="171450" indent="-171450">
              <a:buFont typeface="Arial" panose="020B0604020202020204" pitchFamily="34" charset="0"/>
              <a:buChar char="•"/>
            </a:pPr>
            <a:r>
              <a:rPr lang="en-US" sz="1200" dirty="0"/>
              <a:t>The process of creating a square number is called “squaring” and is shown using an index of 2 </a:t>
            </a:r>
            <a:endParaRPr lang="en-US" sz="1200" b="1" dirty="0"/>
          </a:p>
          <a:p>
            <a:pPr algn="r"/>
            <a:endParaRPr lang="en-US" sz="1200" b="1" dirty="0"/>
          </a:p>
          <a:p>
            <a:pPr algn="r"/>
            <a:endParaRPr lang="en-GB" sz="1200" b="1" dirty="0"/>
          </a:p>
        </p:txBody>
      </p:sp>
      <p:sp>
        <p:nvSpPr>
          <p:cNvPr id="44" name="TextBox 43">
            <a:extLst>
              <a:ext uri="{FF2B5EF4-FFF2-40B4-BE49-F238E27FC236}">
                <a16:creationId xmlns:a16="http://schemas.microsoft.com/office/drawing/2014/main" id="{1D8A3DD8-923F-C848-B2B0-4CAFE9C07796}"/>
              </a:ext>
            </a:extLst>
          </p:cNvPr>
          <p:cNvSpPr txBox="1"/>
          <p:nvPr/>
        </p:nvSpPr>
        <p:spPr>
          <a:xfrm>
            <a:off x="100843" y="3749672"/>
            <a:ext cx="788164" cy="276999"/>
          </a:xfrm>
          <a:prstGeom prst="rect">
            <a:avLst/>
          </a:prstGeom>
          <a:noFill/>
        </p:spPr>
        <p:txBody>
          <a:bodyPr wrap="none" rtlCol="0">
            <a:spAutoFit/>
          </a:bodyPr>
          <a:lstStyle/>
          <a:p>
            <a:r>
              <a:rPr lang="en-US" sz="1200" b="1" dirty="0"/>
              <a:t>Examples</a:t>
            </a:r>
            <a:endParaRPr lang="en-GB" sz="1200" b="1" dirty="0"/>
          </a:p>
        </p:txBody>
      </p:sp>
      <p:sp>
        <p:nvSpPr>
          <p:cNvPr id="45" name="TextBox 44">
            <a:extLst>
              <a:ext uri="{FF2B5EF4-FFF2-40B4-BE49-F238E27FC236}">
                <a16:creationId xmlns:a16="http://schemas.microsoft.com/office/drawing/2014/main" id="{16C33C42-0574-9662-9DFE-60D81FBC2C06}"/>
              </a:ext>
            </a:extLst>
          </p:cNvPr>
          <p:cNvSpPr txBox="1"/>
          <p:nvPr/>
        </p:nvSpPr>
        <p:spPr>
          <a:xfrm>
            <a:off x="5617713" y="3749672"/>
            <a:ext cx="1172885" cy="276999"/>
          </a:xfrm>
          <a:prstGeom prst="rect">
            <a:avLst/>
          </a:prstGeom>
          <a:noFill/>
        </p:spPr>
        <p:txBody>
          <a:bodyPr wrap="none" rtlCol="0">
            <a:spAutoFit/>
          </a:bodyPr>
          <a:lstStyle/>
          <a:p>
            <a:r>
              <a:rPr lang="en-US" sz="1200" b="1" dirty="0"/>
              <a:t>Non - Examples</a:t>
            </a:r>
            <a:endParaRPr lang="en-GB" sz="1200" b="1" dirty="0"/>
          </a:p>
        </p:txBody>
      </p:sp>
      <p:sp>
        <p:nvSpPr>
          <p:cNvPr id="48" name="TextBox 47">
            <a:extLst>
              <a:ext uri="{FF2B5EF4-FFF2-40B4-BE49-F238E27FC236}">
                <a16:creationId xmlns:a16="http://schemas.microsoft.com/office/drawing/2014/main" id="{FF082B12-923C-2267-08E6-4F1FD1050D49}"/>
              </a:ext>
            </a:extLst>
          </p:cNvPr>
          <p:cNvSpPr txBox="1"/>
          <p:nvPr/>
        </p:nvSpPr>
        <p:spPr>
          <a:xfrm>
            <a:off x="2629954" y="3613301"/>
            <a:ext cx="1635576" cy="369332"/>
          </a:xfrm>
          <a:prstGeom prst="rect">
            <a:avLst/>
          </a:prstGeom>
          <a:solidFill>
            <a:schemeClr val="bg1"/>
          </a:solidFill>
          <a:ln>
            <a:solidFill>
              <a:schemeClr val="tx1"/>
            </a:solidFill>
          </a:ln>
        </p:spPr>
        <p:txBody>
          <a:bodyPr wrap="none" rtlCol="0">
            <a:spAutoFit/>
          </a:bodyPr>
          <a:lstStyle/>
          <a:p>
            <a:r>
              <a:rPr lang="en-GB" dirty="0"/>
              <a:t>Square number</a:t>
            </a:r>
          </a:p>
        </p:txBody>
      </p:sp>
      <p:sp>
        <p:nvSpPr>
          <p:cNvPr id="5" name="TextBox 4">
            <a:extLst>
              <a:ext uri="{FF2B5EF4-FFF2-40B4-BE49-F238E27FC236}">
                <a16:creationId xmlns:a16="http://schemas.microsoft.com/office/drawing/2014/main" id="{567FE927-1FA3-4A60-AF8F-EB79551CBA4E}"/>
              </a:ext>
            </a:extLst>
          </p:cNvPr>
          <p:cNvSpPr txBox="1"/>
          <p:nvPr/>
        </p:nvSpPr>
        <p:spPr>
          <a:xfrm>
            <a:off x="95912" y="4015866"/>
            <a:ext cx="3355150" cy="646331"/>
          </a:xfrm>
          <a:prstGeom prst="rect">
            <a:avLst/>
          </a:prstGeom>
          <a:noFill/>
        </p:spPr>
        <p:txBody>
          <a:bodyPr wrap="square" rtlCol="0">
            <a:spAutoFit/>
          </a:bodyPr>
          <a:lstStyle/>
          <a:p>
            <a:pPr algn="ctr"/>
            <a:r>
              <a:rPr lang="en-US" sz="1200" dirty="0"/>
              <a:t>4 (= 2</a:t>
            </a:r>
            <a:r>
              <a:rPr lang="en-US" sz="1200" baseline="30000" dirty="0"/>
              <a:t>2</a:t>
            </a:r>
            <a:r>
              <a:rPr lang="en-US" sz="1200" dirty="0"/>
              <a:t>)		 9 (= 3</a:t>
            </a:r>
            <a:r>
              <a:rPr lang="en-US" sz="1200" baseline="30000" dirty="0"/>
              <a:t>2</a:t>
            </a:r>
            <a:r>
              <a:rPr lang="en-US" sz="1200" dirty="0"/>
              <a:t>)</a:t>
            </a:r>
            <a:r>
              <a:rPr lang="en-GB" sz="1200" dirty="0"/>
              <a:t>                       </a:t>
            </a:r>
            <a:r>
              <a:rPr lang="en-US" sz="1200" dirty="0"/>
              <a:t>100 (= 10</a:t>
            </a:r>
            <a:r>
              <a:rPr lang="en-US" sz="1200" baseline="30000" dirty="0"/>
              <a:t>2</a:t>
            </a:r>
            <a:r>
              <a:rPr lang="en-US" sz="1200" dirty="0"/>
              <a:t>)</a:t>
            </a:r>
          </a:p>
          <a:p>
            <a:pPr algn="ctr"/>
            <a:r>
              <a:rPr lang="en-US" sz="1200" dirty="0"/>
              <a:t>           </a:t>
            </a:r>
          </a:p>
          <a:p>
            <a:pPr algn="ctr"/>
            <a:r>
              <a:rPr lang="en-US" sz="1200" dirty="0"/>
              <a:t>484 (=22</a:t>
            </a:r>
            <a:r>
              <a:rPr lang="en-US" sz="1200" baseline="30000" dirty="0"/>
              <a:t>2</a:t>
            </a:r>
            <a:r>
              <a:rPr lang="en-US" sz="1200" dirty="0"/>
              <a:t>)</a:t>
            </a:r>
            <a:r>
              <a:rPr lang="en-GB" sz="1200" dirty="0"/>
              <a:t>         </a:t>
            </a:r>
            <a:r>
              <a:rPr lang="en-US" sz="1200" dirty="0"/>
              <a:t>1 (= 1</a:t>
            </a:r>
            <a:r>
              <a:rPr lang="en-US" sz="1200" baseline="30000" dirty="0"/>
              <a:t>2</a:t>
            </a:r>
            <a:r>
              <a:rPr lang="en-US" sz="1200" dirty="0"/>
              <a:t>)               10 000 (= 100</a:t>
            </a:r>
            <a:r>
              <a:rPr lang="en-US" sz="1200" baseline="30000" dirty="0"/>
              <a:t>2</a:t>
            </a:r>
            <a:r>
              <a:rPr lang="en-US" sz="1200" dirty="0"/>
              <a:t>)</a:t>
            </a:r>
            <a:endParaRPr lang="en-GB" sz="1200" dirty="0"/>
          </a:p>
        </p:txBody>
      </p:sp>
      <p:sp>
        <p:nvSpPr>
          <p:cNvPr id="22" name="TextBox 21">
            <a:extLst>
              <a:ext uri="{FF2B5EF4-FFF2-40B4-BE49-F238E27FC236}">
                <a16:creationId xmlns:a16="http://schemas.microsoft.com/office/drawing/2014/main" id="{D4B09D28-6F57-41A0-82E8-738609EA1A46}"/>
              </a:ext>
            </a:extLst>
          </p:cNvPr>
          <p:cNvSpPr txBox="1"/>
          <p:nvPr/>
        </p:nvSpPr>
        <p:spPr>
          <a:xfrm>
            <a:off x="86109" y="2950540"/>
            <a:ext cx="3359668" cy="738664"/>
          </a:xfrm>
          <a:prstGeom prst="rect">
            <a:avLst/>
          </a:prstGeom>
          <a:noFill/>
        </p:spPr>
        <p:txBody>
          <a:bodyPr wrap="square" rtlCol="0">
            <a:spAutoFit/>
          </a:bodyPr>
          <a:lstStyle/>
          <a:p>
            <a:r>
              <a:rPr lang="en-GB" sz="1200" dirty="0"/>
              <a:t>An integer multiplied by itself makes a square number</a:t>
            </a:r>
            <a:endParaRPr lang="en-GB" dirty="0"/>
          </a:p>
          <a:p>
            <a:endParaRPr lang="en-GB" dirty="0"/>
          </a:p>
        </p:txBody>
      </p: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64C8EFFC-AB42-4E78-9CF5-271050EB8CDE}"/>
                  </a:ext>
                </a:extLst>
              </p:cNvPr>
              <p:cNvSpPr/>
              <p:nvPr/>
            </p:nvSpPr>
            <p:spPr>
              <a:xfrm>
                <a:off x="3140124" y="3780252"/>
                <a:ext cx="3429000" cy="972382"/>
              </a:xfrm>
              <a:prstGeom prst="rect">
                <a:avLst/>
              </a:prstGeom>
            </p:spPr>
            <p:txBody>
              <a:bodyPr>
                <a:spAutoFit/>
              </a:bodyPr>
              <a:lstStyle/>
              <a:p>
                <a:pPr algn="ctr">
                  <a:lnSpc>
                    <a:spcPct val="107000"/>
                  </a:lnSpc>
                  <a:spcAft>
                    <a:spcPts val="800"/>
                  </a:spcAft>
                </a:pPr>
                <a:r>
                  <a:rPr lang="en-US" sz="1200" dirty="0">
                    <a:ea typeface="Calibri" panose="020F0502020204030204" pitchFamily="34" charset="0"/>
                    <a:cs typeface="Times New Roman" panose="02020603050405020304" pitchFamily="18" charset="0"/>
                  </a:rPr>
                  <a:t>2 (</a:t>
                </a:r>
                <a:r>
                  <a:rPr lang="en-US" sz="1200" dirty="0">
                    <a:ea typeface="Calibri" panose="020F0502020204030204" pitchFamily="34" charset="0"/>
                    <a:cs typeface="Calibri" panose="020F0502020204030204" pitchFamily="34" charset="0"/>
                  </a:rPr>
                  <a:t>≠</a:t>
                </a:r>
                <a:r>
                  <a:rPr lang="en-US" sz="1200" dirty="0">
                    <a:ea typeface="Calibri" panose="020F0502020204030204" pitchFamily="34" charset="0"/>
                    <a:cs typeface="Times New Roman" panose="02020603050405020304" pitchFamily="18" charset="0"/>
                  </a:rPr>
                  <a:t> 1</a:t>
                </a:r>
                <a:r>
                  <a:rPr lang="en-US" sz="1200" baseline="30000" dirty="0">
                    <a:ea typeface="Calibri" panose="020F0502020204030204" pitchFamily="34" charset="0"/>
                    <a:cs typeface="Times New Roman" panose="02020603050405020304" pitchFamily="18" charset="0"/>
                  </a:rPr>
                  <a:t>2</a:t>
                </a:r>
                <a:r>
                  <a:rPr lang="en-US" sz="1200" dirty="0">
                    <a:ea typeface="Calibri" panose="020F0502020204030204" pitchFamily="34" charset="0"/>
                    <a:cs typeface="Times New Roman" panose="02020603050405020304" pitchFamily="18" charset="0"/>
                  </a:rPr>
                  <a:t>)</a:t>
                </a:r>
                <a:endParaRPr lang="en-GB" sz="1200" dirty="0">
                  <a:ea typeface="Calibri" panose="020F0502020204030204" pitchFamily="34" charset="0"/>
                  <a:cs typeface="Times New Roman" panose="02020603050405020304" pitchFamily="18" charset="0"/>
                </a:endParaRPr>
              </a:p>
              <a:p>
                <a:pPr>
                  <a:lnSpc>
                    <a:spcPct val="107000"/>
                  </a:lnSpc>
                  <a:spcAft>
                    <a:spcPts val="800"/>
                  </a:spcAft>
                </a:pPr>
                <a:r>
                  <a:rPr lang="en-US" sz="1200" dirty="0">
                    <a:ea typeface="Calibri" panose="020F0502020204030204" pitchFamily="34" charset="0"/>
                    <a:cs typeface="Times New Roman" panose="02020603050405020304" pitchFamily="18" charset="0"/>
                  </a:rPr>
                  <a:t>          10		1000</a:t>
                </a:r>
                <a:r>
                  <a:rPr lang="en-GB" sz="1200" dirty="0">
                    <a:ea typeface="Calibri" panose="020F0502020204030204" pitchFamily="34" charset="0"/>
                    <a:cs typeface="Times New Roman" panose="02020603050405020304" pitchFamily="18" charset="0"/>
                  </a:rPr>
                  <a:t>                           </a:t>
                </a:r>
                <a:r>
                  <a:rPr lang="en-US" sz="1200" dirty="0">
                    <a:ea typeface="Calibri" panose="020F0502020204030204" pitchFamily="34" charset="0"/>
                    <a:cs typeface="Times New Roman" panose="02020603050405020304" pitchFamily="18" charset="0"/>
                  </a:rPr>
                  <a:t>5</a:t>
                </a:r>
                <a:endParaRPr lang="en-GB" sz="1200" dirty="0">
                  <a:ea typeface="Calibri" panose="020F0502020204030204" pitchFamily="34" charset="0"/>
                  <a:cs typeface="Times New Roman" panose="02020603050405020304" pitchFamily="18" charset="0"/>
                </a:endParaRPr>
              </a:p>
              <a:p>
                <a:pPr>
                  <a:lnSpc>
                    <a:spcPct val="107000"/>
                  </a:lnSpc>
                  <a:spcAft>
                    <a:spcPts val="800"/>
                  </a:spcAft>
                </a:pPr>
                <a:r>
                  <a:rPr lang="en-US" sz="1200" dirty="0">
                    <a:ea typeface="Calibri" panose="020F0502020204030204" pitchFamily="34" charset="0"/>
                    <a:cs typeface="Times New Roman" panose="02020603050405020304" pitchFamily="18" charset="0"/>
                  </a:rPr>
                  <a:t>		-4				</a:t>
                </a:r>
                <a14:m>
                  <m:oMath xmlns:m="http://schemas.openxmlformats.org/officeDocument/2006/math">
                    <m:f>
                      <m:fPr>
                        <m:ctrlPr>
                          <a:rPr lang="en-GB" sz="1200" b="0" i="1" dirty="0" smtClean="0">
                            <a:latin typeface="Cambria Math" panose="02040503050406030204" pitchFamily="18" charset="0"/>
                            <a:ea typeface="Calibri" panose="020F0502020204030204" pitchFamily="34" charset="0"/>
                            <a:cs typeface="Times New Roman" panose="02020603050405020304" pitchFamily="18" charset="0"/>
                          </a:rPr>
                        </m:ctrlPr>
                      </m:fPr>
                      <m:num>
                        <m:r>
                          <a:rPr lang="en-GB" sz="1200" b="0" i="1" dirty="0" smtClean="0">
                            <a:latin typeface="Cambria Math" panose="02040503050406030204" pitchFamily="18" charset="0"/>
                            <a:ea typeface="Calibri" panose="020F0502020204030204" pitchFamily="34" charset="0"/>
                            <a:cs typeface="Times New Roman" panose="02020603050405020304" pitchFamily="18" charset="0"/>
                          </a:rPr>
                          <m:t>4</m:t>
                        </m:r>
                      </m:num>
                      <m:den>
                        <m:r>
                          <a:rPr lang="en-GB" sz="1200" b="0" i="1" dirty="0" smtClean="0">
                            <a:latin typeface="Cambria Math" panose="02040503050406030204" pitchFamily="18" charset="0"/>
                            <a:ea typeface="Calibri" panose="020F0502020204030204" pitchFamily="34" charset="0"/>
                            <a:cs typeface="Times New Roman" panose="02020603050405020304" pitchFamily="18" charset="0"/>
                          </a:rPr>
                          <m:t>9</m:t>
                        </m:r>
                      </m:den>
                    </m:f>
                  </m:oMath>
                </a14:m>
                <a:endParaRPr lang="en-GB" sz="1200" dirty="0">
                  <a:effectLst/>
                  <a:ea typeface="Calibri" panose="020F0502020204030204" pitchFamily="34" charset="0"/>
                  <a:cs typeface="Times New Roman" panose="02020603050405020304" pitchFamily="18" charset="0"/>
                </a:endParaRPr>
              </a:p>
            </p:txBody>
          </p:sp>
        </mc:Choice>
        <mc:Fallback xmlns="">
          <p:sp>
            <p:nvSpPr>
              <p:cNvPr id="6" name="Rectangle 5">
                <a:extLst>
                  <a:ext uri="{FF2B5EF4-FFF2-40B4-BE49-F238E27FC236}">
                    <a16:creationId xmlns:a16="http://schemas.microsoft.com/office/drawing/2014/main" id="{64C8EFFC-AB42-4E78-9CF5-271050EB8CDE}"/>
                  </a:ext>
                </a:extLst>
              </p:cNvPr>
              <p:cNvSpPr>
                <a:spLocks noRot="1" noChangeAspect="1" noMove="1" noResize="1" noEditPoints="1" noAdjustHandles="1" noChangeArrowheads="1" noChangeShapeType="1" noTextEdit="1"/>
              </p:cNvSpPr>
              <p:nvPr/>
            </p:nvSpPr>
            <p:spPr>
              <a:xfrm>
                <a:off x="3140124" y="3780252"/>
                <a:ext cx="3429000" cy="972382"/>
              </a:xfrm>
              <a:prstGeom prst="rect">
                <a:avLst/>
              </a:prstGeom>
              <a:blipFill>
                <a:blip r:embed="rId3"/>
                <a:stretch>
                  <a:fillRect/>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id="{318E54D5-A0F9-A8BE-F055-01C2A1118B15}"/>
              </a:ext>
            </a:extLst>
          </p:cNvPr>
          <p:cNvPicPr>
            <a:picLocks noChangeAspect="1"/>
          </p:cNvPicPr>
          <p:nvPr/>
        </p:nvPicPr>
        <p:blipFill>
          <a:blip r:embed="rId4"/>
          <a:stretch>
            <a:fillRect/>
          </a:stretch>
        </p:blipFill>
        <p:spPr>
          <a:xfrm>
            <a:off x="4367382" y="3321265"/>
            <a:ext cx="438150" cy="390525"/>
          </a:xfrm>
          <a:prstGeom prst="rect">
            <a:avLst/>
          </a:prstGeom>
        </p:spPr>
      </p:pic>
      <p:sp>
        <p:nvSpPr>
          <p:cNvPr id="9" name="Rectangle 8">
            <a:extLst>
              <a:ext uri="{FF2B5EF4-FFF2-40B4-BE49-F238E27FC236}">
                <a16:creationId xmlns:a16="http://schemas.microsoft.com/office/drawing/2014/main" id="{8AFF0847-757C-CD53-B4DA-E1F1B3B6A943}"/>
              </a:ext>
            </a:extLst>
          </p:cNvPr>
          <p:cNvSpPr/>
          <p:nvPr/>
        </p:nvSpPr>
        <p:spPr>
          <a:xfrm>
            <a:off x="78158" y="4852237"/>
            <a:ext cx="6666932" cy="202865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cxnSp>
        <p:nvCxnSpPr>
          <p:cNvPr id="11" name="Straight Connector 10">
            <a:extLst>
              <a:ext uri="{FF2B5EF4-FFF2-40B4-BE49-F238E27FC236}">
                <a16:creationId xmlns:a16="http://schemas.microsoft.com/office/drawing/2014/main" id="{E176D2C8-0ABF-F214-08E7-159DC00B5F53}"/>
              </a:ext>
            </a:extLst>
          </p:cNvPr>
          <p:cNvCxnSpPr>
            <a:cxnSpLocks/>
          </p:cNvCxnSpPr>
          <p:nvPr/>
        </p:nvCxnSpPr>
        <p:spPr>
          <a:xfrm>
            <a:off x="75058" y="5835790"/>
            <a:ext cx="6660000" cy="0"/>
          </a:xfrm>
          <a:prstGeom prst="line">
            <a:avLst/>
          </a:prstGeom>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BA81638A-9433-F7B1-3CDD-DA4F01E66E6E}"/>
              </a:ext>
            </a:extLst>
          </p:cNvPr>
          <p:cNvCxnSpPr>
            <a:cxnSpLocks/>
            <a:stCxn id="9" idx="2"/>
            <a:endCxn id="9" idx="0"/>
          </p:cNvCxnSpPr>
          <p:nvPr/>
        </p:nvCxnSpPr>
        <p:spPr>
          <a:xfrm flipV="1">
            <a:off x="3411624" y="4852237"/>
            <a:ext cx="0" cy="2028653"/>
          </a:xfrm>
          <a:prstGeom prst="line">
            <a:avLst/>
          </a:prstGeom>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8E2B5FC7-11D2-0A43-4BB3-E9EBFB07332D}"/>
              </a:ext>
            </a:extLst>
          </p:cNvPr>
          <p:cNvSpPr txBox="1"/>
          <p:nvPr/>
        </p:nvSpPr>
        <p:spPr>
          <a:xfrm>
            <a:off x="95912" y="4852237"/>
            <a:ext cx="3331854" cy="461665"/>
          </a:xfrm>
          <a:prstGeom prst="rect">
            <a:avLst/>
          </a:prstGeom>
          <a:noFill/>
        </p:spPr>
        <p:txBody>
          <a:bodyPr wrap="square" rtlCol="0">
            <a:spAutoFit/>
          </a:bodyPr>
          <a:lstStyle/>
          <a:p>
            <a:r>
              <a:rPr lang="en-US" sz="1200" b="1" dirty="0"/>
              <a:t>Definition</a:t>
            </a:r>
          </a:p>
          <a:p>
            <a:endParaRPr lang="en-US" sz="1200" b="1" dirty="0"/>
          </a:p>
        </p:txBody>
      </p:sp>
      <p:sp>
        <p:nvSpPr>
          <p:cNvPr id="14" name="TextBox 13">
            <a:extLst>
              <a:ext uri="{FF2B5EF4-FFF2-40B4-BE49-F238E27FC236}">
                <a16:creationId xmlns:a16="http://schemas.microsoft.com/office/drawing/2014/main" id="{9E2C5380-3854-E615-B948-8B6664A7FB31}"/>
              </a:ext>
            </a:extLst>
          </p:cNvPr>
          <p:cNvSpPr txBox="1"/>
          <p:nvPr/>
        </p:nvSpPr>
        <p:spPr>
          <a:xfrm>
            <a:off x="3443225" y="4820127"/>
            <a:ext cx="3286670" cy="1015663"/>
          </a:xfrm>
          <a:prstGeom prst="rect">
            <a:avLst/>
          </a:prstGeom>
          <a:noFill/>
        </p:spPr>
        <p:txBody>
          <a:bodyPr wrap="square" rtlCol="0">
            <a:spAutoFit/>
          </a:bodyPr>
          <a:lstStyle/>
          <a:p>
            <a:pPr algn="r"/>
            <a:r>
              <a:rPr lang="en-US" sz="1200" b="1" dirty="0"/>
              <a:t>Characteristics</a:t>
            </a:r>
          </a:p>
          <a:p>
            <a:pPr algn="r"/>
            <a:r>
              <a:rPr lang="en-US" sz="1200" dirty="0"/>
              <a:t>The process of creating a cube number is called “cubing” and is shown using an index of 3 </a:t>
            </a:r>
            <a:endParaRPr lang="en-US" sz="1200" b="1" dirty="0"/>
          </a:p>
          <a:p>
            <a:pPr algn="r"/>
            <a:endParaRPr lang="en-US" sz="1200" b="1" dirty="0"/>
          </a:p>
          <a:p>
            <a:pPr algn="r"/>
            <a:endParaRPr lang="en-GB" sz="1200" b="1" dirty="0"/>
          </a:p>
        </p:txBody>
      </p:sp>
      <p:sp>
        <p:nvSpPr>
          <p:cNvPr id="16" name="TextBox 15">
            <a:extLst>
              <a:ext uri="{FF2B5EF4-FFF2-40B4-BE49-F238E27FC236}">
                <a16:creationId xmlns:a16="http://schemas.microsoft.com/office/drawing/2014/main" id="{689DCE5B-231C-899B-E986-218C348E36F0}"/>
              </a:ext>
            </a:extLst>
          </p:cNvPr>
          <p:cNvSpPr txBox="1"/>
          <p:nvPr/>
        </p:nvSpPr>
        <p:spPr>
          <a:xfrm>
            <a:off x="47246" y="5858613"/>
            <a:ext cx="788164" cy="276999"/>
          </a:xfrm>
          <a:prstGeom prst="rect">
            <a:avLst/>
          </a:prstGeom>
          <a:noFill/>
        </p:spPr>
        <p:txBody>
          <a:bodyPr wrap="none" rtlCol="0">
            <a:spAutoFit/>
          </a:bodyPr>
          <a:lstStyle/>
          <a:p>
            <a:r>
              <a:rPr lang="en-US" sz="1200" b="1" dirty="0"/>
              <a:t>Examples</a:t>
            </a:r>
            <a:endParaRPr lang="en-GB" sz="1200" b="1" dirty="0"/>
          </a:p>
        </p:txBody>
      </p:sp>
      <p:sp>
        <p:nvSpPr>
          <p:cNvPr id="17" name="TextBox 16">
            <a:extLst>
              <a:ext uri="{FF2B5EF4-FFF2-40B4-BE49-F238E27FC236}">
                <a16:creationId xmlns:a16="http://schemas.microsoft.com/office/drawing/2014/main" id="{76262537-D34F-B210-42D3-6C9E99F20CA2}"/>
              </a:ext>
            </a:extLst>
          </p:cNvPr>
          <p:cNvSpPr txBox="1"/>
          <p:nvPr/>
        </p:nvSpPr>
        <p:spPr>
          <a:xfrm>
            <a:off x="5619239" y="5823272"/>
            <a:ext cx="1172885" cy="276999"/>
          </a:xfrm>
          <a:prstGeom prst="rect">
            <a:avLst/>
          </a:prstGeom>
          <a:noFill/>
        </p:spPr>
        <p:txBody>
          <a:bodyPr wrap="none" rtlCol="0">
            <a:spAutoFit/>
          </a:bodyPr>
          <a:lstStyle/>
          <a:p>
            <a:r>
              <a:rPr lang="en-US" sz="1200" b="1" dirty="0"/>
              <a:t>Non - Examples</a:t>
            </a:r>
            <a:endParaRPr lang="en-GB" sz="1200" b="1" dirty="0"/>
          </a:p>
        </p:txBody>
      </p:sp>
      <p:sp>
        <p:nvSpPr>
          <p:cNvPr id="18" name="TextBox 17">
            <a:extLst>
              <a:ext uri="{FF2B5EF4-FFF2-40B4-BE49-F238E27FC236}">
                <a16:creationId xmlns:a16="http://schemas.microsoft.com/office/drawing/2014/main" id="{386723EA-5A6E-1583-2087-CF01B1865A1B}"/>
              </a:ext>
            </a:extLst>
          </p:cNvPr>
          <p:cNvSpPr txBox="1"/>
          <p:nvPr/>
        </p:nvSpPr>
        <p:spPr>
          <a:xfrm>
            <a:off x="2679578" y="5664258"/>
            <a:ext cx="1465466" cy="369332"/>
          </a:xfrm>
          <a:prstGeom prst="rect">
            <a:avLst/>
          </a:prstGeom>
          <a:solidFill>
            <a:schemeClr val="bg1"/>
          </a:solidFill>
          <a:ln>
            <a:solidFill>
              <a:schemeClr val="tx1"/>
            </a:solidFill>
          </a:ln>
        </p:spPr>
        <p:txBody>
          <a:bodyPr wrap="none" rtlCol="0">
            <a:spAutoFit/>
          </a:bodyPr>
          <a:lstStyle/>
          <a:p>
            <a:r>
              <a:rPr lang="en-GB" dirty="0"/>
              <a:t>Cube number</a:t>
            </a:r>
          </a:p>
        </p:txBody>
      </p:sp>
      <p:sp>
        <p:nvSpPr>
          <p:cNvPr id="19" name="TextBox 18">
            <a:extLst>
              <a:ext uri="{FF2B5EF4-FFF2-40B4-BE49-F238E27FC236}">
                <a16:creationId xmlns:a16="http://schemas.microsoft.com/office/drawing/2014/main" id="{C4D1A2FD-94D9-E6E0-661A-5261F86A1578}"/>
              </a:ext>
            </a:extLst>
          </p:cNvPr>
          <p:cNvSpPr txBox="1"/>
          <p:nvPr/>
        </p:nvSpPr>
        <p:spPr>
          <a:xfrm>
            <a:off x="128757" y="6162453"/>
            <a:ext cx="4457700" cy="923330"/>
          </a:xfrm>
          <a:prstGeom prst="rect">
            <a:avLst/>
          </a:prstGeom>
          <a:noFill/>
        </p:spPr>
        <p:txBody>
          <a:bodyPr wrap="square" rtlCol="0">
            <a:spAutoFit/>
          </a:bodyPr>
          <a:lstStyle/>
          <a:p>
            <a:r>
              <a:rPr lang="en-US" sz="1200" dirty="0"/>
              <a:t>8 (= 2</a:t>
            </a:r>
            <a:r>
              <a:rPr lang="en-US" sz="1200" baseline="30000" dirty="0"/>
              <a:t>3</a:t>
            </a:r>
            <a:r>
              <a:rPr lang="en-US" sz="1200" dirty="0"/>
              <a:t>)		27 (= 3</a:t>
            </a:r>
            <a:r>
              <a:rPr lang="en-US" sz="1200" baseline="30000" dirty="0"/>
              <a:t>3</a:t>
            </a:r>
            <a:r>
              <a:rPr lang="en-US" sz="1200" dirty="0"/>
              <a:t>)                1000 (= 10</a:t>
            </a:r>
            <a:r>
              <a:rPr lang="en-US" sz="1200" baseline="30000" dirty="0"/>
              <a:t>3</a:t>
            </a:r>
            <a:r>
              <a:rPr lang="en-US" sz="1200" dirty="0"/>
              <a:t>)</a:t>
            </a:r>
          </a:p>
          <a:p>
            <a:endParaRPr lang="en-US" sz="1200" dirty="0"/>
          </a:p>
          <a:p>
            <a:r>
              <a:rPr lang="en-US" sz="1200" dirty="0"/>
              <a:t>10 648 (=22</a:t>
            </a:r>
            <a:r>
              <a:rPr lang="en-US" sz="1200" baseline="30000" dirty="0"/>
              <a:t>3</a:t>
            </a:r>
            <a:r>
              <a:rPr lang="en-US" sz="1200" dirty="0"/>
              <a:t>)       1 (= 1</a:t>
            </a:r>
            <a:r>
              <a:rPr lang="en-US" sz="1200" baseline="30000" dirty="0"/>
              <a:t>3</a:t>
            </a:r>
            <a:r>
              <a:rPr lang="en-US" sz="1200" dirty="0"/>
              <a:t>)         1 000 000 (= 100</a:t>
            </a:r>
            <a:r>
              <a:rPr lang="en-US" sz="1200" baseline="30000" dirty="0"/>
              <a:t>3</a:t>
            </a:r>
            <a:r>
              <a:rPr lang="en-US" sz="1200" dirty="0"/>
              <a:t>)</a:t>
            </a:r>
            <a:endParaRPr lang="en-GB" sz="1200" dirty="0"/>
          </a:p>
          <a:p>
            <a:endParaRPr lang="en-GB" dirty="0"/>
          </a:p>
        </p:txBody>
      </p:sp>
      <p:sp>
        <p:nvSpPr>
          <p:cNvPr id="20" name="TextBox 19">
            <a:extLst>
              <a:ext uri="{FF2B5EF4-FFF2-40B4-BE49-F238E27FC236}">
                <a16:creationId xmlns:a16="http://schemas.microsoft.com/office/drawing/2014/main" id="{06A09C76-E432-D420-A412-8C7C6568DD95}"/>
              </a:ext>
            </a:extLst>
          </p:cNvPr>
          <p:cNvSpPr txBox="1"/>
          <p:nvPr/>
        </p:nvSpPr>
        <p:spPr>
          <a:xfrm>
            <a:off x="112911" y="5027998"/>
            <a:ext cx="3330312" cy="738664"/>
          </a:xfrm>
          <a:prstGeom prst="rect">
            <a:avLst/>
          </a:prstGeom>
          <a:noFill/>
        </p:spPr>
        <p:txBody>
          <a:bodyPr wrap="square" rtlCol="0">
            <a:spAutoFit/>
          </a:bodyPr>
          <a:lstStyle/>
          <a:p>
            <a:r>
              <a:rPr lang="en-GB" sz="1200" dirty="0"/>
              <a:t>An integer multiplied </a:t>
            </a:r>
            <a:r>
              <a:rPr lang="en-GB" sz="1200" b="0" i="0" dirty="0">
                <a:solidFill>
                  <a:srgbClr val="040C28"/>
                </a:solidFill>
                <a:effectLst/>
                <a:latin typeface="Google Sans"/>
              </a:rPr>
              <a:t>by itself and then itself again</a:t>
            </a:r>
            <a:r>
              <a:rPr lang="en-GB" sz="1200" dirty="0"/>
              <a:t> makes a cube number</a:t>
            </a:r>
            <a:endParaRPr lang="en-GB" dirty="0"/>
          </a:p>
          <a:p>
            <a:endParaRPr lang="en-GB" dirty="0"/>
          </a:p>
        </p:txBody>
      </p:sp>
      <mc:AlternateContent xmlns:mc="http://schemas.openxmlformats.org/markup-compatibility/2006" xmlns:a14="http://schemas.microsoft.com/office/drawing/2010/main">
        <mc:Choice Requires="a14">
          <p:sp>
            <p:nvSpPr>
              <p:cNvPr id="21" name="Rectangle 20">
                <a:extLst>
                  <a:ext uri="{FF2B5EF4-FFF2-40B4-BE49-F238E27FC236}">
                    <a16:creationId xmlns:a16="http://schemas.microsoft.com/office/drawing/2014/main" id="{2F69C13A-EFCD-D6C8-E128-C2C07917FCCF}"/>
                  </a:ext>
                </a:extLst>
              </p:cNvPr>
              <p:cNvSpPr/>
              <p:nvPr/>
            </p:nvSpPr>
            <p:spPr>
              <a:xfrm>
                <a:off x="3167642" y="5879330"/>
                <a:ext cx="3429000" cy="973215"/>
              </a:xfrm>
              <a:prstGeom prst="rect">
                <a:avLst/>
              </a:prstGeom>
            </p:spPr>
            <p:txBody>
              <a:bodyPr>
                <a:spAutoFit/>
              </a:bodyPr>
              <a:lstStyle/>
              <a:p>
                <a:pPr algn="ctr">
                  <a:lnSpc>
                    <a:spcPct val="107000"/>
                  </a:lnSpc>
                  <a:spcAft>
                    <a:spcPts val="800"/>
                  </a:spcAft>
                </a:pPr>
                <a:r>
                  <a:rPr lang="en-US" sz="1200" dirty="0">
                    <a:ea typeface="Calibri" panose="020F0502020204030204" pitchFamily="34" charset="0"/>
                    <a:cs typeface="Times New Roman" panose="02020603050405020304" pitchFamily="18" charset="0"/>
                  </a:rPr>
                  <a:t>3 (</a:t>
                </a:r>
                <a:r>
                  <a:rPr lang="en-US" sz="1200" dirty="0">
                    <a:ea typeface="Calibri" panose="020F0502020204030204" pitchFamily="34" charset="0"/>
                    <a:cs typeface="Calibri" panose="020F0502020204030204" pitchFamily="34" charset="0"/>
                  </a:rPr>
                  <a:t>≠</a:t>
                </a:r>
                <a:r>
                  <a:rPr lang="en-US" sz="1200" dirty="0">
                    <a:ea typeface="Calibri" panose="020F0502020204030204" pitchFamily="34" charset="0"/>
                    <a:cs typeface="Times New Roman" panose="02020603050405020304" pitchFamily="18" charset="0"/>
                  </a:rPr>
                  <a:t> 1</a:t>
                </a:r>
                <a:r>
                  <a:rPr lang="en-US" sz="1200" baseline="30000" dirty="0">
                    <a:ea typeface="Calibri" panose="020F0502020204030204" pitchFamily="34" charset="0"/>
                    <a:cs typeface="Times New Roman" panose="02020603050405020304" pitchFamily="18" charset="0"/>
                  </a:rPr>
                  <a:t>3</a:t>
                </a:r>
                <a:r>
                  <a:rPr lang="en-US" sz="1200" dirty="0">
                    <a:ea typeface="Calibri" panose="020F0502020204030204" pitchFamily="34" charset="0"/>
                    <a:cs typeface="Times New Roman" panose="02020603050405020304" pitchFamily="18" charset="0"/>
                  </a:rPr>
                  <a:t>)</a:t>
                </a:r>
                <a:endParaRPr lang="en-GB" sz="1200" dirty="0">
                  <a:ea typeface="Calibri" panose="020F0502020204030204" pitchFamily="34" charset="0"/>
                  <a:cs typeface="Times New Roman" panose="02020603050405020304" pitchFamily="18" charset="0"/>
                </a:endParaRPr>
              </a:p>
              <a:p>
                <a:pPr>
                  <a:lnSpc>
                    <a:spcPct val="107000"/>
                  </a:lnSpc>
                  <a:spcAft>
                    <a:spcPts val="800"/>
                  </a:spcAft>
                </a:pPr>
                <a:r>
                  <a:rPr lang="en-US" sz="1200" dirty="0">
                    <a:ea typeface="Calibri" panose="020F0502020204030204" pitchFamily="34" charset="0"/>
                    <a:cs typeface="Times New Roman" panose="02020603050405020304" pitchFamily="18" charset="0"/>
                  </a:rPr>
                  <a:t>         6		            100                                 </a:t>
                </a:r>
                <a:r>
                  <a:rPr lang="en-GB" sz="1200" dirty="0">
                    <a:ea typeface="Calibri" panose="020F0502020204030204" pitchFamily="34" charset="0"/>
                    <a:cs typeface="Times New Roman" panose="02020603050405020304" pitchFamily="18" charset="0"/>
                  </a:rPr>
                  <a:t>12</a:t>
                </a:r>
              </a:p>
              <a:p>
                <a:pPr>
                  <a:lnSpc>
                    <a:spcPct val="107000"/>
                  </a:lnSpc>
                  <a:spcAft>
                    <a:spcPts val="800"/>
                  </a:spcAft>
                </a:pPr>
                <a:r>
                  <a:rPr lang="en-US" sz="1200" dirty="0">
                    <a:ea typeface="Calibri" panose="020F0502020204030204" pitchFamily="34" charset="0"/>
                    <a:cs typeface="Times New Roman" panose="02020603050405020304" pitchFamily="18" charset="0"/>
                  </a:rPr>
                  <a:t>		-9				</a:t>
                </a:r>
                <a14:m>
                  <m:oMath xmlns:m="http://schemas.openxmlformats.org/officeDocument/2006/math">
                    <m:f>
                      <m:fPr>
                        <m:ctrlPr>
                          <a:rPr lang="en-GB" sz="1200" b="0" i="1" dirty="0" smtClean="0">
                            <a:latin typeface="Cambria Math" panose="02040503050406030204" pitchFamily="18" charset="0"/>
                            <a:ea typeface="Calibri" panose="020F0502020204030204" pitchFamily="34" charset="0"/>
                            <a:cs typeface="Times New Roman" panose="02020603050405020304" pitchFamily="18" charset="0"/>
                          </a:rPr>
                        </m:ctrlPr>
                      </m:fPr>
                      <m:num>
                        <m:r>
                          <a:rPr lang="en-GB" sz="1200" b="0" i="1" dirty="0" smtClean="0">
                            <a:latin typeface="Cambria Math" panose="02040503050406030204" pitchFamily="18" charset="0"/>
                            <a:ea typeface="Calibri" panose="020F0502020204030204" pitchFamily="34" charset="0"/>
                            <a:cs typeface="Times New Roman" panose="02020603050405020304" pitchFamily="18" charset="0"/>
                          </a:rPr>
                          <m:t>8</m:t>
                        </m:r>
                      </m:num>
                      <m:den>
                        <m:r>
                          <a:rPr lang="en-GB" sz="1200" b="0" i="1" dirty="0" smtClean="0">
                            <a:latin typeface="Cambria Math" panose="02040503050406030204" pitchFamily="18" charset="0"/>
                            <a:ea typeface="Calibri" panose="020F0502020204030204" pitchFamily="34" charset="0"/>
                            <a:cs typeface="Times New Roman" panose="02020603050405020304" pitchFamily="18" charset="0"/>
                          </a:rPr>
                          <m:t>9</m:t>
                        </m:r>
                      </m:den>
                    </m:f>
                  </m:oMath>
                </a14:m>
                <a:endParaRPr lang="en-GB" sz="1200" dirty="0">
                  <a:effectLst/>
                  <a:ea typeface="Calibri" panose="020F0502020204030204" pitchFamily="34" charset="0"/>
                  <a:cs typeface="Times New Roman" panose="02020603050405020304" pitchFamily="18" charset="0"/>
                </a:endParaRPr>
              </a:p>
            </p:txBody>
          </p:sp>
        </mc:Choice>
        <mc:Fallback xmlns="">
          <p:sp>
            <p:nvSpPr>
              <p:cNvPr id="21" name="Rectangle 20">
                <a:extLst>
                  <a:ext uri="{FF2B5EF4-FFF2-40B4-BE49-F238E27FC236}">
                    <a16:creationId xmlns:a16="http://schemas.microsoft.com/office/drawing/2014/main" id="{2F69C13A-EFCD-D6C8-E128-C2C07917FCCF}"/>
                  </a:ext>
                </a:extLst>
              </p:cNvPr>
              <p:cNvSpPr>
                <a:spLocks noRot="1" noChangeAspect="1" noMove="1" noResize="1" noEditPoints="1" noAdjustHandles="1" noChangeArrowheads="1" noChangeShapeType="1" noTextEdit="1"/>
              </p:cNvSpPr>
              <p:nvPr/>
            </p:nvSpPr>
            <p:spPr>
              <a:xfrm>
                <a:off x="3167642" y="5879330"/>
                <a:ext cx="3429000" cy="973215"/>
              </a:xfrm>
              <a:prstGeom prst="rect">
                <a:avLst/>
              </a:prstGeom>
              <a:blipFill>
                <a:blip r:embed="rId5"/>
                <a:stretch>
                  <a:fillRect/>
                </a:stretch>
              </a:blipFill>
            </p:spPr>
            <p:txBody>
              <a:bodyPr/>
              <a:lstStyle/>
              <a:p>
                <a:r>
                  <a:rPr lang="en-US">
                    <a:noFill/>
                  </a:rPr>
                  <a:t> </a:t>
                </a:r>
              </a:p>
            </p:txBody>
          </p:sp>
        </mc:Fallback>
      </mc:AlternateContent>
      <p:grpSp>
        <p:nvGrpSpPr>
          <p:cNvPr id="26" name="Group 25">
            <a:extLst>
              <a:ext uri="{FF2B5EF4-FFF2-40B4-BE49-F238E27FC236}">
                <a16:creationId xmlns:a16="http://schemas.microsoft.com/office/drawing/2014/main" id="{D5D305A0-A1BD-E96A-AECC-76747C577A11}"/>
              </a:ext>
            </a:extLst>
          </p:cNvPr>
          <p:cNvGrpSpPr/>
          <p:nvPr/>
        </p:nvGrpSpPr>
        <p:grpSpPr>
          <a:xfrm>
            <a:off x="6271072" y="5369433"/>
            <a:ext cx="453607" cy="411465"/>
            <a:chOff x="6246904" y="5559103"/>
            <a:chExt cx="453607" cy="411465"/>
          </a:xfrm>
        </p:grpSpPr>
        <p:pic>
          <p:nvPicPr>
            <p:cNvPr id="23" name="Picture 22">
              <a:extLst>
                <a:ext uri="{FF2B5EF4-FFF2-40B4-BE49-F238E27FC236}">
                  <a16:creationId xmlns:a16="http://schemas.microsoft.com/office/drawing/2014/main" id="{90F45B05-9BCF-B65A-2261-3FA080A09A5E}"/>
                </a:ext>
              </a:extLst>
            </p:cNvPr>
            <p:cNvPicPr>
              <a:picLocks noChangeAspect="1"/>
            </p:cNvPicPr>
            <p:nvPr/>
          </p:nvPicPr>
          <p:blipFill>
            <a:blip r:embed="rId4"/>
            <a:stretch>
              <a:fillRect/>
            </a:stretch>
          </p:blipFill>
          <p:spPr>
            <a:xfrm>
              <a:off x="6246904" y="5580043"/>
              <a:ext cx="438150" cy="390525"/>
            </a:xfrm>
            <a:prstGeom prst="rect">
              <a:avLst/>
            </a:prstGeom>
          </p:spPr>
        </p:pic>
        <p:sp>
          <p:nvSpPr>
            <p:cNvPr id="24" name="Rectangle 23">
              <a:extLst>
                <a:ext uri="{FF2B5EF4-FFF2-40B4-BE49-F238E27FC236}">
                  <a16:creationId xmlns:a16="http://schemas.microsoft.com/office/drawing/2014/main" id="{AA2B652F-3692-D810-0332-742E0C0C690C}"/>
                </a:ext>
              </a:extLst>
            </p:cNvPr>
            <p:cNvSpPr/>
            <p:nvPr/>
          </p:nvSpPr>
          <p:spPr>
            <a:xfrm>
              <a:off x="6504991" y="5617558"/>
              <a:ext cx="60848" cy="19716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TextBox 24">
              <a:extLst>
                <a:ext uri="{FF2B5EF4-FFF2-40B4-BE49-F238E27FC236}">
                  <a16:creationId xmlns:a16="http://schemas.microsoft.com/office/drawing/2014/main" id="{E2254669-9D6C-C4F7-183E-3B5E05EF9B4C}"/>
                </a:ext>
              </a:extLst>
            </p:cNvPr>
            <p:cNvSpPr txBox="1"/>
            <p:nvPr/>
          </p:nvSpPr>
          <p:spPr>
            <a:xfrm>
              <a:off x="6417737" y="5559103"/>
              <a:ext cx="282774" cy="246221"/>
            </a:xfrm>
            <a:prstGeom prst="rect">
              <a:avLst/>
            </a:prstGeom>
            <a:noFill/>
          </p:spPr>
          <p:txBody>
            <a:bodyPr wrap="square" rtlCol="0">
              <a:spAutoFit/>
            </a:bodyPr>
            <a:lstStyle/>
            <a:p>
              <a:r>
                <a:rPr lang="en-GB" sz="1000" dirty="0"/>
                <a:t>3</a:t>
              </a:r>
            </a:p>
          </p:txBody>
        </p:sp>
      </p:grpSp>
      <p:sp>
        <p:nvSpPr>
          <p:cNvPr id="27" name="TextBox 26">
            <a:extLst>
              <a:ext uri="{FF2B5EF4-FFF2-40B4-BE49-F238E27FC236}">
                <a16:creationId xmlns:a16="http://schemas.microsoft.com/office/drawing/2014/main" id="{22D65FCF-B52D-CBE1-AE9A-E9D2CA462B70}"/>
              </a:ext>
            </a:extLst>
          </p:cNvPr>
          <p:cNvSpPr txBox="1"/>
          <p:nvPr/>
        </p:nvSpPr>
        <p:spPr>
          <a:xfrm>
            <a:off x="78914" y="7290363"/>
            <a:ext cx="1410704" cy="276999"/>
          </a:xfrm>
          <a:prstGeom prst="rect">
            <a:avLst/>
          </a:prstGeom>
          <a:noFill/>
          <a:ln>
            <a:noFill/>
          </a:ln>
        </p:spPr>
        <p:txBody>
          <a:bodyPr wrap="square" rtlCol="0">
            <a:spAutoFit/>
          </a:bodyPr>
          <a:lstStyle/>
          <a:p>
            <a:r>
              <a:rPr lang="en-GB" sz="1200" b="1" i="1" dirty="0">
                <a:solidFill>
                  <a:srgbClr val="FF0000"/>
                </a:solidFill>
              </a:rPr>
              <a:t>Example 1 - I do…</a:t>
            </a:r>
          </a:p>
        </p:txBody>
      </p:sp>
      <p:sp>
        <p:nvSpPr>
          <p:cNvPr id="28" name="Rectangle 27">
            <a:extLst>
              <a:ext uri="{FF2B5EF4-FFF2-40B4-BE49-F238E27FC236}">
                <a16:creationId xmlns:a16="http://schemas.microsoft.com/office/drawing/2014/main" id="{67E36D14-C119-6CB7-1AF4-CB7B3233D799}"/>
              </a:ext>
            </a:extLst>
          </p:cNvPr>
          <p:cNvSpPr/>
          <p:nvPr/>
        </p:nvSpPr>
        <p:spPr>
          <a:xfrm>
            <a:off x="106491" y="7006806"/>
            <a:ext cx="2043646" cy="24447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bg1"/>
                </a:solidFill>
              </a:rPr>
              <a:t>Index form and language</a:t>
            </a:r>
            <a:endParaRPr lang="en-GB" sz="1200" dirty="0">
              <a:solidFill>
                <a:schemeClr val="bg1"/>
              </a:solidFill>
            </a:endParaRPr>
          </a:p>
        </p:txBody>
      </p:sp>
      <mc:AlternateContent xmlns:mc="http://schemas.openxmlformats.org/markup-compatibility/2006" xmlns:a14="http://schemas.microsoft.com/office/drawing/2010/main">
        <mc:Choice Requires="a14">
          <p:graphicFrame>
            <p:nvGraphicFramePr>
              <p:cNvPr id="29" name="Table 2">
                <a:extLst>
                  <a:ext uri="{FF2B5EF4-FFF2-40B4-BE49-F238E27FC236}">
                    <a16:creationId xmlns:a16="http://schemas.microsoft.com/office/drawing/2014/main" id="{201FA3F8-AE0D-FB3C-580A-D4D5576C2ADA}"/>
                  </a:ext>
                </a:extLst>
              </p:cNvPr>
              <p:cNvGraphicFramePr>
                <a:graphicFrameLocks noGrp="1"/>
              </p:cNvGraphicFramePr>
              <p:nvPr>
                <p:extLst>
                  <p:ext uri="{D42A27DB-BD31-4B8C-83A1-F6EECF244321}">
                    <p14:modId xmlns:p14="http://schemas.microsoft.com/office/powerpoint/2010/main" val="1251969583"/>
                  </p:ext>
                </p:extLst>
              </p:nvPr>
            </p:nvGraphicFramePr>
            <p:xfrm>
              <a:off x="106491" y="7559011"/>
              <a:ext cx="6645016" cy="1927699"/>
            </p:xfrm>
            <a:graphic>
              <a:graphicData uri="http://schemas.openxmlformats.org/drawingml/2006/table">
                <a:tbl>
                  <a:tblPr firstRow="1" bandRow="1">
                    <a:tableStyleId>{8EC20E35-A176-4012-BC5E-935CFFF8708E}</a:tableStyleId>
                  </a:tblPr>
                  <a:tblGrid>
                    <a:gridCol w="755721">
                      <a:extLst>
                        <a:ext uri="{9D8B030D-6E8A-4147-A177-3AD203B41FA5}">
                          <a16:colId xmlns:a16="http://schemas.microsoft.com/office/drawing/2014/main" val="924351472"/>
                        </a:ext>
                      </a:extLst>
                    </a:gridCol>
                    <a:gridCol w="914400">
                      <a:extLst>
                        <a:ext uri="{9D8B030D-6E8A-4147-A177-3AD203B41FA5}">
                          <a16:colId xmlns:a16="http://schemas.microsoft.com/office/drawing/2014/main" val="1646287668"/>
                        </a:ext>
                      </a:extLst>
                    </a:gridCol>
                    <a:gridCol w="769257">
                      <a:extLst>
                        <a:ext uri="{9D8B030D-6E8A-4147-A177-3AD203B41FA5}">
                          <a16:colId xmlns:a16="http://schemas.microsoft.com/office/drawing/2014/main" val="1467904898"/>
                        </a:ext>
                      </a:extLst>
                    </a:gridCol>
                    <a:gridCol w="841828">
                      <a:extLst>
                        <a:ext uri="{9D8B030D-6E8A-4147-A177-3AD203B41FA5}">
                          <a16:colId xmlns:a16="http://schemas.microsoft.com/office/drawing/2014/main" val="2126215018"/>
                        </a:ext>
                      </a:extLst>
                    </a:gridCol>
                    <a:gridCol w="1059543">
                      <a:extLst>
                        <a:ext uri="{9D8B030D-6E8A-4147-A177-3AD203B41FA5}">
                          <a16:colId xmlns:a16="http://schemas.microsoft.com/office/drawing/2014/main" val="1765187778"/>
                        </a:ext>
                      </a:extLst>
                    </a:gridCol>
                    <a:gridCol w="1354979">
                      <a:extLst>
                        <a:ext uri="{9D8B030D-6E8A-4147-A177-3AD203B41FA5}">
                          <a16:colId xmlns:a16="http://schemas.microsoft.com/office/drawing/2014/main" val="2496743395"/>
                        </a:ext>
                      </a:extLst>
                    </a:gridCol>
                    <a:gridCol w="949288">
                      <a:extLst>
                        <a:ext uri="{9D8B030D-6E8A-4147-A177-3AD203B41FA5}">
                          <a16:colId xmlns:a16="http://schemas.microsoft.com/office/drawing/2014/main" val="3224066942"/>
                        </a:ext>
                      </a:extLst>
                    </a:gridCol>
                  </a:tblGrid>
                  <a:tr h="575727">
                    <a:tc>
                      <a:txBody>
                        <a:bodyPr/>
                        <a:lstStyle/>
                        <a:p>
                          <a:pPr algn="ctr"/>
                          <a:r>
                            <a:rPr lang="en-GB" dirty="0">
                              <a:solidFill>
                                <a:schemeClr val="tx1"/>
                              </a:solidFill>
                            </a:rPr>
                            <a:t>Power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dirty="0">
                              <a:solidFill>
                                <a:schemeClr val="tx1"/>
                              </a:solidFill>
                            </a:rPr>
                            <a:t>Base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dirty="0">
                              <a:solidFill>
                                <a:schemeClr val="tx1"/>
                              </a:solidFill>
                            </a:rPr>
                            <a:t>Index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dirty="0">
                              <a:solidFill>
                                <a:schemeClr val="tx1"/>
                              </a:solidFill>
                            </a:rPr>
                            <a:t>Index Form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dirty="0">
                              <a:solidFill>
                                <a:schemeClr val="tx1"/>
                              </a:solidFill>
                            </a:rPr>
                            <a:t>Say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dirty="0">
                              <a:solidFill>
                                <a:schemeClr val="tx1"/>
                              </a:solidFill>
                            </a:rPr>
                            <a:t>Calculation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dirty="0">
                              <a:solidFill>
                                <a:schemeClr val="tx1"/>
                              </a:solidFill>
                            </a:rPr>
                            <a:t>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67539356"/>
                      </a:ext>
                    </a:extLst>
                  </a:tr>
                  <a:tr h="424526">
                    <a:tc>
                      <a:txBody>
                        <a:bodyPr/>
                        <a:lstStyle/>
                        <a:p>
                          <a:pPr algn="ctr"/>
                          <a:r>
                            <a:rPr lang="en-GB" dirty="0">
                              <a:solidFill>
                                <a:schemeClr val="tx1"/>
                              </a:solidFill>
                            </a:rPr>
                            <a:t>1</a:t>
                          </a:r>
                          <a:r>
                            <a:rPr lang="en-GB" baseline="30000" dirty="0">
                              <a:solidFill>
                                <a:schemeClr val="tx1"/>
                              </a:solidFill>
                            </a:rPr>
                            <a:t>st</a:t>
                          </a:r>
                          <a:endParaRPr lang="en-GB"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GB" b="0" i="1" smtClean="0">
                                    <a:solidFill>
                                      <a:schemeClr val="tx1"/>
                                    </a:solidFill>
                                    <a:latin typeface="Cambria Math" panose="02040503050406030204" pitchFamily="18" charset="0"/>
                                  </a:rPr>
                                  <m:t>5</m:t>
                                </m:r>
                              </m:oMath>
                            </m:oMathPara>
                          </a14:m>
                          <a:endParaRPr lang="en-GB"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GB" i="1" dirty="0" smtClean="0">
                                    <a:solidFill>
                                      <a:schemeClr val="tx1"/>
                                    </a:solidFill>
                                    <a:latin typeface="Cambria Math" panose="02040503050406030204" pitchFamily="18" charset="0"/>
                                  </a:rPr>
                                  <m:t>1</m:t>
                                </m:r>
                              </m:oMath>
                            </m:oMathPara>
                          </a14:m>
                          <a:endParaRPr lang="en-GB"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sSup>
                                  <m:sSupPr>
                                    <m:ctrlPr>
                                      <a:rPr lang="en-GB" b="0" i="1" smtClean="0">
                                        <a:solidFill>
                                          <a:schemeClr val="tx1"/>
                                        </a:solidFill>
                                        <a:latin typeface="Cambria Math" panose="02040503050406030204" pitchFamily="18" charset="0"/>
                                      </a:rPr>
                                    </m:ctrlPr>
                                  </m:sSupPr>
                                  <m:e>
                                    <m:r>
                                      <a:rPr lang="en-GB" b="0" i="1" smtClean="0">
                                        <a:solidFill>
                                          <a:schemeClr val="tx1"/>
                                        </a:solidFill>
                                        <a:latin typeface="Cambria Math" panose="02040503050406030204" pitchFamily="18" charset="0"/>
                                      </a:rPr>
                                      <m:t>5</m:t>
                                    </m:r>
                                  </m:e>
                                  <m:sup>
                                    <m:r>
                                      <a:rPr lang="en-GB" b="0" i="1" smtClean="0">
                                        <a:solidFill>
                                          <a:schemeClr val="tx1"/>
                                        </a:solidFill>
                                        <a:latin typeface="Cambria Math" panose="02040503050406030204" pitchFamily="18" charset="0"/>
                                      </a:rPr>
                                      <m:t>1</m:t>
                                    </m:r>
                                  </m:sup>
                                </m:sSup>
                              </m:oMath>
                            </m:oMathPara>
                          </a14:m>
                          <a:endParaRPr lang="en-GB"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a:solidFill>
                                <a:schemeClr val="tx1"/>
                              </a:solidFill>
                            </a:rPr>
                            <a:t>Five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GB" b="0" i="1" smtClean="0">
                                    <a:solidFill>
                                      <a:schemeClr val="tx1"/>
                                    </a:solidFill>
                                    <a:latin typeface="Cambria Math" panose="02040503050406030204" pitchFamily="18" charset="0"/>
                                  </a:rPr>
                                  <m:t>5</m:t>
                                </m:r>
                              </m:oMath>
                            </m:oMathPara>
                          </a14:m>
                          <a:endParaRPr lang="en-GB">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GB" b="0" i="1" smtClean="0">
                                    <a:solidFill>
                                      <a:schemeClr val="tx1"/>
                                    </a:solidFill>
                                    <a:latin typeface="Cambria Math" panose="02040503050406030204" pitchFamily="18" charset="0"/>
                                  </a:rPr>
                                  <m:t>5</m:t>
                                </m:r>
                              </m:oMath>
                            </m:oMathPara>
                          </a14:m>
                          <a:endParaRPr lang="en-GB">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80758186"/>
                      </a:ext>
                    </a:extLst>
                  </a:tr>
                  <a:tr h="424526">
                    <a:tc>
                      <a:txBody>
                        <a:bodyPr/>
                        <a:lstStyle/>
                        <a:p>
                          <a:pPr algn="ctr"/>
                          <a:r>
                            <a:rPr lang="en-GB" dirty="0">
                              <a:solidFill>
                                <a:schemeClr val="tx1"/>
                              </a:solidFill>
                            </a:rPr>
                            <a:t>2</a:t>
                          </a:r>
                          <a:r>
                            <a:rPr lang="en-GB" baseline="30000" dirty="0">
                              <a:solidFill>
                                <a:schemeClr val="tx1"/>
                              </a:solidFill>
                            </a:rPr>
                            <a:t>nd</a:t>
                          </a:r>
                          <a:endParaRPr lang="en-GB"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GB" b="0" i="1" smtClean="0">
                                    <a:solidFill>
                                      <a:schemeClr val="tx1"/>
                                    </a:solidFill>
                                    <a:latin typeface="Cambria Math" panose="02040503050406030204" pitchFamily="18" charset="0"/>
                                  </a:rPr>
                                  <m:t>5</m:t>
                                </m:r>
                              </m:oMath>
                            </m:oMathPara>
                          </a14:m>
                          <a:endParaRPr lang="en-GB"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GB" i="1" dirty="0" smtClean="0">
                                    <a:solidFill>
                                      <a:schemeClr val="tx1"/>
                                    </a:solidFill>
                                    <a:latin typeface="Cambria Math" panose="02040503050406030204" pitchFamily="18" charset="0"/>
                                  </a:rPr>
                                  <m:t>2</m:t>
                                </m:r>
                              </m:oMath>
                            </m:oMathPara>
                          </a14:m>
                          <a:endParaRPr lang="en-GB"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sSup>
                                  <m:sSupPr>
                                    <m:ctrlPr>
                                      <a:rPr lang="en-GB" b="0" i="1" smtClean="0">
                                        <a:solidFill>
                                          <a:schemeClr val="tx1"/>
                                        </a:solidFill>
                                        <a:latin typeface="Cambria Math" panose="02040503050406030204" pitchFamily="18" charset="0"/>
                                      </a:rPr>
                                    </m:ctrlPr>
                                  </m:sSupPr>
                                  <m:e>
                                    <m:r>
                                      <a:rPr lang="en-GB" b="0" i="1" smtClean="0">
                                        <a:solidFill>
                                          <a:schemeClr val="tx1"/>
                                        </a:solidFill>
                                        <a:latin typeface="Cambria Math" panose="02040503050406030204" pitchFamily="18" charset="0"/>
                                      </a:rPr>
                                      <m:t>5</m:t>
                                    </m:r>
                                  </m:e>
                                  <m:sup>
                                    <m:r>
                                      <a:rPr lang="en-GB" b="0" i="1" smtClean="0">
                                        <a:solidFill>
                                          <a:schemeClr val="tx1"/>
                                        </a:solidFill>
                                        <a:latin typeface="Cambria Math" panose="02040503050406030204" pitchFamily="18" charset="0"/>
                                      </a:rPr>
                                      <m:t>2</m:t>
                                    </m:r>
                                  </m:sup>
                                </m:sSup>
                              </m:oMath>
                            </m:oMathPara>
                          </a14:m>
                          <a:endParaRPr lang="en-GB"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a:solidFill>
                                <a:schemeClr val="tx1"/>
                              </a:solidFill>
                            </a:rPr>
                            <a:t>Five Squared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GB" b="0" i="1" smtClean="0">
                                    <a:solidFill>
                                      <a:schemeClr val="tx1"/>
                                    </a:solidFill>
                                    <a:latin typeface="Cambria Math" panose="02040503050406030204" pitchFamily="18" charset="0"/>
                                  </a:rPr>
                                  <m:t>5</m:t>
                                </m:r>
                                <m:r>
                                  <a:rPr lang="en-GB" b="0" i="1" smtClean="0">
                                    <a:solidFill>
                                      <a:schemeClr val="tx1"/>
                                    </a:solidFill>
                                    <a:latin typeface="Cambria Math" panose="02040503050406030204" pitchFamily="18" charset="0"/>
                                    <a:ea typeface="Cambria Math" panose="02040503050406030204" pitchFamily="18" charset="0"/>
                                  </a:rPr>
                                  <m:t>×5</m:t>
                                </m:r>
                              </m:oMath>
                            </m:oMathPara>
                          </a14:m>
                          <a:endParaRPr lang="en-GB">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48265137"/>
                      </a:ext>
                    </a:extLst>
                  </a:tr>
                  <a:tr h="424526">
                    <a:tc>
                      <a:txBody>
                        <a:bodyPr/>
                        <a:lstStyle/>
                        <a:p>
                          <a:pPr algn="ctr"/>
                          <a:r>
                            <a:rPr lang="en-GB" dirty="0">
                              <a:solidFill>
                                <a:schemeClr val="tx1"/>
                              </a:solidFill>
                            </a:rPr>
                            <a:t>3</a:t>
                          </a:r>
                          <a:r>
                            <a:rPr lang="en-GB" baseline="30000" dirty="0">
                              <a:solidFill>
                                <a:schemeClr val="tx1"/>
                              </a:solidFill>
                            </a:rPr>
                            <a:t>rd</a:t>
                          </a:r>
                          <a:r>
                            <a:rPr lang="en-GB" dirty="0">
                              <a:solidFill>
                                <a:schemeClr val="tx1"/>
                              </a:solidFill>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GB" b="0" i="1" smtClean="0">
                                    <a:solidFill>
                                      <a:schemeClr val="tx1"/>
                                    </a:solidFill>
                                    <a:latin typeface="Cambria Math" panose="02040503050406030204" pitchFamily="18" charset="0"/>
                                  </a:rPr>
                                  <m:t>5</m:t>
                                </m:r>
                              </m:oMath>
                            </m:oMathPara>
                          </a14:m>
                          <a:endParaRPr lang="en-GB"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GB" i="1" dirty="0" smtClean="0">
                                    <a:solidFill>
                                      <a:schemeClr val="tx1"/>
                                    </a:solidFill>
                                    <a:latin typeface="Cambria Math" panose="02040503050406030204" pitchFamily="18" charset="0"/>
                                  </a:rPr>
                                  <m:t>3</m:t>
                                </m:r>
                              </m:oMath>
                            </m:oMathPara>
                          </a14:m>
                          <a:endParaRPr lang="en-GB"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baseline="0" dirty="0">
                              <a:solidFill>
                                <a:schemeClr val="tx1"/>
                              </a:solidFill>
                            </a:rPr>
                            <a:t> </a:t>
                          </a:r>
                          <a14:m>
                            <m:oMath xmlns:m="http://schemas.openxmlformats.org/officeDocument/2006/math">
                              <m:sSup>
                                <m:sSupPr>
                                  <m:ctrlPr>
                                    <a:rPr lang="en-GB" b="0" i="1" baseline="0" smtClean="0">
                                      <a:solidFill>
                                        <a:schemeClr val="tx1"/>
                                      </a:solidFill>
                                      <a:latin typeface="Cambria Math" panose="02040503050406030204" pitchFamily="18" charset="0"/>
                                    </a:rPr>
                                  </m:ctrlPr>
                                </m:sSupPr>
                                <m:e>
                                  <m:r>
                                    <a:rPr lang="en-GB" b="0" i="1" baseline="0" smtClean="0">
                                      <a:solidFill>
                                        <a:schemeClr val="tx1"/>
                                      </a:solidFill>
                                      <a:latin typeface="Cambria Math" panose="02040503050406030204" pitchFamily="18" charset="0"/>
                                    </a:rPr>
                                    <m:t>5</m:t>
                                  </m:r>
                                </m:e>
                                <m:sup>
                                  <m:r>
                                    <a:rPr lang="en-GB" b="0" i="1" baseline="0" smtClean="0">
                                      <a:solidFill>
                                        <a:schemeClr val="tx1"/>
                                      </a:solidFill>
                                      <a:latin typeface="Cambria Math" panose="02040503050406030204" pitchFamily="18" charset="0"/>
                                    </a:rPr>
                                    <m:t>3</m:t>
                                  </m:r>
                                </m:sup>
                              </m:sSup>
                              <m:r>
                                <a:rPr lang="en-GB" b="0" i="1" baseline="0" smtClean="0">
                                  <a:solidFill>
                                    <a:schemeClr val="tx1"/>
                                  </a:solidFill>
                                  <a:latin typeface="Cambria Math" panose="02040503050406030204" pitchFamily="18" charset="0"/>
                                </a:rPr>
                                <m:t> </m:t>
                              </m:r>
                            </m:oMath>
                          </a14:m>
                          <a:endParaRPr lang="en-GB"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70670128"/>
                      </a:ext>
                    </a:extLst>
                  </a:tr>
                </a:tbl>
              </a:graphicData>
            </a:graphic>
          </p:graphicFrame>
        </mc:Choice>
        <mc:Fallback xmlns="">
          <p:graphicFrame>
            <p:nvGraphicFramePr>
              <p:cNvPr id="29" name="Table 2">
                <a:extLst>
                  <a:ext uri="{FF2B5EF4-FFF2-40B4-BE49-F238E27FC236}">
                    <a16:creationId xmlns:a16="http://schemas.microsoft.com/office/drawing/2014/main" id="{201FA3F8-AE0D-FB3C-580A-D4D5576C2ADA}"/>
                  </a:ext>
                </a:extLst>
              </p:cNvPr>
              <p:cNvGraphicFramePr>
                <a:graphicFrameLocks noGrp="1"/>
              </p:cNvGraphicFramePr>
              <p:nvPr>
                <p:extLst>
                  <p:ext uri="{D42A27DB-BD31-4B8C-83A1-F6EECF244321}">
                    <p14:modId xmlns:p14="http://schemas.microsoft.com/office/powerpoint/2010/main" val="1251969583"/>
                  </p:ext>
                </p:extLst>
              </p:nvPr>
            </p:nvGraphicFramePr>
            <p:xfrm>
              <a:off x="106491" y="7559011"/>
              <a:ext cx="6645016" cy="1927699"/>
            </p:xfrm>
            <a:graphic>
              <a:graphicData uri="http://schemas.openxmlformats.org/drawingml/2006/table">
                <a:tbl>
                  <a:tblPr firstRow="1" bandRow="1">
                    <a:tableStyleId>{8EC20E35-A176-4012-BC5E-935CFFF8708E}</a:tableStyleId>
                  </a:tblPr>
                  <a:tblGrid>
                    <a:gridCol w="755721">
                      <a:extLst>
                        <a:ext uri="{9D8B030D-6E8A-4147-A177-3AD203B41FA5}">
                          <a16:colId xmlns:a16="http://schemas.microsoft.com/office/drawing/2014/main" val="924351472"/>
                        </a:ext>
                      </a:extLst>
                    </a:gridCol>
                    <a:gridCol w="914400">
                      <a:extLst>
                        <a:ext uri="{9D8B030D-6E8A-4147-A177-3AD203B41FA5}">
                          <a16:colId xmlns:a16="http://schemas.microsoft.com/office/drawing/2014/main" val="1646287668"/>
                        </a:ext>
                      </a:extLst>
                    </a:gridCol>
                    <a:gridCol w="769257">
                      <a:extLst>
                        <a:ext uri="{9D8B030D-6E8A-4147-A177-3AD203B41FA5}">
                          <a16:colId xmlns:a16="http://schemas.microsoft.com/office/drawing/2014/main" val="1467904898"/>
                        </a:ext>
                      </a:extLst>
                    </a:gridCol>
                    <a:gridCol w="841828">
                      <a:extLst>
                        <a:ext uri="{9D8B030D-6E8A-4147-A177-3AD203B41FA5}">
                          <a16:colId xmlns:a16="http://schemas.microsoft.com/office/drawing/2014/main" val="2126215018"/>
                        </a:ext>
                      </a:extLst>
                    </a:gridCol>
                    <a:gridCol w="1059543">
                      <a:extLst>
                        <a:ext uri="{9D8B030D-6E8A-4147-A177-3AD203B41FA5}">
                          <a16:colId xmlns:a16="http://schemas.microsoft.com/office/drawing/2014/main" val="1765187778"/>
                        </a:ext>
                      </a:extLst>
                    </a:gridCol>
                    <a:gridCol w="1354979">
                      <a:extLst>
                        <a:ext uri="{9D8B030D-6E8A-4147-A177-3AD203B41FA5}">
                          <a16:colId xmlns:a16="http://schemas.microsoft.com/office/drawing/2014/main" val="2496743395"/>
                        </a:ext>
                      </a:extLst>
                    </a:gridCol>
                    <a:gridCol w="949288">
                      <a:extLst>
                        <a:ext uri="{9D8B030D-6E8A-4147-A177-3AD203B41FA5}">
                          <a16:colId xmlns:a16="http://schemas.microsoft.com/office/drawing/2014/main" val="3224066942"/>
                        </a:ext>
                      </a:extLst>
                    </a:gridCol>
                  </a:tblGrid>
                  <a:tr h="575727">
                    <a:tc>
                      <a:txBody>
                        <a:bodyPr/>
                        <a:lstStyle/>
                        <a:p>
                          <a:pPr algn="ctr"/>
                          <a:r>
                            <a:rPr lang="en-GB" dirty="0">
                              <a:solidFill>
                                <a:schemeClr val="tx1"/>
                              </a:solidFill>
                            </a:rPr>
                            <a:t>Power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dirty="0">
                              <a:solidFill>
                                <a:schemeClr val="tx1"/>
                              </a:solidFill>
                            </a:rPr>
                            <a:t>Base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dirty="0">
                              <a:solidFill>
                                <a:schemeClr val="tx1"/>
                              </a:solidFill>
                            </a:rPr>
                            <a:t>Index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dirty="0">
                              <a:solidFill>
                                <a:schemeClr val="tx1"/>
                              </a:solidFill>
                            </a:rPr>
                            <a:t>Index Form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dirty="0">
                              <a:solidFill>
                                <a:schemeClr val="tx1"/>
                              </a:solidFill>
                            </a:rPr>
                            <a:t>Say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dirty="0">
                              <a:solidFill>
                                <a:schemeClr val="tx1"/>
                              </a:solidFill>
                            </a:rPr>
                            <a:t>Calculation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dirty="0">
                              <a:solidFill>
                                <a:schemeClr val="tx1"/>
                              </a:solidFill>
                            </a:rPr>
                            <a:t>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67539356"/>
                      </a:ext>
                    </a:extLst>
                  </a:tr>
                  <a:tr h="424526">
                    <a:tc>
                      <a:txBody>
                        <a:bodyPr/>
                        <a:lstStyle/>
                        <a:p>
                          <a:pPr algn="ctr"/>
                          <a:r>
                            <a:rPr lang="en-GB" dirty="0">
                              <a:solidFill>
                                <a:schemeClr val="tx1"/>
                              </a:solidFill>
                            </a:rPr>
                            <a:t>1</a:t>
                          </a:r>
                          <a:r>
                            <a:rPr lang="en-GB" baseline="30000" dirty="0">
                              <a:solidFill>
                                <a:schemeClr val="tx1"/>
                              </a:solidFill>
                            </a:rPr>
                            <a:t>st</a:t>
                          </a:r>
                          <a:endParaRPr lang="en-GB"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83333" t="-137143" r="-546000" b="-221429"/>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216535" t="-137143" r="-544882" b="-221429"/>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291304" t="-137143" r="-401449" b="-221429"/>
                          </a:stretch>
                        </a:blipFill>
                      </a:tcPr>
                    </a:tc>
                    <a:tc>
                      <a:txBody>
                        <a:bodyPr/>
                        <a:lstStyle/>
                        <a:p>
                          <a:pPr algn="ctr"/>
                          <a:r>
                            <a:rPr lang="en-GB">
                              <a:solidFill>
                                <a:schemeClr val="tx1"/>
                              </a:solidFill>
                            </a:rPr>
                            <a:t>Five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321622" t="-137143" r="-71171" b="-221429"/>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600000" t="-137143" r="-1282" b="-221429"/>
                          </a:stretch>
                        </a:blipFill>
                      </a:tcPr>
                    </a:tc>
                    <a:extLst>
                      <a:ext uri="{0D108BD9-81ED-4DB2-BD59-A6C34878D82A}">
                        <a16:rowId xmlns:a16="http://schemas.microsoft.com/office/drawing/2014/main" val="2680758186"/>
                      </a:ext>
                    </a:extLst>
                  </a:tr>
                  <a:tr h="502920">
                    <a:tc>
                      <a:txBody>
                        <a:bodyPr/>
                        <a:lstStyle/>
                        <a:p>
                          <a:pPr algn="ctr"/>
                          <a:r>
                            <a:rPr lang="en-GB" dirty="0">
                              <a:solidFill>
                                <a:schemeClr val="tx1"/>
                              </a:solidFill>
                            </a:rPr>
                            <a:t>2</a:t>
                          </a:r>
                          <a:r>
                            <a:rPr lang="en-GB" baseline="30000" dirty="0">
                              <a:solidFill>
                                <a:schemeClr val="tx1"/>
                              </a:solidFill>
                            </a:rPr>
                            <a:t>nd</a:t>
                          </a:r>
                          <a:endParaRPr lang="en-GB"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83333" t="-200000" r="-546000" b="-86747"/>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216535" t="-200000" r="-544882" b="-86747"/>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291304" t="-200000" r="-401449" b="-86747"/>
                          </a:stretch>
                        </a:blipFill>
                      </a:tcPr>
                    </a:tc>
                    <a:tc>
                      <a:txBody>
                        <a:bodyPr/>
                        <a:lstStyle/>
                        <a:p>
                          <a:pPr algn="ctr"/>
                          <a:r>
                            <a:rPr lang="en-GB">
                              <a:solidFill>
                                <a:schemeClr val="tx1"/>
                              </a:solidFill>
                            </a:rPr>
                            <a:t>Five Squared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321622" t="-200000" r="-71171" b="-86747"/>
                          </a:stretch>
                        </a:blipFill>
                      </a:tcPr>
                    </a:tc>
                    <a:tc>
                      <a:txBody>
                        <a:bodyPr/>
                        <a:lstStyle/>
                        <a:p>
                          <a:pPr algn="ctr"/>
                          <a:endParaRPr lang="en-GB"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48265137"/>
                      </a:ext>
                    </a:extLst>
                  </a:tr>
                  <a:tr h="424526">
                    <a:tc>
                      <a:txBody>
                        <a:bodyPr/>
                        <a:lstStyle/>
                        <a:p>
                          <a:pPr algn="ctr"/>
                          <a:r>
                            <a:rPr lang="en-GB" dirty="0">
                              <a:solidFill>
                                <a:schemeClr val="tx1"/>
                              </a:solidFill>
                            </a:rPr>
                            <a:t>3</a:t>
                          </a:r>
                          <a:r>
                            <a:rPr lang="en-GB" baseline="30000" dirty="0">
                              <a:solidFill>
                                <a:schemeClr val="tx1"/>
                              </a:solidFill>
                            </a:rPr>
                            <a:t>rd</a:t>
                          </a:r>
                          <a:r>
                            <a:rPr lang="en-GB" dirty="0">
                              <a:solidFill>
                                <a:schemeClr val="tx1"/>
                              </a:solidFill>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83333" t="-355714" r="-546000" b="-2857"/>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216535" t="-355714" r="-544882" b="-2857"/>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291304" t="-355714" r="-401449" b="-2857"/>
                          </a:stretch>
                        </a:blipFill>
                      </a:tcPr>
                    </a:tc>
                    <a:tc>
                      <a:txBody>
                        <a:bodyPr/>
                        <a:lstStyle/>
                        <a:p>
                          <a:pPr algn="ctr"/>
                          <a:endParaRPr lang="en-GB"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70670128"/>
                      </a:ext>
                    </a:extLst>
                  </a:tr>
                </a:tbl>
              </a:graphicData>
            </a:graphic>
          </p:graphicFrame>
        </mc:Fallback>
      </mc:AlternateContent>
      <p:sp>
        <p:nvSpPr>
          <p:cNvPr id="31" name="Slide Number Placeholder 30">
            <a:extLst>
              <a:ext uri="{FF2B5EF4-FFF2-40B4-BE49-F238E27FC236}">
                <a16:creationId xmlns:a16="http://schemas.microsoft.com/office/drawing/2014/main" id="{CB369DF2-BE35-4860-8210-A8C6CAAE4AC6}"/>
              </a:ext>
            </a:extLst>
          </p:cNvPr>
          <p:cNvSpPr>
            <a:spLocks noGrp="1"/>
          </p:cNvSpPr>
          <p:nvPr>
            <p:ph type="sldNum" sz="quarter" idx="12"/>
          </p:nvPr>
        </p:nvSpPr>
        <p:spPr>
          <a:xfrm>
            <a:off x="5278353" y="9467448"/>
            <a:ext cx="1543050" cy="527403"/>
          </a:xfrm>
        </p:spPr>
        <p:txBody>
          <a:bodyPr/>
          <a:lstStyle/>
          <a:p>
            <a:fld id="{086C3A38-D272-42AA-9C88-F1FBEAE20D2C}" type="slidenum">
              <a:rPr lang="en-GB" smtClean="0"/>
              <a:t>39</a:t>
            </a:fld>
            <a:endParaRPr lang="en-GB" dirty="0"/>
          </a:p>
        </p:txBody>
      </p:sp>
      <p:sp>
        <p:nvSpPr>
          <p:cNvPr id="10" name="Rectangle 9">
            <a:extLst>
              <a:ext uri="{FF2B5EF4-FFF2-40B4-BE49-F238E27FC236}">
                <a16:creationId xmlns:a16="http://schemas.microsoft.com/office/drawing/2014/main" id="{92C9BC15-2B80-9CE4-6E34-24D6A6057A33}"/>
              </a:ext>
            </a:extLst>
          </p:cNvPr>
          <p:cNvSpPr/>
          <p:nvPr/>
        </p:nvSpPr>
        <p:spPr>
          <a:xfrm>
            <a:off x="89023" y="1558044"/>
            <a:ext cx="6671317" cy="108692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solidFill>
                <a:sysClr val="windowText" lastClr="000000"/>
              </a:solidFill>
            </a:endParaRPr>
          </a:p>
        </p:txBody>
      </p:sp>
      <p:sp>
        <p:nvSpPr>
          <p:cNvPr id="15" name="TextBox 14">
            <a:extLst>
              <a:ext uri="{FF2B5EF4-FFF2-40B4-BE49-F238E27FC236}">
                <a16:creationId xmlns:a16="http://schemas.microsoft.com/office/drawing/2014/main" id="{992D2835-042C-0E06-C6C4-06FD1076C86D}"/>
              </a:ext>
            </a:extLst>
          </p:cNvPr>
          <p:cNvSpPr txBox="1"/>
          <p:nvPr/>
        </p:nvSpPr>
        <p:spPr>
          <a:xfrm>
            <a:off x="45932" y="1521398"/>
            <a:ext cx="2778270" cy="276999"/>
          </a:xfrm>
          <a:prstGeom prst="rect">
            <a:avLst/>
          </a:prstGeom>
          <a:noFill/>
        </p:spPr>
        <p:txBody>
          <a:bodyPr wrap="square" rtlCol="0">
            <a:spAutoFit/>
          </a:bodyPr>
          <a:lstStyle/>
          <a:p>
            <a:pPr>
              <a:defRPr/>
            </a:pPr>
            <a:r>
              <a:rPr kumimoji="0" lang="en-GB" sz="1200" b="1" i="0" u="none" strike="noStrike" kern="1200" cap="none" spc="0" normalizeH="0" baseline="0" noProof="0" dirty="0">
                <a:ln>
                  <a:noFill/>
                </a:ln>
                <a:solidFill>
                  <a:sysClr val="windowText" lastClr="000000"/>
                </a:solidFill>
                <a:effectLst/>
                <a:uLnTx/>
                <a:uFillTx/>
                <a:latin typeface="Calibri" panose="020F0502020204030204"/>
                <a:ea typeface="+mn-ea"/>
                <a:cs typeface="+mn-cs"/>
              </a:rPr>
              <a:t>Introduction: </a:t>
            </a:r>
          </a:p>
        </p:txBody>
      </p:sp>
      <p:sp>
        <p:nvSpPr>
          <p:cNvPr id="30" name="TextBox 29">
            <a:extLst>
              <a:ext uri="{FF2B5EF4-FFF2-40B4-BE49-F238E27FC236}">
                <a16:creationId xmlns:a16="http://schemas.microsoft.com/office/drawing/2014/main" id="{52B0F56A-C93D-D04C-47F1-176074195FD4}"/>
              </a:ext>
            </a:extLst>
          </p:cNvPr>
          <p:cNvSpPr txBox="1"/>
          <p:nvPr/>
        </p:nvSpPr>
        <p:spPr>
          <a:xfrm>
            <a:off x="36449" y="1684035"/>
            <a:ext cx="6858000" cy="1200329"/>
          </a:xfrm>
          <a:prstGeom prst="rect">
            <a:avLst/>
          </a:prstGeom>
          <a:noFill/>
        </p:spPr>
        <p:txBody>
          <a:bodyPr wrap="square">
            <a:spAutoFit/>
          </a:bodyPr>
          <a:lstStyle/>
          <a:p>
            <a:pPr marL="228600" indent="-228600">
              <a:buAutoNum type="arabicPeriod"/>
            </a:pPr>
            <a:r>
              <a:rPr lang="en-US" sz="1200" dirty="0"/>
              <a:t>Squares numbers and </a:t>
            </a:r>
            <a:r>
              <a:rPr lang="en-US" sz="1200" dirty="0" err="1"/>
              <a:t>and</a:t>
            </a:r>
            <a:r>
              <a:rPr lang="en-US" sz="1200" dirty="0"/>
              <a:t> cube numbers are ways of multiplying a number by itself a certain number of</a:t>
            </a:r>
          </a:p>
          <a:p>
            <a:pPr marL="228600" indent="-228600">
              <a:buAutoNum type="arabicPeriod"/>
            </a:pPr>
            <a:r>
              <a:rPr lang="en-US" sz="1200" dirty="0"/>
              <a:t>times, creating what we call powers. When you square a number, you multiply it by itself. Cubing a</a:t>
            </a:r>
          </a:p>
          <a:p>
            <a:pPr marL="228600" indent="-228600">
              <a:buAutoNum type="arabicPeriod"/>
            </a:pPr>
            <a:r>
              <a:rPr lang="en-US" sz="1200" dirty="0"/>
              <a:t>number means multiplying it by itself and then multiplying by itself again. Knowing how to work with</a:t>
            </a:r>
          </a:p>
          <a:p>
            <a:pPr marL="228600" indent="-228600">
              <a:buAutoNum type="arabicPeriod"/>
            </a:pPr>
            <a:r>
              <a:rPr lang="en-US" sz="1200" dirty="0"/>
              <a:t>squares and cubes is an important skill, as it forms the foundation for understanding powers,</a:t>
            </a:r>
          </a:p>
          <a:p>
            <a:pPr marL="228600" indent="-228600">
              <a:buAutoNum type="arabicPeriod"/>
            </a:pPr>
            <a:r>
              <a:rPr lang="en-US" sz="1200" dirty="0"/>
              <a:t>exponents and roots.</a:t>
            </a:r>
          </a:p>
          <a:p>
            <a:pPr marL="228600" marR="0" lvl="0" indent="-228600" algn="l" defTabSz="457200" rtl="0" eaLnBrk="1" fontAlgn="auto" latinLnBrk="0" hangingPunct="1">
              <a:lnSpc>
                <a:spcPct val="100000"/>
              </a:lnSpc>
              <a:spcBef>
                <a:spcPts val="0"/>
              </a:spcBef>
              <a:spcAft>
                <a:spcPts val="0"/>
              </a:spcAft>
              <a:buClrTx/>
              <a:buSzTx/>
              <a:buFontTx/>
              <a:buAutoNum type="arabicPeriod"/>
              <a:tabLst/>
              <a:defRPr/>
            </a:pPr>
            <a:endParaRPr kumimoji="0" lang="en-US" sz="1200" b="0" i="0" u="none" strike="noStrike" kern="1200" cap="none" spc="0" normalizeH="0" baseline="0" noProof="0" dirty="0">
              <a:ln>
                <a:noFill/>
              </a:ln>
              <a:solidFill>
                <a:sysClr val="windowText" lastClr="00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008941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10C03097-4941-4799-746A-2C0ACAC07461}"/>
              </a:ext>
            </a:extLst>
          </p:cNvPr>
          <p:cNvSpPr/>
          <p:nvPr/>
        </p:nvSpPr>
        <p:spPr>
          <a:xfrm>
            <a:off x="16615" y="2393758"/>
            <a:ext cx="6734894" cy="236256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B4D21763-55DF-D4A2-7C40-26108D566CC7}"/>
                  </a:ext>
                </a:extLst>
              </p:cNvPr>
              <p:cNvGraphicFramePr>
                <a:graphicFrameLocks noGrp="1"/>
              </p:cNvGraphicFramePr>
              <p:nvPr>
                <p:extLst>
                  <p:ext uri="{D42A27DB-BD31-4B8C-83A1-F6EECF244321}">
                    <p14:modId xmlns:p14="http://schemas.microsoft.com/office/powerpoint/2010/main" val="4252352891"/>
                  </p:ext>
                </p:extLst>
              </p:nvPr>
            </p:nvGraphicFramePr>
            <p:xfrm>
              <a:off x="106494" y="2791078"/>
              <a:ext cx="6645016" cy="1849305"/>
            </p:xfrm>
            <a:graphic>
              <a:graphicData uri="http://schemas.openxmlformats.org/drawingml/2006/table">
                <a:tbl>
                  <a:tblPr firstRow="1" bandRow="1">
                    <a:tableStyleId>{8EC20E35-A176-4012-BC5E-935CFFF8708E}</a:tableStyleId>
                  </a:tblPr>
                  <a:tblGrid>
                    <a:gridCol w="755721">
                      <a:extLst>
                        <a:ext uri="{9D8B030D-6E8A-4147-A177-3AD203B41FA5}">
                          <a16:colId xmlns:a16="http://schemas.microsoft.com/office/drawing/2014/main" val="924351472"/>
                        </a:ext>
                      </a:extLst>
                    </a:gridCol>
                    <a:gridCol w="914400">
                      <a:extLst>
                        <a:ext uri="{9D8B030D-6E8A-4147-A177-3AD203B41FA5}">
                          <a16:colId xmlns:a16="http://schemas.microsoft.com/office/drawing/2014/main" val="1646287668"/>
                        </a:ext>
                      </a:extLst>
                    </a:gridCol>
                    <a:gridCol w="769257">
                      <a:extLst>
                        <a:ext uri="{9D8B030D-6E8A-4147-A177-3AD203B41FA5}">
                          <a16:colId xmlns:a16="http://schemas.microsoft.com/office/drawing/2014/main" val="1467904898"/>
                        </a:ext>
                      </a:extLst>
                    </a:gridCol>
                    <a:gridCol w="841828">
                      <a:extLst>
                        <a:ext uri="{9D8B030D-6E8A-4147-A177-3AD203B41FA5}">
                          <a16:colId xmlns:a16="http://schemas.microsoft.com/office/drawing/2014/main" val="2126215018"/>
                        </a:ext>
                      </a:extLst>
                    </a:gridCol>
                    <a:gridCol w="1059543">
                      <a:extLst>
                        <a:ext uri="{9D8B030D-6E8A-4147-A177-3AD203B41FA5}">
                          <a16:colId xmlns:a16="http://schemas.microsoft.com/office/drawing/2014/main" val="1765187778"/>
                        </a:ext>
                      </a:extLst>
                    </a:gridCol>
                    <a:gridCol w="1354979">
                      <a:extLst>
                        <a:ext uri="{9D8B030D-6E8A-4147-A177-3AD203B41FA5}">
                          <a16:colId xmlns:a16="http://schemas.microsoft.com/office/drawing/2014/main" val="2496743395"/>
                        </a:ext>
                      </a:extLst>
                    </a:gridCol>
                    <a:gridCol w="949288">
                      <a:extLst>
                        <a:ext uri="{9D8B030D-6E8A-4147-A177-3AD203B41FA5}">
                          <a16:colId xmlns:a16="http://schemas.microsoft.com/office/drawing/2014/main" val="3224066942"/>
                        </a:ext>
                      </a:extLst>
                    </a:gridCol>
                  </a:tblGrid>
                  <a:tr h="575727">
                    <a:tc>
                      <a:txBody>
                        <a:bodyPr/>
                        <a:lstStyle/>
                        <a:p>
                          <a:pPr algn="ctr"/>
                          <a:r>
                            <a:rPr lang="en-GB" dirty="0">
                              <a:solidFill>
                                <a:sysClr val="windowText" lastClr="000000"/>
                              </a:solidFill>
                            </a:rPr>
                            <a:t>Power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dirty="0">
                              <a:solidFill>
                                <a:sysClr val="windowText" lastClr="000000"/>
                              </a:solidFill>
                            </a:rPr>
                            <a:t>Base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dirty="0">
                              <a:solidFill>
                                <a:sysClr val="windowText" lastClr="000000"/>
                              </a:solidFill>
                            </a:rPr>
                            <a:t>Index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dirty="0">
                              <a:solidFill>
                                <a:sysClr val="windowText" lastClr="000000"/>
                              </a:solidFill>
                            </a:rPr>
                            <a:t>Index Form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dirty="0">
                              <a:solidFill>
                                <a:sysClr val="windowText" lastClr="000000"/>
                              </a:solidFill>
                            </a:rPr>
                            <a:t>Say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a:solidFill>
                                <a:sysClr val="windowText" lastClr="000000"/>
                              </a:solidFill>
                            </a:rPr>
                            <a:t>Calculation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a:solidFill>
                                <a:sysClr val="windowText" lastClr="000000"/>
                              </a:solidFill>
                            </a:rPr>
                            <a:t>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67539356"/>
                      </a:ext>
                    </a:extLst>
                  </a:tr>
                  <a:tr h="424526">
                    <a:tc>
                      <a:txBody>
                        <a:bodyPr/>
                        <a:lstStyle/>
                        <a:p>
                          <a:pPr algn="ctr"/>
                          <a:r>
                            <a:rPr lang="en-GB" dirty="0">
                              <a:solidFill>
                                <a:sysClr val="windowText" lastClr="000000"/>
                              </a:solidFill>
                            </a:rPr>
                            <a:t>1</a:t>
                          </a:r>
                          <a:r>
                            <a:rPr lang="en-GB" baseline="30000" dirty="0">
                              <a:solidFill>
                                <a:sysClr val="windowText" lastClr="000000"/>
                              </a:solidFill>
                            </a:rPr>
                            <a:t>st</a:t>
                          </a:r>
                          <a:endParaRPr lang="en-GB"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GB" b="0" i="1" smtClean="0">
                                    <a:solidFill>
                                      <a:sysClr val="windowText" lastClr="000000"/>
                                    </a:solidFill>
                                    <a:latin typeface="Cambria Math" panose="02040503050406030204" pitchFamily="18" charset="0"/>
                                  </a:rPr>
                                  <m:t>4</m:t>
                                </m:r>
                              </m:oMath>
                            </m:oMathPara>
                          </a14:m>
                          <a:endParaRPr lang="en-GB"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GB" i="1" dirty="0" smtClean="0">
                                    <a:solidFill>
                                      <a:sysClr val="windowText" lastClr="000000"/>
                                    </a:solidFill>
                                    <a:latin typeface="Cambria Math" panose="02040503050406030204" pitchFamily="18" charset="0"/>
                                  </a:rPr>
                                  <m:t>1</m:t>
                                </m:r>
                              </m:oMath>
                            </m:oMathPara>
                          </a14:m>
                          <a:endParaRPr lang="en-GB"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sSup>
                                  <m:sSupPr>
                                    <m:ctrlPr>
                                      <a:rPr lang="en-GB" b="0" i="1" smtClean="0">
                                        <a:solidFill>
                                          <a:sysClr val="windowText" lastClr="000000"/>
                                        </a:solidFill>
                                        <a:latin typeface="Cambria Math" panose="02040503050406030204" pitchFamily="18" charset="0"/>
                                      </a:rPr>
                                    </m:ctrlPr>
                                  </m:sSupPr>
                                  <m:e>
                                    <m:r>
                                      <a:rPr lang="en-GB" b="0" i="1" smtClean="0">
                                        <a:solidFill>
                                          <a:sysClr val="windowText" lastClr="000000"/>
                                        </a:solidFill>
                                        <a:latin typeface="Cambria Math" panose="02040503050406030204" pitchFamily="18" charset="0"/>
                                      </a:rPr>
                                      <m:t>4</m:t>
                                    </m:r>
                                  </m:e>
                                  <m:sup>
                                    <m:r>
                                      <a:rPr lang="en-GB" b="0" i="1" smtClean="0">
                                        <a:solidFill>
                                          <a:sysClr val="windowText" lastClr="000000"/>
                                        </a:solidFill>
                                        <a:latin typeface="Cambria Math" panose="02040503050406030204" pitchFamily="18" charset="0"/>
                                      </a:rPr>
                                      <m:t>1</m:t>
                                    </m:r>
                                  </m:sup>
                                </m:sSup>
                              </m:oMath>
                            </m:oMathPara>
                          </a14:m>
                          <a:endParaRPr lang="en-GB">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80758186"/>
                      </a:ext>
                    </a:extLst>
                  </a:tr>
                  <a:tr h="424526">
                    <a:tc>
                      <a:txBody>
                        <a:bodyPr/>
                        <a:lstStyle/>
                        <a:p>
                          <a:pPr algn="ctr"/>
                          <a:r>
                            <a:rPr lang="en-GB" dirty="0">
                              <a:solidFill>
                                <a:sysClr val="windowText" lastClr="000000"/>
                              </a:solidFill>
                            </a:rPr>
                            <a:t>2</a:t>
                          </a:r>
                          <a:r>
                            <a:rPr lang="en-GB" baseline="30000" dirty="0">
                              <a:solidFill>
                                <a:sysClr val="windowText" lastClr="000000"/>
                              </a:solidFill>
                            </a:rPr>
                            <a:t>nd</a:t>
                          </a:r>
                          <a:endParaRPr lang="en-GB"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GB" b="0" i="1" smtClean="0">
                                    <a:solidFill>
                                      <a:sysClr val="windowText" lastClr="000000"/>
                                    </a:solidFill>
                                    <a:latin typeface="Cambria Math" panose="02040503050406030204" pitchFamily="18" charset="0"/>
                                  </a:rPr>
                                  <m:t>4</m:t>
                                </m:r>
                              </m:oMath>
                            </m:oMathPara>
                          </a14:m>
                          <a:endParaRPr lang="en-GB"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GB" i="1" dirty="0" smtClean="0">
                                    <a:solidFill>
                                      <a:sysClr val="windowText" lastClr="000000"/>
                                    </a:solidFill>
                                    <a:latin typeface="Cambria Math" panose="02040503050406030204" pitchFamily="18" charset="0"/>
                                  </a:rPr>
                                  <m:t>2</m:t>
                                </m:r>
                              </m:oMath>
                            </m:oMathPara>
                          </a14:m>
                          <a:endParaRPr lang="en-GB"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sSup>
                                  <m:sSupPr>
                                    <m:ctrlPr>
                                      <a:rPr lang="en-GB" b="0" i="1" smtClean="0">
                                        <a:solidFill>
                                          <a:sysClr val="windowText" lastClr="000000"/>
                                        </a:solidFill>
                                        <a:latin typeface="Cambria Math" panose="02040503050406030204" pitchFamily="18" charset="0"/>
                                      </a:rPr>
                                    </m:ctrlPr>
                                  </m:sSupPr>
                                  <m:e>
                                    <m:r>
                                      <a:rPr lang="en-GB" b="0" i="1" smtClean="0">
                                        <a:solidFill>
                                          <a:sysClr val="windowText" lastClr="000000"/>
                                        </a:solidFill>
                                        <a:latin typeface="Cambria Math" panose="02040503050406030204" pitchFamily="18" charset="0"/>
                                      </a:rPr>
                                      <m:t>4</m:t>
                                    </m:r>
                                  </m:e>
                                  <m:sup>
                                    <m:r>
                                      <a:rPr lang="en-GB" b="0" i="1" smtClean="0">
                                        <a:solidFill>
                                          <a:sysClr val="windowText" lastClr="000000"/>
                                        </a:solidFill>
                                        <a:latin typeface="Cambria Math" panose="02040503050406030204" pitchFamily="18" charset="0"/>
                                      </a:rPr>
                                      <m:t>2</m:t>
                                    </m:r>
                                  </m:sup>
                                </m:sSup>
                              </m:oMath>
                            </m:oMathPara>
                          </a14:m>
                          <a:endParaRPr lang="en-GB">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48265137"/>
                      </a:ext>
                    </a:extLst>
                  </a:tr>
                  <a:tr h="424526">
                    <a:tc>
                      <a:txBody>
                        <a:bodyPr/>
                        <a:lstStyle/>
                        <a:p>
                          <a:pPr algn="ctr"/>
                          <a:r>
                            <a:rPr lang="en-GB" dirty="0">
                              <a:solidFill>
                                <a:sysClr val="windowText" lastClr="000000"/>
                              </a:solidFill>
                            </a:rPr>
                            <a:t>3</a:t>
                          </a:r>
                          <a:r>
                            <a:rPr lang="en-GB" baseline="30000" dirty="0">
                              <a:solidFill>
                                <a:sysClr val="windowText" lastClr="000000"/>
                              </a:solidFill>
                            </a:rPr>
                            <a:t>rd</a:t>
                          </a:r>
                          <a:r>
                            <a:rPr lang="en-GB" dirty="0">
                              <a:solidFill>
                                <a:sysClr val="windowText" lastClr="000000"/>
                              </a:solidFill>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GB" b="0" i="1" smtClean="0">
                                    <a:solidFill>
                                      <a:sysClr val="windowText" lastClr="000000"/>
                                    </a:solidFill>
                                    <a:latin typeface="Cambria Math" panose="02040503050406030204" pitchFamily="18" charset="0"/>
                                  </a:rPr>
                                  <m:t>4</m:t>
                                </m:r>
                              </m:oMath>
                            </m:oMathPara>
                          </a14:m>
                          <a:endParaRPr lang="en-GB"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GB" i="1" dirty="0" smtClean="0">
                                    <a:solidFill>
                                      <a:sysClr val="windowText" lastClr="000000"/>
                                    </a:solidFill>
                                    <a:latin typeface="Cambria Math" panose="02040503050406030204" pitchFamily="18" charset="0"/>
                                  </a:rPr>
                                  <m:t>3</m:t>
                                </m:r>
                              </m:oMath>
                            </m:oMathPara>
                          </a14:m>
                          <a:endParaRPr lang="en-GB"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70670128"/>
                      </a:ext>
                    </a:extLst>
                  </a:tr>
                </a:tbl>
              </a:graphicData>
            </a:graphic>
          </p:graphicFrame>
        </mc:Choice>
        <mc:Fallback xmlns="">
          <p:graphicFrame>
            <p:nvGraphicFramePr>
              <p:cNvPr id="6" name="Table 5">
                <a:extLst>
                  <a:ext uri="{FF2B5EF4-FFF2-40B4-BE49-F238E27FC236}">
                    <a16:creationId xmlns:a16="http://schemas.microsoft.com/office/drawing/2014/main" id="{B4D21763-55DF-D4A2-7C40-26108D566CC7}"/>
                  </a:ext>
                </a:extLst>
              </p:cNvPr>
              <p:cNvGraphicFramePr>
                <a:graphicFrameLocks noGrp="1"/>
              </p:cNvGraphicFramePr>
              <p:nvPr>
                <p:extLst>
                  <p:ext uri="{D42A27DB-BD31-4B8C-83A1-F6EECF244321}">
                    <p14:modId xmlns:p14="http://schemas.microsoft.com/office/powerpoint/2010/main" val="4252352891"/>
                  </p:ext>
                </p:extLst>
              </p:nvPr>
            </p:nvGraphicFramePr>
            <p:xfrm>
              <a:off x="106494" y="2791078"/>
              <a:ext cx="6645016" cy="1849305"/>
            </p:xfrm>
            <a:graphic>
              <a:graphicData uri="http://schemas.openxmlformats.org/drawingml/2006/table">
                <a:tbl>
                  <a:tblPr firstRow="1" bandRow="1">
                    <a:tableStyleId>{8EC20E35-A176-4012-BC5E-935CFFF8708E}</a:tableStyleId>
                  </a:tblPr>
                  <a:tblGrid>
                    <a:gridCol w="755721">
                      <a:extLst>
                        <a:ext uri="{9D8B030D-6E8A-4147-A177-3AD203B41FA5}">
                          <a16:colId xmlns:a16="http://schemas.microsoft.com/office/drawing/2014/main" val="924351472"/>
                        </a:ext>
                      </a:extLst>
                    </a:gridCol>
                    <a:gridCol w="914400">
                      <a:extLst>
                        <a:ext uri="{9D8B030D-6E8A-4147-A177-3AD203B41FA5}">
                          <a16:colId xmlns:a16="http://schemas.microsoft.com/office/drawing/2014/main" val="1646287668"/>
                        </a:ext>
                      </a:extLst>
                    </a:gridCol>
                    <a:gridCol w="769257">
                      <a:extLst>
                        <a:ext uri="{9D8B030D-6E8A-4147-A177-3AD203B41FA5}">
                          <a16:colId xmlns:a16="http://schemas.microsoft.com/office/drawing/2014/main" val="1467904898"/>
                        </a:ext>
                      </a:extLst>
                    </a:gridCol>
                    <a:gridCol w="841828">
                      <a:extLst>
                        <a:ext uri="{9D8B030D-6E8A-4147-A177-3AD203B41FA5}">
                          <a16:colId xmlns:a16="http://schemas.microsoft.com/office/drawing/2014/main" val="2126215018"/>
                        </a:ext>
                      </a:extLst>
                    </a:gridCol>
                    <a:gridCol w="1059543">
                      <a:extLst>
                        <a:ext uri="{9D8B030D-6E8A-4147-A177-3AD203B41FA5}">
                          <a16:colId xmlns:a16="http://schemas.microsoft.com/office/drawing/2014/main" val="1765187778"/>
                        </a:ext>
                      </a:extLst>
                    </a:gridCol>
                    <a:gridCol w="1354979">
                      <a:extLst>
                        <a:ext uri="{9D8B030D-6E8A-4147-A177-3AD203B41FA5}">
                          <a16:colId xmlns:a16="http://schemas.microsoft.com/office/drawing/2014/main" val="2496743395"/>
                        </a:ext>
                      </a:extLst>
                    </a:gridCol>
                    <a:gridCol w="949288">
                      <a:extLst>
                        <a:ext uri="{9D8B030D-6E8A-4147-A177-3AD203B41FA5}">
                          <a16:colId xmlns:a16="http://schemas.microsoft.com/office/drawing/2014/main" val="3224066942"/>
                        </a:ext>
                      </a:extLst>
                    </a:gridCol>
                  </a:tblGrid>
                  <a:tr h="575727">
                    <a:tc>
                      <a:txBody>
                        <a:bodyPr/>
                        <a:lstStyle/>
                        <a:p>
                          <a:pPr algn="ctr"/>
                          <a:r>
                            <a:rPr lang="en-GB" dirty="0">
                              <a:solidFill>
                                <a:sysClr val="windowText" lastClr="000000"/>
                              </a:solidFill>
                            </a:rPr>
                            <a:t>Power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dirty="0">
                              <a:solidFill>
                                <a:sysClr val="windowText" lastClr="000000"/>
                              </a:solidFill>
                            </a:rPr>
                            <a:t>Base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dirty="0">
                              <a:solidFill>
                                <a:sysClr val="windowText" lastClr="000000"/>
                              </a:solidFill>
                            </a:rPr>
                            <a:t>Index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dirty="0">
                              <a:solidFill>
                                <a:sysClr val="windowText" lastClr="000000"/>
                              </a:solidFill>
                            </a:rPr>
                            <a:t>Index Form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dirty="0">
                              <a:solidFill>
                                <a:sysClr val="windowText" lastClr="000000"/>
                              </a:solidFill>
                            </a:rPr>
                            <a:t>Say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a:solidFill>
                                <a:sysClr val="windowText" lastClr="000000"/>
                              </a:solidFill>
                            </a:rPr>
                            <a:t>Calculation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a:solidFill>
                                <a:sysClr val="windowText" lastClr="000000"/>
                              </a:solidFill>
                            </a:rPr>
                            <a:t>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67539356"/>
                      </a:ext>
                    </a:extLst>
                  </a:tr>
                  <a:tr h="424526">
                    <a:tc>
                      <a:txBody>
                        <a:bodyPr/>
                        <a:lstStyle/>
                        <a:p>
                          <a:pPr algn="ctr"/>
                          <a:r>
                            <a:rPr lang="en-GB" dirty="0">
                              <a:solidFill>
                                <a:sysClr val="windowText" lastClr="000000"/>
                              </a:solidFill>
                            </a:rPr>
                            <a:t>1</a:t>
                          </a:r>
                          <a:r>
                            <a:rPr lang="en-GB" baseline="30000" dirty="0">
                              <a:solidFill>
                                <a:sysClr val="windowText" lastClr="000000"/>
                              </a:solidFill>
                            </a:rPr>
                            <a:t>st</a:t>
                          </a:r>
                          <a:endParaRPr lang="en-GB"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83333" t="-137143" r="-546000" b="-202857"/>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16535" t="-137143" r="-544882" b="-202857"/>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91304" t="-137143" r="-401449" b="-202857"/>
                          </a:stretch>
                        </a:blipFill>
                      </a:tcPr>
                    </a:tc>
                    <a:tc>
                      <a:txBody>
                        <a:bodyPr/>
                        <a:lstStyle/>
                        <a:p>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80758186"/>
                      </a:ext>
                    </a:extLst>
                  </a:tr>
                  <a:tr h="424526">
                    <a:tc>
                      <a:txBody>
                        <a:bodyPr/>
                        <a:lstStyle/>
                        <a:p>
                          <a:pPr algn="ctr"/>
                          <a:r>
                            <a:rPr lang="en-GB" dirty="0">
                              <a:solidFill>
                                <a:sysClr val="windowText" lastClr="000000"/>
                              </a:solidFill>
                            </a:rPr>
                            <a:t>2</a:t>
                          </a:r>
                          <a:r>
                            <a:rPr lang="en-GB" baseline="30000" dirty="0">
                              <a:solidFill>
                                <a:sysClr val="windowText" lastClr="000000"/>
                              </a:solidFill>
                            </a:rPr>
                            <a:t>nd</a:t>
                          </a:r>
                          <a:endParaRPr lang="en-GB"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83333" t="-237143" r="-546000" b="-102857"/>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16535" t="-237143" r="-544882" b="-102857"/>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91304" t="-237143" r="-401449" b="-102857"/>
                          </a:stretch>
                        </a:blipFill>
                      </a:tcPr>
                    </a:tc>
                    <a:tc>
                      <a:txBody>
                        <a:bodyPr/>
                        <a:lstStyle/>
                        <a:p>
                          <a:endParaRPr lang="en-GB">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48265137"/>
                      </a:ext>
                    </a:extLst>
                  </a:tr>
                  <a:tr h="424526">
                    <a:tc>
                      <a:txBody>
                        <a:bodyPr/>
                        <a:lstStyle/>
                        <a:p>
                          <a:pPr algn="ctr"/>
                          <a:r>
                            <a:rPr lang="en-GB" dirty="0">
                              <a:solidFill>
                                <a:sysClr val="windowText" lastClr="000000"/>
                              </a:solidFill>
                            </a:rPr>
                            <a:t>3</a:t>
                          </a:r>
                          <a:r>
                            <a:rPr lang="en-GB" baseline="30000" dirty="0">
                              <a:solidFill>
                                <a:sysClr val="windowText" lastClr="000000"/>
                              </a:solidFill>
                            </a:rPr>
                            <a:t>rd</a:t>
                          </a:r>
                          <a:r>
                            <a:rPr lang="en-GB" dirty="0">
                              <a:solidFill>
                                <a:sysClr val="windowText" lastClr="000000"/>
                              </a:solidFill>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83333" t="-337143" r="-546000" b="-2857"/>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16535" t="-337143" r="-544882" b="-2857"/>
                          </a:stretch>
                        </a:blipFill>
                      </a:tcPr>
                    </a:tc>
                    <a:tc>
                      <a:txBody>
                        <a:bodyPr/>
                        <a:lstStyle/>
                        <a:p>
                          <a:pPr algn="ctr"/>
                          <a:endParaRPr lang="en-GB"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endParaRPr lang="en-GB">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70670128"/>
                      </a:ext>
                    </a:extLst>
                  </a:tr>
                </a:tbl>
              </a:graphicData>
            </a:graphic>
          </p:graphicFrame>
        </mc:Fallback>
      </mc:AlternateContent>
      <p:sp>
        <p:nvSpPr>
          <p:cNvPr id="7" name="TextBox 6">
            <a:extLst>
              <a:ext uri="{FF2B5EF4-FFF2-40B4-BE49-F238E27FC236}">
                <a16:creationId xmlns:a16="http://schemas.microsoft.com/office/drawing/2014/main" id="{D6CA7A5E-FE40-E30A-14DF-7CC459110366}"/>
              </a:ext>
            </a:extLst>
          </p:cNvPr>
          <p:cNvSpPr txBox="1"/>
          <p:nvPr/>
        </p:nvSpPr>
        <p:spPr>
          <a:xfrm>
            <a:off x="61553" y="2514079"/>
            <a:ext cx="1643405" cy="276999"/>
          </a:xfrm>
          <a:prstGeom prst="rect">
            <a:avLst/>
          </a:prstGeom>
          <a:noFill/>
          <a:ln>
            <a:noFill/>
          </a:ln>
        </p:spPr>
        <p:txBody>
          <a:bodyPr wrap="square" rtlCol="0">
            <a:spAutoFit/>
          </a:bodyPr>
          <a:lstStyle/>
          <a:p>
            <a:r>
              <a:rPr lang="en-GB" sz="1200" b="1" i="1" dirty="0">
                <a:solidFill>
                  <a:srgbClr val="00B050"/>
                </a:solidFill>
              </a:rPr>
              <a:t>Example 3 – You do…</a:t>
            </a:r>
          </a:p>
        </p:txBody>
      </p:sp>
      <p:sp>
        <p:nvSpPr>
          <p:cNvPr id="4" name="TextBox 3">
            <a:extLst>
              <a:ext uri="{FF2B5EF4-FFF2-40B4-BE49-F238E27FC236}">
                <a16:creationId xmlns:a16="http://schemas.microsoft.com/office/drawing/2014/main" id="{028B5FA7-6F1F-86A6-52E7-8B28AEA74E7E}"/>
              </a:ext>
            </a:extLst>
          </p:cNvPr>
          <p:cNvSpPr txBox="1"/>
          <p:nvPr/>
        </p:nvSpPr>
        <p:spPr>
          <a:xfrm>
            <a:off x="61553" y="27691"/>
            <a:ext cx="1643405" cy="276999"/>
          </a:xfrm>
          <a:prstGeom prst="rect">
            <a:avLst/>
          </a:prstGeom>
          <a:noFill/>
          <a:ln>
            <a:noFill/>
          </a:ln>
        </p:spPr>
        <p:txBody>
          <a:bodyPr wrap="square" rtlCol="0">
            <a:spAutoFit/>
          </a:bodyPr>
          <a:lstStyle/>
          <a:p>
            <a:r>
              <a:rPr lang="en-GB" sz="1200" b="1" i="1" dirty="0">
                <a:solidFill>
                  <a:schemeClr val="accent2"/>
                </a:solidFill>
              </a:rPr>
              <a:t>Example 2 – We do…</a:t>
            </a:r>
          </a:p>
        </p:txBody>
      </p:sp>
      <mc:AlternateContent xmlns:mc="http://schemas.openxmlformats.org/markup-compatibility/2006" xmlns:a14="http://schemas.microsoft.com/office/drawing/2010/main">
        <mc:Choice Requires="a14">
          <p:graphicFrame>
            <p:nvGraphicFramePr>
              <p:cNvPr id="17" name="Table 16">
                <a:extLst>
                  <a:ext uri="{FF2B5EF4-FFF2-40B4-BE49-F238E27FC236}">
                    <a16:creationId xmlns:a16="http://schemas.microsoft.com/office/drawing/2014/main" id="{61290521-D4B9-EA9F-401E-7ABADFC6CDA7}"/>
                  </a:ext>
                </a:extLst>
              </p:cNvPr>
              <p:cNvGraphicFramePr>
                <a:graphicFrameLocks noGrp="1"/>
              </p:cNvGraphicFramePr>
              <p:nvPr>
                <p:extLst>
                  <p:ext uri="{D42A27DB-BD31-4B8C-83A1-F6EECF244321}">
                    <p14:modId xmlns:p14="http://schemas.microsoft.com/office/powerpoint/2010/main" val="2662300751"/>
                  </p:ext>
                </p:extLst>
              </p:nvPr>
            </p:nvGraphicFramePr>
            <p:xfrm>
              <a:off x="106493" y="323989"/>
              <a:ext cx="6645016" cy="1927699"/>
            </p:xfrm>
            <a:graphic>
              <a:graphicData uri="http://schemas.openxmlformats.org/drawingml/2006/table">
                <a:tbl>
                  <a:tblPr firstRow="1" bandRow="1">
                    <a:tableStyleId>{8EC20E35-A176-4012-BC5E-935CFFF8708E}</a:tableStyleId>
                  </a:tblPr>
                  <a:tblGrid>
                    <a:gridCol w="755721">
                      <a:extLst>
                        <a:ext uri="{9D8B030D-6E8A-4147-A177-3AD203B41FA5}">
                          <a16:colId xmlns:a16="http://schemas.microsoft.com/office/drawing/2014/main" val="924351472"/>
                        </a:ext>
                      </a:extLst>
                    </a:gridCol>
                    <a:gridCol w="914400">
                      <a:extLst>
                        <a:ext uri="{9D8B030D-6E8A-4147-A177-3AD203B41FA5}">
                          <a16:colId xmlns:a16="http://schemas.microsoft.com/office/drawing/2014/main" val="1646287668"/>
                        </a:ext>
                      </a:extLst>
                    </a:gridCol>
                    <a:gridCol w="769257">
                      <a:extLst>
                        <a:ext uri="{9D8B030D-6E8A-4147-A177-3AD203B41FA5}">
                          <a16:colId xmlns:a16="http://schemas.microsoft.com/office/drawing/2014/main" val="1467904898"/>
                        </a:ext>
                      </a:extLst>
                    </a:gridCol>
                    <a:gridCol w="841828">
                      <a:extLst>
                        <a:ext uri="{9D8B030D-6E8A-4147-A177-3AD203B41FA5}">
                          <a16:colId xmlns:a16="http://schemas.microsoft.com/office/drawing/2014/main" val="2126215018"/>
                        </a:ext>
                      </a:extLst>
                    </a:gridCol>
                    <a:gridCol w="1059543">
                      <a:extLst>
                        <a:ext uri="{9D8B030D-6E8A-4147-A177-3AD203B41FA5}">
                          <a16:colId xmlns:a16="http://schemas.microsoft.com/office/drawing/2014/main" val="1765187778"/>
                        </a:ext>
                      </a:extLst>
                    </a:gridCol>
                    <a:gridCol w="1354979">
                      <a:extLst>
                        <a:ext uri="{9D8B030D-6E8A-4147-A177-3AD203B41FA5}">
                          <a16:colId xmlns:a16="http://schemas.microsoft.com/office/drawing/2014/main" val="2496743395"/>
                        </a:ext>
                      </a:extLst>
                    </a:gridCol>
                    <a:gridCol w="949288">
                      <a:extLst>
                        <a:ext uri="{9D8B030D-6E8A-4147-A177-3AD203B41FA5}">
                          <a16:colId xmlns:a16="http://schemas.microsoft.com/office/drawing/2014/main" val="3224066942"/>
                        </a:ext>
                      </a:extLst>
                    </a:gridCol>
                  </a:tblGrid>
                  <a:tr h="575727">
                    <a:tc>
                      <a:txBody>
                        <a:bodyPr/>
                        <a:lstStyle/>
                        <a:p>
                          <a:pPr algn="ctr"/>
                          <a:r>
                            <a:rPr lang="en-GB" dirty="0">
                              <a:solidFill>
                                <a:sysClr val="windowText" lastClr="000000"/>
                              </a:solidFill>
                            </a:rPr>
                            <a:t>Power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dirty="0">
                              <a:solidFill>
                                <a:sysClr val="windowText" lastClr="000000"/>
                              </a:solidFill>
                            </a:rPr>
                            <a:t>Base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dirty="0">
                              <a:solidFill>
                                <a:sysClr val="windowText" lastClr="000000"/>
                              </a:solidFill>
                            </a:rPr>
                            <a:t>Index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dirty="0">
                              <a:solidFill>
                                <a:sysClr val="windowText" lastClr="000000"/>
                              </a:solidFill>
                            </a:rPr>
                            <a:t>Index Form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dirty="0">
                              <a:solidFill>
                                <a:sysClr val="windowText" lastClr="000000"/>
                              </a:solidFill>
                            </a:rPr>
                            <a:t>Say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dirty="0">
                              <a:solidFill>
                                <a:sysClr val="windowText" lastClr="000000"/>
                              </a:solidFill>
                            </a:rPr>
                            <a:t>Calculation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dirty="0">
                              <a:solidFill>
                                <a:sysClr val="windowText" lastClr="000000"/>
                              </a:solidFill>
                            </a:rPr>
                            <a:t>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67539356"/>
                      </a:ext>
                    </a:extLst>
                  </a:tr>
                  <a:tr h="424526">
                    <a:tc>
                      <a:txBody>
                        <a:bodyPr/>
                        <a:lstStyle/>
                        <a:p>
                          <a:pPr algn="ctr"/>
                          <a:r>
                            <a:rPr lang="en-GB" dirty="0">
                              <a:solidFill>
                                <a:sysClr val="windowText" lastClr="000000"/>
                              </a:solidFill>
                            </a:rPr>
                            <a:t>1</a:t>
                          </a:r>
                          <a:r>
                            <a:rPr lang="en-GB" baseline="30000" dirty="0">
                              <a:solidFill>
                                <a:sysClr val="windowText" lastClr="000000"/>
                              </a:solidFill>
                            </a:rPr>
                            <a:t>st</a:t>
                          </a:r>
                          <a:endParaRPr lang="en-GB"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GB" i="1" dirty="0" smtClean="0">
                                    <a:solidFill>
                                      <a:sysClr val="windowText" lastClr="000000"/>
                                    </a:solidFill>
                                    <a:latin typeface="Cambria Math" panose="02040503050406030204" pitchFamily="18" charset="0"/>
                                  </a:rPr>
                                  <m:t>2</m:t>
                                </m:r>
                              </m:oMath>
                            </m:oMathPara>
                          </a14:m>
                          <a:endParaRPr lang="en-GB"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GB" i="1" dirty="0" smtClean="0">
                                    <a:solidFill>
                                      <a:sysClr val="windowText" lastClr="000000"/>
                                    </a:solidFill>
                                    <a:latin typeface="Cambria Math" panose="02040503050406030204" pitchFamily="18" charset="0"/>
                                  </a:rPr>
                                  <m:t>1</m:t>
                                </m:r>
                              </m:oMath>
                            </m:oMathPara>
                          </a14:m>
                          <a:endParaRPr lang="en-GB"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sSup>
                                  <m:sSupPr>
                                    <m:ctrlPr>
                                      <a:rPr lang="en-GB" b="0" i="1" smtClean="0">
                                        <a:solidFill>
                                          <a:sysClr val="windowText" lastClr="000000"/>
                                        </a:solidFill>
                                        <a:latin typeface="Cambria Math" panose="02040503050406030204" pitchFamily="18" charset="0"/>
                                      </a:rPr>
                                    </m:ctrlPr>
                                  </m:sSupPr>
                                  <m:e>
                                    <m:r>
                                      <a:rPr lang="en-GB" b="0" i="1" smtClean="0">
                                        <a:solidFill>
                                          <a:sysClr val="windowText" lastClr="000000"/>
                                        </a:solidFill>
                                        <a:latin typeface="Cambria Math" panose="02040503050406030204" pitchFamily="18" charset="0"/>
                                      </a:rPr>
                                      <m:t>2</m:t>
                                    </m:r>
                                  </m:e>
                                  <m:sup>
                                    <m:r>
                                      <a:rPr lang="en-GB" b="0" i="1" smtClean="0">
                                        <a:solidFill>
                                          <a:sysClr val="windowText" lastClr="000000"/>
                                        </a:solidFill>
                                        <a:latin typeface="Cambria Math" panose="02040503050406030204" pitchFamily="18" charset="0"/>
                                      </a:rPr>
                                      <m:t>1</m:t>
                                    </m:r>
                                  </m:sup>
                                </m:sSup>
                              </m:oMath>
                            </m:oMathPara>
                          </a14:m>
                          <a:endParaRPr lang="en-GB"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dirty="0">
                              <a:solidFill>
                                <a:sysClr val="windowText" lastClr="000000"/>
                              </a:solidFill>
                            </a:rPr>
                            <a:t>Two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GB" i="1" dirty="0" smtClean="0">
                                    <a:solidFill>
                                      <a:sysClr val="windowText" lastClr="000000"/>
                                    </a:solidFill>
                                    <a:latin typeface="Cambria Math" panose="02040503050406030204" pitchFamily="18" charset="0"/>
                                  </a:rPr>
                                  <m:t>2</m:t>
                                </m:r>
                              </m:oMath>
                            </m:oMathPara>
                          </a14:m>
                          <a:endParaRPr lang="en-GB"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GB" i="1" dirty="0" smtClean="0">
                                    <a:solidFill>
                                      <a:sysClr val="windowText" lastClr="000000"/>
                                    </a:solidFill>
                                    <a:latin typeface="Cambria Math" panose="02040503050406030204" pitchFamily="18" charset="0"/>
                                  </a:rPr>
                                  <m:t>2</m:t>
                                </m:r>
                              </m:oMath>
                            </m:oMathPara>
                          </a14:m>
                          <a:endParaRPr lang="en-GB">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80758186"/>
                      </a:ext>
                    </a:extLst>
                  </a:tr>
                  <a:tr h="424526">
                    <a:tc>
                      <a:txBody>
                        <a:bodyPr/>
                        <a:lstStyle/>
                        <a:p>
                          <a:pPr algn="ctr"/>
                          <a:r>
                            <a:rPr lang="en-GB" dirty="0">
                              <a:solidFill>
                                <a:sysClr val="windowText" lastClr="000000"/>
                              </a:solidFill>
                            </a:rPr>
                            <a:t>2</a:t>
                          </a:r>
                          <a:r>
                            <a:rPr lang="en-GB" baseline="30000" dirty="0">
                              <a:solidFill>
                                <a:sysClr val="windowText" lastClr="000000"/>
                              </a:solidFill>
                            </a:rPr>
                            <a:t>nd</a:t>
                          </a:r>
                          <a:endParaRPr lang="en-GB"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GB" i="1" dirty="0" smtClean="0">
                                    <a:solidFill>
                                      <a:sysClr val="windowText" lastClr="000000"/>
                                    </a:solidFill>
                                    <a:latin typeface="Cambria Math" panose="02040503050406030204" pitchFamily="18" charset="0"/>
                                  </a:rPr>
                                  <m:t>2</m:t>
                                </m:r>
                              </m:oMath>
                            </m:oMathPara>
                          </a14:m>
                          <a:endParaRPr lang="en-GB"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GB" i="1" dirty="0" smtClean="0">
                                    <a:solidFill>
                                      <a:sysClr val="windowText" lastClr="000000"/>
                                    </a:solidFill>
                                    <a:latin typeface="Cambria Math" panose="02040503050406030204" pitchFamily="18" charset="0"/>
                                  </a:rPr>
                                  <m:t>2</m:t>
                                </m:r>
                              </m:oMath>
                            </m:oMathPara>
                          </a14:m>
                          <a:endParaRPr lang="en-GB"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sSup>
                                  <m:sSupPr>
                                    <m:ctrlPr>
                                      <a:rPr lang="en-GB" b="0" i="1" smtClean="0">
                                        <a:solidFill>
                                          <a:sysClr val="windowText" lastClr="000000"/>
                                        </a:solidFill>
                                        <a:latin typeface="Cambria Math" panose="02040503050406030204" pitchFamily="18" charset="0"/>
                                      </a:rPr>
                                    </m:ctrlPr>
                                  </m:sSupPr>
                                  <m:e>
                                    <m:r>
                                      <a:rPr lang="en-GB" b="0" i="1" smtClean="0">
                                        <a:solidFill>
                                          <a:sysClr val="windowText" lastClr="000000"/>
                                        </a:solidFill>
                                        <a:latin typeface="Cambria Math" panose="02040503050406030204" pitchFamily="18" charset="0"/>
                                      </a:rPr>
                                      <m:t>2</m:t>
                                    </m:r>
                                  </m:e>
                                  <m:sup>
                                    <m:r>
                                      <a:rPr lang="en-GB" b="0" i="1" smtClean="0">
                                        <a:solidFill>
                                          <a:sysClr val="windowText" lastClr="000000"/>
                                        </a:solidFill>
                                        <a:latin typeface="Cambria Math" panose="02040503050406030204" pitchFamily="18" charset="0"/>
                                      </a:rPr>
                                      <m:t>2</m:t>
                                    </m:r>
                                  </m:sup>
                                </m:sSup>
                              </m:oMath>
                            </m:oMathPara>
                          </a14:m>
                          <a:endParaRPr lang="en-GB"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a:solidFill>
                                <a:sysClr val="windowText" lastClr="000000"/>
                              </a:solidFill>
                            </a:rPr>
                            <a:t>Two Squared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48265137"/>
                      </a:ext>
                    </a:extLst>
                  </a:tr>
                  <a:tr h="424526">
                    <a:tc>
                      <a:txBody>
                        <a:bodyPr/>
                        <a:lstStyle/>
                        <a:p>
                          <a:pPr algn="ctr"/>
                          <a:r>
                            <a:rPr lang="en-GB" dirty="0">
                              <a:solidFill>
                                <a:sysClr val="windowText" lastClr="000000"/>
                              </a:solidFill>
                            </a:rPr>
                            <a:t>3</a:t>
                          </a:r>
                          <a:r>
                            <a:rPr lang="en-GB" baseline="30000" dirty="0">
                              <a:solidFill>
                                <a:sysClr val="windowText" lastClr="000000"/>
                              </a:solidFill>
                            </a:rPr>
                            <a:t>rd</a:t>
                          </a:r>
                          <a:r>
                            <a:rPr lang="en-GB" dirty="0">
                              <a:solidFill>
                                <a:sysClr val="windowText" lastClr="000000"/>
                              </a:solidFill>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GB" i="1" dirty="0" smtClean="0">
                                    <a:solidFill>
                                      <a:sysClr val="windowText" lastClr="000000"/>
                                    </a:solidFill>
                                    <a:latin typeface="Cambria Math" panose="02040503050406030204" pitchFamily="18" charset="0"/>
                                  </a:rPr>
                                  <m:t>2</m:t>
                                </m:r>
                              </m:oMath>
                            </m:oMathPara>
                          </a14:m>
                          <a:endParaRPr lang="en-GB"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GB" i="1" dirty="0" smtClean="0">
                                    <a:solidFill>
                                      <a:sysClr val="windowText" lastClr="000000"/>
                                    </a:solidFill>
                                    <a:latin typeface="Cambria Math" panose="02040503050406030204" pitchFamily="18" charset="0"/>
                                  </a:rPr>
                                  <m:t>3</m:t>
                                </m:r>
                              </m:oMath>
                            </m:oMathPara>
                          </a14:m>
                          <a:endParaRPr lang="en-GB"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baseline="0" dirty="0">
                              <a:solidFill>
                                <a:sysClr val="windowText" lastClr="000000"/>
                              </a:solidFill>
                            </a:rPr>
                            <a:t> </a:t>
                          </a:r>
                          <a14:m>
                            <m:oMath xmlns:m="http://schemas.openxmlformats.org/officeDocument/2006/math">
                              <m:sSup>
                                <m:sSupPr>
                                  <m:ctrlPr>
                                    <a:rPr lang="en-GB" b="0" i="1" baseline="0" smtClean="0">
                                      <a:solidFill>
                                        <a:sysClr val="windowText" lastClr="000000"/>
                                      </a:solidFill>
                                      <a:latin typeface="Cambria Math" panose="02040503050406030204" pitchFamily="18" charset="0"/>
                                    </a:rPr>
                                  </m:ctrlPr>
                                </m:sSupPr>
                                <m:e>
                                  <m:r>
                                    <a:rPr lang="en-GB" b="0" i="1" baseline="0" smtClean="0">
                                      <a:solidFill>
                                        <a:sysClr val="windowText" lastClr="000000"/>
                                      </a:solidFill>
                                      <a:latin typeface="Cambria Math" panose="02040503050406030204" pitchFamily="18" charset="0"/>
                                    </a:rPr>
                                    <m:t>2</m:t>
                                  </m:r>
                                </m:e>
                                <m:sup>
                                  <m:r>
                                    <a:rPr lang="en-GB" b="0" i="1" baseline="0" smtClean="0">
                                      <a:solidFill>
                                        <a:sysClr val="windowText" lastClr="000000"/>
                                      </a:solidFill>
                                      <a:latin typeface="Cambria Math" panose="02040503050406030204" pitchFamily="18" charset="0"/>
                                    </a:rPr>
                                    <m:t>3</m:t>
                                  </m:r>
                                </m:sup>
                              </m:sSup>
                              <m:r>
                                <a:rPr lang="en-GB" b="0" i="1" baseline="0" smtClean="0">
                                  <a:solidFill>
                                    <a:sysClr val="windowText" lastClr="000000"/>
                                  </a:solidFill>
                                  <a:latin typeface="Cambria Math" panose="02040503050406030204" pitchFamily="18" charset="0"/>
                                </a:rPr>
                                <m:t> </m:t>
                              </m:r>
                            </m:oMath>
                          </a14:m>
                          <a:endParaRPr lang="en-GB"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70670128"/>
                      </a:ext>
                    </a:extLst>
                  </a:tr>
                </a:tbl>
              </a:graphicData>
            </a:graphic>
          </p:graphicFrame>
        </mc:Choice>
        <mc:Fallback xmlns="">
          <p:graphicFrame>
            <p:nvGraphicFramePr>
              <p:cNvPr id="17" name="Table 16">
                <a:extLst>
                  <a:ext uri="{FF2B5EF4-FFF2-40B4-BE49-F238E27FC236}">
                    <a16:creationId xmlns:a16="http://schemas.microsoft.com/office/drawing/2014/main" id="{61290521-D4B9-EA9F-401E-7ABADFC6CDA7}"/>
                  </a:ext>
                </a:extLst>
              </p:cNvPr>
              <p:cNvGraphicFramePr>
                <a:graphicFrameLocks noGrp="1"/>
              </p:cNvGraphicFramePr>
              <p:nvPr>
                <p:extLst>
                  <p:ext uri="{D42A27DB-BD31-4B8C-83A1-F6EECF244321}">
                    <p14:modId xmlns:p14="http://schemas.microsoft.com/office/powerpoint/2010/main" val="2662300751"/>
                  </p:ext>
                </p:extLst>
              </p:nvPr>
            </p:nvGraphicFramePr>
            <p:xfrm>
              <a:off x="106493" y="323989"/>
              <a:ext cx="6645016" cy="1927699"/>
            </p:xfrm>
            <a:graphic>
              <a:graphicData uri="http://schemas.openxmlformats.org/drawingml/2006/table">
                <a:tbl>
                  <a:tblPr firstRow="1" bandRow="1">
                    <a:tableStyleId>{8EC20E35-A176-4012-BC5E-935CFFF8708E}</a:tableStyleId>
                  </a:tblPr>
                  <a:tblGrid>
                    <a:gridCol w="755721">
                      <a:extLst>
                        <a:ext uri="{9D8B030D-6E8A-4147-A177-3AD203B41FA5}">
                          <a16:colId xmlns:a16="http://schemas.microsoft.com/office/drawing/2014/main" val="924351472"/>
                        </a:ext>
                      </a:extLst>
                    </a:gridCol>
                    <a:gridCol w="914400">
                      <a:extLst>
                        <a:ext uri="{9D8B030D-6E8A-4147-A177-3AD203B41FA5}">
                          <a16:colId xmlns:a16="http://schemas.microsoft.com/office/drawing/2014/main" val="1646287668"/>
                        </a:ext>
                      </a:extLst>
                    </a:gridCol>
                    <a:gridCol w="769257">
                      <a:extLst>
                        <a:ext uri="{9D8B030D-6E8A-4147-A177-3AD203B41FA5}">
                          <a16:colId xmlns:a16="http://schemas.microsoft.com/office/drawing/2014/main" val="1467904898"/>
                        </a:ext>
                      </a:extLst>
                    </a:gridCol>
                    <a:gridCol w="841828">
                      <a:extLst>
                        <a:ext uri="{9D8B030D-6E8A-4147-A177-3AD203B41FA5}">
                          <a16:colId xmlns:a16="http://schemas.microsoft.com/office/drawing/2014/main" val="2126215018"/>
                        </a:ext>
                      </a:extLst>
                    </a:gridCol>
                    <a:gridCol w="1059543">
                      <a:extLst>
                        <a:ext uri="{9D8B030D-6E8A-4147-A177-3AD203B41FA5}">
                          <a16:colId xmlns:a16="http://schemas.microsoft.com/office/drawing/2014/main" val="1765187778"/>
                        </a:ext>
                      </a:extLst>
                    </a:gridCol>
                    <a:gridCol w="1354979">
                      <a:extLst>
                        <a:ext uri="{9D8B030D-6E8A-4147-A177-3AD203B41FA5}">
                          <a16:colId xmlns:a16="http://schemas.microsoft.com/office/drawing/2014/main" val="2496743395"/>
                        </a:ext>
                      </a:extLst>
                    </a:gridCol>
                    <a:gridCol w="949288">
                      <a:extLst>
                        <a:ext uri="{9D8B030D-6E8A-4147-A177-3AD203B41FA5}">
                          <a16:colId xmlns:a16="http://schemas.microsoft.com/office/drawing/2014/main" val="3224066942"/>
                        </a:ext>
                      </a:extLst>
                    </a:gridCol>
                  </a:tblGrid>
                  <a:tr h="575727">
                    <a:tc>
                      <a:txBody>
                        <a:bodyPr/>
                        <a:lstStyle/>
                        <a:p>
                          <a:pPr algn="ctr"/>
                          <a:r>
                            <a:rPr lang="en-GB" dirty="0">
                              <a:solidFill>
                                <a:sysClr val="windowText" lastClr="000000"/>
                              </a:solidFill>
                            </a:rPr>
                            <a:t>Power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dirty="0">
                              <a:solidFill>
                                <a:sysClr val="windowText" lastClr="000000"/>
                              </a:solidFill>
                            </a:rPr>
                            <a:t>Base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dirty="0">
                              <a:solidFill>
                                <a:sysClr val="windowText" lastClr="000000"/>
                              </a:solidFill>
                            </a:rPr>
                            <a:t>Index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dirty="0">
                              <a:solidFill>
                                <a:sysClr val="windowText" lastClr="000000"/>
                              </a:solidFill>
                            </a:rPr>
                            <a:t>Index Form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dirty="0">
                              <a:solidFill>
                                <a:sysClr val="windowText" lastClr="000000"/>
                              </a:solidFill>
                            </a:rPr>
                            <a:t>Say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dirty="0">
                              <a:solidFill>
                                <a:sysClr val="windowText" lastClr="000000"/>
                              </a:solidFill>
                            </a:rPr>
                            <a:t>Calculation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dirty="0">
                              <a:solidFill>
                                <a:sysClr val="windowText" lastClr="000000"/>
                              </a:solidFill>
                            </a:rPr>
                            <a:t>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67539356"/>
                      </a:ext>
                    </a:extLst>
                  </a:tr>
                  <a:tr h="424526">
                    <a:tc>
                      <a:txBody>
                        <a:bodyPr/>
                        <a:lstStyle/>
                        <a:p>
                          <a:pPr algn="ctr"/>
                          <a:r>
                            <a:rPr lang="en-GB" dirty="0">
                              <a:solidFill>
                                <a:sysClr val="windowText" lastClr="000000"/>
                              </a:solidFill>
                            </a:rPr>
                            <a:t>1</a:t>
                          </a:r>
                          <a:r>
                            <a:rPr lang="en-GB" baseline="30000" dirty="0">
                              <a:solidFill>
                                <a:sysClr val="windowText" lastClr="000000"/>
                              </a:solidFill>
                            </a:rPr>
                            <a:t>st</a:t>
                          </a:r>
                          <a:endParaRPr lang="en-GB"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83333" t="-139130" r="-546000" b="-224638"/>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16535" t="-139130" r="-544882" b="-224638"/>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91304" t="-139130" r="-401449" b="-224638"/>
                          </a:stretch>
                        </a:blipFill>
                      </a:tcPr>
                    </a:tc>
                    <a:tc>
                      <a:txBody>
                        <a:bodyPr/>
                        <a:lstStyle/>
                        <a:p>
                          <a:pPr algn="ctr"/>
                          <a:r>
                            <a:rPr lang="en-GB" dirty="0">
                              <a:solidFill>
                                <a:sysClr val="windowText" lastClr="000000"/>
                              </a:solidFill>
                            </a:rPr>
                            <a:t>Two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21622" t="-139130" r="-71171" b="-224638"/>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600000" t="-139130" r="-1282" b="-224638"/>
                          </a:stretch>
                        </a:blipFill>
                      </a:tcPr>
                    </a:tc>
                    <a:extLst>
                      <a:ext uri="{0D108BD9-81ED-4DB2-BD59-A6C34878D82A}">
                        <a16:rowId xmlns:a16="http://schemas.microsoft.com/office/drawing/2014/main" val="2680758186"/>
                      </a:ext>
                    </a:extLst>
                  </a:tr>
                  <a:tr h="502920">
                    <a:tc>
                      <a:txBody>
                        <a:bodyPr/>
                        <a:lstStyle/>
                        <a:p>
                          <a:pPr algn="ctr"/>
                          <a:r>
                            <a:rPr lang="en-GB" dirty="0">
                              <a:solidFill>
                                <a:sysClr val="windowText" lastClr="000000"/>
                              </a:solidFill>
                            </a:rPr>
                            <a:t>2</a:t>
                          </a:r>
                          <a:r>
                            <a:rPr lang="en-GB" baseline="30000" dirty="0">
                              <a:solidFill>
                                <a:sysClr val="windowText" lastClr="000000"/>
                              </a:solidFill>
                            </a:rPr>
                            <a:t>nd</a:t>
                          </a:r>
                          <a:endParaRPr lang="en-GB"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83333" t="-198795" r="-546000" b="-86747"/>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16535" t="-198795" r="-544882" b="-86747"/>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91304" t="-198795" r="-401449" b="-86747"/>
                          </a:stretch>
                        </a:blipFill>
                      </a:tcPr>
                    </a:tc>
                    <a:tc>
                      <a:txBody>
                        <a:bodyPr/>
                        <a:lstStyle/>
                        <a:p>
                          <a:pPr algn="ctr"/>
                          <a:r>
                            <a:rPr lang="en-GB">
                              <a:solidFill>
                                <a:sysClr val="windowText" lastClr="000000"/>
                              </a:solidFill>
                            </a:rPr>
                            <a:t>Two Squared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48265137"/>
                      </a:ext>
                    </a:extLst>
                  </a:tr>
                  <a:tr h="424526">
                    <a:tc>
                      <a:txBody>
                        <a:bodyPr/>
                        <a:lstStyle/>
                        <a:p>
                          <a:pPr algn="ctr"/>
                          <a:r>
                            <a:rPr lang="en-GB" dirty="0">
                              <a:solidFill>
                                <a:sysClr val="windowText" lastClr="000000"/>
                              </a:solidFill>
                            </a:rPr>
                            <a:t>3</a:t>
                          </a:r>
                          <a:r>
                            <a:rPr lang="en-GB" baseline="30000" dirty="0">
                              <a:solidFill>
                                <a:sysClr val="windowText" lastClr="000000"/>
                              </a:solidFill>
                            </a:rPr>
                            <a:t>rd</a:t>
                          </a:r>
                          <a:r>
                            <a:rPr lang="en-GB" dirty="0">
                              <a:solidFill>
                                <a:sysClr val="windowText" lastClr="000000"/>
                              </a:solidFill>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83333" t="-354286" r="-546000" b="-2857"/>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16535" t="-354286" r="-544882" b="-2857"/>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91304" t="-354286" r="-401449" b="-2857"/>
                          </a:stretch>
                        </a:blipFill>
                      </a:tcPr>
                    </a:tc>
                    <a:tc>
                      <a:txBody>
                        <a:bodyPr/>
                        <a:lstStyle/>
                        <a:p>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endParaRPr lang="en-GB">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70670128"/>
                      </a:ext>
                    </a:extLst>
                  </a:tr>
                </a:tbl>
              </a:graphicData>
            </a:graphic>
          </p:graphicFrame>
        </mc:Fallback>
      </mc:AlternateContent>
      <p:sp>
        <p:nvSpPr>
          <p:cNvPr id="19" name="Slide Number Placeholder 18">
            <a:extLst>
              <a:ext uri="{FF2B5EF4-FFF2-40B4-BE49-F238E27FC236}">
                <a16:creationId xmlns:a16="http://schemas.microsoft.com/office/drawing/2014/main" id="{931953F9-B503-0FE3-B247-05BF34F92FAB}"/>
              </a:ext>
            </a:extLst>
          </p:cNvPr>
          <p:cNvSpPr>
            <a:spLocks noGrp="1"/>
          </p:cNvSpPr>
          <p:nvPr>
            <p:ph type="sldNum" sz="quarter" idx="12"/>
          </p:nvPr>
        </p:nvSpPr>
        <p:spPr>
          <a:xfrm>
            <a:off x="5253398" y="9482187"/>
            <a:ext cx="1543050" cy="527403"/>
          </a:xfrm>
        </p:spPr>
        <p:txBody>
          <a:bodyPr/>
          <a:lstStyle/>
          <a:p>
            <a:fld id="{086C3A38-D272-42AA-9C88-F1FBEAE20D2C}" type="slidenum">
              <a:rPr lang="en-GB" smtClean="0"/>
              <a:t>40</a:t>
            </a:fld>
            <a:endParaRPr lang="en-GB"/>
          </a:p>
        </p:txBody>
      </p:sp>
      <p:sp>
        <p:nvSpPr>
          <p:cNvPr id="22" name="Rectangle 21">
            <a:extLst>
              <a:ext uri="{FF2B5EF4-FFF2-40B4-BE49-F238E27FC236}">
                <a16:creationId xmlns:a16="http://schemas.microsoft.com/office/drawing/2014/main" id="{C8811E84-D470-9445-654A-9C18123996BA}"/>
              </a:ext>
            </a:extLst>
          </p:cNvPr>
          <p:cNvSpPr/>
          <p:nvPr/>
        </p:nvSpPr>
        <p:spPr>
          <a:xfrm>
            <a:off x="106492" y="4845029"/>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t>Independent Practice</a:t>
            </a:r>
          </a:p>
        </p:txBody>
      </p:sp>
      <mc:AlternateContent xmlns:mc="http://schemas.openxmlformats.org/markup-compatibility/2006" xmlns:a14="http://schemas.microsoft.com/office/drawing/2010/main">
        <mc:Choice Requires="a14">
          <p:graphicFrame>
            <p:nvGraphicFramePr>
              <p:cNvPr id="23" name="Table 22">
                <a:extLst>
                  <a:ext uri="{FF2B5EF4-FFF2-40B4-BE49-F238E27FC236}">
                    <a16:creationId xmlns:a16="http://schemas.microsoft.com/office/drawing/2014/main" id="{5CDAE183-46B4-FE29-0938-4DA653991ADC}"/>
                  </a:ext>
                </a:extLst>
              </p:cNvPr>
              <p:cNvGraphicFramePr>
                <a:graphicFrameLocks noGrp="1"/>
              </p:cNvGraphicFramePr>
              <p:nvPr>
                <p:extLst>
                  <p:ext uri="{D42A27DB-BD31-4B8C-83A1-F6EECF244321}">
                    <p14:modId xmlns:p14="http://schemas.microsoft.com/office/powerpoint/2010/main" val="2178096436"/>
                  </p:ext>
                </p:extLst>
              </p:nvPr>
            </p:nvGraphicFramePr>
            <p:xfrm>
              <a:off x="106492" y="5455833"/>
              <a:ext cx="6645016" cy="1849305"/>
            </p:xfrm>
            <a:graphic>
              <a:graphicData uri="http://schemas.openxmlformats.org/drawingml/2006/table">
                <a:tbl>
                  <a:tblPr firstRow="1" bandRow="1">
                    <a:tableStyleId>{8EC20E35-A176-4012-BC5E-935CFFF8708E}</a:tableStyleId>
                  </a:tblPr>
                  <a:tblGrid>
                    <a:gridCol w="755721">
                      <a:extLst>
                        <a:ext uri="{9D8B030D-6E8A-4147-A177-3AD203B41FA5}">
                          <a16:colId xmlns:a16="http://schemas.microsoft.com/office/drawing/2014/main" val="924351472"/>
                        </a:ext>
                      </a:extLst>
                    </a:gridCol>
                    <a:gridCol w="914400">
                      <a:extLst>
                        <a:ext uri="{9D8B030D-6E8A-4147-A177-3AD203B41FA5}">
                          <a16:colId xmlns:a16="http://schemas.microsoft.com/office/drawing/2014/main" val="1646287668"/>
                        </a:ext>
                      </a:extLst>
                    </a:gridCol>
                    <a:gridCol w="769257">
                      <a:extLst>
                        <a:ext uri="{9D8B030D-6E8A-4147-A177-3AD203B41FA5}">
                          <a16:colId xmlns:a16="http://schemas.microsoft.com/office/drawing/2014/main" val="1467904898"/>
                        </a:ext>
                      </a:extLst>
                    </a:gridCol>
                    <a:gridCol w="841828">
                      <a:extLst>
                        <a:ext uri="{9D8B030D-6E8A-4147-A177-3AD203B41FA5}">
                          <a16:colId xmlns:a16="http://schemas.microsoft.com/office/drawing/2014/main" val="2126215018"/>
                        </a:ext>
                      </a:extLst>
                    </a:gridCol>
                    <a:gridCol w="1059543">
                      <a:extLst>
                        <a:ext uri="{9D8B030D-6E8A-4147-A177-3AD203B41FA5}">
                          <a16:colId xmlns:a16="http://schemas.microsoft.com/office/drawing/2014/main" val="1765187778"/>
                        </a:ext>
                      </a:extLst>
                    </a:gridCol>
                    <a:gridCol w="1354979">
                      <a:extLst>
                        <a:ext uri="{9D8B030D-6E8A-4147-A177-3AD203B41FA5}">
                          <a16:colId xmlns:a16="http://schemas.microsoft.com/office/drawing/2014/main" val="2496743395"/>
                        </a:ext>
                      </a:extLst>
                    </a:gridCol>
                    <a:gridCol w="949288">
                      <a:extLst>
                        <a:ext uri="{9D8B030D-6E8A-4147-A177-3AD203B41FA5}">
                          <a16:colId xmlns:a16="http://schemas.microsoft.com/office/drawing/2014/main" val="3224066942"/>
                        </a:ext>
                      </a:extLst>
                    </a:gridCol>
                  </a:tblGrid>
                  <a:tr h="575727">
                    <a:tc>
                      <a:txBody>
                        <a:bodyPr/>
                        <a:lstStyle/>
                        <a:p>
                          <a:pPr algn="ctr"/>
                          <a:r>
                            <a:rPr lang="en-GB" dirty="0">
                              <a:solidFill>
                                <a:sysClr val="windowText" lastClr="000000"/>
                              </a:solidFill>
                            </a:rPr>
                            <a:t>Power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dirty="0">
                              <a:solidFill>
                                <a:sysClr val="windowText" lastClr="000000"/>
                              </a:solidFill>
                            </a:rPr>
                            <a:t>Base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dirty="0">
                              <a:solidFill>
                                <a:sysClr val="windowText" lastClr="000000"/>
                              </a:solidFill>
                            </a:rPr>
                            <a:t>Index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dirty="0">
                              <a:solidFill>
                                <a:sysClr val="windowText" lastClr="000000"/>
                              </a:solidFill>
                            </a:rPr>
                            <a:t>Index Form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dirty="0">
                              <a:solidFill>
                                <a:sysClr val="windowText" lastClr="000000"/>
                              </a:solidFill>
                            </a:rPr>
                            <a:t>Say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a:solidFill>
                                <a:sysClr val="windowText" lastClr="000000"/>
                              </a:solidFill>
                            </a:rPr>
                            <a:t>Calculation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a:solidFill>
                                <a:sysClr val="windowText" lastClr="000000"/>
                              </a:solidFill>
                            </a:rPr>
                            <a:t>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67539356"/>
                      </a:ext>
                    </a:extLst>
                  </a:tr>
                  <a:tr h="424526">
                    <a:tc>
                      <a:txBody>
                        <a:bodyPr/>
                        <a:lstStyle/>
                        <a:p>
                          <a:pPr algn="ctr"/>
                          <a:r>
                            <a:rPr lang="en-GB" dirty="0">
                              <a:solidFill>
                                <a:sysClr val="windowText" lastClr="000000"/>
                              </a:solidFill>
                            </a:rPr>
                            <a:t>1</a:t>
                          </a:r>
                          <a:r>
                            <a:rPr lang="en-GB" baseline="30000" dirty="0">
                              <a:solidFill>
                                <a:sysClr val="windowText" lastClr="000000"/>
                              </a:solidFill>
                            </a:rPr>
                            <a:t>st</a:t>
                          </a:r>
                          <a:endParaRPr lang="en-GB"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GB" b="0" i="1" smtClean="0">
                                    <a:solidFill>
                                      <a:sysClr val="windowText" lastClr="000000"/>
                                    </a:solidFill>
                                    <a:latin typeface="Cambria Math" panose="02040503050406030204" pitchFamily="18" charset="0"/>
                                  </a:rPr>
                                  <m:t>3</m:t>
                                </m:r>
                              </m:oMath>
                            </m:oMathPara>
                          </a14:m>
                          <a:endParaRPr lang="en-GB"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GB" i="1" dirty="0" smtClean="0">
                                    <a:solidFill>
                                      <a:sysClr val="windowText" lastClr="000000"/>
                                    </a:solidFill>
                                    <a:latin typeface="Cambria Math" panose="02040503050406030204" pitchFamily="18" charset="0"/>
                                  </a:rPr>
                                  <m:t>1</m:t>
                                </m:r>
                              </m:oMath>
                            </m:oMathPara>
                          </a14:m>
                          <a:endParaRPr lang="en-GB"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80758186"/>
                      </a:ext>
                    </a:extLst>
                  </a:tr>
                  <a:tr h="424526">
                    <a:tc>
                      <a:txBody>
                        <a:bodyPr/>
                        <a:lstStyle/>
                        <a:p>
                          <a:pPr algn="ctr"/>
                          <a:r>
                            <a:rPr lang="en-GB" dirty="0">
                              <a:solidFill>
                                <a:sysClr val="windowText" lastClr="000000"/>
                              </a:solidFill>
                            </a:rPr>
                            <a:t>2</a:t>
                          </a:r>
                          <a:r>
                            <a:rPr lang="en-GB" baseline="30000" dirty="0">
                              <a:solidFill>
                                <a:sysClr val="windowText" lastClr="000000"/>
                              </a:solidFill>
                            </a:rPr>
                            <a:t>nd</a:t>
                          </a:r>
                          <a:endParaRPr lang="en-GB"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GB" b="0" i="1" smtClean="0">
                                    <a:solidFill>
                                      <a:sysClr val="windowText" lastClr="000000"/>
                                    </a:solidFill>
                                    <a:latin typeface="Cambria Math" panose="02040503050406030204" pitchFamily="18" charset="0"/>
                                  </a:rPr>
                                  <m:t>3</m:t>
                                </m:r>
                              </m:oMath>
                            </m:oMathPara>
                          </a14:m>
                          <a:endParaRPr lang="en-GB"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GB" i="1" dirty="0" smtClean="0">
                                    <a:solidFill>
                                      <a:sysClr val="windowText" lastClr="000000"/>
                                    </a:solidFill>
                                    <a:latin typeface="Cambria Math" panose="02040503050406030204" pitchFamily="18" charset="0"/>
                                  </a:rPr>
                                  <m:t>2</m:t>
                                </m:r>
                              </m:oMath>
                            </m:oMathPara>
                          </a14:m>
                          <a:endParaRPr lang="en-GB"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48265137"/>
                      </a:ext>
                    </a:extLst>
                  </a:tr>
                  <a:tr h="424526">
                    <a:tc>
                      <a:txBody>
                        <a:bodyPr/>
                        <a:lstStyle/>
                        <a:p>
                          <a:pPr algn="ctr"/>
                          <a:r>
                            <a:rPr lang="en-GB" dirty="0">
                              <a:solidFill>
                                <a:sysClr val="windowText" lastClr="000000"/>
                              </a:solidFill>
                            </a:rPr>
                            <a:t>3</a:t>
                          </a:r>
                          <a:r>
                            <a:rPr lang="en-GB" baseline="30000" dirty="0">
                              <a:solidFill>
                                <a:sysClr val="windowText" lastClr="000000"/>
                              </a:solidFill>
                            </a:rPr>
                            <a:t>rd</a:t>
                          </a:r>
                          <a:r>
                            <a:rPr lang="en-GB" dirty="0">
                              <a:solidFill>
                                <a:sysClr val="windowText" lastClr="000000"/>
                              </a:solidFill>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GB" b="0" i="1" smtClean="0">
                                    <a:solidFill>
                                      <a:sysClr val="windowText" lastClr="000000"/>
                                    </a:solidFill>
                                    <a:latin typeface="Cambria Math" panose="02040503050406030204" pitchFamily="18" charset="0"/>
                                  </a:rPr>
                                  <m:t>3</m:t>
                                </m:r>
                              </m:oMath>
                            </m:oMathPara>
                          </a14:m>
                          <a:endParaRPr lang="en-GB"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GB" i="1" dirty="0" smtClean="0">
                                    <a:solidFill>
                                      <a:sysClr val="windowText" lastClr="000000"/>
                                    </a:solidFill>
                                    <a:latin typeface="Cambria Math" panose="02040503050406030204" pitchFamily="18" charset="0"/>
                                  </a:rPr>
                                  <m:t>3</m:t>
                                </m:r>
                              </m:oMath>
                            </m:oMathPara>
                          </a14:m>
                          <a:endParaRPr lang="en-GB"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70670128"/>
                      </a:ext>
                    </a:extLst>
                  </a:tr>
                </a:tbl>
              </a:graphicData>
            </a:graphic>
          </p:graphicFrame>
        </mc:Choice>
        <mc:Fallback xmlns="">
          <p:graphicFrame>
            <p:nvGraphicFramePr>
              <p:cNvPr id="23" name="Table 22">
                <a:extLst>
                  <a:ext uri="{FF2B5EF4-FFF2-40B4-BE49-F238E27FC236}">
                    <a16:creationId xmlns:a16="http://schemas.microsoft.com/office/drawing/2014/main" id="{5CDAE183-46B4-FE29-0938-4DA653991ADC}"/>
                  </a:ext>
                </a:extLst>
              </p:cNvPr>
              <p:cNvGraphicFramePr>
                <a:graphicFrameLocks noGrp="1"/>
              </p:cNvGraphicFramePr>
              <p:nvPr>
                <p:extLst>
                  <p:ext uri="{D42A27DB-BD31-4B8C-83A1-F6EECF244321}">
                    <p14:modId xmlns:p14="http://schemas.microsoft.com/office/powerpoint/2010/main" val="2178096436"/>
                  </p:ext>
                </p:extLst>
              </p:nvPr>
            </p:nvGraphicFramePr>
            <p:xfrm>
              <a:off x="106492" y="5455833"/>
              <a:ext cx="6645016" cy="1849305"/>
            </p:xfrm>
            <a:graphic>
              <a:graphicData uri="http://schemas.openxmlformats.org/drawingml/2006/table">
                <a:tbl>
                  <a:tblPr firstRow="1" bandRow="1">
                    <a:tableStyleId>{8EC20E35-A176-4012-BC5E-935CFFF8708E}</a:tableStyleId>
                  </a:tblPr>
                  <a:tblGrid>
                    <a:gridCol w="755721">
                      <a:extLst>
                        <a:ext uri="{9D8B030D-6E8A-4147-A177-3AD203B41FA5}">
                          <a16:colId xmlns:a16="http://schemas.microsoft.com/office/drawing/2014/main" val="924351472"/>
                        </a:ext>
                      </a:extLst>
                    </a:gridCol>
                    <a:gridCol w="914400">
                      <a:extLst>
                        <a:ext uri="{9D8B030D-6E8A-4147-A177-3AD203B41FA5}">
                          <a16:colId xmlns:a16="http://schemas.microsoft.com/office/drawing/2014/main" val="1646287668"/>
                        </a:ext>
                      </a:extLst>
                    </a:gridCol>
                    <a:gridCol w="769257">
                      <a:extLst>
                        <a:ext uri="{9D8B030D-6E8A-4147-A177-3AD203B41FA5}">
                          <a16:colId xmlns:a16="http://schemas.microsoft.com/office/drawing/2014/main" val="1467904898"/>
                        </a:ext>
                      </a:extLst>
                    </a:gridCol>
                    <a:gridCol w="841828">
                      <a:extLst>
                        <a:ext uri="{9D8B030D-6E8A-4147-A177-3AD203B41FA5}">
                          <a16:colId xmlns:a16="http://schemas.microsoft.com/office/drawing/2014/main" val="2126215018"/>
                        </a:ext>
                      </a:extLst>
                    </a:gridCol>
                    <a:gridCol w="1059543">
                      <a:extLst>
                        <a:ext uri="{9D8B030D-6E8A-4147-A177-3AD203B41FA5}">
                          <a16:colId xmlns:a16="http://schemas.microsoft.com/office/drawing/2014/main" val="1765187778"/>
                        </a:ext>
                      </a:extLst>
                    </a:gridCol>
                    <a:gridCol w="1354979">
                      <a:extLst>
                        <a:ext uri="{9D8B030D-6E8A-4147-A177-3AD203B41FA5}">
                          <a16:colId xmlns:a16="http://schemas.microsoft.com/office/drawing/2014/main" val="2496743395"/>
                        </a:ext>
                      </a:extLst>
                    </a:gridCol>
                    <a:gridCol w="949288">
                      <a:extLst>
                        <a:ext uri="{9D8B030D-6E8A-4147-A177-3AD203B41FA5}">
                          <a16:colId xmlns:a16="http://schemas.microsoft.com/office/drawing/2014/main" val="3224066942"/>
                        </a:ext>
                      </a:extLst>
                    </a:gridCol>
                  </a:tblGrid>
                  <a:tr h="575727">
                    <a:tc>
                      <a:txBody>
                        <a:bodyPr/>
                        <a:lstStyle/>
                        <a:p>
                          <a:pPr algn="ctr"/>
                          <a:r>
                            <a:rPr lang="en-GB" dirty="0">
                              <a:solidFill>
                                <a:sysClr val="windowText" lastClr="000000"/>
                              </a:solidFill>
                            </a:rPr>
                            <a:t>Power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dirty="0">
                              <a:solidFill>
                                <a:sysClr val="windowText" lastClr="000000"/>
                              </a:solidFill>
                            </a:rPr>
                            <a:t>Base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dirty="0">
                              <a:solidFill>
                                <a:sysClr val="windowText" lastClr="000000"/>
                              </a:solidFill>
                            </a:rPr>
                            <a:t>Index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dirty="0">
                              <a:solidFill>
                                <a:sysClr val="windowText" lastClr="000000"/>
                              </a:solidFill>
                            </a:rPr>
                            <a:t>Index Form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dirty="0">
                              <a:solidFill>
                                <a:sysClr val="windowText" lastClr="000000"/>
                              </a:solidFill>
                            </a:rPr>
                            <a:t>Say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a:solidFill>
                                <a:sysClr val="windowText" lastClr="000000"/>
                              </a:solidFill>
                            </a:rPr>
                            <a:t>Calculation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a:solidFill>
                                <a:sysClr val="windowText" lastClr="000000"/>
                              </a:solidFill>
                            </a:rPr>
                            <a:t>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67539356"/>
                      </a:ext>
                    </a:extLst>
                  </a:tr>
                  <a:tr h="424526">
                    <a:tc>
                      <a:txBody>
                        <a:bodyPr/>
                        <a:lstStyle/>
                        <a:p>
                          <a:pPr algn="ctr"/>
                          <a:r>
                            <a:rPr lang="en-GB" dirty="0">
                              <a:solidFill>
                                <a:sysClr val="windowText" lastClr="000000"/>
                              </a:solidFill>
                            </a:rPr>
                            <a:t>1</a:t>
                          </a:r>
                          <a:r>
                            <a:rPr lang="en-GB" baseline="30000" dirty="0">
                              <a:solidFill>
                                <a:sysClr val="windowText" lastClr="000000"/>
                              </a:solidFill>
                            </a:rPr>
                            <a:t>st</a:t>
                          </a:r>
                          <a:endParaRPr lang="en-GB"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83333" t="-137143" r="-546000" b="-202857"/>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16535" t="-137143" r="-544882" b="-202857"/>
                          </a:stretch>
                        </a:blipFill>
                      </a:tcPr>
                    </a:tc>
                    <a:tc>
                      <a:txBody>
                        <a:bodyPr/>
                        <a:lstStyle/>
                        <a:p>
                          <a:pPr/>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endParaRPr lang="en-GB">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80758186"/>
                      </a:ext>
                    </a:extLst>
                  </a:tr>
                  <a:tr h="424526">
                    <a:tc>
                      <a:txBody>
                        <a:bodyPr/>
                        <a:lstStyle/>
                        <a:p>
                          <a:pPr algn="ctr"/>
                          <a:r>
                            <a:rPr lang="en-GB" dirty="0">
                              <a:solidFill>
                                <a:sysClr val="windowText" lastClr="000000"/>
                              </a:solidFill>
                            </a:rPr>
                            <a:t>2</a:t>
                          </a:r>
                          <a:r>
                            <a:rPr lang="en-GB" baseline="30000" dirty="0">
                              <a:solidFill>
                                <a:sysClr val="windowText" lastClr="000000"/>
                              </a:solidFill>
                            </a:rPr>
                            <a:t>nd</a:t>
                          </a:r>
                          <a:endParaRPr lang="en-GB"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83333" t="-237143" r="-546000" b="-102857"/>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16535" t="-237143" r="-544882" b="-102857"/>
                          </a:stretch>
                        </a:blipFill>
                      </a:tcPr>
                    </a:tc>
                    <a:tc>
                      <a:txBody>
                        <a:bodyPr/>
                        <a:lstStyle/>
                        <a:p>
                          <a:pPr/>
                          <a:endParaRPr lang="en-GB">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endParaRPr lang="en-GB">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48265137"/>
                      </a:ext>
                    </a:extLst>
                  </a:tr>
                  <a:tr h="424526">
                    <a:tc>
                      <a:txBody>
                        <a:bodyPr/>
                        <a:lstStyle/>
                        <a:p>
                          <a:pPr algn="ctr"/>
                          <a:r>
                            <a:rPr lang="en-GB" dirty="0">
                              <a:solidFill>
                                <a:sysClr val="windowText" lastClr="000000"/>
                              </a:solidFill>
                            </a:rPr>
                            <a:t>3</a:t>
                          </a:r>
                          <a:r>
                            <a:rPr lang="en-GB" baseline="30000" dirty="0">
                              <a:solidFill>
                                <a:sysClr val="windowText" lastClr="000000"/>
                              </a:solidFill>
                            </a:rPr>
                            <a:t>rd</a:t>
                          </a:r>
                          <a:r>
                            <a:rPr lang="en-GB" dirty="0">
                              <a:solidFill>
                                <a:sysClr val="windowText" lastClr="000000"/>
                              </a:solidFill>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83333" t="-337143" r="-546000" b="-2857"/>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16535" t="-337143" r="-544882" b="-2857"/>
                          </a:stretch>
                        </a:blipFill>
                      </a:tcPr>
                    </a:tc>
                    <a:tc>
                      <a:txBody>
                        <a:bodyPr/>
                        <a:lstStyle/>
                        <a:p>
                          <a:pPr algn="ctr"/>
                          <a:endParaRPr lang="en-GB">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70670128"/>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24" name="Table 23">
                <a:extLst>
                  <a:ext uri="{FF2B5EF4-FFF2-40B4-BE49-F238E27FC236}">
                    <a16:creationId xmlns:a16="http://schemas.microsoft.com/office/drawing/2014/main" id="{21CD8461-0A22-B7D9-204A-015DC9B95B76}"/>
                  </a:ext>
                </a:extLst>
              </p:cNvPr>
              <p:cNvGraphicFramePr>
                <a:graphicFrameLocks noGrp="1"/>
              </p:cNvGraphicFramePr>
              <p:nvPr>
                <p:extLst>
                  <p:ext uri="{D42A27DB-BD31-4B8C-83A1-F6EECF244321}">
                    <p14:modId xmlns:p14="http://schemas.microsoft.com/office/powerpoint/2010/main" val="2586161197"/>
                  </p:ext>
                </p:extLst>
              </p:nvPr>
            </p:nvGraphicFramePr>
            <p:xfrm>
              <a:off x="106492" y="7756159"/>
              <a:ext cx="6645016" cy="1849305"/>
            </p:xfrm>
            <a:graphic>
              <a:graphicData uri="http://schemas.openxmlformats.org/drawingml/2006/table">
                <a:tbl>
                  <a:tblPr firstRow="1" bandRow="1">
                    <a:tableStyleId>{8EC20E35-A176-4012-BC5E-935CFFF8708E}</a:tableStyleId>
                  </a:tblPr>
                  <a:tblGrid>
                    <a:gridCol w="755721">
                      <a:extLst>
                        <a:ext uri="{9D8B030D-6E8A-4147-A177-3AD203B41FA5}">
                          <a16:colId xmlns:a16="http://schemas.microsoft.com/office/drawing/2014/main" val="924351472"/>
                        </a:ext>
                      </a:extLst>
                    </a:gridCol>
                    <a:gridCol w="914400">
                      <a:extLst>
                        <a:ext uri="{9D8B030D-6E8A-4147-A177-3AD203B41FA5}">
                          <a16:colId xmlns:a16="http://schemas.microsoft.com/office/drawing/2014/main" val="1646287668"/>
                        </a:ext>
                      </a:extLst>
                    </a:gridCol>
                    <a:gridCol w="769257">
                      <a:extLst>
                        <a:ext uri="{9D8B030D-6E8A-4147-A177-3AD203B41FA5}">
                          <a16:colId xmlns:a16="http://schemas.microsoft.com/office/drawing/2014/main" val="1467904898"/>
                        </a:ext>
                      </a:extLst>
                    </a:gridCol>
                    <a:gridCol w="841828">
                      <a:extLst>
                        <a:ext uri="{9D8B030D-6E8A-4147-A177-3AD203B41FA5}">
                          <a16:colId xmlns:a16="http://schemas.microsoft.com/office/drawing/2014/main" val="2126215018"/>
                        </a:ext>
                      </a:extLst>
                    </a:gridCol>
                    <a:gridCol w="1059543">
                      <a:extLst>
                        <a:ext uri="{9D8B030D-6E8A-4147-A177-3AD203B41FA5}">
                          <a16:colId xmlns:a16="http://schemas.microsoft.com/office/drawing/2014/main" val="1765187778"/>
                        </a:ext>
                      </a:extLst>
                    </a:gridCol>
                    <a:gridCol w="1354979">
                      <a:extLst>
                        <a:ext uri="{9D8B030D-6E8A-4147-A177-3AD203B41FA5}">
                          <a16:colId xmlns:a16="http://schemas.microsoft.com/office/drawing/2014/main" val="2496743395"/>
                        </a:ext>
                      </a:extLst>
                    </a:gridCol>
                    <a:gridCol w="949288">
                      <a:extLst>
                        <a:ext uri="{9D8B030D-6E8A-4147-A177-3AD203B41FA5}">
                          <a16:colId xmlns:a16="http://schemas.microsoft.com/office/drawing/2014/main" val="3224066942"/>
                        </a:ext>
                      </a:extLst>
                    </a:gridCol>
                  </a:tblGrid>
                  <a:tr h="575727">
                    <a:tc>
                      <a:txBody>
                        <a:bodyPr/>
                        <a:lstStyle/>
                        <a:p>
                          <a:pPr algn="ctr"/>
                          <a:r>
                            <a:rPr lang="en-GB" dirty="0">
                              <a:solidFill>
                                <a:sysClr val="windowText" lastClr="000000"/>
                              </a:solidFill>
                            </a:rPr>
                            <a:t>Power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dirty="0">
                              <a:solidFill>
                                <a:sysClr val="windowText" lastClr="000000"/>
                              </a:solidFill>
                            </a:rPr>
                            <a:t>Base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dirty="0">
                              <a:solidFill>
                                <a:sysClr val="windowText" lastClr="000000"/>
                              </a:solidFill>
                            </a:rPr>
                            <a:t>Index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dirty="0">
                              <a:solidFill>
                                <a:sysClr val="windowText" lastClr="000000"/>
                              </a:solidFill>
                            </a:rPr>
                            <a:t>Index Form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a:solidFill>
                                <a:sysClr val="windowText" lastClr="000000"/>
                              </a:solidFill>
                            </a:rPr>
                            <a:t>Say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a:solidFill>
                                <a:sysClr val="windowText" lastClr="000000"/>
                              </a:solidFill>
                            </a:rPr>
                            <a:t>Calculation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a:solidFill>
                                <a:sysClr val="windowText" lastClr="000000"/>
                              </a:solidFill>
                            </a:rPr>
                            <a:t>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67539356"/>
                      </a:ext>
                    </a:extLst>
                  </a:tr>
                  <a:tr h="424526">
                    <a:tc>
                      <a:txBody>
                        <a:bodyPr/>
                        <a:lstStyle/>
                        <a:p>
                          <a:pPr algn="ctr"/>
                          <a:r>
                            <a:rPr lang="en-GB" dirty="0">
                              <a:solidFill>
                                <a:sysClr val="windowText" lastClr="000000"/>
                              </a:solidFill>
                            </a:rPr>
                            <a:t>1</a:t>
                          </a:r>
                          <a:r>
                            <a:rPr lang="en-GB" baseline="30000" dirty="0">
                              <a:solidFill>
                                <a:sysClr val="windowText" lastClr="000000"/>
                              </a:solidFill>
                            </a:rPr>
                            <a:t>st</a:t>
                          </a:r>
                          <a:endParaRPr lang="en-GB"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GB" b="0" i="1" smtClean="0">
                                    <a:solidFill>
                                      <a:sysClr val="windowText" lastClr="000000"/>
                                    </a:solidFill>
                                    <a:latin typeface="Cambria Math" panose="02040503050406030204" pitchFamily="18" charset="0"/>
                                  </a:rPr>
                                  <m:t>1</m:t>
                                </m:r>
                              </m:oMath>
                            </m:oMathPara>
                          </a14:m>
                          <a:endParaRPr lang="en-GB"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GB" i="1" dirty="0" smtClean="0">
                                    <a:solidFill>
                                      <a:sysClr val="windowText" lastClr="000000"/>
                                    </a:solidFill>
                                    <a:latin typeface="Cambria Math" panose="02040503050406030204" pitchFamily="18" charset="0"/>
                                  </a:rPr>
                                  <m:t>1</m:t>
                                </m:r>
                              </m:oMath>
                            </m:oMathPara>
                          </a14:m>
                          <a:endParaRPr lang="en-GB"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80758186"/>
                      </a:ext>
                    </a:extLst>
                  </a:tr>
                  <a:tr h="424526">
                    <a:tc>
                      <a:txBody>
                        <a:bodyPr/>
                        <a:lstStyle/>
                        <a:p>
                          <a:pPr algn="ctr"/>
                          <a:r>
                            <a:rPr lang="en-GB" dirty="0">
                              <a:solidFill>
                                <a:sysClr val="windowText" lastClr="000000"/>
                              </a:solidFill>
                            </a:rPr>
                            <a:t>2</a:t>
                          </a:r>
                          <a:r>
                            <a:rPr lang="en-GB" baseline="30000" dirty="0">
                              <a:solidFill>
                                <a:sysClr val="windowText" lastClr="000000"/>
                              </a:solidFill>
                            </a:rPr>
                            <a:t>nd</a:t>
                          </a:r>
                          <a:endParaRPr lang="en-GB"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GB" b="0" i="1" smtClean="0">
                                    <a:solidFill>
                                      <a:sysClr val="windowText" lastClr="000000"/>
                                    </a:solidFill>
                                    <a:latin typeface="Cambria Math" panose="02040503050406030204" pitchFamily="18" charset="0"/>
                                  </a:rPr>
                                  <m:t>1</m:t>
                                </m:r>
                              </m:oMath>
                            </m:oMathPara>
                          </a14:m>
                          <a:endParaRPr lang="en-GB"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GB" i="1" dirty="0" smtClean="0">
                                    <a:solidFill>
                                      <a:sysClr val="windowText" lastClr="000000"/>
                                    </a:solidFill>
                                    <a:latin typeface="Cambria Math" panose="02040503050406030204" pitchFamily="18" charset="0"/>
                                  </a:rPr>
                                  <m:t>2</m:t>
                                </m:r>
                              </m:oMath>
                            </m:oMathPara>
                          </a14:m>
                          <a:endParaRPr lang="en-GB"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48265137"/>
                      </a:ext>
                    </a:extLst>
                  </a:tr>
                  <a:tr h="424526">
                    <a:tc>
                      <a:txBody>
                        <a:bodyPr/>
                        <a:lstStyle/>
                        <a:p>
                          <a:pPr algn="ctr"/>
                          <a:r>
                            <a:rPr lang="en-GB" dirty="0">
                              <a:solidFill>
                                <a:sysClr val="windowText" lastClr="000000"/>
                              </a:solidFill>
                            </a:rPr>
                            <a:t>3</a:t>
                          </a:r>
                          <a:r>
                            <a:rPr lang="en-GB" baseline="30000" dirty="0">
                              <a:solidFill>
                                <a:sysClr val="windowText" lastClr="000000"/>
                              </a:solidFill>
                            </a:rPr>
                            <a:t>rd</a:t>
                          </a:r>
                          <a:r>
                            <a:rPr lang="en-GB" dirty="0">
                              <a:solidFill>
                                <a:sysClr val="windowText" lastClr="000000"/>
                              </a:solidFill>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GB" b="0" i="1" smtClean="0">
                                    <a:solidFill>
                                      <a:sysClr val="windowText" lastClr="000000"/>
                                    </a:solidFill>
                                    <a:latin typeface="Cambria Math" panose="02040503050406030204" pitchFamily="18" charset="0"/>
                                  </a:rPr>
                                  <m:t>1</m:t>
                                </m:r>
                              </m:oMath>
                            </m:oMathPara>
                          </a14:m>
                          <a:endParaRPr lang="en-GB"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GB" i="1" dirty="0" smtClean="0">
                                    <a:solidFill>
                                      <a:sysClr val="windowText" lastClr="000000"/>
                                    </a:solidFill>
                                    <a:latin typeface="Cambria Math" panose="02040503050406030204" pitchFamily="18" charset="0"/>
                                  </a:rPr>
                                  <m:t>3</m:t>
                                </m:r>
                              </m:oMath>
                            </m:oMathPara>
                          </a14:m>
                          <a:endParaRPr lang="en-GB"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70670128"/>
                      </a:ext>
                    </a:extLst>
                  </a:tr>
                </a:tbl>
              </a:graphicData>
            </a:graphic>
          </p:graphicFrame>
        </mc:Choice>
        <mc:Fallback xmlns="">
          <p:graphicFrame>
            <p:nvGraphicFramePr>
              <p:cNvPr id="24" name="Table 23">
                <a:extLst>
                  <a:ext uri="{FF2B5EF4-FFF2-40B4-BE49-F238E27FC236}">
                    <a16:creationId xmlns:a16="http://schemas.microsoft.com/office/drawing/2014/main" id="{21CD8461-0A22-B7D9-204A-015DC9B95B76}"/>
                  </a:ext>
                </a:extLst>
              </p:cNvPr>
              <p:cNvGraphicFramePr>
                <a:graphicFrameLocks noGrp="1"/>
              </p:cNvGraphicFramePr>
              <p:nvPr>
                <p:extLst>
                  <p:ext uri="{D42A27DB-BD31-4B8C-83A1-F6EECF244321}">
                    <p14:modId xmlns:p14="http://schemas.microsoft.com/office/powerpoint/2010/main" val="2586161197"/>
                  </p:ext>
                </p:extLst>
              </p:nvPr>
            </p:nvGraphicFramePr>
            <p:xfrm>
              <a:off x="106492" y="7756159"/>
              <a:ext cx="6645016" cy="1849305"/>
            </p:xfrm>
            <a:graphic>
              <a:graphicData uri="http://schemas.openxmlformats.org/drawingml/2006/table">
                <a:tbl>
                  <a:tblPr firstRow="1" bandRow="1">
                    <a:tableStyleId>{8EC20E35-A176-4012-BC5E-935CFFF8708E}</a:tableStyleId>
                  </a:tblPr>
                  <a:tblGrid>
                    <a:gridCol w="755721">
                      <a:extLst>
                        <a:ext uri="{9D8B030D-6E8A-4147-A177-3AD203B41FA5}">
                          <a16:colId xmlns:a16="http://schemas.microsoft.com/office/drawing/2014/main" val="924351472"/>
                        </a:ext>
                      </a:extLst>
                    </a:gridCol>
                    <a:gridCol w="914400">
                      <a:extLst>
                        <a:ext uri="{9D8B030D-6E8A-4147-A177-3AD203B41FA5}">
                          <a16:colId xmlns:a16="http://schemas.microsoft.com/office/drawing/2014/main" val="1646287668"/>
                        </a:ext>
                      </a:extLst>
                    </a:gridCol>
                    <a:gridCol w="769257">
                      <a:extLst>
                        <a:ext uri="{9D8B030D-6E8A-4147-A177-3AD203B41FA5}">
                          <a16:colId xmlns:a16="http://schemas.microsoft.com/office/drawing/2014/main" val="1467904898"/>
                        </a:ext>
                      </a:extLst>
                    </a:gridCol>
                    <a:gridCol w="841828">
                      <a:extLst>
                        <a:ext uri="{9D8B030D-6E8A-4147-A177-3AD203B41FA5}">
                          <a16:colId xmlns:a16="http://schemas.microsoft.com/office/drawing/2014/main" val="2126215018"/>
                        </a:ext>
                      </a:extLst>
                    </a:gridCol>
                    <a:gridCol w="1059543">
                      <a:extLst>
                        <a:ext uri="{9D8B030D-6E8A-4147-A177-3AD203B41FA5}">
                          <a16:colId xmlns:a16="http://schemas.microsoft.com/office/drawing/2014/main" val="1765187778"/>
                        </a:ext>
                      </a:extLst>
                    </a:gridCol>
                    <a:gridCol w="1354979">
                      <a:extLst>
                        <a:ext uri="{9D8B030D-6E8A-4147-A177-3AD203B41FA5}">
                          <a16:colId xmlns:a16="http://schemas.microsoft.com/office/drawing/2014/main" val="2496743395"/>
                        </a:ext>
                      </a:extLst>
                    </a:gridCol>
                    <a:gridCol w="949288">
                      <a:extLst>
                        <a:ext uri="{9D8B030D-6E8A-4147-A177-3AD203B41FA5}">
                          <a16:colId xmlns:a16="http://schemas.microsoft.com/office/drawing/2014/main" val="3224066942"/>
                        </a:ext>
                      </a:extLst>
                    </a:gridCol>
                  </a:tblGrid>
                  <a:tr h="575727">
                    <a:tc>
                      <a:txBody>
                        <a:bodyPr/>
                        <a:lstStyle/>
                        <a:p>
                          <a:pPr algn="ctr"/>
                          <a:r>
                            <a:rPr lang="en-GB" dirty="0">
                              <a:solidFill>
                                <a:sysClr val="windowText" lastClr="000000"/>
                              </a:solidFill>
                            </a:rPr>
                            <a:t>Power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dirty="0">
                              <a:solidFill>
                                <a:sysClr val="windowText" lastClr="000000"/>
                              </a:solidFill>
                            </a:rPr>
                            <a:t>Base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dirty="0">
                              <a:solidFill>
                                <a:sysClr val="windowText" lastClr="000000"/>
                              </a:solidFill>
                            </a:rPr>
                            <a:t>Index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dirty="0">
                              <a:solidFill>
                                <a:sysClr val="windowText" lastClr="000000"/>
                              </a:solidFill>
                            </a:rPr>
                            <a:t>Index Form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a:solidFill>
                                <a:sysClr val="windowText" lastClr="000000"/>
                              </a:solidFill>
                            </a:rPr>
                            <a:t>Say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a:solidFill>
                                <a:sysClr val="windowText" lastClr="000000"/>
                              </a:solidFill>
                            </a:rPr>
                            <a:t>Calculation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a:solidFill>
                                <a:sysClr val="windowText" lastClr="000000"/>
                              </a:solidFill>
                            </a:rPr>
                            <a:t>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67539356"/>
                      </a:ext>
                    </a:extLst>
                  </a:tr>
                  <a:tr h="424526">
                    <a:tc>
                      <a:txBody>
                        <a:bodyPr/>
                        <a:lstStyle/>
                        <a:p>
                          <a:pPr algn="ctr"/>
                          <a:r>
                            <a:rPr lang="en-GB" dirty="0">
                              <a:solidFill>
                                <a:sysClr val="windowText" lastClr="000000"/>
                              </a:solidFill>
                            </a:rPr>
                            <a:t>1</a:t>
                          </a:r>
                          <a:r>
                            <a:rPr lang="en-GB" baseline="30000" dirty="0">
                              <a:solidFill>
                                <a:sysClr val="windowText" lastClr="000000"/>
                              </a:solidFill>
                            </a:rPr>
                            <a:t>st</a:t>
                          </a:r>
                          <a:endParaRPr lang="en-GB"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83333" t="-139130" r="-546000" b="-205797"/>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16535" t="-139130" r="-544882" b="-205797"/>
                          </a:stretch>
                        </a:blipFill>
                      </a:tcPr>
                    </a:tc>
                    <a:tc>
                      <a:txBody>
                        <a:bodyPr/>
                        <a:lstStyle/>
                        <a:p>
                          <a:pPr/>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endParaRPr lang="en-GB">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endParaRPr lang="en-GB">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80758186"/>
                      </a:ext>
                    </a:extLst>
                  </a:tr>
                  <a:tr h="424526">
                    <a:tc>
                      <a:txBody>
                        <a:bodyPr/>
                        <a:lstStyle/>
                        <a:p>
                          <a:pPr algn="ctr"/>
                          <a:r>
                            <a:rPr lang="en-GB" dirty="0">
                              <a:solidFill>
                                <a:sysClr val="windowText" lastClr="000000"/>
                              </a:solidFill>
                            </a:rPr>
                            <a:t>2</a:t>
                          </a:r>
                          <a:r>
                            <a:rPr lang="en-GB" baseline="30000" dirty="0">
                              <a:solidFill>
                                <a:sysClr val="windowText" lastClr="000000"/>
                              </a:solidFill>
                            </a:rPr>
                            <a:t>nd</a:t>
                          </a:r>
                          <a:endParaRPr lang="en-GB"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83333" t="-235714" r="-546000" b="-102857"/>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16535" t="-235714" r="-544882" b="-102857"/>
                          </a:stretch>
                        </a:blipFill>
                      </a:tcPr>
                    </a:tc>
                    <a:tc>
                      <a:txBody>
                        <a:bodyPr/>
                        <a:lstStyle/>
                        <a:p>
                          <a:pPr/>
                          <a:endParaRPr lang="en-GB">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48265137"/>
                      </a:ext>
                    </a:extLst>
                  </a:tr>
                  <a:tr h="424526">
                    <a:tc>
                      <a:txBody>
                        <a:bodyPr/>
                        <a:lstStyle/>
                        <a:p>
                          <a:pPr algn="ctr"/>
                          <a:r>
                            <a:rPr lang="en-GB" dirty="0">
                              <a:solidFill>
                                <a:sysClr val="windowText" lastClr="000000"/>
                              </a:solidFill>
                            </a:rPr>
                            <a:t>3</a:t>
                          </a:r>
                          <a:r>
                            <a:rPr lang="en-GB" baseline="30000" dirty="0">
                              <a:solidFill>
                                <a:sysClr val="windowText" lastClr="000000"/>
                              </a:solidFill>
                            </a:rPr>
                            <a:t>rd</a:t>
                          </a:r>
                          <a:r>
                            <a:rPr lang="en-GB" dirty="0">
                              <a:solidFill>
                                <a:sysClr val="windowText" lastClr="000000"/>
                              </a:solidFill>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83333" t="-335714" r="-546000" b="-2857"/>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16535" t="-335714" r="-544882" b="-2857"/>
                          </a:stretch>
                        </a:blipFill>
                      </a:tcPr>
                    </a:tc>
                    <a:tc>
                      <a:txBody>
                        <a:bodyPr/>
                        <a:lstStyle/>
                        <a:p>
                          <a:pPr algn="ctr"/>
                          <a:endParaRPr lang="en-GB">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endParaRPr lang="en-GB">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endParaRPr lang="en-GB"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70670128"/>
                      </a:ext>
                    </a:extLst>
                  </a:tr>
                </a:tbl>
              </a:graphicData>
            </a:graphic>
          </p:graphicFrame>
        </mc:Fallback>
      </mc:AlternateContent>
      <p:sp>
        <p:nvSpPr>
          <p:cNvPr id="25" name="TextBox 24">
            <a:extLst>
              <a:ext uri="{FF2B5EF4-FFF2-40B4-BE49-F238E27FC236}">
                <a16:creationId xmlns:a16="http://schemas.microsoft.com/office/drawing/2014/main" id="{D977439D-C794-7BD7-8223-743E80AD50D9}"/>
              </a:ext>
            </a:extLst>
          </p:cNvPr>
          <p:cNvSpPr txBox="1"/>
          <p:nvPr/>
        </p:nvSpPr>
        <p:spPr>
          <a:xfrm>
            <a:off x="106492" y="5188176"/>
            <a:ext cx="2754862" cy="276999"/>
          </a:xfrm>
          <a:prstGeom prst="rect">
            <a:avLst/>
          </a:prstGeom>
          <a:noFill/>
        </p:spPr>
        <p:txBody>
          <a:bodyPr wrap="square" rtlCol="0">
            <a:spAutoFit/>
          </a:bodyPr>
          <a:lstStyle/>
          <a:p>
            <a:r>
              <a:rPr lang="en-GB" sz="1200" dirty="0"/>
              <a:t>a)</a:t>
            </a:r>
          </a:p>
        </p:txBody>
      </p:sp>
      <p:sp>
        <p:nvSpPr>
          <p:cNvPr id="26" name="TextBox 25">
            <a:extLst>
              <a:ext uri="{FF2B5EF4-FFF2-40B4-BE49-F238E27FC236}">
                <a16:creationId xmlns:a16="http://schemas.microsoft.com/office/drawing/2014/main" id="{8320D59D-790F-8B95-CA76-74F1E6ED4C14}"/>
              </a:ext>
            </a:extLst>
          </p:cNvPr>
          <p:cNvSpPr txBox="1"/>
          <p:nvPr/>
        </p:nvSpPr>
        <p:spPr>
          <a:xfrm>
            <a:off x="106492" y="7476465"/>
            <a:ext cx="2754862" cy="276999"/>
          </a:xfrm>
          <a:prstGeom prst="rect">
            <a:avLst/>
          </a:prstGeom>
          <a:noFill/>
        </p:spPr>
        <p:txBody>
          <a:bodyPr wrap="square" rtlCol="0">
            <a:spAutoFit/>
          </a:bodyPr>
          <a:lstStyle/>
          <a:p>
            <a:r>
              <a:rPr lang="en-GB" sz="1200" dirty="0"/>
              <a:t>b)</a:t>
            </a:r>
          </a:p>
        </p:txBody>
      </p:sp>
      <p:sp>
        <p:nvSpPr>
          <p:cNvPr id="27" name="TextBox 26">
            <a:extLst>
              <a:ext uri="{FF2B5EF4-FFF2-40B4-BE49-F238E27FC236}">
                <a16:creationId xmlns:a16="http://schemas.microsoft.com/office/drawing/2014/main" id="{9608B11C-C89E-3772-224E-8ED2FA995BBE}"/>
              </a:ext>
            </a:extLst>
          </p:cNvPr>
          <p:cNvSpPr txBox="1"/>
          <p:nvPr/>
        </p:nvSpPr>
        <p:spPr>
          <a:xfrm>
            <a:off x="1244446" y="4979080"/>
            <a:ext cx="2754862" cy="276999"/>
          </a:xfrm>
          <a:prstGeom prst="rect">
            <a:avLst/>
          </a:prstGeom>
          <a:noFill/>
        </p:spPr>
        <p:txBody>
          <a:bodyPr wrap="square" rtlCol="0">
            <a:spAutoFit/>
          </a:bodyPr>
          <a:lstStyle/>
          <a:p>
            <a:r>
              <a:rPr lang="en-GB" sz="1200" dirty="0"/>
              <a:t>1. Fill in the blanks</a:t>
            </a:r>
          </a:p>
        </p:txBody>
      </p:sp>
    </p:spTree>
    <p:extLst>
      <p:ext uri="{BB962C8B-B14F-4D97-AF65-F5344CB8AC3E}">
        <p14:creationId xmlns:p14="http://schemas.microsoft.com/office/powerpoint/2010/main" val="19039880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6DD6ACB-4F39-2774-A596-705AAE0F9DC5}"/>
              </a:ext>
            </a:extLst>
          </p:cNvPr>
          <p:cNvSpPr>
            <a:spLocks noGrp="1"/>
          </p:cNvSpPr>
          <p:nvPr>
            <p:ph type="sldNum" sz="quarter" idx="12"/>
          </p:nvPr>
        </p:nvSpPr>
        <p:spPr>
          <a:xfrm>
            <a:off x="5314950" y="9472021"/>
            <a:ext cx="1543050" cy="527403"/>
          </a:xfrm>
        </p:spPr>
        <p:txBody>
          <a:bodyPr/>
          <a:lstStyle/>
          <a:p>
            <a:fld id="{086C3A38-D272-42AA-9C88-F1FBEAE20D2C}" type="slidenum">
              <a:rPr lang="en-GB" smtClean="0"/>
              <a:t>41</a:t>
            </a:fld>
            <a:endParaRPr lang="en-GB" dirty="0"/>
          </a:p>
        </p:txBody>
      </p:sp>
      <p:sp>
        <p:nvSpPr>
          <p:cNvPr id="4" name="Rectangle 3">
            <a:extLst>
              <a:ext uri="{FF2B5EF4-FFF2-40B4-BE49-F238E27FC236}">
                <a16:creationId xmlns:a16="http://schemas.microsoft.com/office/drawing/2014/main" id="{38AD9397-BA12-20C2-3467-0109265EB8EE}"/>
              </a:ext>
            </a:extLst>
          </p:cNvPr>
          <p:cNvSpPr/>
          <p:nvPr/>
        </p:nvSpPr>
        <p:spPr>
          <a:xfrm>
            <a:off x="0" y="0"/>
            <a:ext cx="4223716" cy="302698"/>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a:t>To be able to recall the square numbers up to 15 squared</a:t>
            </a:r>
          </a:p>
        </p:txBody>
      </p:sp>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A6FA9233-D427-6566-F6FF-FDC666638A22}"/>
                  </a:ext>
                </a:extLst>
              </p:cNvPr>
              <p:cNvGraphicFramePr>
                <a:graphicFrameLocks noGrp="1"/>
              </p:cNvGraphicFramePr>
              <p:nvPr>
                <p:extLst>
                  <p:ext uri="{D42A27DB-BD31-4B8C-83A1-F6EECF244321}">
                    <p14:modId xmlns:p14="http://schemas.microsoft.com/office/powerpoint/2010/main" val="3569007297"/>
                  </p:ext>
                </p:extLst>
              </p:nvPr>
            </p:nvGraphicFramePr>
            <p:xfrm>
              <a:off x="12357" y="579080"/>
              <a:ext cx="6645016" cy="1737360"/>
            </p:xfrm>
            <a:graphic>
              <a:graphicData uri="http://schemas.openxmlformats.org/drawingml/2006/table">
                <a:tbl>
                  <a:tblPr firstRow="1" bandRow="1">
                    <a:tableStyleId>{5C22544A-7EE6-4342-B048-85BDC9FD1C3A}</a:tableStyleId>
                  </a:tblPr>
                  <a:tblGrid>
                    <a:gridCol w="1653865">
                      <a:extLst>
                        <a:ext uri="{9D8B030D-6E8A-4147-A177-3AD203B41FA5}">
                          <a16:colId xmlns:a16="http://schemas.microsoft.com/office/drawing/2014/main" val="1568142362"/>
                        </a:ext>
                      </a:extLst>
                    </a:gridCol>
                    <a:gridCol w="1663717">
                      <a:extLst>
                        <a:ext uri="{9D8B030D-6E8A-4147-A177-3AD203B41FA5}">
                          <a16:colId xmlns:a16="http://schemas.microsoft.com/office/drawing/2014/main" val="3551711160"/>
                        </a:ext>
                      </a:extLst>
                    </a:gridCol>
                    <a:gridCol w="1663717">
                      <a:extLst>
                        <a:ext uri="{9D8B030D-6E8A-4147-A177-3AD203B41FA5}">
                          <a16:colId xmlns:a16="http://schemas.microsoft.com/office/drawing/2014/main" val="1712497518"/>
                        </a:ext>
                      </a:extLst>
                    </a:gridCol>
                    <a:gridCol w="1663717">
                      <a:extLst>
                        <a:ext uri="{9D8B030D-6E8A-4147-A177-3AD203B41FA5}">
                          <a16:colId xmlns:a16="http://schemas.microsoft.com/office/drawing/2014/main" val="886122921"/>
                        </a:ext>
                      </a:extLst>
                    </a:gridCol>
                  </a:tblGrid>
                  <a:tr h="187295">
                    <a:tc>
                      <a:txBody>
                        <a:bodyPr/>
                        <a:lstStyle/>
                        <a:p>
                          <a:r>
                            <a:rPr lang="en-US" sz="1200" b="1" dirty="0">
                              <a:solidFill>
                                <a:schemeClr val="tx1"/>
                              </a:solidFill>
                            </a:rPr>
                            <a:t>Steps</a:t>
                          </a:r>
                          <a:endParaRPr lang="en-GB" sz="1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Calculate</a:t>
                          </a:r>
                          <a:r>
                            <a:rPr lang="en-GB" sz="1200" b="0" baseline="0" dirty="0">
                              <a:solidFill>
                                <a:schemeClr val="tx1"/>
                              </a:solidFill>
                            </a:rPr>
                            <a:t> </a:t>
                          </a:r>
                          <a14:m>
                            <m:oMath xmlns:m="http://schemas.openxmlformats.org/officeDocument/2006/math">
                              <m:sSup>
                                <m:sSupPr>
                                  <m:ctrlPr>
                                    <a:rPr lang="en-GB" sz="1200" b="0" i="1" smtClean="0">
                                      <a:solidFill>
                                        <a:schemeClr val="tx1"/>
                                      </a:solidFill>
                                      <a:latin typeface="Cambria Math" panose="02040503050406030204" pitchFamily="18" charset="0"/>
                                    </a:rPr>
                                  </m:ctrlPr>
                                </m:sSupPr>
                                <m:e>
                                  <m:r>
                                    <a:rPr lang="en-GB" sz="1200" b="0" i="1" smtClean="0">
                                      <a:solidFill>
                                        <a:schemeClr val="tx1"/>
                                      </a:solidFill>
                                      <a:latin typeface="Cambria Math" panose="02040503050406030204" pitchFamily="18" charset="0"/>
                                    </a:rPr>
                                    <m:t>6</m:t>
                                  </m:r>
                                </m:e>
                                <m:sup>
                                  <m:r>
                                    <a:rPr lang="en-GB" sz="1200" b="0" i="1" smtClean="0">
                                      <a:solidFill>
                                        <a:schemeClr val="tx1"/>
                                      </a:solidFill>
                                      <a:latin typeface="Cambria Math" panose="02040503050406030204" pitchFamily="18" charset="0"/>
                                    </a:rPr>
                                    <m:t>2</m:t>
                                  </m:r>
                                </m:sup>
                              </m:sSup>
                            </m:oMath>
                          </a14:m>
                          <a:endParaRPr lang="en-GB" sz="12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Calculate </a:t>
                          </a:r>
                          <a14:m>
                            <m:oMath xmlns:m="http://schemas.openxmlformats.org/officeDocument/2006/math">
                              <m:sSup>
                                <m:sSupPr>
                                  <m:ctrlPr>
                                    <a:rPr lang="en-GB" sz="1200" b="0" i="1" smtClean="0">
                                      <a:solidFill>
                                        <a:schemeClr val="tx1"/>
                                      </a:solidFill>
                                      <a:latin typeface="Cambria Math" panose="02040503050406030204" pitchFamily="18" charset="0"/>
                                    </a:rPr>
                                  </m:ctrlPr>
                                </m:sSupPr>
                                <m:e>
                                  <m:r>
                                    <a:rPr lang="en-GB" sz="1200" b="0" i="1" smtClean="0">
                                      <a:solidFill>
                                        <a:schemeClr val="tx1"/>
                                      </a:solidFill>
                                      <a:latin typeface="Cambria Math" panose="02040503050406030204" pitchFamily="18" charset="0"/>
                                    </a:rPr>
                                    <m:t>11</m:t>
                                  </m:r>
                                </m:e>
                                <m:sup>
                                  <m:r>
                                    <a:rPr lang="en-GB" sz="1200" b="0" i="1" smtClean="0">
                                      <a:solidFill>
                                        <a:schemeClr val="tx1"/>
                                      </a:solidFill>
                                      <a:latin typeface="Cambria Math" panose="02040503050406030204" pitchFamily="18" charset="0"/>
                                    </a:rPr>
                                    <m:t>2</m:t>
                                  </m:r>
                                </m:sup>
                              </m:sSup>
                            </m:oMath>
                          </a14:m>
                          <a:endParaRPr lang="en-GB" sz="12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Calculate </a:t>
                          </a:r>
                          <a14:m>
                            <m:oMath xmlns:m="http://schemas.openxmlformats.org/officeDocument/2006/math">
                              <m:sSup>
                                <m:sSupPr>
                                  <m:ctrlPr>
                                    <a:rPr lang="en-GB" sz="1200" b="0" i="1" smtClean="0">
                                      <a:solidFill>
                                        <a:schemeClr val="tx1"/>
                                      </a:solidFill>
                                      <a:latin typeface="Cambria Math" panose="02040503050406030204" pitchFamily="18" charset="0"/>
                                    </a:rPr>
                                  </m:ctrlPr>
                                </m:sSupPr>
                                <m:e>
                                  <m:r>
                                    <a:rPr lang="en-GB" sz="1200" b="0" i="1" smtClean="0">
                                      <a:solidFill>
                                        <a:schemeClr val="tx1"/>
                                      </a:solidFill>
                                      <a:latin typeface="Cambria Math" panose="02040503050406030204" pitchFamily="18" charset="0"/>
                                    </a:rPr>
                                    <m:t>7</m:t>
                                  </m:r>
                                </m:e>
                                <m:sup>
                                  <m:r>
                                    <a:rPr lang="en-GB" sz="1200" b="0" i="1" smtClean="0">
                                      <a:solidFill>
                                        <a:schemeClr val="tx1"/>
                                      </a:solidFill>
                                      <a:latin typeface="Cambria Math" panose="02040503050406030204" pitchFamily="18" charset="0"/>
                                    </a:rPr>
                                    <m:t>2</m:t>
                                  </m:r>
                                </m:sup>
                              </m:sSup>
                            </m:oMath>
                          </a14:m>
                          <a:endParaRPr lang="en-GB" sz="12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437023">
                    <a:tc>
                      <a:txBody>
                        <a:bodyPr/>
                        <a:lstStyle/>
                        <a:p>
                          <a:pPr marL="0" indent="0">
                            <a:buNone/>
                          </a:pPr>
                          <a:r>
                            <a:rPr lang="en-US" sz="1200" dirty="0">
                              <a:solidFill>
                                <a:schemeClr val="tx1"/>
                              </a:solidFill>
                            </a:rPr>
                            <a:t>Identify the base. This is the number we are multiplying.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US" sz="1200"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sz="1200"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US" sz="1200"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701808">
                    <a:tc>
                      <a:txBody>
                        <a:bodyPr/>
                        <a:lstStyle/>
                        <a:p>
                          <a:r>
                            <a:rPr lang="en-GB" sz="1200" dirty="0">
                              <a:solidFill>
                                <a:schemeClr val="tx1"/>
                              </a:solidFill>
                            </a:rPr>
                            <a:t>Identify the index. This is how many times we multiply the base number by itself.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0818243"/>
                      </a:ext>
                    </a:extLst>
                  </a:tr>
                </a:tbl>
              </a:graphicData>
            </a:graphic>
          </p:graphicFrame>
        </mc:Choice>
        <mc:Fallback xmlns="">
          <p:graphicFrame>
            <p:nvGraphicFramePr>
              <p:cNvPr id="5" name="Table 4">
                <a:extLst>
                  <a:ext uri="{FF2B5EF4-FFF2-40B4-BE49-F238E27FC236}">
                    <a16:creationId xmlns:a16="http://schemas.microsoft.com/office/drawing/2014/main" id="{A6FA9233-D427-6566-F6FF-FDC666638A22}"/>
                  </a:ext>
                </a:extLst>
              </p:cNvPr>
              <p:cNvGraphicFramePr>
                <a:graphicFrameLocks noGrp="1"/>
              </p:cNvGraphicFramePr>
              <p:nvPr>
                <p:extLst>
                  <p:ext uri="{D42A27DB-BD31-4B8C-83A1-F6EECF244321}">
                    <p14:modId xmlns:p14="http://schemas.microsoft.com/office/powerpoint/2010/main" val="3569007297"/>
                  </p:ext>
                </p:extLst>
              </p:nvPr>
            </p:nvGraphicFramePr>
            <p:xfrm>
              <a:off x="12357" y="579080"/>
              <a:ext cx="6645016" cy="1737360"/>
            </p:xfrm>
            <a:graphic>
              <a:graphicData uri="http://schemas.openxmlformats.org/drawingml/2006/table">
                <a:tbl>
                  <a:tblPr firstRow="1" bandRow="1">
                    <a:tableStyleId>{5C22544A-7EE6-4342-B048-85BDC9FD1C3A}</a:tableStyleId>
                  </a:tblPr>
                  <a:tblGrid>
                    <a:gridCol w="1653865">
                      <a:extLst>
                        <a:ext uri="{9D8B030D-6E8A-4147-A177-3AD203B41FA5}">
                          <a16:colId xmlns:a16="http://schemas.microsoft.com/office/drawing/2014/main" val="1568142362"/>
                        </a:ext>
                      </a:extLst>
                    </a:gridCol>
                    <a:gridCol w="1663717">
                      <a:extLst>
                        <a:ext uri="{9D8B030D-6E8A-4147-A177-3AD203B41FA5}">
                          <a16:colId xmlns:a16="http://schemas.microsoft.com/office/drawing/2014/main" val="3551711160"/>
                        </a:ext>
                      </a:extLst>
                    </a:gridCol>
                    <a:gridCol w="1663717">
                      <a:extLst>
                        <a:ext uri="{9D8B030D-6E8A-4147-A177-3AD203B41FA5}">
                          <a16:colId xmlns:a16="http://schemas.microsoft.com/office/drawing/2014/main" val="1712497518"/>
                        </a:ext>
                      </a:extLst>
                    </a:gridCol>
                    <a:gridCol w="1663717">
                      <a:extLst>
                        <a:ext uri="{9D8B030D-6E8A-4147-A177-3AD203B41FA5}">
                          <a16:colId xmlns:a16="http://schemas.microsoft.com/office/drawing/2014/main" val="886122921"/>
                        </a:ext>
                      </a:extLst>
                    </a:gridCol>
                  </a:tblGrid>
                  <a:tr h="274320">
                    <a:tc>
                      <a:txBody>
                        <a:bodyPr/>
                        <a:lstStyle/>
                        <a:p>
                          <a:r>
                            <a:rPr lang="en-US" sz="1200" b="1" dirty="0">
                              <a:solidFill>
                                <a:schemeClr val="tx1"/>
                              </a:solidFill>
                            </a:rPr>
                            <a:t>Steps</a:t>
                          </a:r>
                          <a:endParaRPr lang="en-GB" sz="1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366" t="-2222" r="-200733" b="-553333"/>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366" t="-2222" r="-100733" b="-553333"/>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00366" t="-2222" r="-733" b="-553333"/>
                          </a:stretch>
                        </a:blipFill>
                      </a:tcPr>
                    </a:tc>
                    <a:extLst>
                      <a:ext uri="{0D108BD9-81ED-4DB2-BD59-A6C34878D82A}">
                        <a16:rowId xmlns:a16="http://schemas.microsoft.com/office/drawing/2014/main" val="2357201933"/>
                      </a:ext>
                    </a:extLst>
                  </a:tr>
                  <a:tr h="640080">
                    <a:tc>
                      <a:txBody>
                        <a:bodyPr/>
                        <a:lstStyle/>
                        <a:p>
                          <a:pPr marL="0" indent="0">
                            <a:buNone/>
                          </a:pPr>
                          <a:r>
                            <a:rPr lang="en-US" sz="1200" dirty="0">
                              <a:solidFill>
                                <a:schemeClr val="tx1"/>
                              </a:solidFill>
                            </a:rPr>
                            <a:t>Identify the base. This is the number we are multiplying.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US" sz="1200"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sz="1200"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US" sz="1200"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822960">
                    <a:tc>
                      <a:txBody>
                        <a:bodyPr/>
                        <a:lstStyle/>
                        <a:p>
                          <a:r>
                            <a:rPr lang="en-GB" sz="1200" dirty="0">
                              <a:solidFill>
                                <a:schemeClr val="tx1"/>
                              </a:solidFill>
                            </a:rPr>
                            <a:t>Identify the index. This is how many times we multiply the base number by itself.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0818243"/>
                      </a:ext>
                    </a:extLst>
                  </a:tr>
                </a:tbl>
              </a:graphicData>
            </a:graphic>
          </p:graphicFrame>
        </mc:Fallback>
      </mc:AlternateContent>
      <p:sp>
        <p:nvSpPr>
          <p:cNvPr id="6" name="TextBox 5">
            <a:extLst>
              <a:ext uri="{FF2B5EF4-FFF2-40B4-BE49-F238E27FC236}">
                <a16:creationId xmlns:a16="http://schemas.microsoft.com/office/drawing/2014/main" id="{A3BC0604-E531-1C56-A0B8-3B7D43C40ED0}"/>
              </a:ext>
            </a:extLst>
          </p:cNvPr>
          <p:cNvSpPr txBox="1"/>
          <p:nvPr/>
        </p:nvSpPr>
        <p:spPr>
          <a:xfrm>
            <a:off x="1824614" y="320598"/>
            <a:ext cx="1410704" cy="276999"/>
          </a:xfrm>
          <a:prstGeom prst="rect">
            <a:avLst/>
          </a:prstGeom>
          <a:noFill/>
          <a:ln>
            <a:noFill/>
          </a:ln>
        </p:spPr>
        <p:txBody>
          <a:bodyPr wrap="square" rtlCol="0">
            <a:spAutoFit/>
          </a:bodyPr>
          <a:lstStyle/>
          <a:p>
            <a:r>
              <a:rPr lang="en-GB" sz="1200" b="1" i="1" dirty="0">
                <a:solidFill>
                  <a:srgbClr val="FF0000"/>
                </a:solidFill>
              </a:rPr>
              <a:t>Example  4 - I do…</a:t>
            </a:r>
          </a:p>
        </p:txBody>
      </p:sp>
      <p:sp>
        <p:nvSpPr>
          <p:cNvPr id="7" name="TextBox 6">
            <a:extLst>
              <a:ext uri="{FF2B5EF4-FFF2-40B4-BE49-F238E27FC236}">
                <a16:creationId xmlns:a16="http://schemas.microsoft.com/office/drawing/2014/main" id="{A2D95228-43E8-7AA3-5DA4-125CA840A8C4}"/>
              </a:ext>
            </a:extLst>
          </p:cNvPr>
          <p:cNvSpPr txBox="1"/>
          <p:nvPr/>
        </p:nvSpPr>
        <p:spPr>
          <a:xfrm>
            <a:off x="3419291" y="313238"/>
            <a:ext cx="1643405" cy="276999"/>
          </a:xfrm>
          <a:prstGeom prst="rect">
            <a:avLst/>
          </a:prstGeom>
          <a:noFill/>
          <a:ln>
            <a:noFill/>
          </a:ln>
        </p:spPr>
        <p:txBody>
          <a:bodyPr wrap="square" rtlCol="0">
            <a:spAutoFit/>
          </a:bodyPr>
          <a:lstStyle/>
          <a:p>
            <a:r>
              <a:rPr lang="en-GB" sz="1200" b="1" i="1" dirty="0">
                <a:solidFill>
                  <a:schemeClr val="accent2"/>
                </a:solidFill>
              </a:rPr>
              <a:t>Example 5 – We do…</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97C5CF60-62A8-EF3D-DCB8-FDE371B03656}"/>
                  </a:ext>
                </a:extLst>
              </p:cNvPr>
              <p:cNvSpPr txBox="1"/>
              <p:nvPr/>
            </p:nvSpPr>
            <p:spPr>
              <a:xfrm>
                <a:off x="185035" y="2898996"/>
                <a:ext cx="497252" cy="276999"/>
              </a:xfrm>
              <a:prstGeom prst="rect">
                <a:avLst/>
              </a:prstGeom>
              <a:noFill/>
            </p:spPr>
            <p:txBody>
              <a:bodyPr wrap="none" rtlCol="0">
                <a:spAutoFit/>
              </a:bodyPr>
              <a:lstStyle/>
              <a:p>
                <a:r>
                  <a:rPr lang="en-US" sz="1200" dirty="0"/>
                  <a:t>a) </a:t>
                </a:r>
                <a14:m>
                  <m:oMath xmlns:m="http://schemas.openxmlformats.org/officeDocument/2006/math">
                    <m:sSup>
                      <m:sSupPr>
                        <m:ctrlPr>
                          <a:rPr lang="en-GB" sz="1200" b="0" i="1" dirty="0" smtClean="0">
                            <a:latin typeface="Cambria Math" panose="02040503050406030204" pitchFamily="18" charset="0"/>
                          </a:rPr>
                        </m:ctrlPr>
                      </m:sSupPr>
                      <m:e>
                        <m:r>
                          <a:rPr lang="en-GB" sz="1200" b="0" i="1" dirty="0" smtClean="0">
                            <a:latin typeface="Cambria Math" panose="02040503050406030204" pitchFamily="18" charset="0"/>
                          </a:rPr>
                          <m:t>5</m:t>
                        </m:r>
                      </m:e>
                      <m:sup>
                        <m:r>
                          <a:rPr lang="en-GB" sz="1200" b="0" i="1" dirty="0" smtClean="0">
                            <a:latin typeface="Cambria Math" panose="02040503050406030204" pitchFamily="18" charset="0"/>
                          </a:rPr>
                          <m:t>2</m:t>
                        </m:r>
                      </m:sup>
                    </m:sSup>
                  </m:oMath>
                </a14:m>
                <a:endParaRPr lang="en-GB" sz="1200" dirty="0"/>
              </a:p>
            </p:txBody>
          </p:sp>
        </mc:Choice>
        <mc:Fallback xmlns="">
          <p:sp>
            <p:nvSpPr>
              <p:cNvPr id="8" name="TextBox 7">
                <a:extLst>
                  <a:ext uri="{FF2B5EF4-FFF2-40B4-BE49-F238E27FC236}">
                    <a16:creationId xmlns:a16="http://schemas.microsoft.com/office/drawing/2014/main" id="{97C5CF60-62A8-EF3D-DCB8-FDE371B03656}"/>
                  </a:ext>
                </a:extLst>
              </p:cNvPr>
              <p:cNvSpPr txBox="1">
                <a:spLocks noRot="1" noChangeAspect="1" noMove="1" noResize="1" noEditPoints="1" noAdjustHandles="1" noChangeArrowheads="1" noChangeShapeType="1" noTextEdit="1"/>
              </p:cNvSpPr>
              <p:nvPr/>
            </p:nvSpPr>
            <p:spPr>
              <a:xfrm>
                <a:off x="185035" y="2898996"/>
                <a:ext cx="497252" cy="276999"/>
              </a:xfrm>
              <a:prstGeom prst="rect">
                <a:avLst/>
              </a:prstGeom>
              <a:blipFill>
                <a:blip r:embed="rId3"/>
                <a:stretch>
                  <a:fillRect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DAF53800-FEBD-7EB2-606A-550F20AE840E}"/>
                  </a:ext>
                </a:extLst>
              </p:cNvPr>
              <p:cNvSpPr txBox="1"/>
              <p:nvPr/>
            </p:nvSpPr>
            <p:spPr>
              <a:xfrm>
                <a:off x="1799117" y="2898996"/>
                <a:ext cx="503664" cy="276999"/>
              </a:xfrm>
              <a:prstGeom prst="rect">
                <a:avLst/>
              </a:prstGeom>
              <a:noFill/>
            </p:spPr>
            <p:txBody>
              <a:bodyPr wrap="none" rtlCol="0">
                <a:spAutoFit/>
              </a:bodyPr>
              <a:lstStyle/>
              <a:p>
                <a:r>
                  <a:rPr lang="en-US" sz="1200" dirty="0"/>
                  <a:t>b) </a:t>
                </a:r>
                <a14:m>
                  <m:oMath xmlns:m="http://schemas.openxmlformats.org/officeDocument/2006/math">
                    <m:sSup>
                      <m:sSupPr>
                        <m:ctrlPr>
                          <a:rPr lang="en-GB" sz="1200" b="0" i="1" smtClean="0">
                            <a:latin typeface="Cambria Math" panose="02040503050406030204" pitchFamily="18" charset="0"/>
                          </a:rPr>
                        </m:ctrlPr>
                      </m:sSupPr>
                      <m:e>
                        <m:r>
                          <a:rPr lang="en-GB" sz="1200" b="0" i="1" smtClean="0">
                            <a:latin typeface="Cambria Math" panose="02040503050406030204" pitchFamily="18" charset="0"/>
                          </a:rPr>
                          <m:t>3</m:t>
                        </m:r>
                      </m:e>
                      <m:sup>
                        <m:r>
                          <a:rPr lang="en-GB" sz="1200" b="0" i="1" smtClean="0">
                            <a:latin typeface="Cambria Math" panose="02040503050406030204" pitchFamily="18" charset="0"/>
                          </a:rPr>
                          <m:t>2</m:t>
                        </m:r>
                      </m:sup>
                    </m:sSup>
                  </m:oMath>
                </a14:m>
                <a:endParaRPr lang="en-GB" sz="1200" dirty="0"/>
              </a:p>
            </p:txBody>
          </p:sp>
        </mc:Choice>
        <mc:Fallback xmlns="">
          <p:sp>
            <p:nvSpPr>
              <p:cNvPr id="11" name="TextBox 10">
                <a:extLst>
                  <a:ext uri="{FF2B5EF4-FFF2-40B4-BE49-F238E27FC236}">
                    <a16:creationId xmlns:a16="http://schemas.microsoft.com/office/drawing/2014/main" id="{DAF53800-FEBD-7EB2-606A-550F20AE840E}"/>
                  </a:ext>
                </a:extLst>
              </p:cNvPr>
              <p:cNvSpPr txBox="1">
                <a:spLocks noRot="1" noChangeAspect="1" noMove="1" noResize="1" noEditPoints="1" noAdjustHandles="1" noChangeArrowheads="1" noChangeShapeType="1" noTextEdit="1"/>
              </p:cNvSpPr>
              <p:nvPr/>
            </p:nvSpPr>
            <p:spPr>
              <a:xfrm>
                <a:off x="1799117" y="2898996"/>
                <a:ext cx="503664" cy="276999"/>
              </a:xfrm>
              <a:prstGeom prst="rect">
                <a:avLst/>
              </a:prstGeom>
              <a:blipFill>
                <a:blip r:embed="rId4"/>
                <a:stretch>
                  <a:fillRect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01F56A79-FA6E-4586-EAC6-10F31D25D3B3}"/>
                  </a:ext>
                </a:extLst>
              </p:cNvPr>
              <p:cNvSpPr txBox="1"/>
              <p:nvPr/>
            </p:nvSpPr>
            <p:spPr>
              <a:xfrm>
                <a:off x="3348998" y="2898996"/>
                <a:ext cx="489236" cy="276999"/>
              </a:xfrm>
              <a:prstGeom prst="rect">
                <a:avLst/>
              </a:prstGeom>
              <a:noFill/>
            </p:spPr>
            <p:txBody>
              <a:bodyPr wrap="none" rtlCol="0">
                <a:spAutoFit/>
              </a:bodyPr>
              <a:lstStyle/>
              <a:p>
                <a:r>
                  <a:rPr lang="en-US" sz="1200" dirty="0"/>
                  <a:t>c) </a:t>
                </a:r>
                <a14:m>
                  <m:oMath xmlns:m="http://schemas.openxmlformats.org/officeDocument/2006/math">
                    <m:sSup>
                      <m:sSupPr>
                        <m:ctrlPr>
                          <a:rPr lang="en-GB" sz="1200" b="0" i="1" smtClean="0">
                            <a:latin typeface="Cambria Math" panose="02040503050406030204" pitchFamily="18" charset="0"/>
                          </a:rPr>
                        </m:ctrlPr>
                      </m:sSupPr>
                      <m:e>
                        <m:r>
                          <a:rPr lang="en-GB" sz="1200" b="0" i="1" smtClean="0">
                            <a:latin typeface="Cambria Math" panose="02040503050406030204" pitchFamily="18" charset="0"/>
                          </a:rPr>
                          <m:t>9</m:t>
                        </m:r>
                      </m:e>
                      <m:sup>
                        <m:r>
                          <a:rPr lang="en-GB" sz="1200" b="0" i="1" smtClean="0">
                            <a:latin typeface="Cambria Math" panose="02040503050406030204" pitchFamily="18" charset="0"/>
                          </a:rPr>
                          <m:t>2</m:t>
                        </m:r>
                      </m:sup>
                    </m:sSup>
                  </m:oMath>
                </a14:m>
                <a:endParaRPr lang="en-GB" sz="1200" dirty="0"/>
              </a:p>
            </p:txBody>
          </p:sp>
        </mc:Choice>
        <mc:Fallback xmlns="">
          <p:sp>
            <p:nvSpPr>
              <p:cNvPr id="12" name="TextBox 11">
                <a:extLst>
                  <a:ext uri="{FF2B5EF4-FFF2-40B4-BE49-F238E27FC236}">
                    <a16:creationId xmlns:a16="http://schemas.microsoft.com/office/drawing/2014/main" id="{01F56A79-FA6E-4586-EAC6-10F31D25D3B3}"/>
                  </a:ext>
                </a:extLst>
              </p:cNvPr>
              <p:cNvSpPr txBox="1">
                <a:spLocks noRot="1" noChangeAspect="1" noMove="1" noResize="1" noEditPoints="1" noAdjustHandles="1" noChangeArrowheads="1" noChangeShapeType="1" noTextEdit="1"/>
              </p:cNvSpPr>
              <p:nvPr/>
            </p:nvSpPr>
            <p:spPr>
              <a:xfrm>
                <a:off x="3348998" y="2898996"/>
                <a:ext cx="489236" cy="276999"/>
              </a:xfrm>
              <a:prstGeom prst="rect">
                <a:avLst/>
              </a:prstGeom>
              <a:blipFill>
                <a:blip r:embed="rId5"/>
                <a:stretch>
                  <a:fillRect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5462957E-DA40-2312-0F05-0D935FC18A5B}"/>
                  </a:ext>
                </a:extLst>
              </p:cNvPr>
              <p:cNvSpPr txBox="1"/>
              <p:nvPr/>
            </p:nvSpPr>
            <p:spPr>
              <a:xfrm>
                <a:off x="4945387" y="2898996"/>
                <a:ext cx="503664" cy="276999"/>
              </a:xfrm>
              <a:prstGeom prst="rect">
                <a:avLst/>
              </a:prstGeom>
              <a:noFill/>
            </p:spPr>
            <p:txBody>
              <a:bodyPr wrap="none" rtlCol="0">
                <a:spAutoFit/>
              </a:bodyPr>
              <a:lstStyle/>
              <a:p>
                <a:r>
                  <a:rPr lang="en-US" sz="1200" dirty="0"/>
                  <a:t>d) </a:t>
                </a:r>
                <a14:m>
                  <m:oMath xmlns:m="http://schemas.openxmlformats.org/officeDocument/2006/math">
                    <m:sSup>
                      <m:sSupPr>
                        <m:ctrlPr>
                          <a:rPr lang="en-GB" sz="1200" b="0" i="1" smtClean="0">
                            <a:latin typeface="Cambria Math" panose="02040503050406030204" pitchFamily="18" charset="0"/>
                          </a:rPr>
                        </m:ctrlPr>
                      </m:sSupPr>
                      <m:e>
                        <m:r>
                          <a:rPr lang="en-GB" sz="1200" b="0" i="1" smtClean="0">
                            <a:latin typeface="Cambria Math" panose="02040503050406030204" pitchFamily="18" charset="0"/>
                          </a:rPr>
                          <m:t>1</m:t>
                        </m:r>
                      </m:e>
                      <m:sup>
                        <m:r>
                          <a:rPr lang="en-GB" sz="1200" b="0" i="1" smtClean="0">
                            <a:latin typeface="Cambria Math" panose="02040503050406030204" pitchFamily="18" charset="0"/>
                          </a:rPr>
                          <m:t>2</m:t>
                        </m:r>
                      </m:sup>
                    </m:sSup>
                  </m:oMath>
                </a14:m>
                <a:endParaRPr lang="en-GB" sz="1200" dirty="0"/>
              </a:p>
            </p:txBody>
          </p:sp>
        </mc:Choice>
        <mc:Fallback xmlns="">
          <p:sp>
            <p:nvSpPr>
              <p:cNvPr id="13" name="TextBox 12">
                <a:extLst>
                  <a:ext uri="{FF2B5EF4-FFF2-40B4-BE49-F238E27FC236}">
                    <a16:creationId xmlns:a16="http://schemas.microsoft.com/office/drawing/2014/main" id="{5462957E-DA40-2312-0F05-0D935FC18A5B}"/>
                  </a:ext>
                </a:extLst>
              </p:cNvPr>
              <p:cNvSpPr txBox="1">
                <a:spLocks noRot="1" noChangeAspect="1" noMove="1" noResize="1" noEditPoints="1" noAdjustHandles="1" noChangeArrowheads="1" noChangeShapeType="1" noTextEdit="1"/>
              </p:cNvSpPr>
              <p:nvPr/>
            </p:nvSpPr>
            <p:spPr>
              <a:xfrm>
                <a:off x="4945387" y="2898996"/>
                <a:ext cx="503664" cy="276999"/>
              </a:xfrm>
              <a:prstGeom prst="rect">
                <a:avLst/>
              </a:prstGeom>
              <a:blipFill>
                <a:blip r:embed="rId6"/>
                <a:stretch>
                  <a:fillRect b="-20000"/>
                </a:stretch>
              </a:blipFill>
            </p:spPr>
            <p:txBody>
              <a:bodyPr/>
              <a:lstStyle/>
              <a:p>
                <a:r>
                  <a:rPr lang="en-US">
                    <a:noFill/>
                  </a:rPr>
                  <a:t> </a:t>
                </a:r>
              </a:p>
            </p:txBody>
          </p:sp>
        </mc:Fallback>
      </mc:AlternateContent>
      <p:sp>
        <p:nvSpPr>
          <p:cNvPr id="24" name="Rectangle 23">
            <a:extLst>
              <a:ext uri="{FF2B5EF4-FFF2-40B4-BE49-F238E27FC236}">
                <a16:creationId xmlns:a16="http://schemas.microsoft.com/office/drawing/2014/main" id="{0EBAB2F1-C817-380B-B729-F2491479629B}"/>
              </a:ext>
            </a:extLst>
          </p:cNvPr>
          <p:cNvSpPr/>
          <p:nvPr/>
        </p:nvSpPr>
        <p:spPr>
          <a:xfrm>
            <a:off x="0" y="2405625"/>
            <a:ext cx="1137954" cy="423598"/>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t>Independent Practice</a:t>
            </a:r>
          </a:p>
        </p:txBody>
      </p:sp>
      <p:sp>
        <p:nvSpPr>
          <p:cNvPr id="25" name="TextBox 24">
            <a:extLst>
              <a:ext uri="{FF2B5EF4-FFF2-40B4-BE49-F238E27FC236}">
                <a16:creationId xmlns:a16="http://schemas.microsoft.com/office/drawing/2014/main" id="{C47D9E4D-6E9B-FC89-A6AA-C3037D07EDEE}"/>
              </a:ext>
            </a:extLst>
          </p:cNvPr>
          <p:cNvSpPr txBox="1"/>
          <p:nvPr/>
        </p:nvSpPr>
        <p:spPr>
          <a:xfrm>
            <a:off x="1111376" y="2592822"/>
            <a:ext cx="4156679" cy="276999"/>
          </a:xfrm>
          <a:prstGeom prst="rect">
            <a:avLst/>
          </a:prstGeom>
          <a:noFill/>
        </p:spPr>
        <p:txBody>
          <a:bodyPr wrap="square" rtlCol="0">
            <a:spAutoFit/>
          </a:bodyPr>
          <a:lstStyle/>
          <a:p>
            <a:r>
              <a:rPr lang="en-GB" sz="1200" dirty="0"/>
              <a:t>2. </a:t>
            </a:r>
            <a:r>
              <a:rPr lang="en-GB" sz="1200" b="1" dirty="0"/>
              <a:t>Without using a calculator</a:t>
            </a:r>
            <a:r>
              <a:rPr lang="en-GB" sz="1200" dirty="0"/>
              <a:t>, calculate the value of:</a:t>
            </a:r>
          </a:p>
        </p:txBody>
      </p:sp>
      <p:sp>
        <p:nvSpPr>
          <p:cNvPr id="19" name="TextBox 18">
            <a:extLst>
              <a:ext uri="{FF2B5EF4-FFF2-40B4-BE49-F238E27FC236}">
                <a16:creationId xmlns:a16="http://schemas.microsoft.com/office/drawing/2014/main" id="{444FB6BA-76A9-039E-1951-897050F001EA}"/>
              </a:ext>
            </a:extLst>
          </p:cNvPr>
          <p:cNvSpPr txBox="1"/>
          <p:nvPr/>
        </p:nvSpPr>
        <p:spPr>
          <a:xfrm>
            <a:off x="5013968" y="304832"/>
            <a:ext cx="1643405" cy="276999"/>
          </a:xfrm>
          <a:prstGeom prst="rect">
            <a:avLst/>
          </a:prstGeom>
          <a:noFill/>
          <a:ln>
            <a:noFill/>
          </a:ln>
        </p:spPr>
        <p:txBody>
          <a:bodyPr wrap="square" rtlCol="0">
            <a:spAutoFit/>
          </a:bodyPr>
          <a:lstStyle/>
          <a:p>
            <a:r>
              <a:rPr lang="en-GB" sz="1200" b="1" i="1" dirty="0">
                <a:solidFill>
                  <a:srgbClr val="00B050"/>
                </a:solidFill>
              </a:rPr>
              <a:t>Example 6 – You do…</a:t>
            </a: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ED0A03B2-6FC9-87C7-14E3-7CADEB8E291B}"/>
                  </a:ext>
                </a:extLst>
              </p:cNvPr>
              <p:cNvSpPr txBox="1"/>
              <p:nvPr/>
            </p:nvSpPr>
            <p:spPr>
              <a:xfrm>
                <a:off x="185035" y="4201970"/>
                <a:ext cx="500458" cy="276999"/>
              </a:xfrm>
              <a:prstGeom prst="rect">
                <a:avLst/>
              </a:prstGeom>
              <a:noFill/>
            </p:spPr>
            <p:txBody>
              <a:bodyPr wrap="none" rtlCol="0">
                <a:spAutoFit/>
              </a:bodyPr>
              <a:lstStyle/>
              <a:p>
                <a:r>
                  <a:rPr lang="en-US" sz="1200"/>
                  <a:t>e) </a:t>
                </a:r>
                <a14:m>
                  <m:oMath xmlns:m="http://schemas.openxmlformats.org/officeDocument/2006/math">
                    <m:sSup>
                      <m:sSupPr>
                        <m:ctrlPr>
                          <a:rPr lang="en-GB" sz="1200" b="0" i="1" dirty="0" smtClean="0">
                            <a:latin typeface="Cambria Math" panose="02040503050406030204" pitchFamily="18" charset="0"/>
                          </a:rPr>
                        </m:ctrlPr>
                      </m:sSupPr>
                      <m:e>
                        <m:r>
                          <a:rPr lang="en-GB" sz="1200" b="0" i="1" dirty="0" smtClean="0">
                            <a:latin typeface="Cambria Math" panose="02040503050406030204" pitchFamily="18" charset="0"/>
                          </a:rPr>
                          <m:t>2</m:t>
                        </m:r>
                      </m:e>
                      <m:sup>
                        <m:r>
                          <a:rPr lang="en-GB" sz="1200" b="0" i="1" dirty="0" smtClean="0">
                            <a:latin typeface="Cambria Math" panose="02040503050406030204" pitchFamily="18" charset="0"/>
                          </a:rPr>
                          <m:t>2</m:t>
                        </m:r>
                      </m:sup>
                    </m:sSup>
                  </m:oMath>
                </a14:m>
                <a:endParaRPr lang="en-GB" sz="1200"/>
              </a:p>
            </p:txBody>
          </p:sp>
        </mc:Choice>
        <mc:Fallback xmlns="">
          <p:sp>
            <p:nvSpPr>
              <p:cNvPr id="20" name="TextBox 19">
                <a:extLst>
                  <a:ext uri="{FF2B5EF4-FFF2-40B4-BE49-F238E27FC236}">
                    <a16:creationId xmlns:a16="http://schemas.microsoft.com/office/drawing/2014/main" id="{ED0A03B2-6FC9-87C7-14E3-7CADEB8E291B}"/>
                  </a:ext>
                </a:extLst>
              </p:cNvPr>
              <p:cNvSpPr txBox="1">
                <a:spLocks noRot="1" noChangeAspect="1" noMove="1" noResize="1" noEditPoints="1" noAdjustHandles="1" noChangeArrowheads="1" noChangeShapeType="1" noTextEdit="1"/>
              </p:cNvSpPr>
              <p:nvPr/>
            </p:nvSpPr>
            <p:spPr>
              <a:xfrm>
                <a:off x="185035" y="4201970"/>
                <a:ext cx="500458" cy="276999"/>
              </a:xfrm>
              <a:prstGeom prst="rect">
                <a:avLst/>
              </a:prstGeom>
              <a:blipFill>
                <a:blip r:embed="rId7"/>
                <a:stretch>
                  <a:fillRect b="-173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4E80EE96-261B-ACED-82BA-7E038B6B3582}"/>
                  </a:ext>
                </a:extLst>
              </p:cNvPr>
              <p:cNvSpPr txBox="1"/>
              <p:nvPr/>
            </p:nvSpPr>
            <p:spPr>
              <a:xfrm>
                <a:off x="1799117" y="4201970"/>
                <a:ext cx="472245" cy="276999"/>
              </a:xfrm>
              <a:prstGeom prst="rect">
                <a:avLst/>
              </a:prstGeom>
              <a:noFill/>
            </p:spPr>
            <p:txBody>
              <a:bodyPr wrap="none" rtlCol="0">
                <a:spAutoFit/>
              </a:bodyPr>
              <a:lstStyle/>
              <a:p>
                <a:r>
                  <a:rPr lang="en-US" sz="1200"/>
                  <a:t>f) </a:t>
                </a:r>
                <a14:m>
                  <m:oMath xmlns:m="http://schemas.openxmlformats.org/officeDocument/2006/math">
                    <m:sSup>
                      <m:sSupPr>
                        <m:ctrlPr>
                          <a:rPr lang="en-GB" sz="1200" b="0" i="1" smtClean="0">
                            <a:latin typeface="Cambria Math" panose="02040503050406030204" pitchFamily="18" charset="0"/>
                          </a:rPr>
                        </m:ctrlPr>
                      </m:sSupPr>
                      <m:e>
                        <m:r>
                          <a:rPr lang="en-GB" sz="1200" b="0" i="1" smtClean="0">
                            <a:latin typeface="Cambria Math" panose="02040503050406030204" pitchFamily="18" charset="0"/>
                          </a:rPr>
                          <m:t>4</m:t>
                        </m:r>
                      </m:e>
                      <m:sup>
                        <m:r>
                          <a:rPr lang="en-GB" sz="1200" b="0" i="1" smtClean="0">
                            <a:latin typeface="Cambria Math" panose="02040503050406030204" pitchFamily="18" charset="0"/>
                          </a:rPr>
                          <m:t>2</m:t>
                        </m:r>
                      </m:sup>
                    </m:sSup>
                  </m:oMath>
                </a14:m>
                <a:endParaRPr lang="en-GB" sz="1200"/>
              </a:p>
            </p:txBody>
          </p:sp>
        </mc:Choice>
        <mc:Fallback xmlns="">
          <p:sp>
            <p:nvSpPr>
              <p:cNvPr id="21" name="TextBox 20">
                <a:extLst>
                  <a:ext uri="{FF2B5EF4-FFF2-40B4-BE49-F238E27FC236}">
                    <a16:creationId xmlns:a16="http://schemas.microsoft.com/office/drawing/2014/main" id="{4E80EE96-261B-ACED-82BA-7E038B6B3582}"/>
                  </a:ext>
                </a:extLst>
              </p:cNvPr>
              <p:cNvSpPr txBox="1">
                <a:spLocks noRot="1" noChangeAspect="1" noMove="1" noResize="1" noEditPoints="1" noAdjustHandles="1" noChangeArrowheads="1" noChangeShapeType="1" noTextEdit="1"/>
              </p:cNvSpPr>
              <p:nvPr/>
            </p:nvSpPr>
            <p:spPr>
              <a:xfrm>
                <a:off x="1799117" y="4201970"/>
                <a:ext cx="472245" cy="276999"/>
              </a:xfrm>
              <a:prstGeom prst="rect">
                <a:avLst/>
              </a:prstGeom>
              <a:blipFill>
                <a:blip r:embed="rId8"/>
                <a:stretch>
                  <a:fillRect b="-173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16BBDA0E-A049-59A0-B972-E5FD6B91BA70}"/>
                  </a:ext>
                </a:extLst>
              </p:cNvPr>
              <p:cNvSpPr txBox="1"/>
              <p:nvPr/>
            </p:nvSpPr>
            <p:spPr>
              <a:xfrm>
                <a:off x="3348998" y="4201970"/>
                <a:ext cx="495649" cy="276999"/>
              </a:xfrm>
              <a:prstGeom prst="rect">
                <a:avLst/>
              </a:prstGeom>
              <a:noFill/>
            </p:spPr>
            <p:txBody>
              <a:bodyPr wrap="none" rtlCol="0">
                <a:spAutoFit/>
              </a:bodyPr>
              <a:lstStyle/>
              <a:p>
                <a:r>
                  <a:rPr lang="en-US" sz="1200"/>
                  <a:t>g) </a:t>
                </a:r>
                <a14:m>
                  <m:oMath xmlns:m="http://schemas.openxmlformats.org/officeDocument/2006/math">
                    <m:sSup>
                      <m:sSupPr>
                        <m:ctrlPr>
                          <a:rPr lang="en-GB" sz="1200" b="0" i="1" smtClean="0">
                            <a:latin typeface="Cambria Math" panose="02040503050406030204" pitchFamily="18" charset="0"/>
                          </a:rPr>
                        </m:ctrlPr>
                      </m:sSupPr>
                      <m:e>
                        <m:r>
                          <a:rPr lang="en-GB" sz="1200" b="0" i="1" smtClean="0">
                            <a:latin typeface="Cambria Math" panose="02040503050406030204" pitchFamily="18" charset="0"/>
                          </a:rPr>
                          <m:t>8</m:t>
                        </m:r>
                      </m:e>
                      <m:sup>
                        <m:r>
                          <a:rPr lang="en-GB" sz="1200" b="0" i="1" smtClean="0">
                            <a:latin typeface="Cambria Math" panose="02040503050406030204" pitchFamily="18" charset="0"/>
                          </a:rPr>
                          <m:t>2</m:t>
                        </m:r>
                      </m:sup>
                    </m:sSup>
                  </m:oMath>
                </a14:m>
                <a:endParaRPr lang="en-GB" sz="1200"/>
              </a:p>
            </p:txBody>
          </p:sp>
        </mc:Choice>
        <mc:Fallback xmlns="">
          <p:sp>
            <p:nvSpPr>
              <p:cNvPr id="22" name="TextBox 21">
                <a:extLst>
                  <a:ext uri="{FF2B5EF4-FFF2-40B4-BE49-F238E27FC236}">
                    <a16:creationId xmlns:a16="http://schemas.microsoft.com/office/drawing/2014/main" id="{16BBDA0E-A049-59A0-B972-E5FD6B91BA70}"/>
                  </a:ext>
                </a:extLst>
              </p:cNvPr>
              <p:cNvSpPr txBox="1">
                <a:spLocks noRot="1" noChangeAspect="1" noMove="1" noResize="1" noEditPoints="1" noAdjustHandles="1" noChangeArrowheads="1" noChangeShapeType="1" noTextEdit="1"/>
              </p:cNvSpPr>
              <p:nvPr/>
            </p:nvSpPr>
            <p:spPr>
              <a:xfrm>
                <a:off x="3348998" y="4201970"/>
                <a:ext cx="495649" cy="276999"/>
              </a:xfrm>
              <a:prstGeom prst="rect">
                <a:avLst/>
              </a:prstGeom>
              <a:blipFill>
                <a:blip r:embed="rId9"/>
                <a:stretch>
                  <a:fillRect b="-173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F048AD54-0331-7AE1-AAA9-3ED8C1DDC02D}"/>
                  </a:ext>
                </a:extLst>
              </p:cNvPr>
              <p:cNvSpPr txBox="1"/>
              <p:nvPr/>
            </p:nvSpPr>
            <p:spPr>
              <a:xfrm>
                <a:off x="4945387" y="4201970"/>
                <a:ext cx="588623" cy="276999"/>
              </a:xfrm>
              <a:prstGeom prst="rect">
                <a:avLst/>
              </a:prstGeom>
              <a:noFill/>
            </p:spPr>
            <p:txBody>
              <a:bodyPr wrap="none" rtlCol="0">
                <a:spAutoFit/>
              </a:bodyPr>
              <a:lstStyle/>
              <a:p>
                <a:r>
                  <a:rPr lang="en-US" sz="1200"/>
                  <a:t>h) </a:t>
                </a:r>
                <a14:m>
                  <m:oMath xmlns:m="http://schemas.openxmlformats.org/officeDocument/2006/math">
                    <m:sSup>
                      <m:sSupPr>
                        <m:ctrlPr>
                          <a:rPr lang="en-GB" sz="1200" b="0" i="1" smtClean="0">
                            <a:latin typeface="Cambria Math" panose="02040503050406030204" pitchFamily="18" charset="0"/>
                          </a:rPr>
                        </m:ctrlPr>
                      </m:sSupPr>
                      <m:e>
                        <m:r>
                          <a:rPr lang="en-GB" sz="1200" b="0" i="1" smtClean="0">
                            <a:latin typeface="Cambria Math" panose="02040503050406030204" pitchFamily="18" charset="0"/>
                          </a:rPr>
                          <m:t>10</m:t>
                        </m:r>
                      </m:e>
                      <m:sup>
                        <m:r>
                          <a:rPr lang="en-GB" sz="1200" b="0" i="1" smtClean="0">
                            <a:latin typeface="Cambria Math" panose="02040503050406030204" pitchFamily="18" charset="0"/>
                          </a:rPr>
                          <m:t>2</m:t>
                        </m:r>
                      </m:sup>
                    </m:sSup>
                  </m:oMath>
                </a14:m>
                <a:endParaRPr lang="en-GB" sz="1200"/>
              </a:p>
            </p:txBody>
          </p:sp>
        </mc:Choice>
        <mc:Fallback xmlns="">
          <p:sp>
            <p:nvSpPr>
              <p:cNvPr id="23" name="TextBox 22">
                <a:extLst>
                  <a:ext uri="{FF2B5EF4-FFF2-40B4-BE49-F238E27FC236}">
                    <a16:creationId xmlns:a16="http://schemas.microsoft.com/office/drawing/2014/main" id="{F048AD54-0331-7AE1-AAA9-3ED8C1DDC02D}"/>
                  </a:ext>
                </a:extLst>
              </p:cNvPr>
              <p:cNvSpPr txBox="1">
                <a:spLocks noRot="1" noChangeAspect="1" noMove="1" noResize="1" noEditPoints="1" noAdjustHandles="1" noChangeArrowheads="1" noChangeShapeType="1" noTextEdit="1"/>
              </p:cNvSpPr>
              <p:nvPr/>
            </p:nvSpPr>
            <p:spPr>
              <a:xfrm>
                <a:off x="4945387" y="4201970"/>
                <a:ext cx="588623" cy="276999"/>
              </a:xfrm>
              <a:prstGeom prst="rect">
                <a:avLst/>
              </a:prstGeom>
              <a:blipFill>
                <a:blip r:embed="rId10"/>
                <a:stretch>
                  <a:fillRect b="-17391"/>
                </a:stretch>
              </a:blipFill>
            </p:spPr>
            <p:txBody>
              <a:bodyPr/>
              <a:lstStyle/>
              <a:p>
                <a:r>
                  <a:rPr lang="en-US">
                    <a:noFill/>
                  </a:rPr>
                  <a:t> </a:t>
                </a:r>
              </a:p>
            </p:txBody>
          </p:sp>
        </mc:Fallback>
      </mc:AlternateContent>
      <p:sp>
        <p:nvSpPr>
          <p:cNvPr id="26" name="Rectangle 25">
            <a:extLst>
              <a:ext uri="{FF2B5EF4-FFF2-40B4-BE49-F238E27FC236}">
                <a16:creationId xmlns:a16="http://schemas.microsoft.com/office/drawing/2014/main" id="{2AD9C723-1240-13FB-625D-41091291D7DF}"/>
              </a:ext>
            </a:extLst>
          </p:cNvPr>
          <p:cNvSpPr/>
          <p:nvPr/>
        </p:nvSpPr>
        <p:spPr>
          <a:xfrm>
            <a:off x="228599" y="3163169"/>
            <a:ext cx="1277244" cy="982376"/>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rgbClr val="FF0000"/>
              </a:solidFill>
            </a:endParaRPr>
          </a:p>
        </p:txBody>
      </p:sp>
      <p:sp>
        <p:nvSpPr>
          <p:cNvPr id="27" name="Rectangle 26">
            <a:extLst>
              <a:ext uri="{FF2B5EF4-FFF2-40B4-BE49-F238E27FC236}">
                <a16:creationId xmlns:a16="http://schemas.microsoft.com/office/drawing/2014/main" id="{9119C387-FC08-E7BF-CC7F-7D253591CAD7}"/>
              </a:ext>
            </a:extLst>
          </p:cNvPr>
          <p:cNvSpPr/>
          <p:nvPr/>
        </p:nvSpPr>
        <p:spPr>
          <a:xfrm>
            <a:off x="1824614" y="3163169"/>
            <a:ext cx="1277244" cy="982376"/>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rgbClr val="FF0000"/>
              </a:solidFill>
            </a:endParaRPr>
          </a:p>
        </p:txBody>
      </p:sp>
      <p:sp>
        <p:nvSpPr>
          <p:cNvPr id="28" name="Rectangle 27">
            <a:extLst>
              <a:ext uri="{FF2B5EF4-FFF2-40B4-BE49-F238E27FC236}">
                <a16:creationId xmlns:a16="http://schemas.microsoft.com/office/drawing/2014/main" id="{9E2442A3-5F1B-EE92-47AD-C5C3D2FAB09F}"/>
              </a:ext>
            </a:extLst>
          </p:cNvPr>
          <p:cNvSpPr/>
          <p:nvPr/>
        </p:nvSpPr>
        <p:spPr>
          <a:xfrm>
            <a:off x="3408581" y="3163169"/>
            <a:ext cx="1277244" cy="982376"/>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rgbClr val="FF0000"/>
              </a:solidFill>
            </a:endParaRPr>
          </a:p>
        </p:txBody>
      </p:sp>
      <p:sp>
        <p:nvSpPr>
          <p:cNvPr id="29" name="Rectangle 28">
            <a:extLst>
              <a:ext uri="{FF2B5EF4-FFF2-40B4-BE49-F238E27FC236}">
                <a16:creationId xmlns:a16="http://schemas.microsoft.com/office/drawing/2014/main" id="{F5E3CBF1-F726-DB0B-A431-DC013001AAC6}"/>
              </a:ext>
            </a:extLst>
          </p:cNvPr>
          <p:cNvSpPr/>
          <p:nvPr/>
        </p:nvSpPr>
        <p:spPr>
          <a:xfrm>
            <a:off x="5034656" y="3163169"/>
            <a:ext cx="1277244" cy="982376"/>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rgbClr val="FF0000"/>
              </a:solidFill>
            </a:endParaRPr>
          </a:p>
        </p:txBody>
      </p:sp>
      <p:sp>
        <p:nvSpPr>
          <p:cNvPr id="30" name="Rectangle 29">
            <a:extLst>
              <a:ext uri="{FF2B5EF4-FFF2-40B4-BE49-F238E27FC236}">
                <a16:creationId xmlns:a16="http://schemas.microsoft.com/office/drawing/2014/main" id="{73794A2B-8046-342E-EB19-60FAF2C53F7F}"/>
              </a:ext>
            </a:extLst>
          </p:cNvPr>
          <p:cNvSpPr/>
          <p:nvPr/>
        </p:nvSpPr>
        <p:spPr>
          <a:xfrm>
            <a:off x="228599" y="4502297"/>
            <a:ext cx="1277244" cy="982376"/>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rgbClr val="FF0000"/>
              </a:solidFill>
            </a:endParaRPr>
          </a:p>
        </p:txBody>
      </p:sp>
      <p:sp>
        <p:nvSpPr>
          <p:cNvPr id="31" name="Rectangle 30">
            <a:extLst>
              <a:ext uri="{FF2B5EF4-FFF2-40B4-BE49-F238E27FC236}">
                <a16:creationId xmlns:a16="http://schemas.microsoft.com/office/drawing/2014/main" id="{00744D1B-D6FC-BDE9-692E-F20ABED8E328}"/>
              </a:ext>
            </a:extLst>
          </p:cNvPr>
          <p:cNvSpPr/>
          <p:nvPr/>
        </p:nvSpPr>
        <p:spPr>
          <a:xfrm>
            <a:off x="1824614" y="4502297"/>
            <a:ext cx="1277244" cy="982376"/>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rgbClr val="FF0000"/>
              </a:solidFill>
            </a:endParaRPr>
          </a:p>
        </p:txBody>
      </p:sp>
      <p:sp>
        <p:nvSpPr>
          <p:cNvPr id="32" name="Rectangle 31">
            <a:extLst>
              <a:ext uri="{FF2B5EF4-FFF2-40B4-BE49-F238E27FC236}">
                <a16:creationId xmlns:a16="http://schemas.microsoft.com/office/drawing/2014/main" id="{8F546FD3-5A2B-7340-11CB-EFF31C4C03D9}"/>
              </a:ext>
            </a:extLst>
          </p:cNvPr>
          <p:cNvSpPr/>
          <p:nvPr/>
        </p:nvSpPr>
        <p:spPr>
          <a:xfrm>
            <a:off x="3408581" y="4502297"/>
            <a:ext cx="1277244" cy="982376"/>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rgbClr val="FF0000"/>
              </a:solidFill>
            </a:endParaRPr>
          </a:p>
        </p:txBody>
      </p:sp>
      <p:sp>
        <p:nvSpPr>
          <p:cNvPr id="33" name="Rectangle 32">
            <a:extLst>
              <a:ext uri="{FF2B5EF4-FFF2-40B4-BE49-F238E27FC236}">
                <a16:creationId xmlns:a16="http://schemas.microsoft.com/office/drawing/2014/main" id="{685CA4BF-1885-7324-5010-7675AF052815}"/>
              </a:ext>
            </a:extLst>
          </p:cNvPr>
          <p:cNvSpPr/>
          <p:nvPr/>
        </p:nvSpPr>
        <p:spPr>
          <a:xfrm>
            <a:off x="5034656" y="4502297"/>
            <a:ext cx="1277244" cy="982376"/>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rgbClr val="FF0000"/>
              </a:solidFill>
            </a:endParaRPr>
          </a:p>
        </p:txBody>
      </p:sp>
      <p:sp>
        <p:nvSpPr>
          <p:cNvPr id="9" name="TextBox 8">
            <a:extLst>
              <a:ext uri="{FF2B5EF4-FFF2-40B4-BE49-F238E27FC236}">
                <a16:creationId xmlns:a16="http://schemas.microsoft.com/office/drawing/2014/main" id="{0FB8C2A5-EBC0-9CDF-D122-08C4B69A782F}"/>
              </a:ext>
            </a:extLst>
          </p:cNvPr>
          <p:cNvSpPr txBox="1"/>
          <p:nvPr/>
        </p:nvSpPr>
        <p:spPr>
          <a:xfrm>
            <a:off x="185035" y="5792623"/>
            <a:ext cx="1457450" cy="276999"/>
          </a:xfrm>
          <a:prstGeom prst="rect">
            <a:avLst/>
          </a:prstGeom>
          <a:noFill/>
        </p:spPr>
        <p:txBody>
          <a:bodyPr wrap="none" rtlCol="0">
            <a:spAutoFit/>
          </a:bodyPr>
          <a:lstStyle/>
          <a:p>
            <a:r>
              <a:rPr lang="en-US" sz="1200" dirty="0" err="1"/>
              <a:t>i</a:t>
            </a:r>
            <a:r>
              <a:rPr lang="en-US" sz="1200" dirty="0"/>
              <a:t>) The square of zero</a:t>
            </a:r>
            <a:endParaRPr lang="en-GB" sz="1200" dirty="0"/>
          </a:p>
        </p:txBody>
      </p:sp>
      <p:sp>
        <p:nvSpPr>
          <p:cNvPr id="14" name="Rectangle 13">
            <a:extLst>
              <a:ext uri="{FF2B5EF4-FFF2-40B4-BE49-F238E27FC236}">
                <a16:creationId xmlns:a16="http://schemas.microsoft.com/office/drawing/2014/main" id="{842F676E-3E27-A77F-3AED-46B2F2BCE860}"/>
              </a:ext>
            </a:extLst>
          </p:cNvPr>
          <p:cNvSpPr/>
          <p:nvPr/>
        </p:nvSpPr>
        <p:spPr>
          <a:xfrm>
            <a:off x="256639" y="6067251"/>
            <a:ext cx="1277244" cy="8280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TextBox 15">
            <a:extLst>
              <a:ext uri="{FF2B5EF4-FFF2-40B4-BE49-F238E27FC236}">
                <a16:creationId xmlns:a16="http://schemas.microsoft.com/office/drawing/2014/main" id="{A7C07CA6-4AE8-B732-24D8-22D302777332}"/>
              </a:ext>
            </a:extLst>
          </p:cNvPr>
          <p:cNvSpPr txBox="1"/>
          <p:nvPr/>
        </p:nvSpPr>
        <p:spPr>
          <a:xfrm>
            <a:off x="1799117" y="5792623"/>
            <a:ext cx="1014573" cy="276999"/>
          </a:xfrm>
          <a:prstGeom prst="rect">
            <a:avLst/>
          </a:prstGeom>
          <a:noFill/>
        </p:spPr>
        <p:txBody>
          <a:bodyPr wrap="none" rtlCol="0">
            <a:spAutoFit/>
          </a:bodyPr>
          <a:lstStyle/>
          <a:p>
            <a:r>
              <a:rPr lang="en-US" sz="1200" dirty="0"/>
              <a:t>j) Six squared</a:t>
            </a:r>
            <a:endParaRPr lang="en-GB" sz="1200" dirty="0"/>
          </a:p>
        </p:txBody>
      </p:sp>
      <p:sp>
        <p:nvSpPr>
          <p:cNvPr id="17" name="TextBox 16">
            <a:extLst>
              <a:ext uri="{FF2B5EF4-FFF2-40B4-BE49-F238E27FC236}">
                <a16:creationId xmlns:a16="http://schemas.microsoft.com/office/drawing/2014/main" id="{1883BACC-9119-9920-8329-CD2C1A77B7B1}"/>
              </a:ext>
            </a:extLst>
          </p:cNvPr>
          <p:cNvSpPr txBox="1"/>
          <p:nvPr/>
        </p:nvSpPr>
        <p:spPr>
          <a:xfrm>
            <a:off x="3348998" y="5792623"/>
            <a:ext cx="1589538" cy="276999"/>
          </a:xfrm>
          <a:prstGeom prst="rect">
            <a:avLst/>
          </a:prstGeom>
          <a:noFill/>
        </p:spPr>
        <p:txBody>
          <a:bodyPr wrap="none" rtlCol="0">
            <a:spAutoFit/>
          </a:bodyPr>
          <a:lstStyle/>
          <a:p>
            <a:r>
              <a:rPr lang="en-US" sz="1200" dirty="0"/>
              <a:t>k)Twelve times twelve</a:t>
            </a:r>
            <a:endParaRPr lang="en-GB" sz="1200" dirty="0"/>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700D0CA0-6171-E036-BF25-644948E26F89}"/>
                  </a:ext>
                </a:extLst>
              </p:cNvPr>
              <p:cNvSpPr txBox="1"/>
              <p:nvPr/>
            </p:nvSpPr>
            <p:spPr>
              <a:xfrm>
                <a:off x="4945387" y="5792623"/>
                <a:ext cx="543739" cy="276999"/>
              </a:xfrm>
              <a:prstGeom prst="rect">
                <a:avLst/>
              </a:prstGeom>
              <a:noFill/>
            </p:spPr>
            <p:txBody>
              <a:bodyPr wrap="none" rtlCol="0">
                <a:spAutoFit/>
              </a:bodyPr>
              <a:lstStyle/>
              <a:p>
                <a:r>
                  <a:rPr lang="en-US" sz="1200" dirty="0"/>
                  <a:t>l) </a:t>
                </a:r>
                <a14:m>
                  <m:oMath xmlns:m="http://schemas.openxmlformats.org/officeDocument/2006/math">
                    <m:sSup>
                      <m:sSupPr>
                        <m:ctrlPr>
                          <a:rPr lang="en-GB" sz="1200" b="0" i="1" smtClean="0">
                            <a:latin typeface="Cambria Math" panose="02040503050406030204" pitchFamily="18" charset="0"/>
                          </a:rPr>
                        </m:ctrlPr>
                      </m:sSupPr>
                      <m:e>
                        <m:r>
                          <a:rPr lang="en-GB" sz="1200" b="0" i="1" smtClean="0">
                            <a:latin typeface="Cambria Math" panose="02040503050406030204" pitchFamily="18" charset="0"/>
                          </a:rPr>
                          <m:t>13</m:t>
                        </m:r>
                      </m:e>
                      <m:sup>
                        <m:r>
                          <a:rPr lang="en-GB" sz="1200" b="0" i="1" smtClean="0">
                            <a:latin typeface="Cambria Math" panose="02040503050406030204" pitchFamily="18" charset="0"/>
                          </a:rPr>
                          <m:t>2</m:t>
                        </m:r>
                      </m:sup>
                    </m:sSup>
                  </m:oMath>
                </a14:m>
                <a:endParaRPr lang="en-GB" sz="1200" dirty="0"/>
              </a:p>
            </p:txBody>
          </p:sp>
        </mc:Choice>
        <mc:Fallback xmlns="">
          <p:sp>
            <p:nvSpPr>
              <p:cNvPr id="34" name="TextBox 33">
                <a:extLst>
                  <a:ext uri="{FF2B5EF4-FFF2-40B4-BE49-F238E27FC236}">
                    <a16:creationId xmlns:a16="http://schemas.microsoft.com/office/drawing/2014/main" id="{700D0CA0-6171-E036-BF25-644948E26F89}"/>
                  </a:ext>
                </a:extLst>
              </p:cNvPr>
              <p:cNvSpPr txBox="1">
                <a:spLocks noRot="1" noChangeAspect="1" noMove="1" noResize="1" noEditPoints="1" noAdjustHandles="1" noChangeArrowheads="1" noChangeShapeType="1" noTextEdit="1"/>
              </p:cNvSpPr>
              <p:nvPr/>
            </p:nvSpPr>
            <p:spPr>
              <a:xfrm>
                <a:off x="4945387" y="5792623"/>
                <a:ext cx="543739" cy="276999"/>
              </a:xfrm>
              <a:prstGeom prst="rect">
                <a:avLst/>
              </a:prstGeom>
              <a:blipFill>
                <a:blip r:embed="rId19"/>
                <a:stretch>
                  <a:fillRect b="-17391"/>
                </a:stretch>
              </a:blipFill>
            </p:spPr>
            <p:txBody>
              <a:bodyPr/>
              <a:lstStyle/>
              <a:p>
                <a:r>
                  <a:rPr lang="en-US">
                    <a:noFill/>
                  </a:rPr>
                  <a:t> </a:t>
                </a:r>
              </a:p>
            </p:txBody>
          </p:sp>
        </mc:Fallback>
      </mc:AlternateContent>
      <p:sp>
        <p:nvSpPr>
          <p:cNvPr id="35" name="Rectangle 34">
            <a:extLst>
              <a:ext uri="{FF2B5EF4-FFF2-40B4-BE49-F238E27FC236}">
                <a16:creationId xmlns:a16="http://schemas.microsoft.com/office/drawing/2014/main" id="{B7501127-F1D0-FBFC-A1B4-A14026F5CFF1}"/>
              </a:ext>
            </a:extLst>
          </p:cNvPr>
          <p:cNvSpPr/>
          <p:nvPr/>
        </p:nvSpPr>
        <p:spPr>
          <a:xfrm>
            <a:off x="1852654" y="6067251"/>
            <a:ext cx="1277244" cy="8280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Rectangle 35">
            <a:extLst>
              <a:ext uri="{FF2B5EF4-FFF2-40B4-BE49-F238E27FC236}">
                <a16:creationId xmlns:a16="http://schemas.microsoft.com/office/drawing/2014/main" id="{852685DD-1A47-2359-11C6-4C2299FCBC23}"/>
              </a:ext>
            </a:extLst>
          </p:cNvPr>
          <p:cNvSpPr/>
          <p:nvPr/>
        </p:nvSpPr>
        <p:spPr>
          <a:xfrm>
            <a:off x="3436621" y="6067251"/>
            <a:ext cx="1277244" cy="8280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Rectangle 36">
            <a:extLst>
              <a:ext uri="{FF2B5EF4-FFF2-40B4-BE49-F238E27FC236}">
                <a16:creationId xmlns:a16="http://schemas.microsoft.com/office/drawing/2014/main" id="{7386FFED-754C-B14C-2FCD-2E50EF82C982}"/>
              </a:ext>
            </a:extLst>
          </p:cNvPr>
          <p:cNvSpPr/>
          <p:nvPr/>
        </p:nvSpPr>
        <p:spPr>
          <a:xfrm>
            <a:off x="5062696" y="6067251"/>
            <a:ext cx="1277244" cy="8280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BF0E7055-F587-17FE-52C7-7B229670BD60}"/>
                  </a:ext>
                </a:extLst>
              </p:cNvPr>
              <p:cNvSpPr txBox="1"/>
              <p:nvPr/>
            </p:nvSpPr>
            <p:spPr>
              <a:xfrm>
                <a:off x="185035" y="6927033"/>
                <a:ext cx="631904" cy="276999"/>
              </a:xfrm>
              <a:prstGeom prst="rect">
                <a:avLst/>
              </a:prstGeom>
              <a:noFill/>
            </p:spPr>
            <p:txBody>
              <a:bodyPr wrap="none" rtlCol="0">
                <a:spAutoFit/>
              </a:bodyPr>
              <a:lstStyle/>
              <a:p>
                <a:r>
                  <a:rPr lang="en-US" sz="1200" dirty="0"/>
                  <a:t>m) </a:t>
                </a:r>
                <a14:m>
                  <m:oMath xmlns:m="http://schemas.openxmlformats.org/officeDocument/2006/math">
                    <m:sSup>
                      <m:sSupPr>
                        <m:ctrlPr>
                          <a:rPr lang="en-GB" sz="1200" b="0" i="1" dirty="0" smtClean="0">
                            <a:latin typeface="Cambria Math" panose="02040503050406030204" pitchFamily="18" charset="0"/>
                          </a:rPr>
                        </m:ctrlPr>
                      </m:sSupPr>
                      <m:e>
                        <m:r>
                          <a:rPr lang="en-GB" sz="1200" b="0" i="1" dirty="0" smtClean="0">
                            <a:latin typeface="Cambria Math" panose="02040503050406030204" pitchFamily="18" charset="0"/>
                          </a:rPr>
                          <m:t>14</m:t>
                        </m:r>
                      </m:e>
                      <m:sup>
                        <m:r>
                          <a:rPr lang="en-GB" sz="1200" b="0" i="1" dirty="0" smtClean="0">
                            <a:latin typeface="Cambria Math" panose="02040503050406030204" pitchFamily="18" charset="0"/>
                          </a:rPr>
                          <m:t>2</m:t>
                        </m:r>
                      </m:sup>
                    </m:sSup>
                  </m:oMath>
                </a14:m>
                <a:endParaRPr lang="en-GB" sz="1200" dirty="0"/>
              </a:p>
            </p:txBody>
          </p:sp>
        </mc:Choice>
        <mc:Fallback xmlns="">
          <p:sp>
            <p:nvSpPr>
              <p:cNvPr id="38" name="TextBox 37">
                <a:extLst>
                  <a:ext uri="{FF2B5EF4-FFF2-40B4-BE49-F238E27FC236}">
                    <a16:creationId xmlns:a16="http://schemas.microsoft.com/office/drawing/2014/main" id="{BF0E7055-F587-17FE-52C7-7B229670BD60}"/>
                  </a:ext>
                </a:extLst>
              </p:cNvPr>
              <p:cNvSpPr txBox="1">
                <a:spLocks noRot="1" noChangeAspect="1" noMove="1" noResize="1" noEditPoints="1" noAdjustHandles="1" noChangeArrowheads="1" noChangeShapeType="1" noTextEdit="1"/>
              </p:cNvSpPr>
              <p:nvPr/>
            </p:nvSpPr>
            <p:spPr>
              <a:xfrm>
                <a:off x="185035" y="6927033"/>
                <a:ext cx="631904" cy="276999"/>
              </a:xfrm>
              <a:prstGeom prst="rect">
                <a:avLst/>
              </a:prstGeom>
              <a:blipFill>
                <a:blip r:embed="rId20"/>
                <a:stretch>
                  <a:fillRect b="-17391"/>
                </a:stretch>
              </a:blipFill>
            </p:spPr>
            <p:txBody>
              <a:bodyPr/>
              <a:lstStyle/>
              <a:p>
                <a:r>
                  <a:rPr lang="en-US">
                    <a:noFill/>
                  </a:rPr>
                  <a:t> </a:t>
                </a:r>
              </a:p>
            </p:txBody>
          </p:sp>
        </mc:Fallback>
      </mc:AlternateContent>
      <p:sp>
        <p:nvSpPr>
          <p:cNvPr id="39" name="Rectangle 38">
            <a:extLst>
              <a:ext uri="{FF2B5EF4-FFF2-40B4-BE49-F238E27FC236}">
                <a16:creationId xmlns:a16="http://schemas.microsoft.com/office/drawing/2014/main" id="{A9FA40E0-5010-944D-9C9D-20C302A62F25}"/>
              </a:ext>
            </a:extLst>
          </p:cNvPr>
          <p:cNvSpPr/>
          <p:nvPr/>
        </p:nvSpPr>
        <p:spPr>
          <a:xfrm>
            <a:off x="256639" y="7201661"/>
            <a:ext cx="1277244" cy="8280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10487AAB-071C-83F1-2166-7FB4FCEB4F82}"/>
                  </a:ext>
                </a:extLst>
              </p:cNvPr>
              <p:cNvSpPr txBox="1"/>
              <p:nvPr/>
            </p:nvSpPr>
            <p:spPr>
              <a:xfrm>
                <a:off x="1799117" y="6927033"/>
                <a:ext cx="588623" cy="276999"/>
              </a:xfrm>
              <a:prstGeom prst="rect">
                <a:avLst/>
              </a:prstGeom>
              <a:noFill/>
            </p:spPr>
            <p:txBody>
              <a:bodyPr wrap="none" rtlCol="0">
                <a:spAutoFit/>
              </a:bodyPr>
              <a:lstStyle/>
              <a:p>
                <a:r>
                  <a:rPr lang="en-US" sz="1200" dirty="0"/>
                  <a:t>n) </a:t>
                </a:r>
                <a14:m>
                  <m:oMath xmlns:m="http://schemas.openxmlformats.org/officeDocument/2006/math">
                    <m:sSup>
                      <m:sSupPr>
                        <m:ctrlPr>
                          <a:rPr lang="en-GB" sz="1200" b="0" i="1" smtClean="0">
                            <a:latin typeface="Cambria Math" panose="02040503050406030204" pitchFamily="18" charset="0"/>
                          </a:rPr>
                        </m:ctrlPr>
                      </m:sSupPr>
                      <m:e>
                        <m:r>
                          <a:rPr lang="en-GB" sz="1200" b="0" i="1" smtClean="0">
                            <a:latin typeface="Cambria Math" panose="02040503050406030204" pitchFamily="18" charset="0"/>
                          </a:rPr>
                          <m:t>15</m:t>
                        </m:r>
                      </m:e>
                      <m:sup>
                        <m:r>
                          <a:rPr lang="en-GB" sz="1200" b="0" i="1" smtClean="0">
                            <a:latin typeface="Cambria Math" panose="02040503050406030204" pitchFamily="18" charset="0"/>
                          </a:rPr>
                          <m:t>2</m:t>
                        </m:r>
                      </m:sup>
                    </m:sSup>
                  </m:oMath>
                </a14:m>
                <a:endParaRPr lang="en-GB" sz="1200" dirty="0"/>
              </a:p>
            </p:txBody>
          </p:sp>
        </mc:Choice>
        <mc:Fallback xmlns="">
          <p:sp>
            <p:nvSpPr>
              <p:cNvPr id="40" name="TextBox 39">
                <a:extLst>
                  <a:ext uri="{FF2B5EF4-FFF2-40B4-BE49-F238E27FC236}">
                    <a16:creationId xmlns:a16="http://schemas.microsoft.com/office/drawing/2014/main" id="{10487AAB-071C-83F1-2166-7FB4FCEB4F82}"/>
                  </a:ext>
                </a:extLst>
              </p:cNvPr>
              <p:cNvSpPr txBox="1">
                <a:spLocks noRot="1" noChangeAspect="1" noMove="1" noResize="1" noEditPoints="1" noAdjustHandles="1" noChangeArrowheads="1" noChangeShapeType="1" noTextEdit="1"/>
              </p:cNvSpPr>
              <p:nvPr/>
            </p:nvSpPr>
            <p:spPr>
              <a:xfrm>
                <a:off x="1799117" y="6927033"/>
                <a:ext cx="588623" cy="276999"/>
              </a:xfrm>
              <a:prstGeom prst="rect">
                <a:avLst/>
              </a:prstGeom>
              <a:blipFill>
                <a:blip r:embed="rId21"/>
                <a:stretch>
                  <a:fillRect b="-17391"/>
                </a:stretch>
              </a:blipFill>
            </p:spPr>
            <p:txBody>
              <a:bodyPr/>
              <a:lstStyle/>
              <a:p>
                <a:r>
                  <a:rPr lang="en-US">
                    <a:noFill/>
                  </a:rPr>
                  <a:t> </a:t>
                </a:r>
              </a:p>
            </p:txBody>
          </p:sp>
        </mc:Fallback>
      </mc:AlternateContent>
      <p:sp>
        <p:nvSpPr>
          <p:cNvPr id="41" name="TextBox 40">
            <a:extLst>
              <a:ext uri="{FF2B5EF4-FFF2-40B4-BE49-F238E27FC236}">
                <a16:creationId xmlns:a16="http://schemas.microsoft.com/office/drawing/2014/main" id="{8D7526D1-91B6-36DE-1635-AB765138BA65}"/>
              </a:ext>
            </a:extLst>
          </p:cNvPr>
          <p:cNvSpPr txBox="1"/>
          <p:nvPr/>
        </p:nvSpPr>
        <p:spPr>
          <a:xfrm>
            <a:off x="3348998" y="6927033"/>
            <a:ext cx="1043427" cy="276999"/>
          </a:xfrm>
          <a:prstGeom prst="rect">
            <a:avLst/>
          </a:prstGeom>
          <a:noFill/>
        </p:spPr>
        <p:txBody>
          <a:bodyPr wrap="none" rtlCol="0">
            <a:spAutoFit/>
          </a:bodyPr>
          <a:lstStyle/>
          <a:p>
            <a:r>
              <a:rPr lang="en-US" sz="1200" dirty="0"/>
              <a:t>o) 10 squared</a:t>
            </a:r>
            <a:endParaRPr lang="en-GB" sz="1200" dirty="0"/>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88727E40-DFE6-C519-A723-33656B254593}"/>
                  </a:ext>
                </a:extLst>
              </p:cNvPr>
              <p:cNvSpPr txBox="1"/>
              <p:nvPr/>
            </p:nvSpPr>
            <p:spPr>
              <a:xfrm>
                <a:off x="4945387" y="8061443"/>
                <a:ext cx="588623" cy="276999"/>
              </a:xfrm>
              <a:prstGeom prst="rect">
                <a:avLst/>
              </a:prstGeom>
              <a:noFill/>
            </p:spPr>
            <p:txBody>
              <a:bodyPr wrap="none" rtlCol="0">
                <a:spAutoFit/>
              </a:bodyPr>
              <a:lstStyle/>
              <a:p>
                <a:r>
                  <a:rPr lang="en-US" sz="1200" dirty="0"/>
                  <a:t>p) </a:t>
                </a:r>
                <a14:m>
                  <m:oMath xmlns:m="http://schemas.openxmlformats.org/officeDocument/2006/math">
                    <m:sSup>
                      <m:sSupPr>
                        <m:ctrlPr>
                          <a:rPr lang="en-GB" sz="1200" b="0" i="1" smtClean="0">
                            <a:latin typeface="Cambria Math" panose="02040503050406030204" pitchFamily="18" charset="0"/>
                          </a:rPr>
                        </m:ctrlPr>
                      </m:sSupPr>
                      <m:e>
                        <m:r>
                          <a:rPr lang="en-GB" sz="1200" b="0" i="1" smtClean="0">
                            <a:latin typeface="Cambria Math" panose="02040503050406030204" pitchFamily="18" charset="0"/>
                          </a:rPr>
                          <m:t>20</m:t>
                        </m:r>
                      </m:e>
                      <m:sup>
                        <m:r>
                          <a:rPr lang="en-GB" sz="1200" b="0" i="1" smtClean="0">
                            <a:latin typeface="Cambria Math" panose="02040503050406030204" pitchFamily="18" charset="0"/>
                          </a:rPr>
                          <m:t>2</m:t>
                        </m:r>
                      </m:sup>
                    </m:sSup>
                  </m:oMath>
                </a14:m>
                <a:endParaRPr lang="en-GB" sz="1200" dirty="0"/>
              </a:p>
            </p:txBody>
          </p:sp>
        </mc:Choice>
        <mc:Fallback xmlns="">
          <p:sp>
            <p:nvSpPr>
              <p:cNvPr id="42" name="TextBox 41">
                <a:extLst>
                  <a:ext uri="{FF2B5EF4-FFF2-40B4-BE49-F238E27FC236}">
                    <a16:creationId xmlns:a16="http://schemas.microsoft.com/office/drawing/2014/main" id="{88727E40-DFE6-C519-A723-33656B254593}"/>
                  </a:ext>
                </a:extLst>
              </p:cNvPr>
              <p:cNvSpPr txBox="1">
                <a:spLocks noRot="1" noChangeAspect="1" noMove="1" noResize="1" noEditPoints="1" noAdjustHandles="1" noChangeArrowheads="1" noChangeShapeType="1" noTextEdit="1"/>
              </p:cNvSpPr>
              <p:nvPr/>
            </p:nvSpPr>
            <p:spPr>
              <a:xfrm>
                <a:off x="4945387" y="8061443"/>
                <a:ext cx="588623" cy="276999"/>
              </a:xfrm>
              <a:prstGeom prst="rect">
                <a:avLst/>
              </a:prstGeom>
              <a:blipFill>
                <a:blip r:embed="rId22"/>
                <a:stretch>
                  <a:fillRect b="-17391"/>
                </a:stretch>
              </a:blipFill>
            </p:spPr>
            <p:txBody>
              <a:bodyPr/>
              <a:lstStyle/>
              <a:p>
                <a:r>
                  <a:rPr lang="en-US">
                    <a:noFill/>
                  </a:rPr>
                  <a:t> </a:t>
                </a:r>
              </a:p>
            </p:txBody>
          </p:sp>
        </mc:Fallback>
      </mc:AlternateContent>
      <p:sp>
        <p:nvSpPr>
          <p:cNvPr id="43" name="Rectangle 42">
            <a:extLst>
              <a:ext uri="{FF2B5EF4-FFF2-40B4-BE49-F238E27FC236}">
                <a16:creationId xmlns:a16="http://schemas.microsoft.com/office/drawing/2014/main" id="{4D5CE53B-176A-8776-B295-A7F636BC5364}"/>
              </a:ext>
            </a:extLst>
          </p:cNvPr>
          <p:cNvSpPr/>
          <p:nvPr/>
        </p:nvSpPr>
        <p:spPr>
          <a:xfrm>
            <a:off x="1852654" y="7201661"/>
            <a:ext cx="1277244" cy="8280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Rectangle 43">
            <a:extLst>
              <a:ext uri="{FF2B5EF4-FFF2-40B4-BE49-F238E27FC236}">
                <a16:creationId xmlns:a16="http://schemas.microsoft.com/office/drawing/2014/main" id="{E37C0399-D3A7-1EE3-DBFC-FA5DFEE50197}"/>
              </a:ext>
            </a:extLst>
          </p:cNvPr>
          <p:cNvSpPr/>
          <p:nvPr/>
        </p:nvSpPr>
        <p:spPr>
          <a:xfrm>
            <a:off x="3436621" y="7201661"/>
            <a:ext cx="1277244" cy="8280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Rectangle 44">
            <a:extLst>
              <a:ext uri="{FF2B5EF4-FFF2-40B4-BE49-F238E27FC236}">
                <a16:creationId xmlns:a16="http://schemas.microsoft.com/office/drawing/2014/main" id="{DC1BB524-3883-0CB8-E867-8E97F332B10C}"/>
              </a:ext>
            </a:extLst>
          </p:cNvPr>
          <p:cNvSpPr/>
          <p:nvPr/>
        </p:nvSpPr>
        <p:spPr>
          <a:xfrm>
            <a:off x="5062696" y="8336071"/>
            <a:ext cx="1277244" cy="8280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D5B7E878-CD1C-CB5D-0B5B-F4B17D3371A4}"/>
                  </a:ext>
                </a:extLst>
              </p:cNvPr>
              <p:cNvSpPr txBox="1"/>
              <p:nvPr/>
            </p:nvSpPr>
            <p:spPr>
              <a:xfrm>
                <a:off x="5063985" y="6918355"/>
                <a:ext cx="1003223" cy="276999"/>
              </a:xfrm>
              <a:prstGeom prst="rect">
                <a:avLst/>
              </a:prstGeom>
              <a:noFill/>
            </p:spPr>
            <p:txBody>
              <a:bodyPr wrap="none" rtlCol="0">
                <a:spAutoFit/>
              </a:bodyPr>
              <a:lstStyle/>
              <a:p>
                <a:r>
                  <a:rPr lang="en-US" sz="1200" dirty="0"/>
                  <a:t>y) </a:t>
                </a:r>
                <a14:m>
                  <m:oMath xmlns:m="http://schemas.openxmlformats.org/officeDocument/2006/math">
                    <m:sSup>
                      <m:sSupPr>
                        <m:ctrlPr>
                          <a:rPr lang="en-GB" sz="1200" b="0" i="1" dirty="0" smtClean="0">
                            <a:latin typeface="Cambria Math" panose="02040503050406030204" pitchFamily="18" charset="0"/>
                          </a:rPr>
                        </m:ctrlPr>
                      </m:sSupPr>
                      <m:e>
                        <m:r>
                          <a:rPr lang="en-GB" sz="1200" b="0" i="1" dirty="0" smtClean="0">
                            <a:latin typeface="Cambria Math" panose="02040503050406030204" pitchFamily="18" charset="0"/>
                          </a:rPr>
                          <m:t>10</m:t>
                        </m:r>
                      </m:e>
                      <m:sup>
                        <m:r>
                          <a:rPr lang="en-GB" sz="1200" b="0" i="1" dirty="0" smtClean="0">
                            <a:latin typeface="Cambria Math" panose="02040503050406030204" pitchFamily="18" charset="0"/>
                          </a:rPr>
                          <m:t>2</m:t>
                        </m:r>
                      </m:sup>
                    </m:sSup>
                    <m:r>
                      <a:rPr lang="en-GB" sz="1200" b="0" i="1" dirty="0" smtClean="0">
                        <a:latin typeface="Cambria Math" panose="02040503050406030204" pitchFamily="18" charset="0"/>
                      </a:rPr>
                      <m:t>+</m:t>
                    </m:r>
                    <m:sSup>
                      <m:sSupPr>
                        <m:ctrlPr>
                          <a:rPr lang="en-GB" sz="1200" b="0" i="1" dirty="0" smtClean="0">
                            <a:latin typeface="Cambria Math" panose="02040503050406030204" pitchFamily="18" charset="0"/>
                          </a:rPr>
                        </m:ctrlPr>
                      </m:sSupPr>
                      <m:e>
                        <m:r>
                          <a:rPr lang="en-GB" sz="1200" b="0" i="1" dirty="0" smtClean="0">
                            <a:latin typeface="Cambria Math" panose="02040503050406030204" pitchFamily="18" charset="0"/>
                          </a:rPr>
                          <m:t>13</m:t>
                        </m:r>
                      </m:e>
                      <m:sup>
                        <m:r>
                          <a:rPr lang="en-GB" sz="1200" b="0" i="1" dirty="0" smtClean="0">
                            <a:latin typeface="Cambria Math" panose="02040503050406030204" pitchFamily="18" charset="0"/>
                          </a:rPr>
                          <m:t>2</m:t>
                        </m:r>
                      </m:sup>
                    </m:sSup>
                  </m:oMath>
                </a14:m>
                <a:endParaRPr lang="en-GB" sz="1200" dirty="0"/>
              </a:p>
            </p:txBody>
          </p:sp>
        </mc:Choice>
        <mc:Fallback xmlns="">
          <p:sp>
            <p:nvSpPr>
              <p:cNvPr id="46" name="TextBox 45">
                <a:extLst>
                  <a:ext uri="{FF2B5EF4-FFF2-40B4-BE49-F238E27FC236}">
                    <a16:creationId xmlns:a16="http://schemas.microsoft.com/office/drawing/2014/main" id="{D5B7E878-CD1C-CB5D-0B5B-F4B17D3371A4}"/>
                  </a:ext>
                </a:extLst>
              </p:cNvPr>
              <p:cNvSpPr txBox="1">
                <a:spLocks noRot="1" noChangeAspect="1" noMove="1" noResize="1" noEditPoints="1" noAdjustHandles="1" noChangeArrowheads="1" noChangeShapeType="1" noTextEdit="1"/>
              </p:cNvSpPr>
              <p:nvPr/>
            </p:nvSpPr>
            <p:spPr>
              <a:xfrm>
                <a:off x="5063985" y="6918355"/>
                <a:ext cx="1003223" cy="276999"/>
              </a:xfrm>
              <a:prstGeom prst="rect">
                <a:avLst/>
              </a:prstGeom>
              <a:blipFill>
                <a:blip r:embed="rId23"/>
                <a:stretch>
                  <a:fillRect l="-610"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472F46E8-D213-A75A-BACF-F8D5765C1BEC}"/>
                  </a:ext>
                </a:extLst>
              </p:cNvPr>
              <p:cNvSpPr txBox="1"/>
              <p:nvPr/>
            </p:nvSpPr>
            <p:spPr>
              <a:xfrm>
                <a:off x="283006" y="8059072"/>
                <a:ext cx="910249" cy="276999"/>
              </a:xfrm>
              <a:prstGeom prst="rect">
                <a:avLst/>
              </a:prstGeom>
              <a:noFill/>
            </p:spPr>
            <p:txBody>
              <a:bodyPr wrap="none" rtlCol="0">
                <a:spAutoFit/>
              </a:bodyPr>
              <a:lstStyle/>
              <a:p>
                <a:r>
                  <a:rPr lang="en-US" sz="1200" dirty="0"/>
                  <a:t>z) </a:t>
                </a:r>
                <a14:m>
                  <m:oMath xmlns:m="http://schemas.openxmlformats.org/officeDocument/2006/math">
                    <m:sSup>
                      <m:sSupPr>
                        <m:ctrlPr>
                          <a:rPr lang="en-GB" sz="1200" b="0" i="1" smtClean="0">
                            <a:latin typeface="Cambria Math" panose="02040503050406030204" pitchFamily="18" charset="0"/>
                          </a:rPr>
                        </m:ctrlPr>
                      </m:sSupPr>
                      <m:e>
                        <m:r>
                          <a:rPr lang="en-GB" sz="1200" b="0" i="1" smtClean="0">
                            <a:latin typeface="Cambria Math" panose="02040503050406030204" pitchFamily="18" charset="0"/>
                          </a:rPr>
                          <m:t>11</m:t>
                        </m:r>
                      </m:e>
                      <m:sup>
                        <m:r>
                          <a:rPr lang="en-GB" sz="1200" b="0" i="1" smtClean="0">
                            <a:latin typeface="Cambria Math" panose="02040503050406030204" pitchFamily="18" charset="0"/>
                          </a:rPr>
                          <m:t>2</m:t>
                        </m:r>
                      </m:sup>
                    </m:sSup>
                    <m:r>
                      <a:rPr lang="en-GB" sz="1200" b="0" i="1" smtClean="0">
                        <a:latin typeface="Cambria Math" panose="02040503050406030204" pitchFamily="18" charset="0"/>
                      </a:rPr>
                      <m:t>+</m:t>
                    </m:r>
                    <m:sSup>
                      <m:sSupPr>
                        <m:ctrlPr>
                          <a:rPr lang="en-GB" sz="1200" b="0" i="1" smtClean="0">
                            <a:latin typeface="Cambria Math" panose="02040503050406030204" pitchFamily="18" charset="0"/>
                          </a:rPr>
                        </m:ctrlPr>
                      </m:sSupPr>
                      <m:e>
                        <m:r>
                          <a:rPr lang="en-GB" sz="1200" b="0" i="1" smtClean="0">
                            <a:latin typeface="Cambria Math" panose="02040503050406030204" pitchFamily="18" charset="0"/>
                          </a:rPr>
                          <m:t>8</m:t>
                        </m:r>
                      </m:e>
                      <m:sup>
                        <m:r>
                          <a:rPr lang="en-GB" sz="1200" b="0" i="1" smtClean="0">
                            <a:latin typeface="Cambria Math" panose="02040503050406030204" pitchFamily="18" charset="0"/>
                          </a:rPr>
                          <m:t>2</m:t>
                        </m:r>
                      </m:sup>
                    </m:sSup>
                  </m:oMath>
                </a14:m>
                <a:endParaRPr lang="en-GB" sz="1200" dirty="0"/>
              </a:p>
            </p:txBody>
          </p:sp>
        </mc:Choice>
        <mc:Fallback xmlns="">
          <p:sp>
            <p:nvSpPr>
              <p:cNvPr id="47" name="TextBox 46">
                <a:extLst>
                  <a:ext uri="{FF2B5EF4-FFF2-40B4-BE49-F238E27FC236}">
                    <a16:creationId xmlns:a16="http://schemas.microsoft.com/office/drawing/2014/main" id="{472F46E8-D213-A75A-BACF-F8D5765C1BEC}"/>
                  </a:ext>
                </a:extLst>
              </p:cNvPr>
              <p:cNvSpPr txBox="1">
                <a:spLocks noRot="1" noChangeAspect="1" noMove="1" noResize="1" noEditPoints="1" noAdjustHandles="1" noChangeArrowheads="1" noChangeShapeType="1" noTextEdit="1"/>
              </p:cNvSpPr>
              <p:nvPr/>
            </p:nvSpPr>
            <p:spPr>
              <a:xfrm>
                <a:off x="283006" y="8059072"/>
                <a:ext cx="910249" cy="276999"/>
              </a:xfrm>
              <a:prstGeom prst="rect">
                <a:avLst/>
              </a:prstGeom>
              <a:blipFill>
                <a:blip r:embed="rId24"/>
                <a:stretch>
                  <a:fillRect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E52DB114-59BE-EEC3-888B-D7ED8EB45ADA}"/>
                  </a:ext>
                </a:extLst>
              </p:cNvPr>
              <p:cNvSpPr txBox="1"/>
              <p:nvPr/>
            </p:nvSpPr>
            <p:spPr>
              <a:xfrm>
                <a:off x="1832887" y="8059072"/>
                <a:ext cx="1065741" cy="276999"/>
              </a:xfrm>
              <a:prstGeom prst="rect">
                <a:avLst/>
              </a:prstGeom>
              <a:noFill/>
            </p:spPr>
            <p:txBody>
              <a:bodyPr wrap="none" rtlCol="0">
                <a:spAutoFit/>
              </a:bodyPr>
              <a:lstStyle/>
              <a:p>
                <a:r>
                  <a:rPr lang="en-US" sz="1200" dirty="0"/>
                  <a:t>aa) </a:t>
                </a:r>
                <a14:m>
                  <m:oMath xmlns:m="http://schemas.openxmlformats.org/officeDocument/2006/math">
                    <m:sSup>
                      <m:sSupPr>
                        <m:ctrlPr>
                          <a:rPr lang="en-GB" sz="1200" b="0" i="1" smtClean="0">
                            <a:latin typeface="Cambria Math" panose="02040503050406030204" pitchFamily="18" charset="0"/>
                          </a:rPr>
                        </m:ctrlPr>
                      </m:sSupPr>
                      <m:e>
                        <m:r>
                          <a:rPr lang="en-GB" sz="1200" b="0" i="1" smtClean="0">
                            <a:latin typeface="Cambria Math" panose="02040503050406030204" pitchFamily="18" charset="0"/>
                          </a:rPr>
                          <m:t>12</m:t>
                        </m:r>
                      </m:e>
                      <m:sup>
                        <m:r>
                          <a:rPr lang="en-GB" sz="1200" b="0" i="1" smtClean="0">
                            <a:latin typeface="Cambria Math" panose="02040503050406030204" pitchFamily="18" charset="0"/>
                          </a:rPr>
                          <m:t>2</m:t>
                        </m:r>
                      </m:sup>
                    </m:sSup>
                    <m:r>
                      <a:rPr lang="en-GB" sz="1200" b="0" i="1" smtClean="0">
                        <a:latin typeface="Cambria Math" panose="02040503050406030204" pitchFamily="18" charset="0"/>
                      </a:rPr>
                      <m:t> −</m:t>
                    </m:r>
                    <m:sSup>
                      <m:sSupPr>
                        <m:ctrlPr>
                          <a:rPr lang="en-GB" sz="1200" b="0" i="1" smtClean="0">
                            <a:latin typeface="Cambria Math" panose="02040503050406030204" pitchFamily="18" charset="0"/>
                          </a:rPr>
                        </m:ctrlPr>
                      </m:sSupPr>
                      <m:e>
                        <m:r>
                          <a:rPr lang="en-GB" sz="1200" b="0" i="1" smtClean="0">
                            <a:latin typeface="Cambria Math" panose="02040503050406030204" pitchFamily="18" charset="0"/>
                          </a:rPr>
                          <m:t>7</m:t>
                        </m:r>
                      </m:e>
                      <m:sup>
                        <m:r>
                          <a:rPr lang="en-GB" sz="1200" b="0" i="1" smtClean="0">
                            <a:latin typeface="Cambria Math" panose="02040503050406030204" pitchFamily="18" charset="0"/>
                          </a:rPr>
                          <m:t>2</m:t>
                        </m:r>
                      </m:sup>
                    </m:sSup>
                  </m:oMath>
                </a14:m>
                <a:r>
                  <a:rPr lang="en-US" sz="1200" dirty="0"/>
                  <a:t> </a:t>
                </a:r>
                <a:endParaRPr lang="en-GB" sz="1200" dirty="0"/>
              </a:p>
            </p:txBody>
          </p:sp>
        </mc:Choice>
        <mc:Fallback xmlns="">
          <p:sp>
            <p:nvSpPr>
              <p:cNvPr id="48" name="TextBox 47">
                <a:extLst>
                  <a:ext uri="{FF2B5EF4-FFF2-40B4-BE49-F238E27FC236}">
                    <a16:creationId xmlns:a16="http://schemas.microsoft.com/office/drawing/2014/main" id="{E52DB114-59BE-EEC3-888B-D7ED8EB45ADA}"/>
                  </a:ext>
                </a:extLst>
              </p:cNvPr>
              <p:cNvSpPr txBox="1">
                <a:spLocks noRot="1" noChangeAspect="1" noMove="1" noResize="1" noEditPoints="1" noAdjustHandles="1" noChangeArrowheads="1" noChangeShapeType="1" noTextEdit="1"/>
              </p:cNvSpPr>
              <p:nvPr/>
            </p:nvSpPr>
            <p:spPr>
              <a:xfrm>
                <a:off x="1832887" y="8059072"/>
                <a:ext cx="1065741" cy="276999"/>
              </a:xfrm>
              <a:prstGeom prst="rect">
                <a:avLst/>
              </a:prstGeom>
              <a:blipFill>
                <a:blip r:embed="rId25"/>
                <a:stretch>
                  <a:fillRect l="-575"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487DFEC0-7BFA-3FFD-A907-3443B32A92AB}"/>
                  </a:ext>
                </a:extLst>
              </p:cNvPr>
              <p:cNvSpPr txBox="1"/>
              <p:nvPr/>
            </p:nvSpPr>
            <p:spPr>
              <a:xfrm>
                <a:off x="3429276" y="8059072"/>
                <a:ext cx="1036887" cy="276999"/>
              </a:xfrm>
              <a:prstGeom prst="rect">
                <a:avLst/>
              </a:prstGeom>
              <a:noFill/>
            </p:spPr>
            <p:txBody>
              <a:bodyPr wrap="none" rtlCol="0">
                <a:spAutoFit/>
              </a:bodyPr>
              <a:lstStyle/>
              <a:p>
                <a:r>
                  <a:rPr lang="en-US" sz="1200" dirty="0"/>
                  <a:t>ab) </a:t>
                </a:r>
                <a14:m>
                  <m:oMath xmlns:m="http://schemas.openxmlformats.org/officeDocument/2006/math">
                    <m:sSup>
                      <m:sSupPr>
                        <m:ctrlPr>
                          <a:rPr lang="en-GB" sz="1200" b="0" i="1" smtClean="0">
                            <a:latin typeface="Cambria Math" panose="02040503050406030204" pitchFamily="18" charset="0"/>
                          </a:rPr>
                        </m:ctrlPr>
                      </m:sSupPr>
                      <m:e>
                        <m:r>
                          <a:rPr lang="en-GB" sz="1200" b="0" i="1" smtClean="0">
                            <a:latin typeface="Cambria Math" panose="02040503050406030204" pitchFamily="18" charset="0"/>
                          </a:rPr>
                          <m:t>13</m:t>
                        </m:r>
                      </m:e>
                      <m:sup>
                        <m:r>
                          <a:rPr lang="en-GB" sz="1200" b="0" i="1" smtClean="0">
                            <a:latin typeface="Cambria Math" panose="02040503050406030204" pitchFamily="18" charset="0"/>
                          </a:rPr>
                          <m:t>2</m:t>
                        </m:r>
                      </m:sup>
                    </m:sSup>
                    <m:r>
                      <a:rPr lang="en-GB" sz="1200" b="0" i="1" smtClean="0">
                        <a:latin typeface="Cambria Math" panose="02040503050406030204" pitchFamily="18" charset="0"/>
                      </a:rPr>
                      <m:t> −</m:t>
                    </m:r>
                    <m:sSup>
                      <m:sSupPr>
                        <m:ctrlPr>
                          <a:rPr lang="en-GB" sz="1200" b="0" i="1" smtClean="0">
                            <a:latin typeface="Cambria Math" panose="02040503050406030204" pitchFamily="18" charset="0"/>
                          </a:rPr>
                        </m:ctrlPr>
                      </m:sSupPr>
                      <m:e>
                        <m:r>
                          <a:rPr lang="en-GB" sz="1200" b="0" i="1" smtClean="0">
                            <a:latin typeface="Cambria Math" panose="02040503050406030204" pitchFamily="18" charset="0"/>
                          </a:rPr>
                          <m:t>5</m:t>
                        </m:r>
                      </m:e>
                      <m:sup>
                        <m:r>
                          <a:rPr lang="en-GB" sz="1200" b="0" i="1" smtClean="0">
                            <a:latin typeface="Cambria Math" panose="02040503050406030204" pitchFamily="18" charset="0"/>
                          </a:rPr>
                          <m:t>2</m:t>
                        </m:r>
                      </m:sup>
                    </m:sSup>
                  </m:oMath>
                </a14:m>
                <a:endParaRPr lang="en-GB" sz="1200" dirty="0"/>
              </a:p>
            </p:txBody>
          </p:sp>
        </mc:Choice>
        <mc:Fallback xmlns="">
          <p:sp>
            <p:nvSpPr>
              <p:cNvPr id="49" name="TextBox 48">
                <a:extLst>
                  <a:ext uri="{FF2B5EF4-FFF2-40B4-BE49-F238E27FC236}">
                    <a16:creationId xmlns:a16="http://schemas.microsoft.com/office/drawing/2014/main" id="{487DFEC0-7BFA-3FFD-A907-3443B32A92AB}"/>
                  </a:ext>
                </a:extLst>
              </p:cNvPr>
              <p:cNvSpPr txBox="1">
                <a:spLocks noRot="1" noChangeAspect="1" noMove="1" noResize="1" noEditPoints="1" noAdjustHandles="1" noChangeArrowheads="1" noChangeShapeType="1" noTextEdit="1"/>
              </p:cNvSpPr>
              <p:nvPr/>
            </p:nvSpPr>
            <p:spPr>
              <a:xfrm>
                <a:off x="3429276" y="8059072"/>
                <a:ext cx="1036887" cy="276999"/>
              </a:xfrm>
              <a:prstGeom prst="rect">
                <a:avLst/>
              </a:prstGeom>
              <a:blipFill>
                <a:blip r:embed="rId26"/>
                <a:stretch>
                  <a:fillRect l="-588" b="-20000"/>
                </a:stretch>
              </a:blipFill>
            </p:spPr>
            <p:txBody>
              <a:bodyPr/>
              <a:lstStyle/>
              <a:p>
                <a:r>
                  <a:rPr lang="en-US">
                    <a:noFill/>
                  </a:rPr>
                  <a:t> </a:t>
                </a:r>
              </a:p>
            </p:txBody>
          </p:sp>
        </mc:Fallback>
      </mc:AlternateContent>
      <p:sp>
        <p:nvSpPr>
          <p:cNvPr id="50" name="Rectangle 49">
            <a:extLst>
              <a:ext uri="{FF2B5EF4-FFF2-40B4-BE49-F238E27FC236}">
                <a16:creationId xmlns:a16="http://schemas.microsoft.com/office/drawing/2014/main" id="{F0B4FA58-93F2-36BA-06D7-9B9DAFDA56FA}"/>
              </a:ext>
            </a:extLst>
          </p:cNvPr>
          <p:cNvSpPr/>
          <p:nvPr/>
        </p:nvSpPr>
        <p:spPr>
          <a:xfrm>
            <a:off x="5062696" y="7195354"/>
            <a:ext cx="1277244" cy="8280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Rectangle 50">
            <a:extLst>
              <a:ext uri="{FF2B5EF4-FFF2-40B4-BE49-F238E27FC236}">
                <a16:creationId xmlns:a16="http://schemas.microsoft.com/office/drawing/2014/main" id="{081E0094-A342-A319-C93E-282423E1D085}"/>
              </a:ext>
            </a:extLst>
          </p:cNvPr>
          <p:cNvSpPr/>
          <p:nvPr/>
        </p:nvSpPr>
        <p:spPr>
          <a:xfrm>
            <a:off x="263650" y="8336071"/>
            <a:ext cx="1277244" cy="8280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2" name="Rectangle 51">
            <a:extLst>
              <a:ext uri="{FF2B5EF4-FFF2-40B4-BE49-F238E27FC236}">
                <a16:creationId xmlns:a16="http://schemas.microsoft.com/office/drawing/2014/main" id="{04F3721E-B49B-E61E-348A-0BBE9C48A7BB}"/>
              </a:ext>
            </a:extLst>
          </p:cNvPr>
          <p:cNvSpPr/>
          <p:nvPr/>
        </p:nvSpPr>
        <p:spPr>
          <a:xfrm>
            <a:off x="1847617" y="8336071"/>
            <a:ext cx="1277244" cy="8280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3" name="Rectangle 52">
            <a:extLst>
              <a:ext uri="{FF2B5EF4-FFF2-40B4-BE49-F238E27FC236}">
                <a16:creationId xmlns:a16="http://schemas.microsoft.com/office/drawing/2014/main" id="{22FC4A68-C8F5-AE47-FA03-2779E8C9BF72}"/>
              </a:ext>
            </a:extLst>
          </p:cNvPr>
          <p:cNvSpPr/>
          <p:nvPr/>
        </p:nvSpPr>
        <p:spPr>
          <a:xfrm>
            <a:off x="3473692" y="8336071"/>
            <a:ext cx="1277244" cy="8280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7681809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8963DF45-16E4-C0D0-C79B-C3F53BBC3CBA}"/>
              </a:ext>
            </a:extLst>
          </p:cNvPr>
          <p:cNvSpPr>
            <a:spLocks noGrp="1"/>
          </p:cNvSpPr>
          <p:nvPr>
            <p:ph type="sldNum" sz="quarter" idx="12"/>
          </p:nvPr>
        </p:nvSpPr>
        <p:spPr>
          <a:xfrm>
            <a:off x="5314950" y="9515894"/>
            <a:ext cx="1543050" cy="527403"/>
          </a:xfrm>
        </p:spPr>
        <p:txBody>
          <a:bodyPr/>
          <a:lstStyle/>
          <a:p>
            <a:fld id="{086C3A38-D272-42AA-9C88-F1FBEAE20D2C}" type="slidenum">
              <a:rPr lang="en-GB" smtClean="0"/>
              <a:t>42</a:t>
            </a:fld>
            <a:endParaRPr lang="en-GB" dirty="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0600432-7ED8-4951-029C-585B3B091ED2}"/>
                  </a:ext>
                </a:extLst>
              </p:cNvPr>
              <p:cNvSpPr txBox="1"/>
              <p:nvPr/>
            </p:nvSpPr>
            <p:spPr>
              <a:xfrm>
                <a:off x="340341" y="2859374"/>
                <a:ext cx="614271" cy="276999"/>
              </a:xfrm>
              <a:prstGeom prst="rect">
                <a:avLst/>
              </a:prstGeom>
              <a:noFill/>
            </p:spPr>
            <p:txBody>
              <a:bodyPr wrap="none" rtlCol="0">
                <a:spAutoFit/>
              </a:bodyPr>
              <a:lstStyle/>
              <a:p>
                <a:r>
                  <a:rPr lang="en-US" sz="1200" dirty="0"/>
                  <a:t>a) </a:t>
                </a:r>
                <a14:m>
                  <m:oMath xmlns:m="http://schemas.openxmlformats.org/officeDocument/2006/math">
                    <m:sSup>
                      <m:sSupPr>
                        <m:ctrlPr>
                          <a:rPr lang="en-GB" sz="1200" b="0" i="1" dirty="0" smtClean="0">
                            <a:latin typeface="Cambria Math" panose="02040503050406030204" pitchFamily="18" charset="0"/>
                          </a:rPr>
                        </m:ctrlPr>
                      </m:sSupPr>
                      <m:e>
                        <m:r>
                          <a:rPr lang="en-GB" sz="1200" b="0" i="1" dirty="0" smtClean="0">
                            <a:latin typeface="Cambria Math" panose="02040503050406030204" pitchFamily="18" charset="0"/>
                          </a:rPr>
                          <m:t>0.1</m:t>
                        </m:r>
                      </m:e>
                      <m:sup>
                        <m:r>
                          <a:rPr lang="en-GB" sz="1200" b="0" i="1" dirty="0" smtClean="0">
                            <a:latin typeface="Cambria Math" panose="02040503050406030204" pitchFamily="18" charset="0"/>
                          </a:rPr>
                          <m:t>2</m:t>
                        </m:r>
                      </m:sup>
                    </m:sSup>
                  </m:oMath>
                </a14:m>
                <a:endParaRPr lang="en-GB" sz="1200" dirty="0"/>
              </a:p>
            </p:txBody>
          </p:sp>
        </mc:Choice>
        <mc:Fallback xmlns="">
          <p:sp>
            <p:nvSpPr>
              <p:cNvPr id="8" name="TextBox 7">
                <a:extLst>
                  <a:ext uri="{FF2B5EF4-FFF2-40B4-BE49-F238E27FC236}">
                    <a16:creationId xmlns:a16="http://schemas.microsoft.com/office/drawing/2014/main" id="{20600432-7ED8-4951-029C-585B3B091ED2}"/>
                  </a:ext>
                </a:extLst>
              </p:cNvPr>
              <p:cNvSpPr txBox="1">
                <a:spLocks noRot="1" noChangeAspect="1" noMove="1" noResize="1" noEditPoints="1" noAdjustHandles="1" noChangeArrowheads="1" noChangeShapeType="1" noTextEdit="1"/>
              </p:cNvSpPr>
              <p:nvPr/>
            </p:nvSpPr>
            <p:spPr>
              <a:xfrm>
                <a:off x="340341" y="2859374"/>
                <a:ext cx="614271" cy="276999"/>
              </a:xfrm>
              <a:prstGeom prst="rect">
                <a:avLst/>
              </a:prstGeom>
              <a:blipFill>
                <a:blip r:embed="rId2"/>
                <a:stretch>
                  <a:fillRect l="-990" b="-20000"/>
                </a:stretch>
              </a:blipFill>
            </p:spPr>
            <p:txBody>
              <a:bodyPr/>
              <a:lstStyle/>
              <a:p>
                <a:r>
                  <a:rPr lang="en-US">
                    <a:noFill/>
                  </a:rPr>
                  <a:t> </a:t>
                </a:r>
              </a:p>
            </p:txBody>
          </p:sp>
        </mc:Fallback>
      </mc:AlternateContent>
      <p:sp>
        <p:nvSpPr>
          <p:cNvPr id="9" name="Rectangle 8">
            <a:extLst>
              <a:ext uri="{FF2B5EF4-FFF2-40B4-BE49-F238E27FC236}">
                <a16:creationId xmlns:a16="http://schemas.microsoft.com/office/drawing/2014/main" id="{F0C5587E-896E-ADFB-9BFD-75F9A3C76865}"/>
              </a:ext>
            </a:extLst>
          </p:cNvPr>
          <p:cNvSpPr/>
          <p:nvPr/>
        </p:nvSpPr>
        <p:spPr>
          <a:xfrm>
            <a:off x="411945" y="3134002"/>
            <a:ext cx="1277244" cy="982376"/>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B96E98D3-632D-A527-2C71-EE52947C7CDC}"/>
                  </a:ext>
                </a:extLst>
              </p:cNvPr>
              <p:cNvSpPr txBox="1"/>
              <p:nvPr/>
            </p:nvSpPr>
            <p:spPr>
              <a:xfrm>
                <a:off x="1954423" y="2859374"/>
                <a:ext cx="620683" cy="276999"/>
              </a:xfrm>
              <a:prstGeom prst="rect">
                <a:avLst/>
              </a:prstGeom>
              <a:noFill/>
            </p:spPr>
            <p:txBody>
              <a:bodyPr wrap="none" rtlCol="0">
                <a:spAutoFit/>
              </a:bodyPr>
              <a:lstStyle/>
              <a:p>
                <a:r>
                  <a:rPr lang="en-US" sz="1200" dirty="0"/>
                  <a:t>b) </a:t>
                </a:r>
                <a14:m>
                  <m:oMath xmlns:m="http://schemas.openxmlformats.org/officeDocument/2006/math">
                    <m:sSup>
                      <m:sSupPr>
                        <m:ctrlPr>
                          <a:rPr lang="en-GB" sz="1200" b="0" i="1" smtClean="0">
                            <a:latin typeface="Cambria Math" panose="02040503050406030204" pitchFamily="18" charset="0"/>
                          </a:rPr>
                        </m:ctrlPr>
                      </m:sSupPr>
                      <m:e>
                        <m:r>
                          <a:rPr lang="en-GB" sz="1200" b="0" i="1" smtClean="0">
                            <a:latin typeface="Cambria Math" panose="02040503050406030204" pitchFamily="18" charset="0"/>
                          </a:rPr>
                          <m:t>0.2</m:t>
                        </m:r>
                      </m:e>
                      <m:sup>
                        <m:r>
                          <a:rPr lang="en-GB" sz="1200" b="0" i="1" smtClean="0">
                            <a:latin typeface="Cambria Math" panose="02040503050406030204" pitchFamily="18" charset="0"/>
                          </a:rPr>
                          <m:t>2</m:t>
                        </m:r>
                      </m:sup>
                    </m:sSup>
                  </m:oMath>
                </a14:m>
                <a:endParaRPr lang="en-GB" sz="1200" dirty="0"/>
              </a:p>
            </p:txBody>
          </p:sp>
        </mc:Choice>
        <mc:Fallback xmlns="">
          <p:sp>
            <p:nvSpPr>
              <p:cNvPr id="10" name="TextBox 9">
                <a:extLst>
                  <a:ext uri="{FF2B5EF4-FFF2-40B4-BE49-F238E27FC236}">
                    <a16:creationId xmlns:a16="http://schemas.microsoft.com/office/drawing/2014/main" id="{B96E98D3-632D-A527-2C71-EE52947C7CDC}"/>
                  </a:ext>
                </a:extLst>
              </p:cNvPr>
              <p:cNvSpPr txBox="1">
                <a:spLocks noRot="1" noChangeAspect="1" noMove="1" noResize="1" noEditPoints="1" noAdjustHandles="1" noChangeArrowheads="1" noChangeShapeType="1" noTextEdit="1"/>
              </p:cNvSpPr>
              <p:nvPr/>
            </p:nvSpPr>
            <p:spPr>
              <a:xfrm>
                <a:off x="1954423" y="2859374"/>
                <a:ext cx="620683" cy="276999"/>
              </a:xfrm>
              <a:prstGeom prst="rect">
                <a:avLst/>
              </a:prstGeom>
              <a:blipFill>
                <a:blip r:embed="rId3"/>
                <a:stretch>
                  <a:fillRect l="-990"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F9549B20-E1A9-FD65-A61A-710DF0FDF757}"/>
                  </a:ext>
                </a:extLst>
              </p:cNvPr>
              <p:cNvSpPr txBox="1"/>
              <p:nvPr/>
            </p:nvSpPr>
            <p:spPr>
              <a:xfrm>
                <a:off x="3504304" y="2859374"/>
                <a:ext cx="606256" cy="276999"/>
              </a:xfrm>
              <a:prstGeom prst="rect">
                <a:avLst/>
              </a:prstGeom>
              <a:noFill/>
            </p:spPr>
            <p:txBody>
              <a:bodyPr wrap="none" rtlCol="0">
                <a:spAutoFit/>
              </a:bodyPr>
              <a:lstStyle/>
              <a:p>
                <a:r>
                  <a:rPr lang="en-US" sz="1200" dirty="0"/>
                  <a:t>c) </a:t>
                </a:r>
                <a14:m>
                  <m:oMath xmlns:m="http://schemas.openxmlformats.org/officeDocument/2006/math">
                    <m:sSup>
                      <m:sSupPr>
                        <m:ctrlPr>
                          <a:rPr lang="en-GB" sz="1200" b="0" i="1" smtClean="0">
                            <a:latin typeface="Cambria Math" panose="02040503050406030204" pitchFamily="18" charset="0"/>
                          </a:rPr>
                        </m:ctrlPr>
                      </m:sSupPr>
                      <m:e>
                        <m:r>
                          <a:rPr lang="en-GB" sz="1200" b="0" i="1" smtClean="0">
                            <a:latin typeface="Cambria Math" panose="02040503050406030204" pitchFamily="18" charset="0"/>
                          </a:rPr>
                          <m:t>0.3</m:t>
                        </m:r>
                      </m:e>
                      <m:sup>
                        <m:r>
                          <a:rPr lang="en-GB" sz="1200" b="0" i="1" smtClean="0">
                            <a:latin typeface="Cambria Math" panose="02040503050406030204" pitchFamily="18" charset="0"/>
                          </a:rPr>
                          <m:t>2</m:t>
                        </m:r>
                      </m:sup>
                    </m:sSup>
                  </m:oMath>
                </a14:m>
                <a:endParaRPr lang="en-GB" sz="1200" dirty="0"/>
              </a:p>
            </p:txBody>
          </p:sp>
        </mc:Choice>
        <mc:Fallback xmlns="">
          <p:sp>
            <p:nvSpPr>
              <p:cNvPr id="11" name="TextBox 10">
                <a:extLst>
                  <a:ext uri="{FF2B5EF4-FFF2-40B4-BE49-F238E27FC236}">
                    <a16:creationId xmlns:a16="http://schemas.microsoft.com/office/drawing/2014/main" id="{F9549B20-E1A9-FD65-A61A-710DF0FDF757}"/>
                  </a:ext>
                </a:extLst>
              </p:cNvPr>
              <p:cNvSpPr txBox="1">
                <a:spLocks noRot="1" noChangeAspect="1" noMove="1" noResize="1" noEditPoints="1" noAdjustHandles="1" noChangeArrowheads="1" noChangeShapeType="1" noTextEdit="1"/>
              </p:cNvSpPr>
              <p:nvPr/>
            </p:nvSpPr>
            <p:spPr>
              <a:xfrm>
                <a:off x="3504304" y="2859374"/>
                <a:ext cx="606256" cy="276999"/>
              </a:xfrm>
              <a:prstGeom prst="rect">
                <a:avLst/>
              </a:prstGeom>
              <a:blipFill>
                <a:blip r:embed="rId4"/>
                <a:stretch>
                  <a:fillRect l="-1010"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5F9F4291-2821-C68A-133A-6FCBBF6F4AF6}"/>
                  </a:ext>
                </a:extLst>
              </p:cNvPr>
              <p:cNvSpPr txBox="1"/>
              <p:nvPr/>
            </p:nvSpPr>
            <p:spPr>
              <a:xfrm>
                <a:off x="5100693" y="2859374"/>
                <a:ext cx="620683" cy="276999"/>
              </a:xfrm>
              <a:prstGeom prst="rect">
                <a:avLst/>
              </a:prstGeom>
              <a:noFill/>
            </p:spPr>
            <p:txBody>
              <a:bodyPr wrap="none" rtlCol="0">
                <a:spAutoFit/>
              </a:bodyPr>
              <a:lstStyle/>
              <a:p>
                <a:r>
                  <a:rPr lang="en-US" sz="1200" dirty="0"/>
                  <a:t>d) </a:t>
                </a:r>
                <a14:m>
                  <m:oMath xmlns:m="http://schemas.openxmlformats.org/officeDocument/2006/math">
                    <m:sSup>
                      <m:sSupPr>
                        <m:ctrlPr>
                          <a:rPr lang="en-GB" sz="1200" b="0" i="1" smtClean="0">
                            <a:latin typeface="Cambria Math" panose="02040503050406030204" pitchFamily="18" charset="0"/>
                          </a:rPr>
                        </m:ctrlPr>
                      </m:sSupPr>
                      <m:e>
                        <m:r>
                          <a:rPr lang="en-GB" sz="1200" b="0" i="1" smtClean="0">
                            <a:latin typeface="Cambria Math" panose="02040503050406030204" pitchFamily="18" charset="0"/>
                          </a:rPr>
                          <m:t>0.4</m:t>
                        </m:r>
                      </m:e>
                      <m:sup>
                        <m:r>
                          <a:rPr lang="en-GB" sz="1200" b="0" i="1" smtClean="0">
                            <a:latin typeface="Cambria Math" panose="02040503050406030204" pitchFamily="18" charset="0"/>
                          </a:rPr>
                          <m:t>2</m:t>
                        </m:r>
                      </m:sup>
                    </m:sSup>
                  </m:oMath>
                </a14:m>
                <a:endParaRPr lang="en-GB" sz="1200" dirty="0"/>
              </a:p>
            </p:txBody>
          </p:sp>
        </mc:Choice>
        <mc:Fallback xmlns="">
          <p:sp>
            <p:nvSpPr>
              <p:cNvPr id="12" name="TextBox 11">
                <a:extLst>
                  <a:ext uri="{FF2B5EF4-FFF2-40B4-BE49-F238E27FC236}">
                    <a16:creationId xmlns:a16="http://schemas.microsoft.com/office/drawing/2014/main" id="{5F9F4291-2821-C68A-133A-6FCBBF6F4AF6}"/>
                  </a:ext>
                </a:extLst>
              </p:cNvPr>
              <p:cNvSpPr txBox="1">
                <a:spLocks noRot="1" noChangeAspect="1" noMove="1" noResize="1" noEditPoints="1" noAdjustHandles="1" noChangeArrowheads="1" noChangeShapeType="1" noTextEdit="1"/>
              </p:cNvSpPr>
              <p:nvPr/>
            </p:nvSpPr>
            <p:spPr>
              <a:xfrm>
                <a:off x="5100693" y="2859374"/>
                <a:ext cx="620683" cy="276999"/>
              </a:xfrm>
              <a:prstGeom prst="rect">
                <a:avLst/>
              </a:prstGeom>
              <a:blipFill>
                <a:blip r:embed="rId5"/>
                <a:stretch>
                  <a:fillRect l="-980" b="-20000"/>
                </a:stretch>
              </a:blipFill>
            </p:spPr>
            <p:txBody>
              <a:bodyPr/>
              <a:lstStyle/>
              <a:p>
                <a:r>
                  <a:rPr lang="en-US">
                    <a:noFill/>
                  </a:rPr>
                  <a:t> </a:t>
                </a:r>
              </a:p>
            </p:txBody>
          </p:sp>
        </mc:Fallback>
      </mc:AlternateContent>
      <p:sp>
        <p:nvSpPr>
          <p:cNvPr id="13" name="Rectangle 12">
            <a:extLst>
              <a:ext uri="{FF2B5EF4-FFF2-40B4-BE49-F238E27FC236}">
                <a16:creationId xmlns:a16="http://schemas.microsoft.com/office/drawing/2014/main" id="{D0B1E5A7-3495-898F-626A-AF1328509581}"/>
              </a:ext>
            </a:extLst>
          </p:cNvPr>
          <p:cNvSpPr/>
          <p:nvPr/>
        </p:nvSpPr>
        <p:spPr>
          <a:xfrm>
            <a:off x="2007960" y="3134002"/>
            <a:ext cx="1277244" cy="982376"/>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EE2D6293-9631-6F44-08FD-22EC08B2A0AC}"/>
              </a:ext>
            </a:extLst>
          </p:cNvPr>
          <p:cNvSpPr/>
          <p:nvPr/>
        </p:nvSpPr>
        <p:spPr>
          <a:xfrm>
            <a:off x="3591927" y="3134002"/>
            <a:ext cx="1277244" cy="982376"/>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14">
            <a:extLst>
              <a:ext uri="{FF2B5EF4-FFF2-40B4-BE49-F238E27FC236}">
                <a16:creationId xmlns:a16="http://schemas.microsoft.com/office/drawing/2014/main" id="{AC9A9702-3DD5-0230-5D4C-26ADC8B2D6F5}"/>
              </a:ext>
            </a:extLst>
          </p:cNvPr>
          <p:cNvSpPr/>
          <p:nvPr/>
        </p:nvSpPr>
        <p:spPr>
          <a:xfrm>
            <a:off x="5218002" y="3134002"/>
            <a:ext cx="1277244" cy="982376"/>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6" name="TextBox 85">
            <a:extLst>
              <a:ext uri="{FF2B5EF4-FFF2-40B4-BE49-F238E27FC236}">
                <a16:creationId xmlns:a16="http://schemas.microsoft.com/office/drawing/2014/main" id="{19432EFE-52D7-84BF-70F4-46D7792B5FF3}"/>
              </a:ext>
            </a:extLst>
          </p:cNvPr>
          <p:cNvSpPr txBox="1"/>
          <p:nvPr/>
        </p:nvSpPr>
        <p:spPr>
          <a:xfrm>
            <a:off x="1238162" y="2512850"/>
            <a:ext cx="4651621" cy="276999"/>
          </a:xfrm>
          <a:prstGeom prst="rect">
            <a:avLst/>
          </a:prstGeom>
          <a:noFill/>
        </p:spPr>
        <p:txBody>
          <a:bodyPr wrap="square" rtlCol="0">
            <a:spAutoFit/>
          </a:bodyPr>
          <a:lstStyle/>
          <a:p>
            <a:r>
              <a:rPr lang="en-GB" sz="1200" dirty="0"/>
              <a:t>3. Calculate the following. You may use a calculator.</a:t>
            </a: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BB12A31A-65DD-871A-56F6-6A4230C7942F}"/>
                  </a:ext>
                </a:extLst>
              </p:cNvPr>
              <p:cNvGraphicFramePr>
                <a:graphicFrameLocks noGrp="1"/>
              </p:cNvGraphicFramePr>
              <p:nvPr>
                <p:extLst>
                  <p:ext uri="{D42A27DB-BD31-4B8C-83A1-F6EECF244321}">
                    <p14:modId xmlns:p14="http://schemas.microsoft.com/office/powerpoint/2010/main" val="611652182"/>
                  </p:ext>
                </p:extLst>
              </p:nvPr>
            </p:nvGraphicFramePr>
            <p:xfrm>
              <a:off x="118235" y="512243"/>
              <a:ext cx="6645016" cy="1737360"/>
            </p:xfrm>
            <a:graphic>
              <a:graphicData uri="http://schemas.openxmlformats.org/drawingml/2006/table">
                <a:tbl>
                  <a:tblPr firstRow="1" bandRow="1">
                    <a:tableStyleId>{5C22544A-7EE6-4342-B048-85BDC9FD1C3A}</a:tableStyleId>
                  </a:tblPr>
                  <a:tblGrid>
                    <a:gridCol w="1653865">
                      <a:extLst>
                        <a:ext uri="{9D8B030D-6E8A-4147-A177-3AD203B41FA5}">
                          <a16:colId xmlns:a16="http://schemas.microsoft.com/office/drawing/2014/main" val="1568142362"/>
                        </a:ext>
                      </a:extLst>
                    </a:gridCol>
                    <a:gridCol w="1663717">
                      <a:extLst>
                        <a:ext uri="{9D8B030D-6E8A-4147-A177-3AD203B41FA5}">
                          <a16:colId xmlns:a16="http://schemas.microsoft.com/office/drawing/2014/main" val="3551711160"/>
                        </a:ext>
                      </a:extLst>
                    </a:gridCol>
                    <a:gridCol w="1663717">
                      <a:extLst>
                        <a:ext uri="{9D8B030D-6E8A-4147-A177-3AD203B41FA5}">
                          <a16:colId xmlns:a16="http://schemas.microsoft.com/office/drawing/2014/main" val="1712497518"/>
                        </a:ext>
                      </a:extLst>
                    </a:gridCol>
                    <a:gridCol w="1663717">
                      <a:extLst>
                        <a:ext uri="{9D8B030D-6E8A-4147-A177-3AD203B41FA5}">
                          <a16:colId xmlns:a16="http://schemas.microsoft.com/office/drawing/2014/main" val="886122921"/>
                        </a:ext>
                      </a:extLst>
                    </a:gridCol>
                  </a:tblGrid>
                  <a:tr h="187295">
                    <a:tc>
                      <a:txBody>
                        <a:bodyPr/>
                        <a:lstStyle/>
                        <a:p>
                          <a:r>
                            <a:rPr lang="en-US" sz="1200" b="1" dirty="0">
                              <a:solidFill>
                                <a:schemeClr val="tx1"/>
                              </a:solidFill>
                            </a:rPr>
                            <a:t>Steps</a:t>
                          </a:r>
                          <a:endParaRPr lang="en-GB" sz="1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Calculate</a:t>
                          </a:r>
                          <a:r>
                            <a:rPr lang="en-GB" sz="1200" b="0" baseline="0" dirty="0">
                              <a:solidFill>
                                <a:schemeClr val="tx1"/>
                              </a:solidFill>
                            </a:rPr>
                            <a:t> </a:t>
                          </a:r>
                          <a14:m>
                            <m:oMath xmlns:m="http://schemas.openxmlformats.org/officeDocument/2006/math">
                              <m:sSup>
                                <m:sSupPr>
                                  <m:ctrlPr>
                                    <a:rPr lang="en-GB" sz="1200" b="0" i="1" smtClean="0">
                                      <a:solidFill>
                                        <a:schemeClr val="tx1"/>
                                      </a:solidFill>
                                      <a:latin typeface="Cambria Math" panose="02040503050406030204" pitchFamily="18" charset="0"/>
                                    </a:rPr>
                                  </m:ctrlPr>
                                </m:sSupPr>
                                <m:e>
                                  <m:r>
                                    <a:rPr lang="en-GB" sz="1200" b="0" i="1" smtClean="0">
                                      <a:solidFill>
                                        <a:schemeClr val="tx1"/>
                                      </a:solidFill>
                                      <a:latin typeface="Cambria Math" panose="02040503050406030204" pitchFamily="18" charset="0"/>
                                    </a:rPr>
                                    <m:t>0.3</m:t>
                                  </m:r>
                                </m:e>
                                <m:sup>
                                  <m:r>
                                    <a:rPr lang="en-GB" sz="1200" b="0" i="1" smtClean="0">
                                      <a:solidFill>
                                        <a:schemeClr val="tx1"/>
                                      </a:solidFill>
                                      <a:latin typeface="Cambria Math" panose="02040503050406030204" pitchFamily="18" charset="0"/>
                                    </a:rPr>
                                    <m:t>2</m:t>
                                  </m:r>
                                </m:sup>
                              </m:sSup>
                            </m:oMath>
                          </a14:m>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Calculate</a:t>
                          </a:r>
                          <a:r>
                            <a:rPr lang="en-GB" sz="1200" b="0" baseline="0" dirty="0">
                              <a:solidFill>
                                <a:schemeClr val="tx1"/>
                              </a:solidFill>
                            </a:rPr>
                            <a:t> </a:t>
                          </a:r>
                          <a14:m>
                            <m:oMath xmlns:m="http://schemas.openxmlformats.org/officeDocument/2006/math">
                              <m:sSup>
                                <m:sSupPr>
                                  <m:ctrlPr>
                                    <a:rPr lang="en-GB" sz="1200" b="0" i="1" smtClean="0">
                                      <a:solidFill>
                                        <a:schemeClr val="tx1"/>
                                      </a:solidFill>
                                      <a:latin typeface="Cambria Math" panose="02040503050406030204" pitchFamily="18" charset="0"/>
                                    </a:rPr>
                                  </m:ctrlPr>
                                </m:sSupPr>
                                <m:e>
                                  <m:r>
                                    <a:rPr lang="en-GB" sz="1200" b="0" i="1" smtClean="0">
                                      <a:solidFill>
                                        <a:schemeClr val="tx1"/>
                                      </a:solidFill>
                                      <a:latin typeface="Cambria Math" panose="02040503050406030204" pitchFamily="18" charset="0"/>
                                    </a:rPr>
                                    <m:t>1.2</m:t>
                                  </m:r>
                                </m:e>
                                <m:sup>
                                  <m:r>
                                    <a:rPr lang="en-GB" sz="1200" b="0" i="1" smtClean="0">
                                      <a:solidFill>
                                        <a:schemeClr val="tx1"/>
                                      </a:solidFill>
                                      <a:latin typeface="Cambria Math" panose="02040503050406030204" pitchFamily="18" charset="0"/>
                                    </a:rPr>
                                    <m:t>2</m:t>
                                  </m:r>
                                </m:sup>
                              </m:sSup>
                            </m:oMath>
                          </a14:m>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Calculate</a:t>
                          </a:r>
                          <a:r>
                            <a:rPr lang="en-GB" sz="1200" b="0" baseline="0" dirty="0">
                              <a:solidFill>
                                <a:schemeClr val="tx1"/>
                              </a:solidFill>
                            </a:rPr>
                            <a:t> </a:t>
                          </a:r>
                          <a14:m>
                            <m:oMath xmlns:m="http://schemas.openxmlformats.org/officeDocument/2006/math">
                              <m:sSup>
                                <m:sSupPr>
                                  <m:ctrlPr>
                                    <a:rPr lang="en-GB" sz="1200" b="0" i="1" smtClean="0">
                                      <a:solidFill>
                                        <a:schemeClr val="tx1"/>
                                      </a:solidFill>
                                      <a:latin typeface="Cambria Math" panose="02040503050406030204" pitchFamily="18" charset="0"/>
                                    </a:rPr>
                                  </m:ctrlPr>
                                </m:sSupPr>
                                <m:e>
                                  <m:r>
                                    <a:rPr lang="en-GB" sz="1200" b="0" i="1" smtClean="0">
                                      <a:solidFill>
                                        <a:schemeClr val="tx1"/>
                                      </a:solidFill>
                                      <a:latin typeface="Cambria Math" panose="02040503050406030204" pitchFamily="18" charset="0"/>
                                    </a:rPr>
                                    <m:t>0.4</m:t>
                                  </m:r>
                                </m:e>
                                <m:sup>
                                  <m:r>
                                    <a:rPr lang="en-GB" sz="1200" b="0" i="1" smtClean="0">
                                      <a:solidFill>
                                        <a:schemeClr val="tx1"/>
                                      </a:solidFill>
                                      <a:latin typeface="Cambria Math" panose="02040503050406030204" pitchFamily="18" charset="0"/>
                                    </a:rPr>
                                    <m:t>2</m:t>
                                  </m:r>
                                </m:sup>
                              </m:sSup>
                            </m:oMath>
                          </a14:m>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437023">
                    <a:tc>
                      <a:txBody>
                        <a:bodyPr/>
                        <a:lstStyle/>
                        <a:p>
                          <a:pPr marL="0" indent="0">
                            <a:buNone/>
                          </a:pPr>
                          <a:r>
                            <a:rPr lang="en-US" sz="1200" dirty="0">
                              <a:solidFill>
                                <a:schemeClr val="tx1"/>
                              </a:solidFill>
                            </a:rPr>
                            <a:t>Identify the base. This is the number we are multiplying.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US" sz="1800"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sz="18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US" sz="1600"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701808">
                    <a:tc>
                      <a:txBody>
                        <a:bodyPr/>
                        <a:lstStyle/>
                        <a:p>
                          <a:r>
                            <a:rPr lang="en-GB" sz="1200" dirty="0">
                              <a:solidFill>
                                <a:schemeClr val="tx1"/>
                              </a:solidFill>
                            </a:rPr>
                            <a:t>Identify the index. This is how many times we multiply the base number by itself.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0818243"/>
                      </a:ext>
                    </a:extLst>
                  </a:tr>
                </a:tbl>
              </a:graphicData>
            </a:graphic>
          </p:graphicFrame>
        </mc:Choice>
        <mc:Fallback xmlns="">
          <p:graphicFrame>
            <p:nvGraphicFramePr>
              <p:cNvPr id="2" name="Table 1">
                <a:extLst>
                  <a:ext uri="{FF2B5EF4-FFF2-40B4-BE49-F238E27FC236}">
                    <a16:creationId xmlns:a16="http://schemas.microsoft.com/office/drawing/2014/main" id="{BB12A31A-65DD-871A-56F6-6A4230C7942F}"/>
                  </a:ext>
                </a:extLst>
              </p:cNvPr>
              <p:cNvGraphicFramePr>
                <a:graphicFrameLocks noGrp="1"/>
              </p:cNvGraphicFramePr>
              <p:nvPr>
                <p:extLst>
                  <p:ext uri="{D42A27DB-BD31-4B8C-83A1-F6EECF244321}">
                    <p14:modId xmlns:p14="http://schemas.microsoft.com/office/powerpoint/2010/main" val="611652182"/>
                  </p:ext>
                </p:extLst>
              </p:nvPr>
            </p:nvGraphicFramePr>
            <p:xfrm>
              <a:off x="118235" y="512243"/>
              <a:ext cx="6645016" cy="1737360"/>
            </p:xfrm>
            <a:graphic>
              <a:graphicData uri="http://schemas.openxmlformats.org/drawingml/2006/table">
                <a:tbl>
                  <a:tblPr firstRow="1" bandRow="1">
                    <a:tableStyleId>{5C22544A-7EE6-4342-B048-85BDC9FD1C3A}</a:tableStyleId>
                  </a:tblPr>
                  <a:tblGrid>
                    <a:gridCol w="1653865">
                      <a:extLst>
                        <a:ext uri="{9D8B030D-6E8A-4147-A177-3AD203B41FA5}">
                          <a16:colId xmlns:a16="http://schemas.microsoft.com/office/drawing/2014/main" val="1568142362"/>
                        </a:ext>
                      </a:extLst>
                    </a:gridCol>
                    <a:gridCol w="1663717">
                      <a:extLst>
                        <a:ext uri="{9D8B030D-6E8A-4147-A177-3AD203B41FA5}">
                          <a16:colId xmlns:a16="http://schemas.microsoft.com/office/drawing/2014/main" val="3551711160"/>
                        </a:ext>
                      </a:extLst>
                    </a:gridCol>
                    <a:gridCol w="1663717">
                      <a:extLst>
                        <a:ext uri="{9D8B030D-6E8A-4147-A177-3AD203B41FA5}">
                          <a16:colId xmlns:a16="http://schemas.microsoft.com/office/drawing/2014/main" val="1712497518"/>
                        </a:ext>
                      </a:extLst>
                    </a:gridCol>
                    <a:gridCol w="1663717">
                      <a:extLst>
                        <a:ext uri="{9D8B030D-6E8A-4147-A177-3AD203B41FA5}">
                          <a16:colId xmlns:a16="http://schemas.microsoft.com/office/drawing/2014/main" val="886122921"/>
                        </a:ext>
                      </a:extLst>
                    </a:gridCol>
                  </a:tblGrid>
                  <a:tr h="274320">
                    <a:tc>
                      <a:txBody>
                        <a:bodyPr/>
                        <a:lstStyle/>
                        <a:p>
                          <a:r>
                            <a:rPr lang="en-US" sz="1200" b="1" dirty="0">
                              <a:solidFill>
                                <a:schemeClr val="tx1"/>
                              </a:solidFill>
                            </a:rPr>
                            <a:t>Steps</a:t>
                          </a:r>
                          <a:endParaRPr lang="en-GB" sz="1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00000" t="-4444" r="-200733" b="-55111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200000" t="-4444" r="-100733" b="-55111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300000" t="-4444" r="-733" b="-551111"/>
                          </a:stretch>
                        </a:blipFill>
                      </a:tcPr>
                    </a:tc>
                    <a:extLst>
                      <a:ext uri="{0D108BD9-81ED-4DB2-BD59-A6C34878D82A}">
                        <a16:rowId xmlns:a16="http://schemas.microsoft.com/office/drawing/2014/main" val="2357201933"/>
                      </a:ext>
                    </a:extLst>
                  </a:tr>
                  <a:tr h="640080">
                    <a:tc>
                      <a:txBody>
                        <a:bodyPr/>
                        <a:lstStyle/>
                        <a:p>
                          <a:pPr marL="0" indent="0">
                            <a:buNone/>
                          </a:pPr>
                          <a:r>
                            <a:rPr lang="en-US" sz="1200" dirty="0">
                              <a:solidFill>
                                <a:schemeClr val="tx1"/>
                              </a:solidFill>
                            </a:rPr>
                            <a:t>Identify the base. This is the number we are multiplying.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US" sz="1800"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sz="18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US" sz="1600"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822960">
                    <a:tc>
                      <a:txBody>
                        <a:bodyPr/>
                        <a:lstStyle/>
                        <a:p>
                          <a:r>
                            <a:rPr lang="en-GB" sz="1200" dirty="0">
                              <a:solidFill>
                                <a:schemeClr val="tx1"/>
                              </a:solidFill>
                            </a:rPr>
                            <a:t>Identify the index. This is how many times we multiply the base number by itself.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0818243"/>
                      </a:ext>
                    </a:extLst>
                  </a:tr>
                </a:tbl>
              </a:graphicData>
            </a:graphic>
          </p:graphicFrame>
        </mc:Fallback>
      </mc:AlternateContent>
      <p:sp>
        <p:nvSpPr>
          <p:cNvPr id="3" name="TextBox 2">
            <a:extLst>
              <a:ext uri="{FF2B5EF4-FFF2-40B4-BE49-F238E27FC236}">
                <a16:creationId xmlns:a16="http://schemas.microsoft.com/office/drawing/2014/main" id="{B7BE0BC7-1BB7-0AEA-738D-FA97A1A051F0}"/>
              </a:ext>
            </a:extLst>
          </p:cNvPr>
          <p:cNvSpPr txBox="1"/>
          <p:nvPr/>
        </p:nvSpPr>
        <p:spPr>
          <a:xfrm>
            <a:off x="1930492" y="253761"/>
            <a:ext cx="1410704" cy="276999"/>
          </a:xfrm>
          <a:prstGeom prst="rect">
            <a:avLst/>
          </a:prstGeom>
          <a:noFill/>
          <a:ln>
            <a:noFill/>
          </a:ln>
        </p:spPr>
        <p:txBody>
          <a:bodyPr wrap="square" rtlCol="0">
            <a:spAutoFit/>
          </a:bodyPr>
          <a:lstStyle/>
          <a:p>
            <a:r>
              <a:rPr lang="en-GB" sz="1200" b="1" i="1" dirty="0">
                <a:solidFill>
                  <a:srgbClr val="FF0000"/>
                </a:solidFill>
              </a:rPr>
              <a:t>Example  7 - I do…</a:t>
            </a:r>
          </a:p>
        </p:txBody>
      </p:sp>
      <p:sp>
        <p:nvSpPr>
          <p:cNvPr id="4" name="TextBox 3">
            <a:extLst>
              <a:ext uri="{FF2B5EF4-FFF2-40B4-BE49-F238E27FC236}">
                <a16:creationId xmlns:a16="http://schemas.microsoft.com/office/drawing/2014/main" id="{FD42029D-EC4C-7EF0-89A8-59A40055148D}"/>
              </a:ext>
            </a:extLst>
          </p:cNvPr>
          <p:cNvSpPr txBox="1"/>
          <p:nvPr/>
        </p:nvSpPr>
        <p:spPr>
          <a:xfrm>
            <a:off x="3525169" y="246401"/>
            <a:ext cx="1643405" cy="276999"/>
          </a:xfrm>
          <a:prstGeom prst="rect">
            <a:avLst/>
          </a:prstGeom>
          <a:noFill/>
          <a:ln>
            <a:noFill/>
          </a:ln>
        </p:spPr>
        <p:txBody>
          <a:bodyPr wrap="square" rtlCol="0">
            <a:spAutoFit/>
          </a:bodyPr>
          <a:lstStyle/>
          <a:p>
            <a:r>
              <a:rPr lang="en-GB" sz="1200" b="1" i="1" dirty="0">
                <a:solidFill>
                  <a:schemeClr val="accent2"/>
                </a:solidFill>
              </a:rPr>
              <a:t>Example 8 – We do…</a:t>
            </a:r>
          </a:p>
        </p:txBody>
      </p:sp>
      <p:sp>
        <p:nvSpPr>
          <p:cNvPr id="5" name="Rectangle 4">
            <a:extLst>
              <a:ext uri="{FF2B5EF4-FFF2-40B4-BE49-F238E27FC236}">
                <a16:creationId xmlns:a16="http://schemas.microsoft.com/office/drawing/2014/main" id="{8F9BB8AB-31CA-6993-970A-90704E35B3A3}"/>
              </a:ext>
            </a:extLst>
          </p:cNvPr>
          <p:cNvSpPr/>
          <p:nvPr/>
        </p:nvSpPr>
        <p:spPr>
          <a:xfrm>
            <a:off x="100208" y="2339461"/>
            <a:ext cx="1137954" cy="423598"/>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t>Independent Practice</a:t>
            </a:r>
          </a:p>
        </p:txBody>
      </p:sp>
      <p:sp>
        <p:nvSpPr>
          <p:cNvPr id="16" name="TextBox 15">
            <a:extLst>
              <a:ext uri="{FF2B5EF4-FFF2-40B4-BE49-F238E27FC236}">
                <a16:creationId xmlns:a16="http://schemas.microsoft.com/office/drawing/2014/main" id="{B4643373-7E09-D0C7-B3B2-F9F85BC46CDB}"/>
              </a:ext>
            </a:extLst>
          </p:cNvPr>
          <p:cNvSpPr txBox="1"/>
          <p:nvPr/>
        </p:nvSpPr>
        <p:spPr>
          <a:xfrm>
            <a:off x="5119846" y="237995"/>
            <a:ext cx="1643405" cy="276999"/>
          </a:xfrm>
          <a:prstGeom prst="rect">
            <a:avLst/>
          </a:prstGeom>
          <a:noFill/>
          <a:ln>
            <a:noFill/>
          </a:ln>
        </p:spPr>
        <p:txBody>
          <a:bodyPr wrap="square" rtlCol="0">
            <a:spAutoFit/>
          </a:bodyPr>
          <a:lstStyle/>
          <a:p>
            <a:r>
              <a:rPr lang="en-GB" sz="1200" b="1" i="1" dirty="0">
                <a:solidFill>
                  <a:srgbClr val="00B050"/>
                </a:solidFill>
              </a:rPr>
              <a:t>Example 9 – You do…</a:t>
            </a:r>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C32E8BAC-518E-D122-137B-7999D113C9C8}"/>
                  </a:ext>
                </a:extLst>
              </p:cNvPr>
              <p:cNvSpPr txBox="1"/>
              <p:nvPr/>
            </p:nvSpPr>
            <p:spPr>
              <a:xfrm>
                <a:off x="421056" y="4391006"/>
                <a:ext cx="617477" cy="276999"/>
              </a:xfrm>
              <a:prstGeom prst="rect">
                <a:avLst/>
              </a:prstGeom>
              <a:noFill/>
            </p:spPr>
            <p:txBody>
              <a:bodyPr wrap="none" rtlCol="0">
                <a:spAutoFit/>
              </a:bodyPr>
              <a:lstStyle/>
              <a:p>
                <a:r>
                  <a:rPr lang="en-US" sz="1200" dirty="0"/>
                  <a:t>e) </a:t>
                </a:r>
                <a14:m>
                  <m:oMath xmlns:m="http://schemas.openxmlformats.org/officeDocument/2006/math">
                    <m:sSup>
                      <m:sSupPr>
                        <m:ctrlPr>
                          <a:rPr lang="en-GB" sz="1200" b="0" i="1" dirty="0" smtClean="0">
                            <a:latin typeface="Cambria Math" panose="02040503050406030204" pitchFamily="18" charset="0"/>
                          </a:rPr>
                        </m:ctrlPr>
                      </m:sSupPr>
                      <m:e>
                        <m:r>
                          <a:rPr lang="en-GB" sz="1200" b="0" i="1" dirty="0" smtClean="0">
                            <a:latin typeface="Cambria Math" panose="02040503050406030204" pitchFamily="18" charset="0"/>
                          </a:rPr>
                          <m:t>0.5</m:t>
                        </m:r>
                      </m:e>
                      <m:sup>
                        <m:r>
                          <a:rPr lang="en-GB" sz="1200" b="0" i="1" dirty="0" smtClean="0">
                            <a:latin typeface="Cambria Math" panose="02040503050406030204" pitchFamily="18" charset="0"/>
                          </a:rPr>
                          <m:t>2</m:t>
                        </m:r>
                      </m:sup>
                    </m:sSup>
                  </m:oMath>
                </a14:m>
                <a:endParaRPr lang="en-GB" sz="1200" dirty="0"/>
              </a:p>
            </p:txBody>
          </p:sp>
        </mc:Choice>
        <mc:Fallback xmlns="">
          <p:sp>
            <p:nvSpPr>
              <p:cNvPr id="30" name="TextBox 29">
                <a:extLst>
                  <a:ext uri="{FF2B5EF4-FFF2-40B4-BE49-F238E27FC236}">
                    <a16:creationId xmlns:a16="http://schemas.microsoft.com/office/drawing/2014/main" id="{C32E8BAC-518E-D122-137B-7999D113C9C8}"/>
                  </a:ext>
                </a:extLst>
              </p:cNvPr>
              <p:cNvSpPr txBox="1">
                <a:spLocks noRot="1" noChangeAspect="1" noMove="1" noResize="1" noEditPoints="1" noAdjustHandles="1" noChangeArrowheads="1" noChangeShapeType="1" noTextEdit="1"/>
              </p:cNvSpPr>
              <p:nvPr/>
            </p:nvSpPr>
            <p:spPr>
              <a:xfrm>
                <a:off x="421056" y="4391006"/>
                <a:ext cx="617477" cy="276999"/>
              </a:xfrm>
              <a:prstGeom prst="rect">
                <a:avLst/>
              </a:prstGeom>
              <a:blipFill>
                <a:blip r:embed="rId7"/>
                <a:stretch>
                  <a:fillRect b="-17391"/>
                </a:stretch>
              </a:blipFill>
            </p:spPr>
            <p:txBody>
              <a:bodyPr/>
              <a:lstStyle/>
              <a:p>
                <a:r>
                  <a:rPr lang="en-US">
                    <a:noFill/>
                  </a:rPr>
                  <a:t> </a:t>
                </a:r>
              </a:p>
            </p:txBody>
          </p:sp>
        </mc:Fallback>
      </mc:AlternateContent>
      <p:sp>
        <p:nvSpPr>
          <p:cNvPr id="31" name="Rectangle 30">
            <a:extLst>
              <a:ext uri="{FF2B5EF4-FFF2-40B4-BE49-F238E27FC236}">
                <a16:creationId xmlns:a16="http://schemas.microsoft.com/office/drawing/2014/main" id="{64FEB3DF-CAA9-C904-83C2-9E79A38941EE}"/>
              </a:ext>
            </a:extLst>
          </p:cNvPr>
          <p:cNvSpPr/>
          <p:nvPr/>
        </p:nvSpPr>
        <p:spPr>
          <a:xfrm>
            <a:off x="492660" y="4665634"/>
            <a:ext cx="1277244" cy="8280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2B21AA2D-D5E4-309F-0887-C0F51AE3C4B5}"/>
                  </a:ext>
                </a:extLst>
              </p:cNvPr>
              <p:cNvSpPr txBox="1"/>
              <p:nvPr/>
            </p:nvSpPr>
            <p:spPr>
              <a:xfrm>
                <a:off x="2035138" y="4391006"/>
                <a:ext cx="589264" cy="276999"/>
              </a:xfrm>
              <a:prstGeom prst="rect">
                <a:avLst/>
              </a:prstGeom>
              <a:noFill/>
            </p:spPr>
            <p:txBody>
              <a:bodyPr wrap="none" rtlCol="0">
                <a:spAutoFit/>
              </a:bodyPr>
              <a:lstStyle/>
              <a:p>
                <a:r>
                  <a:rPr lang="en-US" sz="1200" dirty="0"/>
                  <a:t>f) </a:t>
                </a:r>
                <a14:m>
                  <m:oMath xmlns:m="http://schemas.openxmlformats.org/officeDocument/2006/math">
                    <m:sSup>
                      <m:sSupPr>
                        <m:ctrlPr>
                          <a:rPr lang="en-GB" sz="1200" b="0" i="1" smtClean="0">
                            <a:latin typeface="Cambria Math" panose="02040503050406030204" pitchFamily="18" charset="0"/>
                          </a:rPr>
                        </m:ctrlPr>
                      </m:sSupPr>
                      <m:e>
                        <m:r>
                          <a:rPr lang="en-GB" sz="1200" b="0" i="1" smtClean="0">
                            <a:latin typeface="Cambria Math" panose="02040503050406030204" pitchFamily="18" charset="0"/>
                          </a:rPr>
                          <m:t>0.6</m:t>
                        </m:r>
                      </m:e>
                      <m:sup>
                        <m:r>
                          <a:rPr lang="en-GB" sz="1200" b="0" i="1" smtClean="0">
                            <a:latin typeface="Cambria Math" panose="02040503050406030204" pitchFamily="18" charset="0"/>
                          </a:rPr>
                          <m:t>2</m:t>
                        </m:r>
                      </m:sup>
                    </m:sSup>
                  </m:oMath>
                </a14:m>
                <a:endParaRPr lang="en-GB" sz="1200" dirty="0"/>
              </a:p>
            </p:txBody>
          </p:sp>
        </mc:Choice>
        <mc:Fallback xmlns="">
          <p:sp>
            <p:nvSpPr>
              <p:cNvPr id="32" name="TextBox 31">
                <a:extLst>
                  <a:ext uri="{FF2B5EF4-FFF2-40B4-BE49-F238E27FC236}">
                    <a16:creationId xmlns:a16="http://schemas.microsoft.com/office/drawing/2014/main" id="{2B21AA2D-D5E4-309F-0887-C0F51AE3C4B5}"/>
                  </a:ext>
                </a:extLst>
              </p:cNvPr>
              <p:cNvSpPr txBox="1">
                <a:spLocks noRot="1" noChangeAspect="1" noMove="1" noResize="1" noEditPoints="1" noAdjustHandles="1" noChangeArrowheads="1" noChangeShapeType="1" noTextEdit="1"/>
              </p:cNvSpPr>
              <p:nvPr/>
            </p:nvSpPr>
            <p:spPr>
              <a:xfrm>
                <a:off x="2035138" y="4391006"/>
                <a:ext cx="589264" cy="276999"/>
              </a:xfrm>
              <a:prstGeom prst="rect">
                <a:avLst/>
              </a:prstGeom>
              <a:blipFill>
                <a:blip r:embed="rId8"/>
                <a:stretch>
                  <a:fillRect l="-1031" b="-173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033DA933-3380-3E25-222A-EAA198E653F6}"/>
                  </a:ext>
                </a:extLst>
              </p:cNvPr>
              <p:cNvSpPr txBox="1"/>
              <p:nvPr/>
            </p:nvSpPr>
            <p:spPr>
              <a:xfrm>
                <a:off x="3585019" y="4391006"/>
                <a:ext cx="612668" cy="276999"/>
              </a:xfrm>
              <a:prstGeom prst="rect">
                <a:avLst/>
              </a:prstGeom>
              <a:noFill/>
            </p:spPr>
            <p:txBody>
              <a:bodyPr wrap="none" rtlCol="0">
                <a:spAutoFit/>
              </a:bodyPr>
              <a:lstStyle/>
              <a:p>
                <a:r>
                  <a:rPr lang="en-US" sz="1200" dirty="0"/>
                  <a:t>g) </a:t>
                </a:r>
                <a14:m>
                  <m:oMath xmlns:m="http://schemas.openxmlformats.org/officeDocument/2006/math">
                    <m:sSup>
                      <m:sSupPr>
                        <m:ctrlPr>
                          <a:rPr lang="en-GB" sz="1200" b="0" i="1" smtClean="0">
                            <a:latin typeface="Cambria Math" panose="02040503050406030204" pitchFamily="18" charset="0"/>
                          </a:rPr>
                        </m:ctrlPr>
                      </m:sSupPr>
                      <m:e>
                        <m:r>
                          <a:rPr lang="en-GB" sz="1200" b="0" i="1" smtClean="0">
                            <a:latin typeface="Cambria Math" panose="02040503050406030204" pitchFamily="18" charset="0"/>
                          </a:rPr>
                          <m:t>0.7</m:t>
                        </m:r>
                      </m:e>
                      <m:sup>
                        <m:r>
                          <a:rPr lang="en-GB" sz="1200" b="0" i="1" smtClean="0">
                            <a:latin typeface="Cambria Math" panose="02040503050406030204" pitchFamily="18" charset="0"/>
                          </a:rPr>
                          <m:t>2</m:t>
                        </m:r>
                      </m:sup>
                    </m:sSup>
                  </m:oMath>
                </a14:m>
                <a:endParaRPr lang="en-GB" sz="1200" dirty="0"/>
              </a:p>
            </p:txBody>
          </p:sp>
        </mc:Choice>
        <mc:Fallback xmlns="">
          <p:sp>
            <p:nvSpPr>
              <p:cNvPr id="33" name="TextBox 32">
                <a:extLst>
                  <a:ext uri="{FF2B5EF4-FFF2-40B4-BE49-F238E27FC236}">
                    <a16:creationId xmlns:a16="http://schemas.microsoft.com/office/drawing/2014/main" id="{033DA933-3380-3E25-222A-EAA198E653F6}"/>
                  </a:ext>
                </a:extLst>
              </p:cNvPr>
              <p:cNvSpPr txBox="1">
                <a:spLocks noRot="1" noChangeAspect="1" noMove="1" noResize="1" noEditPoints="1" noAdjustHandles="1" noChangeArrowheads="1" noChangeShapeType="1" noTextEdit="1"/>
              </p:cNvSpPr>
              <p:nvPr/>
            </p:nvSpPr>
            <p:spPr>
              <a:xfrm>
                <a:off x="3585019" y="4391006"/>
                <a:ext cx="612668" cy="276999"/>
              </a:xfrm>
              <a:prstGeom prst="rect">
                <a:avLst/>
              </a:prstGeom>
              <a:blipFill>
                <a:blip r:embed="rId9"/>
                <a:stretch>
                  <a:fillRect b="-173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535D62B2-D4D9-B2AD-F018-28493FA2A397}"/>
                  </a:ext>
                </a:extLst>
              </p:cNvPr>
              <p:cNvSpPr txBox="1"/>
              <p:nvPr/>
            </p:nvSpPr>
            <p:spPr>
              <a:xfrm>
                <a:off x="5181408" y="4391006"/>
                <a:ext cx="620683" cy="276999"/>
              </a:xfrm>
              <a:prstGeom prst="rect">
                <a:avLst/>
              </a:prstGeom>
              <a:noFill/>
            </p:spPr>
            <p:txBody>
              <a:bodyPr wrap="none" rtlCol="0">
                <a:spAutoFit/>
              </a:bodyPr>
              <a:lstStyle/>
              <a:p>
                <a:r>
                  <a:rPr lang="en-US" sz="1200" dirty="0"/>
                  <a:t>h) </a:t>
                </a:r>
                <a14:m>
                  <m:oMath xmlns:m="http://schemas.openxmlformats.org/officeDocument/2006/math">
                    <m:sSup>
                      <m:sSupPr>
                        <m:ctrlPr>
                          <a:rPr lang="en-GB" sz="1200" b="0" i="1" smtClean="0">
                            <a:latin typeface="Cambria Math" panose="02040503050406030204" pitchFamily="18" charset="0"/>
                          </a:rPr>
                        </m:ctrlPr>
                      </m:sSupPr>
                      <m:e>
                        <m:r>
                          <a:rPr lang="en-GB" sz="1200" b="0" i="1" smtClean="0">
                            <a:latin typeface="Cambria Math" panose="02040503050406030204" pitchFamily="18" charset="0"/>
                          </a:rPr>
                          <m:t>0.8</m:t>
                        </m:r>
                      </m:e>
                      <m:sup>
                        <m:r>
                          <a:rPr lang="en-GB" sz="1200" b="0" i="1" smtClean="0">
                            <a:latin typeface="Cambria Math" panose="02040503050406030204" pitchFamily="18" charset="0"/>
                          </a:rPr>
                          <m:t>2</m:t>
                        </m:r>
                      </m:sup>
                    </m:sSup>
                  </m:oMath>
                </a14:m>
                <a:endParaRPr lang="en-GB" sz="1200" dirty="0"/>
              </a:p>
            </p:txBody>
          </p:sp>
        </mc:Choice>
        <mc:Fallback xmlns="">
          <p:sp>
            <p:nvSpPr>
              <p:cNvPr id="34" name="TextBox 33">
                <a:extLst>
                  <a:ext uri="{FF2B5EF4-FFF2-40B4-BE49-F238E27FC236}">
                    <a16:creationId xmlns:a16="http://schemas.microsoft.com/office/drawing/2014/main" id="{535D62B2-D4D9-B2AD-F018-28493FA2A397}"/>
                  </a:ext>
                </a:extLst>
              </p:cNvPr>
              <p:cNvSpPr txBox="1">
                <a:spLocks noRot="1" noChangeAspect="1" noMove="1" noResize="1" noEditPoints="1" noAdjustHandles="1" noChangeArrowheads="1" noChangeShapeType="1" noTextEdit="1"/>
              </p:cNvSpPr>
              <p:nvPr/>
            </p:nvSpPr>
            <p:spPr>
              <a:xfrm>
                <a:off x="5181408" y="4391006"/>
                <a:ext cx="620683" cy="276999"/>
              </a:xfrm>
              <a:prstGeom prst="rect">
                <a:avLst/>
              </a:prstGeom>
              <a:blipFill>
                <a:blip r:embed="rId10"/>
                <a:stretch>
                  <a:fillRect l="-980" b="-17391"/>
                </a:stretch>
              </a:blipFill>
            </p:spPr>
            <p:txBody>
              <a:bodyPr/>
              <a:lstStyle/>
              <a:p>
                <a:r>
                  <a:rPr lang="en-US">
                    <a:noFill/>
                  </a:rPr>
                  <a:t> </a:t>
                </a:r>
              </a:p>
            </p:txBody>
          </p:sp>
        </mc:Fallback>
      </mc:AlternateContent>
      <p:sp>
        <p:nvSpPr>
          <p:cNvPr id="35" name="Rectangle 34">
            <a:extLst>
              <a:ext uri="{FF2B5EF4-FFF2-40B4-BE49-F238E27FC236}">
                <a16:creationId xmlns:a16="http://schemas.microsoft.com/office/drawing/2014/main" id="{1D82FDD6-425A-3D51-8720-B601D0113E6B}"/>
              </a:ext>
            </a:extLst>
          </p:cNvPr>
          <p:cNvSpPr/>
          <p:nvPr/>
        </p:nvSpPr>
        <p:spPr>
          <a:xfrm>
            <a:off x="2088675" y="4665634"/>
            <a:ext cx="1277244" cy="8280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Rectangle 35">
            <a:extLst>
              <a:ext uri="{FF2B5EF4-FFF2-40B4-BE49-F238E27FC236}">
                <a16:creationId xmlns:a16="http://schemas.microsoft.com/office/drawing/2014/main" id="{63B0A8D4-28BF-949B-63F9-4F70D9540843}"/>
              </a:ext>
            </a:extLst>
          </p:cNvPr>
          <p:cNvSpPr/>
          <p:nvPr/>
        </p:nvSpPr>
        <p:spPr>
          <a:xfrm>
            <a:off x="3672642" y="4665634"/>
            <a:ext cx="1277244" cy="8280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Rectangle 36">
            <a:extLst>
              <a:ext uri="{FF2B5EF4-FFF2-40B4-BE49-F238E27FC236}">
                <a16:creationId xmlns:a16="http://schemas.microsoft.com/office/drawing/2014/main" id="{B5070EF5-6F0E-8AA0-9E5B-2D9717CBEAC0}"/>
              </a:ext>
            </a:extLst>
          </p:cNvPr>
          <p:cNvSpPr/>
          <p:nvPr/>
        </p:nvSpPr>
        <p:spPr>
          <a:xfrm>
            <a:off x="5298717" y="4665634"/>
            <a:ext cx="1277244" cy="8280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A0F026D-C415-A318-071E-FB79D4334AF6}"/>
                  </a:ext>
                </a:extLst>
              </p:cNvPr>
              <p:cNvSpPr txBox="1"/>
              <p:nvPr/>
            </p:nvSpPr>
            <p:spPr>
              <a:xfrm>
                <a:off x="421056" y="5507711"/>
                <a:ext cx="575799" cy="828000"/>
              </a:xfrm>
              <a:prstGeom prst="rect">
                <a:avLst/>
              </a:prstGeom>
              <a:noFill/>
            </p:spPr>
            <p:txBody>
              <a:bodyPr wrap="none" rtlCol="0">
                <a:spAutoFit/>
              </a:bodyPr>
              <a:lstStyle/>
              <a:p>
                <a:r>
                  <a:rPr lang="en-US" sz="1200" dirty="0"/>
                  <a:t>i) </a:t>
                </a:r>
                <a14:m>
                  <m:oMath xmlns:m="http://schemas.openxmlformats.org/officeDocument/2006/math">
                    <m:sSup>
                      <m:sSupPr>
                        <m:ctrlPr>
                          <a:rPr lang="en-GB" sz="1200" b="0" i="1" smtClean="0">
                            <a:latin typeface="Cambria Math" panose="02040503050406030204" pitchFamily="18" charset="0"/>
                          </a:rPr>
                        </m:ctrlPr>
                      </m:sSupPr>
                      <m:e>
                        <m:r>
                          <a:rPr lang="en-GB" sz="1200" b="0" i="1" smtClean="0">
                            <a:latin typeface="Cambria Math" panose="02040503050406030204" pitchFamily="18" charset="0"/>
                          </a:rPr>
                          <m:t>0.9</m:t>
                        </m:r>
                      </m:e>
                      <m:sup>
                        <m:r>
                          <a:rPr lang="en-GB" sz="1200" b="0" i="1" smtClean="0">
                            <a:latin typeface="Cambria Math" panose="02040503050406030204" pitchFamily="18" charset="0"/>
                          </a:rPr>
                          <m:t>2</m:t>
                        </m:r>
                      </m:sup>
                    </m:sSup>
                  </m:oMath>
                </a14:m>
                <a:endParaRPr lang="en-GB" sz="1200" dirty="0"/>
              </a:p>
            </p:txBody>
          </p:sp>
        </mc:Choice>
        <mc:Fallback xmlns="">
          <p:sp>
            <p:nvSpPr>
              <p:cNvPr id="38" name="TextBox 37">
                <a:extLst>
                  <a:ext uri="{FF2B5EF4-FFF2-40B4-BE49-F238E27FC236}">
                    <a16:creationId xmlns:a16="http://schemas.microsoft.com/office/drawing/2014/main" id="{AA0F026D-C415-A318-071E-FB79D4334AF6}"/>
                  </a:ext>
                </a:extLst>
              </p:cNvPr>
              <p:cNvSpPr txBox="1">
                <a:spLocks noRot="1" noChangeAspect="1" noMove="1" noResize="1" noEditPoints="1" noAdjustHandles="1" noChangeArrowheads="1" noChangeShapeType="1" noTextEdit="1"/>
              </p:cNvSpPr>
              <p:nvPr/>
            </p:nvSpPr>
            <p:spPr>
              <a:xfrm>
                <a:off x="421056" y="5507711"/>
                <a:ext cx="575799" cy="828000"/>
              </a:xfrm>
              <a:prstGeom prst="rect">
                <a:avLst/>
              </a:prstGeom>
              <a:blipFill>
                <a:blip r:embed="rId11"/>
                <a:stretch>
                  <a:fillRect/>
                </a:stretch>
              </a:blipFill>
            </p:spPr>
            <p:txBody>
              <a:bodyPr/>
              <a:lstStyle/>
              <a:p>
                <a:r>
                  <a:rPr lang="en-US">
                    <a:noFill/>
                  </a:rPr>
                  <a:t> </a:t>
                </a:r>
              </a:p>
            </p:txBody>
          </p:sp>
        </mc:Fallback>
      </mc:AlternateContent>
      <p:sp>
        <p:nvSpPr>
          <p:cNvPr id="39" name="Rectangle 38">
            <a:extLst>
              <a:ext uri="{FF2B5EF4-FFF2-40B4-BE49-F238E27FC236}">
                <a16:creationId xmlns:a16="http://schemas.microsoft.com/office/drawing/2014/main" id="{9674BEC7-4FC7-44BD-8B84-81945C6161F2}"/>
              </a:ext>
            </a:extLst>
          </p:cNvPr>
          <p:cNvSpPr/>
          <p:nvPr/>
        </p:nvSpPr>
        <p:spPr>
          <a:xfrm>
            <a:off x="492660" y="5782340"/>
            <a:ext cx="1277244" cy="8280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9225A5AA-23D9-F73C-7AEB-B76B4E74148E}"/>
                  </a:ext>
                </a:extLst>
              </p:cNvPr>
              <p:cNvSpPr txBox="1"/>
              <p:nvPr/>
            </p:nvSpPr>
            <p:spPr>
              <a:xfrm>
                <a:off x="2035138" y="5507711"/>
                <a:ext cx="460382" cy="828000"/>
              </a:xfrm>
              <a:prstGeom prst="rect">
                <a:avLst/>
              </a:prstGeom>
              <a:noFill/>
            </p:spPr>
            <p:txBody>
              <a:bodyPr wrap="none" rtlCol="0">
                <a:spAutoFit/>
              </a:bodyPr>
              <a:lstStyle/>
              <a:p>
                <a:r>
                  <a:rPr lang="en-US" sz="1200" dirty="0"/>
                  <a:t>j) </a:t>
                </a:r>
                <a14:m>
                  <m:oMath xmlns:m="http://schemas.openxmlformats.org/officeDocument/2006/math">
                    <m:sSup>
                      <m:sSupPr>
                        <m:ctrlPr>
                          <a:rPr lang="en-GB" sz="1200" b="0" i="1" smtClean="0">
                            <a:latin typeface="Cambria Math" panose="02040503050406030204" pitchFamily="18" charset="0"/>
                          </a:rPr>
                        </m:ctrlPr>
                      </m:sSupPr>
                      <m:e>
                        <m:r>
                          <a:rPr lang="en-GB" sz="1200" b="0" i="1" smtClean="0">
                            <a:latin typeface="Cambria Math" panose="02040503050406030204" pitchFamily="18" charset="0"/>
                          </a:rPr>
                          <m:t>1</m:t>
                        </m:r>
                      </m:e>
                      <m:sup>
                        <m:r>
                          <a:rPr lang="en-GB" sz="1200" b="0" i="1" smtClean="0">
                            <a:latin typeface="Cambria Math" panose="02040503050406030204" pitchFamily="18" charset="0"/>
                          </a:rPr>
                          <m:t>2</m:t>
                        </m:r>
                      </m:sup>
                    </m:sSup>
                  </m:oMath>
                </a14:m>
                <a:endParaRPr lang="en-GB" sz="1200" dirty="0"/>
              </a:p>
            </p:txBody>
          </p:sp>
        </mc:Choice>
        <mc:Fallback xmlns="">
          <p:sp>
            <p:nvSpPr>
              <p:cNvPr id="40" name="TextBox 39">
                <a:extLst>
                  <a:ext uri="{FF2B5EF4-FFF2-40B4-BE49-F238E27FC236}">
                    <a16:creationId xmlns:a16="http://schemas.microsoft.com/office/drawing/2014/main" id="{9225A5AA-23D9-F73C-7AEB-B76B4E74148E}"/>
                  </a:ext>
                </a:extLst>
              </p:cNvPr>
              <p:cNvSpPr txBox="1">
                <a:spLocks noRot="1" noChangeAspect="1" noMove="1" noResize="1" noEditPoints="1" noAdjustHandles="1" noChangeArrowheads="1" noChangeShapeType="1" noTextEdit="1"/>
              </p:cNvSpPr>
              <p:nvPr/>
            </p:nvSpPr>
            <p:spPr>
              <a:xfrm>
                <a:off x="2035138" y="5507711"/>
                <a:ext cx="460382" cy="828000"/>
              </a:xfrm>
              <a:prstGeom prst="rect">
                <a:avLst/>
              </a:prstGeom>
              <a:blipFill>
                <a:blip r:embed="rId12"/>
                <a:stretch>
                  <a:fillRect l="-1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F1C1E539-7D4B-78EA-F65E-E5D50F403E5B}"/>
                  </a:ext>
                </a:extLst>
              </p:cNvPr>
              <p:cNvSpPr txBox="1"/>
              <p:nvPr/>
            </p:nvSpPr>
            <p:spPr>
              <a:xfrm>
                <a:off x="3585019" y="5507711"/>
                <a:ext cx="575799" cy="828000"/>
              </a:xfrm>
              <a:prstGeom prst="rect">
                <a:avLst/>
              </a:prstGeom>
              <a:noFill/>
            </p:spPr>
            <p:txBody>
              <a:bodyPr wrap="none" rtlCol="0">
                <a:spAutoFit/>
              </a:bodyPr>
              <a:lstStyle/>
              <a:p>
                <a:r>
                  <a:rPr lang="en-US" sz="1200" dirty="0"/>
                  <a:t>k)</a:t>
                </a:r>
                <a14:m>
                  <m:oMath xmlns:m="http://schemas.openxmlformats.org/officeDocument/2006/math">
                    <m:sSup>
                      <m:sSupPr>
                        <m:ctrlPr>
                          <a:rPr lang="en-GB" sz="1200" b="0" i="1" smtClean="0">
                            <a:latin typeface="Cambria Math" panose="02040503050406030204" pitchFamily="18" charset="0"/>
                          </a:rPr>
                        </m:ctrlPr>
                      </m:sSupPr>
                      <m:e>
                        <m:r>
                          <a:rPr lang="en-GB" sz="1200" b="0" i="1" smtClean="0">
                            <a:latin typeface="Cambria Math" panose="02040503050406030204" pitchFamily="18" charset="0"/>
                          </a:rPr>
                          <m:t>1.1</m:t>
                        </m:r>
                      </m:e>
                      <m:sup>
                        <m:r>
                          <a:rPr lang="en-GB" sz="1200" b="0" i="1" smtClean="0">
                            <a:latin typeface="Cambria Math" panose="02040503050406030204" pitchFamily="18" charset="0"/>
                          </a:rPr>
                          <m:t>2</m:t>
                        </m:r>
                      </m:sup>
                    </m:sSup>
                  </m:oMath>
                </a14:m>
                <a:endParaRPr lang="en-GB" sz="1200" dirty="0"/>
              </a:p>
            </p:txBody>
          </p:sp>
        </mc:Choice>
        <mc:Fallback xmlns="">
          <p:sp>
            <p:nvSpPr>
              <p:cNvPr id="41" name="TextBox 40">
                <a:extLst>
                  <a:ext uri="{FF2B5EF4-FFF2-40B4-BE49-F238E27FC236}">
                    <a16:creationId xmlns:a16="http://schemas.microsoft.com/office/drawing/2014/main" id="{F1C1E539-7D4B-78EA-F65E-E5D50F403E5B}"/>
                  </a:ext>
                </a:extLst>
              </p:cNvPr>
              <p:cNvSpPr txBox="1">
                <a:spLocks noRot="1" noChangeAspect="1" noMove="1" noResize="1" noEditPoints="1" noAdjustHandles="1" noChangeArrowheads="1" noChangeShapeType="1" noTextEdit="1"/>
              </p:cNvSpPr>
              <p:nvPr/>
            </p:nvSpPr>
            <p:spPr>
              <a:xfrm>
                <a:off x="3585019" y="5507711"/>
                <a:ext cx="575799" cy="828000"/>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87A4856E-C90E-E0CB-614A-E8BAF096B4B0}"/>
                  </a:ext>
                </a:extLst>
              </p:cNvPr>
              <p:cNvSpPr txBox="1"/>
              <p:nvPr/>
            </p:nvSpPr>
            <p:spPr>
              <a:xfrm>
                <a:off x="5181408" y="5507711"/>
                <a:ext cx="575799" cy="828000"/>
              </a:xfrm>
              <a:prstGeom prst="rect">
                <a:avLst/>
              </a:prstGeom>
              <a:noFill/>
            </p:spPr>
            <p:txBody>
              <a:bodyPr wrap="none" rtlCol="0">
                <a:spAutoFit/>
              </a:bodyPr>
              <a:lstStyle/>
              <a:p>
                <a:r>
                  <a:rPr lang="en-US" sz="1200" dirty="0"/>
                  <a:t>l) </a:t>
                </a:r>
                <a14:m>
                  <m:oMath xmlns:m="http://schemas.openxmlformats.org/officeDocument/2006/math">
                    <m:sSup>
                      <m:sSupPr>
                        <m:ctrlPr>
                          <a:rPr lang="en-GB" sz="1200" b="0" i="1" smtClean="0">
                            <a:latin typeface="Cambria Math" panose="02040503050406030204" pitchFamily="18" charset="0"/>
                          </a:rPr>
                        </m:ctrlPr>
                      </m:sSupPr>
                      <m:e>
                        <m:r>
                          <a:rPr lang="en-GB" sz="1200" b="0" i="1" smtClean="0">
                            <a:latin typeface="Cambria Math" panose="02040503050406030204" pitchFamily="18" charset="0"/>
                          </a:rPr>
                          <m:t>1.2</m:t>
                        </m:r>
                      </m:e>
                      <m:sup>
                        <m:r>
                          <a:rPr lang="en-GB" sz="1200" b="0" i="1" smtClean="0">
                            <a:latin typeface="Cambria Math" panose="02040503050406030204" pitchFamily="18" charset="0"/>
                          </a:rPr>
                          <m:t>2</m:t>
                        </m:r>
                      </m:sup>
                    </m:sSup>
                  </m:oMath>
                </a14:m>
                <a:endParaRPr lang="en-GB" sz="1200" dirty="0"/>
              </a:p>
            </p:txBody>
          </p:sp>
        </mc:Choice>
        <mc:Fallback xmlns="">
          <p:sp>
            <p:nvSpPr>
              <p:cNvPr id="42" name="TextBox 41">
                <a:extLst>
                  <a:ext uri="{FF2B5EF4-FFF2-40B4-BE49-F238E27FC236}">
                    <a16:creationId xmlns:a16="http://schemas.microsoft.com/office/drawing/2014/main" id="{87A4856E-C90E-E0CB-614A-E8BAF096B4B0}"/>
                  </a:ext>
                </a:extLst>
              </p:cNvPr>
              <p:cNvSpPr txBox="1">
                <a:spLocks noRot="1" noChangeAspect="1" noMove="1" noResize="1" noEditPoints="1" noAdjustHandles="1" noChangeArrowheads="1" noChangeShapeType="1" noTextEdit="1"/>
              </p:cNvSpPr>
              <p:nvPr/>
            </p:nvSpPr>
            <p:spPr>
              <a:xfrm>
                <a:off x="5181408" y="5507711"/>
                <a:ext cx="575799" cy="828000"/>
              </a:xfrm>
              <a:prstGeom prst="rect">
                <a:avLst/>
              </a:prstGeom>
              <a:blipFill>
                <a:blip r:embed="rId14"/>
                <a:stretch>
                  <a:fillRect l="-1064"/>
                </a:stretch>
              </a:blipFill>
            </p:spPr>
            <p:txBody>
              <a:bodyPr/>
              <a:lstStyle/>
              <a:p>
                <a:r>
                  <a:rPr lang="en-US">
                    <a:noFill/>
                  </a:rPr>
                  <a:t> </a:t>
                </a:r>
              </a:p>
            </p:txBody>
          </p:sp>
        </mc:Fallback>
      </mc:AlternateContent>
      <p:sp>
        <p:nvSpPr>
          <p:cNvPr id="82" name="Rectangle 81">
            <a:extLst>
              <a:ext uri="{FF2B5EF4-FFF2-40B4-BE49-F238E27FC236}">
                <a16:creationId xmlns:a16="http://schemas.microsoft.com/office/drawing/2014/main" id="{A700B1B9-48EF-A593-8C61-6B79E492F739}"/>
              </a:ext>
            </a:extLst>
          </p:cNvPr>
          <p:cNvSpPr/>
          <p:nvPr/>
        </p:nvSpPr>
        <p:spPr>
          <a:xfrm>
            <a:off x="2088675" y="5782340"/>
            <a:ext cx="1277244" cy="8280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3" name="Rectangle 82">
            <a:extLst>
              <a:ext uri="{FF2B5EF4-FFF2-40B4-BE49-F238E27FC236}">
                <a16:creationId xmlns:a16="http://schemas.microsoft.com/office/drawing/2014/main" id="{F4DB1916-A3A7-9875-589D-B73FFF33710B}"/>
              </a:ext>
            </a:extLst>
          </p:cNvPr>
          <p:cNvSpPr/>
          <p:nvPr/>
        </p:nvSpPr>
        <p:spPr>
          <a:xfrm>
            <a:off x="3672642" y="5782340"/>
            <a:ext cx="1277244" cy="8280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4" name="Rectangle 83">
            <a:extLst>
              <a:ext uri="{FF2B5EF4-FFF2-40B4-BE49-F238E27FC236}">
                <a16:creationId xmlns:a16="http://schemas.microsoft.com/office/drawing/2014/main" id="{43A92CE3-8A88-6515-7F3E-8FDF2A7C72A0}"/>
              </a:ext>
            </a:extLst>
          </p:cNvPr>
          <p:cNvSpPr/>
          <p:nvPr/>
        </p:nvSpPr>
        <p:spPr>
          <a:xfrm>
            <a:off x="5298717" y="5782340"/>
            <a:ext cx="1277244" cy="8280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9" name="Rectangle 88">
            <a:extLst>
              <a:ext uri="{FF2B5EF4-FFF2-40B4-BE49-F238E27FC236}">
                <a16:creationId xmlns:a16="http://schemas.microsoft.com/office/drawing/2014/main" id="{2DEABBDB-7C0B-7B2F-77C1-1D5B4147A014}"/>
              </a:ext>
            </a:extLst>
          </p:cNvPr>
          <p:cNvSpPr/>
          <p:nvPr/>
        </p:nvSpPr>
        <p:spPr>
          <a:xfrm>
            <a:off x="483549" y="6889657"/>
            <a:ext cx="1277244" cy="8280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3" name="Rectangle 92">
            <a:extLst>
              <a:ext uri="{FF2B5EF4-FFF2-40B4-BE49-F238E27FC236}">
                <a16:creationId xmlns:a16="http://schemas.microsoft.com/office/drawing/2014/main" id="{3221AB5E-B061-BA98-195C-1D0DEF7924B4}"/>
              </a:ext>
            </a:extLst>
          </p:cNvPr>
          <p:cNvSpPr/>
          <p:nvPr/>
        </p:nvSpPr>
        <p:spPr>
          <a:xfrm>
            <a:off x="2079564" y="6889657"/>
            <a:ext cx="1277244" cy="8280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4" name="Rectangle 93">
            <a:extLst>
              <a:ext uri="{FF2B5EF4-FFF2-40B4-BE49-F238E27FC236}">
                <a16:creationId xmlns:a16="http://schemas.microsoft.com/office/drawing/2014/main" id="{4B333856-DF51-D070-5F19-37507555CE44}"/>
              </a:ext>
            </a:extLst>
          </p:cNvPr>
          <p:cNvSpPr/>
          <p:nvPr/>
        </p:nvSpPr>
        <p:spPr>
          <a:xfrm>
            <a:off x="3663531" y="6889657"/>
            <a:ext cx="1277244" cy="8280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5" name="Rectangle 94">
            <a:extLst>
              <a:ext uri="{FF2B5EF4-FFF2-40B4-BE49-F238E27FC236}">
                <a16:creationId xmlns:a16="http://schemas.microsoft.com/office/drawing/2014/main" id="{188E978A-36D2-B516-6889-97EC16FCE52B}"/>
              </a:ext>
            </a:extLst>
          </p:cNvPr>
          <p:cNvSpPr/>
          <p:nvPr/>
        </p:nvSpPr>
        <p:spPr>
          <a:xfrm>
            <a:off x="5289606" y="6889657"/>
            <a:ext cx="1277244" cy="8280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96" name="TextBox 95">
                <a:extLst>
                  <a:ext uri="{FF2B5EF4-FFF2-40B4-BE49-F238E27FC236}">
                    <a16:creationId xmlns:a16="http://schemas.microsoft.com/office/drawing/2014/main" id="{802C1589-3761-DA0D-DD7B-EAA4F2CEF37F}"/>
                  </a:ext>
                </a:extLst>
              </p:cNvPr>
              <p:cNvSpPr txBox="1"/>
              <p:nvPr/>
            </p:nvSpPr>
            <p:spPr>
              <a:xfrm>
                <a:off x="411945" y="6615028"/>
                <a:ext cx="747320" cy="828000"/>
              </a:xfrm>
              <a:prstGeom prst="rect">
                <a:avLst/>
              </a:prstGeom>
              <a:noFill/>
            </p:spPr>
            <p:txBody>
              <a:bodyPr wrap="none" rtlCol="0">
                <a:spAutoFit/>
              </a:bodyPr>
              <a:lstStyle/>
              <a:p>
                <a:r>
                  <a:rPr lang="en-US" sz="1200" dirty="0"/>
                  <a:t>m)</a:t>
                </a:r>
                <a14:m>
                  <m:oMath xmlns:m="http://schemas.openxmlformats.org/officeDocument/2006/math">
                    <m:sSup>
                      <m:sSupPr>
                        <m:ctrlPr>
                          <a:rPr lang="en-GB" sz="1200" i="1">
                            <a:latin typeface="Cambria Math" panose="02040503050406030204" pitchFamily="18" charset="0"/>
                          </a:rPr>
                        </m:ctrlPr>
                      </m:sSupPr>
                      <m:e>
                        <m:r>
                          <a:rPr lang="en-GB" sz="1200" b="0" i="1" smtClean="0">
                            <a:latin typeface="Cambria Math" panose="02040503050406030204" pitchFamily="18" charset="0"/>
                          </a:rPr>
                          <m:t> </m:t>
                        </m:r>
                        <m:r>
                          <a:rPr lang="en-GB" sz="1200" i="1">
                            <a:latin typeface="Cambria Math" panose="02040503050406030204" pitchFamily="18" charset="0"/>
                          </a:rPr>
                          <m:t>0.14</m:t>
                        </m:r>
                      </m:e>
                      <m:sup>
                        <m:r>
                          <a:rPr lang="en-GB" sz="1200" i="1">
                            <a:latin typeface="Cambria Math" panose="02040503050406030204" pitchFamily="18" charset="0"/>
                          </a:rPr>
                          <m:t>2</m:t>
                        </m:r>
                      </m:sup>
                    </m:sSup>
                  </m:oMath>
                </a14:m>
                <a:endParaRPr lang="en-GB" sz="1200" dirty="0"/>
              </a:p>
            </p:txBody>
          </p:sp>
        </mc:Choice>
        <mc:Fallback xmlns="">
          <p:sp>
            <p:nvSpPr>
              <p:cNvPr id="96" name="TextBox 95">
                <a:extLst>
                  <a:ext uri="{FF2B5EF4-FFF2-40B4-BE49-F238E27FC236}">
                    <a16:creationId xmlns:a16="http://schemas.microsoft.com/office/drawing/2014/main" id="{802C1589-3761-DA0D-DD7B-EAA4F2CEF37F}"/>
                  </a:ext>
                </a:extLst>
              </p:cNvPr>
              <p:cNvSpPr txBox="1">
                <a:spLocks noRot="1" noChangeAspect="1" noMove="1" noResize="1" noEditPoints="1" noAdjustHandles="1" noChangeArrowheads="1" noChangeShapeType="1" noTextEdit="1"/>
              </p:cNvSpPr>
              <p:nvPr/>
            </p:nvSpPr>
            <p:spPr>
              <a:xfrm>
                <a:off x="411945" y="6615028"/>
                <a:ext cx="747320" cy="828000"/>
              </a:xfrm>
              <a:prstGeom prst="rect">
                <a:avLst/>
              </a:prstGeom>
              <a:blipFill>
                <a:blip r:embed="rId15"/>
                <a:stretch>
                  <a:fillRect l="-82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446888F0-EDB7-D75F-9557-D5DACA0D35BC}"/>
                  </a:ext>
                </a:extLst>
              </p:cNvPr>
              <p:cNvSpPr txBox="1"/>
              <p:nvPr/>
            </p:nvSpPr>
            <p:spPr>
              <a:xfrm>
                <a:off x="2026027" y="6615028"/>
                <a:ext cx="1011815" cy="828000"/>
              </a:xfrm>
              <a:prstGeom prst="rect">
                <a:avLst/>
              </a:prstGeom>
              <a:noFill/>
            </p:spPr>
            <p:txBody>
              <a:bodyPr wrap="none" rtlCol="0">
                <a:spAutoFit/>
              </a:bodyPr>
              <a:lstStyle/>
              <a:p>
                <a:r>
                  <a:rPr lang="en-US" sz="1200" dirty="0"/>
                  <a:t>n) </a:t>
                </a:r>
                <a14:m>
                  <m:oMath xmlns:m="http://schemas.openxmlformats.org/officeDocument/2006/math">
                    <m:sSup>
                      <m:sSupPr>
                        <m:ctrlPr>
                          <a:rPr lang="en-GB" sz="1200" i="1">
                            <a:latin typeface="Cambria Math" panose="02040503050406030204" pitchFamily="18" charset="0"/>
                          </a:rPr>
                        </m:ctrlPr>
                      </m:sSupPr>
                      <m:e>
                        <m:r>
                          <a:rPr lang="en-GB" sz="1200" i="1">
                            <a:latin typeface="Cambria Math" panose="02040503050406030204" pitchFamily="18" charset="0"/>
                          </a:rPr>
                          <m:t>0.4</m:t>
                        </m:r>
                      </m:e>
                      <m:sup>
                        <m:r>
                          <a:rPr lang="en-GB" sz="1200" i="1">
                            <a:latin typeface="Cambria Math" panose="02040503050406030204" pitchFamily="18" charset="0"/>
                          </a:rPr>
                          <m:t>2</m:t>
                        </m:r>
                      </m:sup>
                    </m:sSup>
                  </m:oMath>
                </a14:m>
                <a:r>
                  <a:rPr lang="en-GB" sz="1200" dirty="0"/>
                  <a:t> - </a:t>
                </a:r>
                <a14:m>
                  <m:oMath xmlns:m="http://schemas.openxmlformats.org/officeDocument/2006/math">
                    <m:sSup>
                      <m:sSupPr>
                        <m:ctrlPr>
                          <a:rPr lang="en-GB" sz="1200" i="1">
                            <a:latin typeface="Cambria Math" panose="02040503050406030204" pitchFamily="18" charset="0"/>
                          </a:rPr>
                        </m:ctrlPr>
                      </m:sSupPr>
                      <m:e>
                        <m:r>
                          <a:rPr lang="en-GB" sz="1200" i="1">
                            <a:latin typeface="Cambria Math" panose="02040503050406030204" pitchFamily="18" charset="0"/>
                          </a:rPr>
                          <m:t>0.</m:t>
                        </m:r>
                        <m:r>
                          <a:rPr lang="en-GB" sz="1200" b="0" i="1" smtClean="0">
                            <a:latin typeface="Cambria Math" panose="02040503050406030204" pitchFamily="18" charset="0"/>
                          </a:rPr>
                          <m:t>3</m:t>
                        </m:r>
                      </m:e>
                      <m:sup>
                        <m:r>
                          <a:rPr lang="en-GB" sz="1200" b="0" i="1" smtClean="0">
                            <a:latin typeface="Cambria Math" panose="02040503050406030204" pitchFamily="18" charset="0"/>
                          </a:rPr>
                          <m:t>2</m:t>
                        </m:r>
                      </m:sup>
                    </m:sSup>
                  </m:oMath>
                </a14:m>
                <a:endParaRPr lang="en-GB" sz="1200" dirty="0"/>
              </a:p>
            </p:txBody>
          </p:sp>
        </mc:Choice>
        <mc:Fallback xmlns="">
          <p:sp>
            <p:nvSpPr>
              <p:cNvPr id="97" name="TextBox 96">
                <a:extLst>
                  <a:ext uri="{FF2B5EF4-FFF2-40B4-BE49-F238E27FC236}">
                    <a16:creationId xmlns:a16="http://schemas.microsoft.com/office/drawing/2014/main" id="{446888F0-EDB7-D75F-9557-D5DACA0D35BC}"/>
                  </a:ext>
                </a:extLst>
              </p:cNvPr>
              <p:cNvSpPr txBox="1">
                <a:spLocks noRot="1" noChangeAspect="1" noMove="1" noResize="1" noEditPoints="1" noAdjustHandles="1" noChangeArrowheads="1" noChangeShapeType="1" noTextEdit="1"/>
              </p:cNvSpPr>
              <p:nvPr/>
            </p:nvSpPr>
            <p:spPr>
              <a:xfrm>
                <a:off x="2026027" y="6615028"/>
                <a:ext cx="1011815" cy="828000"/>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8" name="TextBox 97">
                <a:extLst>
                  <a:ext uri="{FF2B5EF4-FFF2-40B4-BE49-F238E27FC236}">
                    <a16:creationId xmlns:a16="http://schemas.microsoft.com/office/drawing/2014/main" id="{C635F825-7F6C-F12B-9D76-3B7B04E9C805}"/>
                  </a:ext>
                </a:extLst>
              </p:cNvPr>
              <p:cNvSpPr txBox="1"/>
              <p:nvPr/>
            </p:nvSpPr>
            <p:spPr>
              <a:xfrm>
                <a:off x="3575908" y="6615028"/>
                <a:ext cx="1115434" cy="828000"/>
              </a:xfrm>
              <a:prstGeom prst="rect">
                <a:avLst/>
              </a:prstGeom>
              <a:noFill/>
            </p:spPr>
            <p:txBody>
              <a:bodyPr wrap="none" rtlCol="0">
                <a:spAutoFit/>
              </a:bodyPr>
              <a:lstStyle/>
              <a:p>
                <a:r>
                  <a:rPr lang="en-US" sz="1200" dirty="0"/>
                  <a:t>o) </a:t>
                </a:r>
                <a14:m>
                  <m:oMath xmlns:m="http://schemas.openxmlformats.org/officeDocument/2006/math">
                    <m:sSup>
                      <m:sSupPr>
                        <m:ctrlPr>
                          <a:rPr lang="en-GB" sz="1200" i="1">
                            <a:latin typeface="Cambria Math" panose="02040503050406030204" pitchFamily="18" charset="0"/>
                          </a:rPr>
                        </m:ctrlPr>
                      </m:sSupPr>
                      <m:e>
                        <m:r>
                          <a:rPr lang="en-GB" sz="1200" b="0" i="1" smtClean="0">
                            <a:latin typeface="Cambria Math" panose="02040503050406030204" pitchFamily="18" charset="0"/>
                          </a:rPr>
                          <m:t>1</m:t>
                        </m:r>
                        <m:r>
                          <a:rPr lang="en-GB" sz="1200" i="1">
                            <a:latin typeface="Cambria Math" panose="02040503050406030204" pitchFamily="18" charset="0"/>
                          </a:rPr>
                          <m:t>.</m:t>
                        </m:r>
                        <m:r>
                          <a:rPr lang="en-GB" sz="1200" b="0" i="1" smtClean="0">
                            <a:latin typeface="Cambria Math" panose="02040503050406030204" pitchFamily="18" charset="0"/>
                          </a:rPr>
                          <m:t>1</m:t>
                        </m:r>
                      </m:e>
                      <m:sup>
                        <m:r>
                          <a:rPr lang="en-GB" sz="1200" i="1">
                            <a:latin typeface="Cambria Math" panose="02040503050406030204" pitchFamily="18" charset="0"/>
                          </a:rPr>
                          <m:t>2</m:t>
                        </m:r>
                      </m:sup>
                    </m:sSup>
                    <m:r>
                      <a:rPr lang="en-GB" sz="1200" b="0" i="1" smtClean="0">
                        <a:latin typeface="Cambria Math" panose="02040503050406030204" pitchFamily="18" charset="0"/>
                      </a:rPr>
                      <m:t>+</m:t>
                    </m:r>
                    <m:sSup>
                      <m:sSupPr>
                        <m:ctrlPr>
                          <a:rPr lang="en-GB" sz="1200" b="0" i="1" smtClean="0">
                            <a:latin typeface="Cambria Math" panose="02040503050406030204" pitchFamily="18" charset="0"/>
                          </a:rPr>
                        </m:ctrlPr>
                      </m:sSupPr>
                      <m:e>
                        <m:r>
                          <a:rPr lang="en-GB" sz="1200" b="0" i="1" smtClean="0">
                            <a:latin typeface="Cambria Math" panose="02040503050406030204" pitchFamily="18" charset="0"/>
                          </a:rPr>
                          <m:t>0.2</m:t>
                        </m:r>
                      </m:e>
                      <m:sup>
                        <m:r>
                          <a:rPr lang="en-GB" sz="1200" b="0" i="1" smtClean="0">
                            <a:latin typeface="Cambria Math" panose="02040503050406030204" pitchFamily="18" charset="0"/>
                          </a:rPr>
                          <m:t>2</m:t>
                        </m:r>
                      </m:sup>
                    </m:sSup>
                  </m:oMath>
                </a14:m>
                <a:r>
                  <a:rPr lang="en-GB" sz="1200" dirty="0"/>
                  <a:t> </a:t>
                </a:r>
              </a:p>
            </p:txBody>
          </p:sp>
        </mc:Choice>
        <mc:Fallback xmlns="">
          <p:sp>
            <p:nvSpPr>
              <p:cNvPr id="98" name="TextBox 97">
                <a:extLst>
                  <a:ext uri="{FF2B5EF4-FFF2-40B4-BE49-F238E27FC236}">
                    <a16:creationId xmlns:a16="http://schemas.microsoft.com/office/drawing/2014/main" id="{C635F825-7F6C-F12B-9D76-3B7B04E9C805}"/>
                  </a:ext>
                </a:extLst>
              </p:cNvPr>
              <p:cNvSpPr txBox="1">
                <a:spLocks noRot="1" noChangeAspect="1" noMove="1" noResize="1" noEditPoints="1" noAdjustHandles="1" noChangeArrowheads="1" noChangeShapeType="1" noTextEdit="1"/>
              </p:cNvSpPr>
              <p:nvPr/>
            </p:nvSpPr>
            <p:spPr>
              <a:xfrm>
                <a:off x="3575908" y="6615028"/>
                <a:ext cx="1115434" cy="828000"/>
              </a:xfrm>
              <a:prstGeom prst="rect">
                <a:avLst/>
              </a:prstGeom>
              <a:blipFill>
                <a:blip r:embed="rId17"/>
                <a:stretch>
                  <a:fillRect l="-54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9" name="TextBox 98">
                <a:extLst>
                  <a:ext uri="{FF2B5EF4-FFF2-40B4-BE49-F238E27FC236}">
                    <a16:creationId xmlns:a16="http://schemas.microsoft.com/office/drawing/2014/main" id="{354BD7BA-FA57-F6D4-3595-31C5E3B1714B}"/>
                  </a:ext>
                </a:extLst>
              </p:cNvPr>
              <p:cNvSpPr txBox="1"/>
              <p:nvPr/>
            </p:nvSpPr>
            <p:spPr>
              <a:xfrm>
                <a:off x="5172297" y="6615028"/>
                <a:ext cx="1112228" cy="828000"/>
              </a:xfrm>
              <a:prstGeom prst="rect">
                <a:avLst/>
              </a:prstGeom>
              <a:noFill/>
            </p:spPr>
            <p:txBody>
              <a:bodyPr wrap="none" rtlCol="0">
                <a:spAutoFit/>
              </a:bodyPr>
              <a:lstStyle/>
              <a:p>
                <a:r>
                  <a:rPr lang="en-US" sz="1200" dirty="0"/>
                  <a:t>p) </a:t>
                </a:r>
                <a14:m>
                  <m:oMath xmlns:m="http://schemas.openxmlformats.org/officeDocument/2006/math">
                    <m:sSup>
                      <m:sSupPr>
                        <m:ctrlPr>
                          <a:rPr lang="en-GB" sz="1200" b="0" i="1" smtClean="0">
                            <a:latin typeface="Cambria Math" panose="02040503050406030204" pitchFamily="18" charset="0"/>
                          </a:rPr>
                        </m:ctrlPr>
                      </m:sSupPr>
                      <m:e>
                        <m:r>
                          <a:rPr lang="en-GB" sz="1200" b="0" i="1" smtClean="0">
                            <a:latin typeface="Cambria Math" panose="02040503050406030204" pitchFamily="18" charset="0"/>
                          </a:rPr>
                          <m:t>1.2</m:t>
                        </m:r>
                      </m:e>
                      <m:sup>
                        <m:r>
                          <a:rPr lang="en-GB" sz="1200" b="0" i="1" smtClean="0">
                            <a:latin typeface="Cambria Math" panose="02040503050406030204" pitchFamily="18" charset="0"/>
                          </a:rPr>
                          <m:t>2</m:t>
                        </m:r>
                      </m:sup>
                    </m:sSup>
                    <m:r>
                      <a:rPr lang="en-GB" sz="1200" b="0" i="1" smtClean="0">
                        <a:latin typeface="Cambria Math" panose="02040503050406030204" pitchFamily="18" charset="0"/>
                      </a:rPr>
                      <m:t> −</m:t>
                    </m:r>
                    <m:sSup>
                      <m:sSupPr>
                        <m:ctrlPr>
                          <a:rPr lang="en-GB" sz="1200" b="0" i="1" smtClean="0">
                            <a:latin typeface="Cambria Math" panose="02040503050406030204" pitchFamily="18" charset="0"/>
                          </a:rPr>
                        </m:ctrlPr>
                      </m:sSupPr>
                      <m:e>
                        <m:r>
                          <a:rPr lang="en-GB" sz="1200" b="0" i="1" smtClean="0">
                            <a:latin typeface="Cambria Math" panose="02040503050406030204" pitchFamily="18" charset="0"/>
                          </a:rPr>
                          <m:t>0.5</m:t>
                        </m:r>
                      </m:e>
                      <m:sup>
                        <m:r>
                          <a:rPr lang="en-GB" sz="1200" b="0" i="1" smtClean="0">
                            <a:latin typeface="Cambria Math" panose="02040503050406030204" pitchFamily="18" charset="0"/>
                          </a:rPr>
                          <m:t>2</m:t>
                        </m:r>
                      </m:sup>
                    </m:sSup>
                  </m:oMath>
                </a14:m>
                <a:endParaRPr lang="en-GB" sz="1200" dirty="0"/>
              </a:p>
            </p:txBody>
          </p:sp>
        </mc:Choice>
        <mc:Fallback xmlns="">
          <p:sp>
            <p:nvSpPr>
              <p:cNvPr id="99" name="TextBox 98">
                <a:extLst>
                  <a:ext uri="{FF2B5EF4-FFF2-40B4-BE49-F238E27FC236}">
                    <a16:creationId xmlns:a16="http://schemas.microsoft.com/office/drawing/2014/main" id="{354BD7BA-FA57-F6D4-3595-31C5E3B1714B}"/>
                  </a:ext>
                </a:extLst>
              </p:cNvPr>
              <p:cNvSpPr txBox="1">
                <a:spLocks noRot="1" noChangeAspect="1" noMove="1" noResize="1" noEditPoints="1" noAdjustHandles="1" noChangeArrowheads="1" noChangeShapeType="1" noTextEdit="1"/>
              </p:cNvSpPr>
              <p:nvPr/>
            </p:nvSpPr>
            <p:spPr>
              <a:xfrm>
                <a:off x="5172297" y="6615028"/>
                <a:ext cx="1112228" cy="828000"/>
              </a:xfrm>
              <a:prstGeom prst="rect">
                <a:avLst/>
              </a:prstGeom>
              <a:blipFill>
                <a:blip r:embed="rId18"/>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36131948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Slide Number Placeholder 86">
            <a:extLst>
              <a:ext uri="{FF2B5EF4-FFF2-40B4-BE49-F238E27FC236}">
                <a16:creationId xmlns:a16="http://schemas.microsoft.com/office/drawing/2014/main" id="{08398155-F49F-C45B-16B1-ECEDC439C7F7}"/>
              </a:ext>
            </a:extLst>
          </p:cNvPr>
          <p:cNvSpPr>
            <a:spLocks noGrp="1"/>
          </p:cNvSpPr>
          <p:nvPr>
            <p:ph type="sldNum" sz="quarter" idx="12"/>
          </p:nvPr>
        </p:nvSpPr>
        <p:spPr>
          <a:xfrm>
            <a:off x="5257823" y="9276161"/>
            <a:ext cx="1543050" cy="828000"/>
          </a:xfrm>
        </p:spPr>
        <p:txBody>
          <a:bodyPr/>
          <a:lstStyle/>
          <a:p>
            <a:fld id="{086C3A38-D272-42AA-9C88-F1FBEAE20D2C}" type="slidenum">
              <a:rPr lang="en-GB" smtClean="0"/>
              <a:t>43</a:t>
            </a:fld>
            <a:endParaRPr lang="en-GB" dirty="0"/>
          </a:p>
        </p:txBody>
      </p:sp>
      <p:sp>
        <p:nvSpPr>
          <p:cNvPr id="2" name="Rectangle 1">
            <a:extLst>
              <a:ext uri="{FF2B5EF4-FFF2-40B4-BE49-F238E27FC236}">
                <a16:creationId xmlns:a16="http://schemas.microsoft.com/office/drawing/2014/main" id="{525EC430-1EBA-8E0D-CDAD-95FEF35480D4}"/>
              </a:ext>
            </a:extLst>
          </p:cNvPr>
          <p:cNvSpPr/>
          <p:nvPr/>
        </p:nvSpPr>
        <p:spPr>
          <a:xfrm>
            <a:off x="2009" y="0"/>
            <a:ext cx="3689512" cy="276350"/>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a:t>To be able to recall the cube numbers up to 10 cubed</a:t>
            </a:r>
          </a:p>
        </p:txBody>
      </p:sp>
      <mc:AlternateContent xmlns:mc="http://schemas.openxmlformats.org/markup-compatibility/2006" xmlns:a14="http://schemas.microsoft.com/office/drawing/2010/main">
        <mc:Choice Requires="a14">
          <p:graphicFrame>
            <p:nvGraphicFramePr>
              <p:cNvPr id="22" name="Table 21">
                <a:extLst>
                  <a:ext uri="{FF2B5EF4-FFF2-40B4-BE49-F238E27FC236}">
                    <a16:creationId xmlns:a16="http://schemas.microsoft.com/office/drawing/2014/main" id="{328080A1-4AD8-DD92-912B-5E906DC23343}"/>
                  </a:ext>
                </a:extLst>
              </p:cNvPr>
              <p:cNvGraphicFramePr>
                <a:graphicFrameLocks noGrp="1"/>
              </p:cNvGraphicFramePr>
              <p:nvPr>
                <p:extLst>
                  <p:ext uri="{D42A27DB-BD31-4B8C-83A1-F6EECF244321}">
                    <p14:modId xmlns:p14="http://schemas.microsoft.com/office/powerpoint/2010/main" val="354321530"/>
                  </p:ext>
                </p:extLst>
              </p:nvPr>
            </p:nvGraphicFramePr>
            <p:xfrm>
              <a:off x="2119" y="552774"/>
              <a:ext cx="6572479" cy="1737360"/>
            </p:xfrm>
            <a:graphic>
              <a:graphicData uri="http://schemas.openxmlformats.org/drawingml/2006/table">
                <a:tbl>
                  <a:tblPr firstRow="1" bandRow="1">
                    <a:tableStyleId>{5C22544A-7EE6-4342-B048-85BDC9FD1C3A}</a:tableStyleId>
                  </a:tblPr>
                  <a:tblGrid>
                    <a:gridCol w="1628464">
                      <a:extLst>
                        <a:ext uri="{9D8B030D-6E8A-4147-A177-3AD203B41FA5}">
                          <a16:colId xmlns:a16="http://schemas.microsoft.com/office/drawing/2014/main" val="1568142362"/>
                        </a:ext>
                      </a:extLst>
                    </a:gridCol>
                    <a:gridCol w="1648005">
                      <a:extLst>
                        <a:ext uri="{9D8B030D-6E8A-4147-A177-3AD203B41FA5}">
                          <a16:colId xmlns:a16="http://schemas.microsoft.com/office/drawing/2014/main" val="3551711160"/>
                        </a:ext>
                      </a:extLst>
                    </a:gridCol>
                    <a:gridCol w="1648005">
                      <a:extLst>
                        <a:ext uri="{9D8B030D-6E8A-4147-A177-3AD203B41FA5}">
                          <a16:colId xmlns:a16="http://schemas.microsoft.com/office/drawing/2014/main" val="1712497518"/>
                        </a:ext>
                      </a:extLst>
                    </a:gridCol>
                    <a:gridCol w="1648005">
                      <a:extLst>
                        <a:ext uri="{9D8B030D-6E8A-4147-A177-3AD203B41FA5}">
                          <a16:colId xmlns:a16="http://schemas.microsoft.com/office/drawing/2014/main" val="886122921"/>
                        </a:ext>
                      </a:extLst>
                    </a:gridCol>
                  </a:tblGrid>
                  <a:tr h="185630">
                    <a:tc>
                      <a:txBody>
                        <a:bodyPr/>
                        <a:lstStyle/>
                        <a:p>
                          <a:r>
                            <a:rPr lang="en-US" sz="1200" b="1" dirty="0">
                              <a:solidFill>
                                <a:schemeClr val="tx1"/>
                              </a:solidFill>
                            </a:rPr>
                            <a:t>Steps</a:t>
                          </a:r>
                          <a:endParaRPr lang="en-GB" sz="1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Calculate</a:t>
                          </a:r>
                          <a:r>
                            <a:rPr lang="en-GB" sz="1200" b="0" baseline="0" dirty="0">
                              <a:solidFill>
                                <a:schemeClr val="tx1"/>
                              </a:solidFill>
                            </a:rPr>
                            <a:t> </a:t>
                          </a:r>
                          <a14:m>
                            <m:oMath xmlns:m="http://schemas.openxmlformats.org/officeDocument/2006/math">
                              <m:sSup>
                                <m:sSupPr>
                                  <m:ctrlPr>
                                    <a:rPr lang="en-GB" sz="1200" b="0" i="1" smtClean="0">
                                      <a:solidFill>
                                        <a:schemeClr val="tx1"/>
                                      </a:solidFill>
                                      <a:latin typeface="Cambria Math" panose="02040503050406030204" pitchFamily="18" charset="0"/>
                                    </a:rPr>
                                  </m:ctrlPr>
                                </m:sSupPr>
                                <m:e>
                                  <m:r>
                                    <a:rPr lang="en-GB" sz="1200" b="0" i="1" smtClean="0">
                                      <a:solidFill>
                                        <a:schemeClr val="tx1"/>
                                      </a:solidFill>
                                      <a:latin typeface="Cambria Math" panose="02040503050406030204" pitchFamily="18" charset="0"/>
                                    </a:rPr>
                                    <m:t>4</m:t>
                                  </m:r>
                                </m:e>
                                <m:sup>
                                  <m:r>
                                    <a:rPr lang="en-GB" sz="1200" b="0" i="1" smtClean="0">
                                      <a:solidFill>
                                        <a:schemeClr val="tx1"/>
                                      </a:solidFill>
                                      <a:latin typeface="Cambria Math" panose="02040503050406030204" pitchFamily="18" charset="0"/>
                                    </a:rPr>
                                    <m:t>3</m:t>
                                  </m:r>
                                </m:sup>
                              </m:sSup>
                            </m:oMath>
                          </a14:m>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Calculate</a:t>
                          </a:r>
                          <a:r>
                            <a:rPr lang="en-GB" sz="1200" b="0" baseline="0" dirty="0">
                              <a:solidFill>
                                <a:schemeClr val="tx1"/>
                              </a:solidFill>
                            </a:rPr>
                            <a:t> </a:t>
                          </a:r>
                          <a14:m>
                            <m:oMath xmlns:m="http://schemas.openxmlformats.org/officeDocument/2006/math">
                              <m:sSup>
                                <m:sSupPr>
                                  <m:ctrlPr>
                                    <a:rPr lang="en-GB" sz="1200" b="0" i="1" smtClean="0">
                                      <a:solidFill>
                                        <a:schemeClr val="tx1"/>
                                      </a:solidFill>
                                      <a:latin typeface="Cambria Math" panose="02040503050406030204" pitchFamily="18" charset="0"/>
                                    </a:rPr>
                                  </m:ctrlPr>
                                </m:sSupPr>
                                <m:e>
                                  <m:r>
                                    <a:rPr lang="en-GB" sz="1200" b="0" i="1" smtClean="0">
                                      <a:solidFill>
                                        <a:schemeClr val="tx1"/>
                                      </a:solidFill>
                                      <a:latin typeface="Cambria Math" panose="02040503050406030204" pitchFamily="18" charset="0"/>
                                    </a:rPr>
                                    <m:t>3</m:t>
                                  </m:r>
                                </m:e>
                                <m:sup>
                                  <m:r>
                                    <a:rPr lang="en-GB" sz="1200" b="0" i="1" smtClean="0">
                                      <a:solidFill>
                                        <a:schemeClr val="tx1"/>
                                      </a:solidFill>
                                      <a:latin typeface="Cambria Math" panose="02040503050406030204" pitchFamily="18" charset="0"/>
                                    </a:rPr>
                                    <m:t>3</m:t>
                                  </m:r>
                                </m:sup>
                              </m:sSup>
                            </m:oMath>
                          </a14:m>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Calculate</a:t>
                          </a:r>
                          <a:r>
                            <a:rPr lang="en-GB" sz="1200" b="0" baseline="0" dirty="0">
                              <a:solidFill>
                                <a:schemeClr val="tx1"/>
                              </a:solidFill>
                            </a:rPr>
                            <a:t> </a:t>
                          </a:r>
                          <a14:m>
                            <m:oMath xmlns:m="http://schemas.openxmlformats.org/officeDocument/2006/math">
                              <m:sSup>
                                <m:sSupPr>
                                  <m:ctrlPr>
                                    <a:rPr lang="en-GB" sz="1200" b="0" i="1" smtClean="0">
                                      <a:solidFill>
                                        <a:schemeClr val="tx1"/>
                                      </a:solidFill>
                                      <a:latin typeface="Cambria Math" panose="02040503050406030204" pitchFamily="18" charset="0"/>
                                    </a:rPr>
                                  </m:ctrlPr>
                                </m:sSupPr>
                                <m:e>
                                  <m:r>
                                    <a:rPr lang="en-GB" sz="1200" b="0" i="1" smtClean="0">
                                      <a:solidFill>
                                        <a:schemeClr val="tx1"/>
                                      </a:solidFill>
                                      <a:latin typeface="Cambria Math" panose="02040503050406030204" pitchFamily="18" charset="0"/>
                                    </a:rPr>
                                    <m:t>5</m:t>
                                  </m:r>
                                </m:e>
                                <m:sup>
                                  <m:r>
                                    <a:rPr lang="en-GB" sz="1200" b="0" i="1" smtClean="0">
                                      <a:solidFill>
                                        <a:schemeClr val="tx1"/>
                                      </a:solidFill>
                                      <a:latin typeface="Cambria Math" panose="02040503050406030204" pitchFamily="18" charset="0"/>
                                    </a:rPr>
                                    <m:t>3</m:t>
                                  </m:r>
                                </m:sup>
                              </m:sSup>
                            </m:oMath>
                          </a14:m>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473290">
                    <a:tc>
                      <a:txBody>
                        <a:bodyPr/>
                        <a:lstStyle/>
                        <a:p>
                          <a:pPr marL="0" indent="0">
                            <a:buNone/>
                          </a:pPr>
                          <a:r>
                            <a:rPr lang="en-US" sz="1200" dirty="0">
                              <a:solidFill>
                                <a:schemeClr val="tx1"/>
                              </a:solidFill>
                            </a:rPr>
                            <a:t>Identify the base. This is the number we are multiplying.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sz="1800"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sz="1800"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US" sz="1800"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473290">
                    <a:tc>
                      <a:txBody>
                        <a:bodyPr/>
                        <a:lstStyle/>
                        <a:p>
                          <a:r>
                            <a:rPr lang="en-GB" sz="1200" dirty="0">
                              <a:solidFill>
                                <a:schemeClr val="tx1"/>
                              </a:solidFill>
                            </a:rPr>
                            <a:t>Identify the index. This is how many times we multiply the base number by itself.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bl>
              </a:graphicData>
            </a:graphic>
          </p:graphicFrame>
        </mc:Choice>
        <mc:Fallback xmlns="">
          <p:graphicFrame>
            <p:nvGraphicFramePr>
              <p:cNvPr id="22" name="Table 21">
                <a:extLst>
                  <a:ext uri="{FF2B5EF4-FFF2-40B4-BE49-F238E27FC236}">
                    <a16:creationId xmlns:a16="http://schemas.microsoft.com/office/drawing/2014/main" id="{328080A1-4AD8-DD92-912B-5E906DC23343}"/>
                  </a:ext>
                </a:extLst>
              </p:cNvPr>
              <p:cNvGraphicFramePr>
                <a:graphicFrameLocks noGrp="1"/>
              </p:cNvGraphicFramePr>
              <p:nvPr>
                <p:extLst>
                  <p:ext uri="{D42A27DB-BD31-4B8C-83A1-F6EECF244321}">
                    <p14:modId xmlns:p14="http://schemas.microsoft.com/office/powerpoint/2010/main" val="354321530"/>
                  </p:ext>
                </p:extLst>
              </p:nvPr>
            </p:nvGraphicFramePr>
            <p:xfrm>
              <a:off x="2119" y="552774"/>
              <a:ext cx="6572479" cy="1737360"/>
            </p:xfrm>
            <a:graphic>
              <a:graphicData uri="http://schemas.openxmlformats.org/drawingml/2006/table">
                <a:tbl>
                  <a:tblPr firstRow="1" bandRow="1">
                    <a:tableStyleId>{5C22544A-7EE6-4342-B048-85BDC9FD1C3A}</a:tableStyleId>
                  </a:tblPr>
                  <a:tblGrid>
                    <a:gridCol w="1628464">
                      <a:extLst>
                        <a:ext uri="{9D8B030D-6E8A-4147-A177-3AD203B41FA5}">
                          <a16:colId xmlns:a16="http://schemas.microsoft.com/office/drawing/2014/main" val="1568142362"/>
                        </a:ext>
                      </a:extLst>
                    </a:gridCol>
                    <a:gridCol w="1648005">
                      <a:extLst>
                        <a:ext uri="{9D8B030D-6E8A-4147-A177-3AD203B41FA5}">
                          <a16:colId xmlns:a16="http://schemas.microsoft.com/office/drawing/2014/main" val="3551711160"/>
                        </a:ext>
                      </a:extLst>
                    </a:gridCol>
                    <a:gridCol w="1648005">
                      <a:extLst>
                        <a:ext uri="{9D8B030D-6E8A-4147-A177-3AD203B41FA5}">
                          <a16:colId xmlns:a16="http://schemas.microsoft.com/office/drawing/2014/main" val="1712497518"/>
                        </a:ext>
                      </a:extLst>
                    </a:gridCol>
                    <a:gridCol w="1648005">
                      <a:extLst>
                        <a:ext uri="{9D8B030D-6E8A-4147-A177-3AD203B41FA5}">
                          <a16:colId xmlns:a16="http://schemas.microsoft.com/office/drawing/2014/main" val="886122921"/>
                        </a:ext>
                      </a:extLst>
                    </a:gridCol>
                  </a:tblGrid>
                  <a:tr h="274320">
                    <a:tc>
                      <a:txBody>
                        <a:bodyPr/>
                        <a:lstStyle/>
                        <a:p>
                          <a:r>
                            <a:rPr lang="en-US" sz="1200" b="1" dirty="0">
                              <a:solidFill>
                                <a:schemeClr val="tx1"/>
                              </a:solidFill>
                            </a:rPr>
                            <a:t>Steps</a:t>
                          </a:r>
                          <a:endParaRPr lang="en-GB" sz="1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98893" t="-2222" r="-200369" b="-55333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99630" t="-2222" r="-101111" b="-55333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98524" t="-2222" r="-738" b="-553333"/>
                          </a:stretch>
                        </a:blipFill>
                      </a:tcPr>
                    </a:tc>
                    <a:extLst>
                      <a:ext uri="{0D108BD9-81ED-4DB2-BD59-A6C34878D82A}">
                        <a16:rowId xmlns:a16="http://schemas.microsoft.com/office/drawing/2014/main" val="2357201933"/>
                      </a:ext>
                    </a:extLst>
                  </a:tr>
                  <a:tr h="640080">
                    <a:tc>
                      <a:txBody>
                        <a:bodyPr/>
                        <a:lstStyle/>
                        <a:p>
                          <a:pPr marL="0" indent="0">
                            <a:buNone/>
                          </a:pPr>
                          <a:r>
                            <a:rPr lang="en-US" sz="1200" dirty="0">
                              <a:solidFill>
                                <a:schemeClr val="tx1"/>
                              </a:solidFill>
                            </a:rPr>
                            <a:t>Identify the base. This is the number we are multiplying.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sz="1800"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sz="1800"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US" sz="1800"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822960">
                    <a:tc>
                      <a:txBody>
                        <a:bodyPr/>
                        <a:lstStyle/>
                        <a:p>
                          <a:r>
                            <a:rPr lang="en-GB" sz="1200" dirty="0">
                              <a:solidFill>
                                <a:schemeClr val="tx1"/>
                              </a:solidFill>
                            </a:rPr>
                            <a:t>Identify the index. This is how many times we multiply the base number by itself.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bl>
              </a:graphicData>
            </a:graphic>
          </p:graphicFrame>
        </mc:Fallback>
      </mc:AlternateContent>
      <p:sp>
        <p:nvSpPr>
          <p:cNvPr id="23" name="TextBox 22">
            <a:extLst>
              <a:ext uri="{FF2B5EF4-FFF2-40B4-BE49-F238E27FC236}">
                <a16:creationId xmlns:a16="http://schemas.microsoft.com/office/drawing/2014/main" id="{2D7D6BC7-1879-1CF6-6906-8071399C190C}"/>
              </a:ext>
            </a:extLst>
          </p:cNvPr>
          <p:cNvSpPr txBox="1"/>
          <p:nvPr/>
        </p:nvSpPr>
        <p:spPr>
          <a:xfrm>
            <a:off x="1730182" y="287635"/>
            <a:ext cx="1410704" cy="276999"/>
          </a:xfrm>
          <a:prstGeom prst="rect">
            <a:avLst/>
          </a:prstGeom>
          <a:noFill/>
          <a:ln>
            <a:noFill/>
          </a:ln>
        </p:spPr>
        <p:txBody>
          <a:bodyPr wrap="square" rtlCol="0">
            <a:spAutoFit/>
          </a:bodyPr>
          <a:lstStyle/>
          <a:p>
            <a:r>
              <a:rPr lang="en-GB" sz="1200" b="1" i="1" dirty="0">
                <a:solidFill>
                  <a:srgbClr val="FF0000"/>
                </a:solidFill>
              </a:rPr>
              <a:t>Example  10 - I do…</a:t>
            </a:r>
          </a:p>
        </p:txBody>
      </p:sp>
      <p:sp>
        <p:nvSpPr>
          <p:cNvPr id="24" name="TextBox 23">
            <a:extLst>
              <a:ext uri="{FF2B5EF4-FFF2-40B4-BE49-F238E27FC236}">
                <a16:creationId xmlns:a16="http://schemas.microsoft.com/office/drawing/2014/main" id="{B4268B5D-2C5C-FF0C-E644-B7C6FA44CB49}"/>
              </a:ext>
            </a:extLst>
          </p:cNvPr>
          <p:cNvSpPr txBox="1"/>
          <p:nvPr/>
        </p:nvSpPr>
        <p:spPr>
          <a:xfrm>
            <a:off x="4954195" y="276350"/>
            <a:ext cx="1643405" cy="276999"/>
          </a:xfrm>
          <a:prstGeom prst="rect">
            <a:avLst/>
          </a:prstGeom>
          <a:noFill/>
          <a:ln>
            <a:noFill/>
          </a:ln>
        </p:spPr>
        <p:txBody>
          <a:bodyPr wrap="square" rtlCol="0">
            <a:spAutoFit/>
          </a:bodyPr>
          <a:lstStyle/>
          <a:p>
            <a:r>
              <a:rPr lang="en-GB" sz="1200" b="1" i="1" dirty="0">
                <a:solidFill>
                  <a:srgbClr val="00B050"/>
                </a:solidFill>
              </a:rPr>
              <a:t>Example 12 – You do…</a:t>
            </a:r>
          </a:p>
        </p:txBody>
      </p:sp>
      <p:sp>
        <p:nvSpPr>
          <p:cNvPr id="25" name="TextBox 24">
            <a:extLst>
              <a:ext uri="{FF2B5EF4-FFF2-40B4-BE49-F238E27FC236}">
                <a16:creationId xmlns:a16="http://schemas.microsoft.com/office/drawing/2014/main" id="{1B2AC8B9-22D1-72B7-A125-8ED7AAF2AD4B}"/>
              </a:ext>
            </a:extLst>
          </p:cNvPr>
          <p:cNvSpPr txBox="1"/>
          <p:nvPr/>
        </p:nvSpPr>
        <p:spPr>
          <a:xfrm>
            <a:off x="3254785" y="281788"/>
            <a:ext cx="1643405" cy="276999"/>
          </a:xfrm>
          <a:prstGeom prst="rect">
            <a:avLst/>
          </a:prstGeom>
          <a:noFill/>
          <a:ln>
            <a:noFill/>
          </a:ln>
        </p:spPr>
        <p:txBody>
          <a:bodyPr wrap="square" rtlCol="0">
            <a:spAutoFit/>
          </a:bodyPr>
          <a:lstStyle/>
          <a:p>
            <a:r>
              <a:rPr lang="en-GB" sz="1200" b="1" i="1" dirty="0">
                <a:solidFill>
                  <a:schemeClr val="accent2"/>
                </a:solidFill>
              </a:rPr>
              <a:t>Example 11 – We do…</a:t>
            </a: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FBACE318-9912-8E4B-8477-C5935156F4BB}"/>
                  </a:ext>
                </a:extLst>
              </p:cNvPr>
              <p:cNvSpPr txBox="1"/>
              <p:nvPr/>
            </p:nvSpPr>
            <p:spPr>
              <a:xfrm>
                <a:off x="149720" y="2798846"/>
                <a:ext cx="461986" cy="828000"/>
              </a:xfrm>
              <a:prstGeom prst="rect">
                <a:avLst/>
              </a:prstGeom>
              <a:noFill/>
            </p:spPr>
            <p:txBody>
              <a:bodyPr wrap="none" rtlCol="0">
                <a:spAutoFit/>
              </a:bodyPr>
              <a:lstStyle/>
              <a:p>
                <a:r>
                  <a:rPr lang="en-US" sz="1200" dirty="0"/>
                  <a:t>a)</a:t>
                </a:r>
                <a14:m>
                  <m:oMath xmlns:m="http://schemas.openxmlformats.org/officeDocument/2006/math">
                    <m:sSup>
                      <m:sSupPr>
                        <m:ctrlPr>
                          <a:rPr lang="en-GB" sz="1200" b="0" i="1" smtClean="0">
                            <a:latin typeface="Cambria Math" panose="02040503050406030204" pitchFamily="18" charset="0"/>
                          </a:rPr>
                        </m:ctrlPr>
                      </m:sSupPr>
                      <m:e>
                        <m:r>
                          <a:rPr lang="en-GB" sz="1200" b="0" i="1" smtClean="0">
                            <a:latin typeface="Cambria Math" panose="02040503050406030204" pitchFamily="18" charset="0"/>
                          </a:rPr>
                          <m:t>1</m:t>
                        </m:r>
                      </m:e>
                      <m:sup>
                        <m:r>
                          <a:rPr lang="en-GB" sz="1200" b="0" i="1" smtClean="0">
                            <a:latin typeface="Cambria Math" panose="02040503050406030204" pitchFamily="18" charset="0"/>
                          </a:rPr>
                          <m:t>3</m:t>
                        </m:r>
                      </m:sup>
                    </m:sSup>
                  </m:oMath>
                </a14:m>
                <a:endParaRPr lang="en-GB" sz="1200" dirty="0"/>
              </a:p>
            </p:txBody>
          </p:sp>
        </mc:Choice>
        <mc:Fallback xmlns="">
          <p:sp>
            <p:nvSpPr>
              <p:cNvPr id="26" name="TextBox 25">
                <a:extLst>
                  <a:ext uri="{FF2B5EF4-FFF2-40B4-BE49-F238E27FC236}">
                    <a16:creationId xmlns:a16="http://schemas.microsoft.com/office/drawing/2014/main" id="{FBACE318-9912-8E4B-8477-C5935156F4BB}"/>
                  </a:ext>
                </a:extLst>
              </p:cNvPr>
              <p:cNvSpPr txBox="1">
                <a:spLocks noRot="1" noChangeAspect="1" noMove="1" noResize="1" noEditPoints="1" noAdjustHandles="1" noChangeArrowheads="1" noChangeShapeType="1" noTextEdit="1"/>
              </p:cNvSpPr>
              <p:nvPr/>
            </p:nvSpPr>
            <p:spPr>
              <a:xfrm>
                <a:off x="149720" y="2798846"/>
                <a:ext cx="461986" cy="828000"/>
              </a:xfrm>
              <a:prstGeom prst="rect">
                <a:avLst/>
              </a:prstGeom>
              <a:blipFill>
                <a:blip r:embed="rId3"/>
                <a:stretch>
                  <a:fillRect l="-1333"/>
                </a:stretch>
              </a:blipFill>
            </p:spPr>
            <p:txBody>
              <a:bodyPr/>
              <a:lstStyle/>
              <a:p>
                <a:r>
                  <a:rPr lang="en-US">
                    <a:noFill/>
                  </a:rPr>
                  <a:t> </a:t>
                </a:r>
              </a:p>
            </p:txBody>
          </p:sp>
        </mc:Fallback>
      </mc:AlternateContent>
      <p:sp>
        <p:nvSpPr>
          <p:cNvPr id="27" name="Rectangle 26">
            <a:extLst>
              <a:ext uri="{FF2B5EF4-FFF2-40B4-BE49-F238E27FC236}">
                <a16:creationId xmlns:a16="http://schemas.microsoft.com/office/drawing/2014/main" id="{CB33EC5B-2719-EE46-149F-76772A6ACF9F}"/>
              </a:ext>
            </a:extLst>
          </p:cNvPr>
          <p:cNvSpPr/>
          <p:nvPr/>
        </p:nvSpPr>
        <p:spPr>
          <a:xfrm>
            <a:off x="221324" y="3073475"/>
            <a:ext cx="1277244" cy="8280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F8F7F29A-0CDE-8D5C-F135-CD754100C4CC}"/>
                  </a:ext>
                </a:extLst>
              </p:cNvPr>
              <p:cNvSpPr txBox="1"/>
              <p:nvPr/>
            </p:nvSpPr>
            <p:spPr>
              <a:xfrm>
                <a:off x="1763802" y="2798846"/>
                <a:ext cx="468398" cy="828000"/>
              </a:xfrm>
              <a:prstGeom prst="rect">
                <a:avLst/>
              </a:prstGeom>
              <a:noFill/>
            </p:spPr>
            <p:txBody>
              <a:bodyPr wrap="none" rtlCol="0">
                <a:spAutoFit/>
              </a:bodyPr>
              <a:lstStyle/>
              <a:p>
                <a:r>
                  <a:rPr lang="en-US" sz="1200" dirty="0"/>
                  <a:t>b)</a:t>
                </a:r>
                <a14:m>
                  <m:oMath xmlns:m="http://schemas.openxmlformats.org/officeDocument/2006/math">
                    <m:sSup>
                      <m:sSupPr>
                        <m:ctrlPr>
                          <a:rPr lang="en-GB" sz="1200" b="0" i="1" smtClean="0">
                            <a:latin typeface="Cambria Math" panose="02040503050406030204" pitchFamily="18" charset="0"/>
                          </a:rPr>
                        </m:ctrlPr>
                      </m:sSupPr>
                      <m:e>
                        <m:r>
                          <a:rPr lang="en-GB" sz="1200" b="0" i="1" smtClean="0">
                            <a:latin typeface="Cambria Math" panose="02040503050406030204" pitchFamily="18" charset="0"/>
                          </a:rPr>
                          <m:t>2</m:t>
                        </m:r>
                      </m:e>
                      <m:sup>
                        <m:r>
                          <a:rPr lang="en-GB" sz="1200" b="0" i="1" smtClean="0">
                            <a:latin typeface="Cambria Math" panose="02040503050406030204" pitchFamily="18" charset="0"/>
                          </a:rPr>
                          <m:t>3</m:t>
                        </m:r>
                      </m:sup>
                    </m:sSup>
                  </m:oMath>
                </a14:m>
                <a:endParaRPr lang="en-GB" sz="1200" dirty="0"/>
              </a:p>
            </p:txBody>
          </p:sp>
        </mc:Choice>
        <mc:Fallback xmlns="">
          <p:sp>
            <p:nvSpPr>
              <p:cNvPr id="28" name="TextBox 27">
                <a:extLst>
                  <a:ext uri="{FF2B5EF4-FFF2-40B4-BE49-F238E27FC236}">
                    <a16:creationId xmlns:a16="http://schemas.microsoft.com/office/drawing/2014/main" id="{F8F7F29A-0CDE-8D5C-F135-CD754100C4CC}"/>
                  </a:ext>
                </a:extLst>
              </p:cNvPr>
              <p:cNvSpPr txBox="1">
                <a:spLocks noRot="1" noChangeAspect="1" noMove="1" noResize="1" noEditPoints="1" noAdjustHandles="1" noChangeArrowheads="1" noChangeShapeType="1" noTextEdit="1"/>
              </p:cNvSpPr>
              <p:nvPr/>
            </p:nvSpPr>
            <p:spPr>
              <a:xfrm>
                <a:off x="1763802" y="2798846"/>
                <a:ext cx="468398" cy="828000"/>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4058D339-79DE-CE91-DEA3-8343D773DB5B}"/>
                  </a:ext>
                </a:extLst>
              </p:cNvPr>
              <p:cNvSpPr txBox="1"/>
              <p:nvPr/>
            </p:nvSpPr>
            <p:spPr>
              <a:xfrm>
                <a:off x="3313683" y="2798846"/>
                <a:ext cx="453970" cy="828000"/>
              </a:xfrm>
              <a:prstGeom prst="rect">
                <a:avLst/>
              </a:prstGeom>
              <a:noFill/>
            </p:spPr>
            <p:txBody>
              <a:bodyPr wrap="none" rtlCol="0">
                <a:spAutoFit/>
              </a:bodyPr>
              <a:lstStyle/>
              <a:p>
                <a:r>
                  <a:rPr lang="en-US" sz="1200" dirty="0"/>
                  <a:t>c)</a:t>
                </a:r>
                <a14:m>
                  <m:oMath xmlns:m="http://schemas.openxmlformats.org/officeDocument/2006/math">
                    <m:sSup>
                      <m:sSupPr>
                        <m:ctrlPr>
                          <a:rPr lang="en-GB" sz="1200" b="0" i="1" smtClean="0">
                            <a:latin typeface="Cambria Math" panose="02040503050406030204" pitchFamily="18" charset="0"/>
                          </a:rPr>
                        </m:ctrlPr>
                      </m:sSupPr>
                      <m:e>
                        <m:r>
                          <a:rPr lang="en-GB" sz="1200" b="0" i="1" smtClean="0">
                            <a:latin typeface="Cambria Math" panose="02040503050406030204" pitchFamily="18" charset="0"/>
                          </a:rPr>
                          <m:t>3</m:t>
                        </m:r>
                      </m:e>
                      <m:sup>
                        <m:r>
                          <a:rPr lang="en-GB" sz="1200" b="0" i="1" smtClean="0">
                            <a:latin typeface="Cambria Math" panose="02040503050406030204" pitchFamily="18" charset="0"/>
                          </a:rPr>
                          <m:t>3</m:t>
                        </m:r>
                      </m:sup>
                    </m:sSup>
                  </m:oMath>
                </a14:m>
                <a:endParaRPr lang="en-GB" sz="1200" dirty="0"/>
              </a:p>
            </p:txBody>
          </p:sp>
        </mc:Choice>
        <mc:Fallback xmlns="">
          <p:sp>
            <p:nvSpPr>
              <p:cNvPr id="29" name="TextBox 28">
                <a:extLst>
                  <a:ext uri="{FF2B5EF4-FFF2-40B4-BE49-F238E27FC236}">
                    <a16:creationId xmlns:a16="http://schemas.microsoft.com/office/drawing/2014/main" id="{4058D339-79DE-CE91-DEA3-8343D773DB5B}"/>
                  </a:ext>
                </a:extLst>
              </p:cNvPr>
              <p:cNvSpPr txBox="1">
                <a:spLocks noRot="1" noChangeAspect="1" noMove="1" noResize="1" noEditPoints="1" noAdjustHandles="1" noChangeArrowheads="1" noChangeShapeType="1" noTextEdit="1"/>
              </p:cNvSpPr>
              <p:nvPr/>
            </p:nvSpPr>
            <p:spPr>
              <a:xfrm>
                <a:off x="3313683" y="2798846"/>
                <a:ext cx="453970" cy="828000"/>
              </a:xfrm>
              <a:prstGeom prst="rect">
                <a:avLst/>
              </a:prstGeom>
              <a:blipFill>
                <a:blip r:embed="rId5"/>
                <a:stretch>
                  <a:fillRect l="-13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B3654044-B156-CE81-7A02-561075BE18E9}"/>
                  </a:ext>
                </a:extLst>
              </p:cNvPr>
              <p:cNvSpPr txBox="1"/>
              <p:nvPr/>
            </p:nvSpPr>
            <p:spPr>
              <a:xfrm>
                <a:off x="4910072" y="2798846"/>
                <a:ext cx="468398" cy="828000"/>
              </a:xfrm>
              <a:prstGeom prst="rect">
                <a:avLst/>
              </a:prstGeom>
              <a:noFill/>
            </p:spPr>
            <p:txBody>
              <a:bodyPr wrap="none" rtlCol="0">
                <a:spAutoFit/>
              </a:bodyPr>
              <a:lstStyle/>
              <a:p>
                <a:r>
                  <a:rPr lang="en-US" sz="1200" dirty="0"/>
                  <a:t>d)</a:t>
                </a:r>
                <a14:m>
                  <m:oMath xmlns:m="http://schemas.openxmlformats.org/officeDocument/2006/math">
                    <m:sSup>
                      <m:sSupPr>
                        <m:ctrlPr>
                          <a:rPr lang="en-GB" sz="1200" b="0" i="1" smtClean="0">
                            <a:latin typeface="Cambria Math" panose="02040503050406030204" pitchFamily="18" charset="0"/>
                          </a:rPr>
                        </m:ctrlPr>
                      </m:sSupPr>
                      <m:e>
                        <m:r>
                          <a:rPr lang="en-GB" sz="1200" b="0" i="1" smtClean="0">
                            <a:latin typeface="Cambria Math" panose="02040503050406030204" pitchFamily="18" charset="0"/>
                          </a:rPr>
                          <m:t>4</m:t>
                        </m:r>
                      </m:e>
                      <m:sup>
                        <m:r>
                          <a:rPr lang="en-GB" sz="1200" b="0" i="1" smtClean="0">
                            <a:latin typeface="Cambria Math" panose="02040503050406030204" pitchFamily="18" charset="0"/>
                          </a:rPr>
                          <m:t>3</m:t>
                        </m:r>
                      </m:sup>
                    </m:sSup>
                  </m:oMath>
                </a14:m>
                <a:endParaRPr lang="en-GB" sz="1200" dirty="0"/>
              </a:p>
            </p:txBody>
          </p:sp>
        </mc:Choice>
        <mc:Fallback xmlns="">
          <p:sp>
            <p:nvSpPr>
              <p:cNvPr id="30" name="TextBox 29">
                <a:extLst>
                  <a:ext uri="{FF2B5EF4-FFF2-40B4-BE49-F238E27FC236}">
                    <a16:creationId xmlns:a16="http://schemas.microsoft.com/office/drawing/2014/main" id="{B3654044-B156-CE81-7A02-561075BE18E9}"/>
                  </a:ext>
                </a:extLst>
              </p:cNvPr>
              <p:cNvSpPr txBox="1">
                <a:spLocks noRot="1" noChangeAspect="1" noMove="1" noResize="1" noEditPoints="1" noAdjustHandles="1" noChangeArrowheads="1" noChangeShapeType="1" noTextEdit="1"/>
              </p:cNvSpPr>
              <p:nvPr/>
            </p:nvSpPr>
            <p:spPr>
              <a:xfrm>
                <a:off x="4910072" y="2798846"/>
                <a:ext cx="468398" cy="828000"/>
              </a:xfrm>
              <a:prstGeom prst="rect">
                <a:avLst/>
              </a:prstGeom>
              <a:blipFill>
                <a:blip r:embed="rId6"/>
                <a:stretch>
                  <a:fillRect/>
                </a:stretch>
              </a:blipFill>
            </p:spPr>
            <p:txBody>
              <a:bodyPr/>
              <a:lstStyle/>
              <a:p>
                <a:r>
                  <a:rPr lang="en-US">
                    <a:noFill/>
                  </a:rPr>
                  <a:t> </a:t>
                </a:r>
              </a:p>
            </p:txBody>
          </p:sp>
        </mc:Fallback>
      </mc:AlternateContent>
      <p:sp>
        <p:nvSpPr>
          <p:cNvPr id="31" name="Rectangle 30">
            <a:extLst>
              <a:ext uri="{FF2B5EF4-FFF2-40B4-BE49-F238E27FC236}">
                <a16:creationId xmlns:a16="http://schemas.microsoft.com/office/drawing/2014/main" id="{DA2A8A0F-EBCD-345C-F3C1-4E4DD7A65202}"/>
              </a:ext>
            </a:extLst>
          </p:cNvPr>
          <p:cNvSpPr/>
          <p:nvPr/>
        </p:nvSpPr>
        <p:spPr>
          <a:xfrm>
            <a:off x="1817339" y="3073475"/>
            <a:ext cx="1277244" cy="8280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Rectangle 31">
            <a:extLst>
              <a:ext uri="{FF2B5EF4-FFF2-40B4-BE49-F238E27FC236}">
                <a16:creationId xmlns:a16="http://schemas.microsoft.com/office/drawing/2014/main" id="{26099D95-827D-7A25-C31E-3E3426A6193D}"/>
              </a:ext>
            </a:extLst>
          </p:cNvPr>
          <p:cNvSpPr/>
          <p:nvPr/>
        </p:nvSpPr>
        <p:spPr>
          <a:xfrm>
            <a:off x="3401306" y="3073475"/>
            <a:ext cx="1277244" cy="8280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Rectangle 32">
            <a:extLst>
              <a:ext uri="{FF2B5EF4-FFF2-40B4-BE49-F238E27FC236}">
                <a16:creationId xmlns:a16="http://schemas.microsoft.com/office/drawing/2014/main" id="{1A9C9669-B207-9B40-996A-822D8DCE60A1}"/>
              </a:ext>
            </a:extLst>
          </p:cNvPr>
          <p:cNvSpPr/>
          <p:nvPr/>
        </p:nvSpPr>
        <p:spPr>
          <a:xfrm>
            <a:off x="5027381" y="3073475"/>
            <a:ext cx="1277244" cy="8280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7831B892-CF85-B565-A266-BBF3E1791FBF}"/>
                  </a:ext>
                </a:extLst>
              </p:cNvPr>
              <p:cNvSpPr txBox="1"/>
              <p:nvPr/>
            </p:nvSpPr>
            <p:spPr>
              <a:xfrm>
                <a:off x="149720" y="3908604"/>
                <a:ext cx="465192" cy="828000"/>
              </a:xfrm>
              <a:prstGeom prst="rect">
                <a:avLst/>
              </a:prstGeom>
              <a:noFill/>
            </p:spPr>
            <p:txBody>
              <a:bodyPr wrap="none" rtlCol="0">
                <a:spAutoFit/>
              </a:bodyPr>
              <a:lstStyle/>
              <a:p>
                <a:r>
                  <a:rPr lang="en-US" sz="1200" dirty="0"/>
                  <a:t>e)</a:t>
                </a:r>
                <a14:m>
                  <m:oMath xmlns:m="http://schemas.openxmlformats.org/officeDocument/2006/math">
                    <m:sSup>
                      <m:sSupPr>
                        <m:ctrlPr>
                          <a:rPr lang="en-GB" sz="1200" b="0" i="1" smtClean="0">
                            <a:latin typeface="Cambria Math" panose="02040503050406030204" pitchFamily="18" charset="0"/>
                          </a:rPr>
                        </m:ctrlPr>
                      </m:sSupPr>
                      <m:e>
                        <m:r>
                          <a:rPr lang="en-GB" sz="1200" b="0" i="1" smtClean="0">
                            <a:latin typeface="Cambria Math" panose="02040503050406030204" pitchFamily="18" charset="0"/>
                          </a:rPr>
                          <m:t>5</m:t>
                        </m:r>
                      </m:e>
                      <m:sup>
                        <m:r>
                          <a:rPr lang="en-GB" sz="1200" b="0" i="1" smtClean="0">
                            <a:latin typeface="Cambria Math" panose="02040503050406030204" pitchFamily="18" charset="0"/>
                          </a:rPr>
                          <m:t>3</m:t>
                        </m:r>
                      </m:sup>
                    </m:sSup>
                  </m:oMath>
                </a14:m>
                <a:endParaRPr lang="en-GB" sz="1200" dirty="0"/>
              </a:p>
            </p:txBody>
          </p:sp>
        </mc:Choice>
        <mc:Fallback xmlns="">
          <p:sp>
            <p:nvSpPr>
              <p:cNvPr id="34" name="TextBox 33">
                <a:extLst>
                  <a:ext uri="{FF2B5EF4-FFF2-40B4-BE49-F238E27FC236}">
                    <a16:creationId xmlns:a16="http://schemas.microsoft.com/office/drawing/2014/main" id="{7831B892-CF85-B565-A266-BBF3E1791FBF}"/>
                  </a:ext>
                </a:extLst>
              </p:cNvPr>
              <p:cNvSpPr txBox="1">
                <a:spLocks noRot="1" noChangeAspect="1" noMove="1" noResize="1" noEditPoints="1" noAdjustHandles="1" noChangeArrowheads="1" noChangeShapeType="1" noTextEdit="1"/>
              </p:cNvSpPr>
              <p:nvPr/>
            </p:nvSpPr>
            <p:spPr>
              <a:xfrm>
                <a:off x="149720" y="3908604"/>
                <a:ext cx="465192" cy="828000"/>
              </a:xfrm>
              <a:prstGeom prst="rect">
                <a:avLst/>
              </a:prstGeom>
              <a:blipFill>
                <a:blip r:embed="rId7"/>
                <a:stretch>
                  <a:fillRect l="-1316"/>
                </a:stretch>
              </a:blipFill>
            </p:spPr>
            <p:txBody>
              <a:bodyPr/>
              <a:lstStyle/>
              <a:p>
                <a:r>
                  <a:rPr lang="en-US">
                    <a:noFill/>
                  </a:rPr>
                  <a:t> </a:t>
                </a:r>
              </a:p>
            </p:txBody>
          </p:sp>
        </mc:Fallback>
      </mc:AlternateContent>
      <p:sp>
        <p:nvSpPr>
          <p:cNvPr id="35" name="Rectangle 34">
            <a:extLst>
              <a:ext uri="{FF2B5EF4-FFF2-40B4-BE49-F238E27FC236}">
                <a16:creationId xmlns:a16="http://schemas.microsoft.com/office/drawing/2014/main" id="{4BDC2575-7B8F-70F7-9250-15A7B18ED535}"/>
              </a:ext>
            </a:extLst>
          </p:cNvPr>
          <p:cNvSpPr/>
          <p:nvPr/>
        </p:nvSpPr>
        <p:spPr>
          <a:xfrm>
            <a:off x="221324" y="4183233"/>
            <a:ext cx="1277244" cy="8280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AEE476DB-B8C9-3626-E718-51AF2B43E7F7}"/>
                  </a:ext>
                </a:extLst>
              </p:cNvPr>
              <p:cNvSpPr txBox="1"/>
              <p:nvPr/>
            </p:nvSpPr>
            <p:spPr>
              <a:xfrm>
                <a:off x="1763802" y="3908604"/>
                <a:ext cx="436979" cy="828000"/>
              </a:xfrm>
              <a:prstGeom prst="rect">
                <a:avLst/>
              </a:prstGeom>
              <a:noFill/>
            </p:spPr>
            <p:txBody>
              <a:bodyPr wrap="none" rtlCol="0">
                <a:spAutoFit/>
              </a:bodyPr>
              <a:lstStyle/>
              <a:p>
                <a:r>
                  <a:rPr lang="en-US" sz="1200" dirty="0"/>
                  <a:t>f)</a:t>
                </a:r>
                <a14:m>
                  <m:oMath xmlns:m="http://schemas.openxmlformats.org/officeDocument/2006/math">
                    <m:sSup>
                      <m:sSupPr>
                        <m:ctrlPr>
                          <a:rPr lang="en-GB" sz="1200" b="0" i="1" smtClean="0">
                            <a:latin typeface="Cambria Math" panose="02040503050406030204" pitchFamily="18" charset="0"/>
                          </a:rPr>
                        </m:ctrlPr>
                      </m:sSupPr>
                      <m:e>
                        <m:r>
                          <a:rPr lang="en-GB" sz="1200" b="0" i="1" smtClean="0">
                            <a:latin typeface="Cambria Math" panose="02040503050406030204" pitchFamily="18" charset="0"/>
                          </a:rPr>
                          <m:t>6</m:t>
                        </m:r>
                      </m:e>
                      <m:sup>
                        <m:r>
                          <a:rPr lang="en-GB" sz="1200" b="0" i="1" smtClean="0">
                            <a:latin typeface="Cambria Math" panose="02040503050406030204" pitchFamily="18" charset="0"/>
                          </a:rPr>
                          <m:t>3</m:t>
                        </m:r>
                      </m:sup>
                    </m:sSup>
                  </m:oMath>
                </a14:m>
                <a:endParaRPr lang="en-GB" sz="1200" dirty="0"/>
              </a:p>
            </p:txBody>
          </p:sp>
        </mc:Choice>
        <mc:Fallback xmlns="">
          <p:sp>
            <p:nvSpPr>
              <p:cNvPr id="36" name="TextBox 35">
                <a:extLst>
                  <a:ext uri="{FF2B5EF4-FFF2-40B4-BE49-F238E27FC236}">
                    <a16:creationId xmlns:a16="http://schemas.microsoft.com/office/drawing/2014/main" id="{AEE476DB-B8C9-3626-E718-51AF2B43E7F7}"/>
                  </a:ext>
                </a:extLst>
              </p:cNvPr>
              <p:cNvSpPr txBox="1">
                <a:spLocks noRot="1" noChangeAspect="1" noMove="1" noResize="1" noEditPoints="1" noAdjustHandles="1" noChangeArrowheads="1" noChangeShapeType="1" noTextEdit="1"/>
              </p:cNvSpPr>
              <p:nvPr/>
            </p:nvSpPr>
            <p:spPr>
              <a:xfrm>
                <a:off x="1763802" y="3908604"/>
                <a:ext cx="436979" cy="82800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A4215CEF-3F5E-58BD-6446-CE5C39F1AA10}"/>
                  </a:ext>
                </a:extLst>
              </p:cNvPr>
              <p:cNvSpPr txBox="1"/>
              <p:nvPr/>
            </p:nvSpPr>
            <p:spPr>
              <a:xfrm>
                <a:off x="3313683" y="3908604"/>
                <a:ext cx="460382" cy="828000"/>
              </a:xfrm>
              <a:prstGeom prst="rect">
                <a:avLst/>
              </a:prstGeom>
              <a:noFill/>
            </p:spPr>
            <p:txBody>
              <a:bodyPr wrap="none" rtlCol="0">
                <a:spAutoFit/>
              </a:bodyPr>
              <a:lstStyle/>
              <a:p>
                <a:r>
                  <a:rPr lang="en-US" sz="1200" dirty="0"/>
                  <a:t>g)</a:t>
                </a:r>
                <a14:m>
                  <m:oMath xmlns:m="http://schemas.openxmlformats.org/officeDocument/2006/math">
                    <m:sSup>
                      <m:sSupPr>
                        <m:ctrlPr>
                          <a:rPr lang="en-GB" sz="1200" b="0" i="1" smtClean="0">
                            <a:latin typeface="Cambria Math" panose="02040503050406030204" pitchFamily="18" charset="0"/>
                          </a:rPr>
                        </m:ctrlPr>
                      </m:sSupPr>
                      <m:e>
                        <m:r>
                          <a:rPr lang="en-GB" sz="1200" b="0" i="1" smtClean="0">
                            <a:latin typeface="Cambria Math" panose="02040503050406030204" pitchFamily="18" charset="0"/>
                          </a:rPr>
                          <m:t>7</m:t>
                        </m:r>
                      </m:e>
                      <m:sup>
                        <m:r>
                          <a:rPr lang="en-GB" sz="1200" b="0" i="1" smtClean="0">
                            <a:latin typeface="Cambria Math" panose="02040503050406030204" pitchFamily="18" charset="0"/>
                          </a:rPr>
                          <m:t>3</m:t>
                        </m:r>
                      </m:sup>
                    </m:sSup>
                  </m:oMath>
                </a14:m>
                <a:endParaRPr lang="en-GB" sz="1200" dirty="0"/>
              </a:p>
            </p:txBody>
          </p:sp>
        </mc:Choice>
        <mc:Fallback xmlns="">
          <p:sp>
            <p:nvSpPr>
              <p:cNvPr id="37" name="TextBox 36">
                <a:extLst>
                  <a:ext uri="{FF2B5EF4-FFF2-40B4-BE49-F238E27FC236}">
                    <a16:creationId xmlns:a16="http://schemas.microsoft.com/office/drawing/2014/main" id="{A4215CEF-3F5E-58BD-6446-CE5C39F1AA10}"/>
                  </a:ext>
                </a:extLst>
              </p:cNvPr>
              <p:cNvSpPr txBox="1">
                <a:spLocks noRot="1" noChangeAspect="1" noMove="1" noResize="1" noEditPoints="1" noAdjustHandles="1" noChangeArrowheads="1" noChangeShapeType="1" noTextEdit="1"/>
              </p:cNvSpPr>
              <p:nvPr/>
            </p:nvSpPr>
            <p:spPr>
              <a:xfrm>
                <a:off x="3313683" y="3908604"/>
                <a:ext cx="460382" cy="828000"/>
              </a:xfrm>
              <a:prstGeom prst="rect">
                <a:avLst/>
              </a:prstGeom>
              <a:blipFill>
                <a:blip r:embed="rId9"/>
                <a:stretch>
                  <a:fillRect l="-1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5BE5F83-B7D1-9DE5-AA4D-46F95FE17B0C}"/>
                  </a:ext>
                </a:extLst>
              </p:cNvPr>
              <p:cNvSpPr txBox="1"/>
              <p:nvPr/>
            </p:nvSpPr>
            <p:spPr>
              <a:xfrm>
                <a:off x="4910072" y="3908604"/>
                <a:ext cx="468398" cy="828000"/>
              </a:xfrm>
              <a:prstGeom prst="rect">
                <a:avLst/>
              </a:prstGeom>
              <a:noFill/>
            </p:spPr>
            <p:txBody>
              <a:bodyPr wrap="none" rtlCol="0">
                <a:spAutoFit/>
              </a:bodyPr>
              <a:lstStyle/>
              <a:p>
                <a:r>
                  <a:rPr lang="en-US" sz="1200" dirty="0"/>
                  <a:t>h)</a:t>
                </a:r>
                <a14:m>
                  <m:oMath xmlns:m="http://schemas.openxmlformats.org/officeDocument/2006/math">
                    <m:sSup>
                      <m:sSupPr>
                        <m:ctrlPr>
                          <a:rPr lang="en-GB" sz="1200" b="0" i="1" smtClean="0">
                            <a:latin typeface="Cambria Math" panose="02040503050406030204" pitchFamily="18" charset="0"/>
                          </a:rPr>
                        </m:ctrlPr>
                      </m:sSupPr>
                      <m:e>
                        <m:r>
                          <a:rPr lang="en-GB" sz="1200" b="0" i="1" smtClean="0">
                            <a:latin typeface="Cambria Math" panose="02040503050406030204" pitchFamily="18" charset="0"/>
                          </a:rPr>
                          <m:t>8</m:t>
                        </m:r>
                      </m:e>
                      <m:sup>
                        <m:r>
                          <a:rPr lang="en-GB" sz="1200" b="0" i="1" smtClean="0">
                            <a:latin typeface="Cambria Math" panose="02040503050406030204" pitchFamily="18" charset="0"/>
                          </a:rPr>
                          <m:t>3</m:t>
                        </m:r>
                      </m:sup>
                    </m:sSup>
                  </m:oMath>
                </a14:m>
                <a:endParaRPr lang="en-GB" sz="1200" dirty="0"/>
              </a:p>
            </p:txBody>
          </p:sp>
        </mc:Choice>
        <mc:Fallback xmlns="">
          <p:sp>
            <p:nvSpPr>
              <p:cNvPr id="38" name="TextBox 37">
                <a:extLst>
                  <a:ext uri="{FF2B5EF4-FFF2-40B4-BE49-F238E27FC236}">
                    <a16:creationId xmlns:a16="http://schemas.microsoft.com/office/drawing/2014/main" id="{E5BE5F83-B7D1-9DE5-AA4D-46F95FE17B0C}"/>
                  </a:ext>
                </a:extLst>
              </p:cNvPr>
              <p:cNvSpPr txBox="1">
                <a:spLocks noRot="1" noChangeAspect="1" noMove="1" noResize="1" noEditPoints="1" noAdjustHandles="1" noChangeArrowheads="1" noChangeShapeType="1" noTextEdit="1"/>
              </p:cNvSpPr>
              <p:nvPr/>
            </p:nvSpPr>
            <p:spPr>
              <a:xfrm>
                <a:off x="4910072" y="3908604"/>
                <a:ext cx="468398" cy="828000"/>
              </a:xfrm>
              <a:prstGeom prst="rect">
                <a:avLst/>
              </a:prstGeom>
              <a:blipFill>
                <a:blip r:embed="rId10"/>
                <a:stretch>
                  <a:fillRect/>
                </a:stretch>
              </a:blipFill>
            </p:spPr>
            <p:txBody>
              <a:bodyPr/>
              <a:lstStyle/>
              <a:p>
                <a:r>
                  <a:rPr lang="en-US">
                    <a:noFill/>
                  </a:rPr>
                  <a:t> </a:t>
                </a:r>
              </a:p>
            </p:txBody>
          </p:sp>
        </mc:Fallback>
      </mc:AlternateContent>
      <p:sp>
        <p:nvSpPr>
          <p:cNvPr id="39" name="Rectangle 38">
            <a:extLst>
              <a:ext uri="{FF2B5EF4-FFF2-40B4-BE49-F238E27FC236}">
                <a16:creationId xmlns:a16="http://schemas.microsoft.com/office/drawing/2014/main" id="{CC624094-AA6B-870B-4EB8-4D3F2F851A28}"/>
              </a:ext>
            </a:extLst>
          </p:cNvPr>
          <p:cNvSpPr/>
          <p:nvPr/>
        </p:nvSpPr>
        <p:spPr>
          <a:xfrm>
            <a:off x="1817339" y="4183233"/>
            <a:ext cx="1277244" cy="8280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Rectangle 39">
            <a:extLst>
              <a:ext uri="{FF2B5EF4-FFF2-40B4-BE49-F238E27FC236}">
                <a16:creationId xmlns:a16="http://schemas.microsoft.com/office/drawing/2014/main" id="{7B74E1A6-D9F3-21B5-0DA2-E4C58553DA3A}"/>
              </a:ext>
            </a:extLst>
          </p:cNvPr>
          <p:cNvSpPr/>
          <p:nvPr/>
        </p:nvSpPr>
        <p:spPr>
          <a:xfrm>
            <a:off x="3401306" y="4183233"/>
            <a:ext cx="1277244" cy="8280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Rectangle 40">
            <a:extLst>
              <a:ext uri="{FF2B5EF4-FFF2-40B4-BE49-F238E27FC236}">
                <a16:creationId xmlns:a16="http://schemas.microsoft.com/office/drawing/2014/main" id="{870A807F-70F9-9DC7-526F-FDCD7FCFB8E1}"/>
              </a:ext>
            </a:extLst>
          </p:cNvPr>
          <p:cNvSpPr/>
          <p:nvPr/>
        </p:nvSpPr>
        <p:spPr>
          <a:xfrm>
            <a:off x="5027381" y="4183233"/>
            <a:ext cx="1277244" cy="8280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F3CAA726-A1C1-5093-2EED-BD58815E93CB}"/>
                  </a:ext>
                </a:extLst>
              </p:cNvPr>
              <p:cNvSpPr txBox="1"/>
              <p:nvPr/>
            </p:nvSpPr>
            <p:spPr>
              <a:xfrm>
                <a:off x="149720" y="5022518"/>
                <a:ext cx="423514" cy="828000"/>
              </a:xfrm>
              <a:prstGeom prst="rect">
                <a:avLst/>
              </a:prstGeom>
              <a:noFill/>
            </p:spPr>
            <p:txBody>
              <a:bodyPr wrap="none" rtlCol="0">
                <a:spAutoFit/>
              </a:bodyPr>
              <a:lstStyle/>
              <a:p>
                <a:r>
                  <a:rPr lang="en-US" sz="1200" dirty="0"/>
                  <a:t>i)</a:t>
                </a:r>
                <a14:m>
                  <m:oMath xmlns:m="http://schemas.openxmlformats.org/officeDocument/2006/math">
                    <m:sSup>
                      <m:sSupPr>
                        <m:ctrlPr>
                          <a:rPr lang="en-GB" sz="1200" b="0" i="1" smtClean="0">
                            <a:latin typeface="Cambria Math" panose="02040503050406030204" pitchFamily="18" charset="0"/>
                          </a:rPr>
                        </m:ctrlPr>
                      </m:sSupPr>
                      <m:e>
                        <m:r>
                          <a:rPr lang="en-GB" sz="1200" b="0" i="1" smtClean="0">
                            <a:latin typeface="Cambria Math" panose="02040503050406030204" pitchFamily="18" charset="0"/>
                          </a:rPr>
                          <m:t>9</m:t>
                        </m:r>
                      </m:e>
                      <m:sup>
                        <m:r>
                          <a:rPr lang="en-GB" sz="1200" b="0" i="1" smtClean="0">
                            <a:latin typeface="Cambria Math" panose="02040503050406030204" pitchFamily="18" charset="0"/>
                          </a:rPr>
                          <m:t>3</m:t>
                        </m:r>
                      </m:sup>
                    </m:sSup>
                  </m:oMath>
                </a14:m>
                <a:endParaRPr lang="en-GB" sz="1200" dirty="0"/>
              </a:p>
            </p:txBody>
          </p:sp>
        </mc:Choice>
        <mc:Fallback xmlns="">
          <p:sp>
            <p:nvSpPr>
              <p:cNvPr id="42" name="TextBox 41">
                <a:extLst>
                  <a:ext uri="{FF2B5EF4-FFF2-40B4-BE49-F238E27FC236}">
                    <a16:creationId xmlns:a16="http://schemas.microsoft.com/office/drawing/2014/main" id="{F3CAA726-A1C1-5093-2EED-BD58815E93CB}"/>
                  </a:ext>
                </a:extLst>
              </p:cNvPr>
              <p:cNvSpPr txBox="1">
                <a:spLocks noRot="1" noChangeAspect="1" noMove="1" noResize="1" noEditPoints="1" noAdjustHandles="1" noChangeArrowheads="1" noChangeShapeType="1" noTextEdit="1"/>
              </p:cNvSpPr>
              <p:nvPr/>
            </p:nvSpPr>
            <p:spPr>
              <a:xfrm>
                <a:off x="149720" y="5022518"/>
                <a:ext cx="423514" cy="828000"/>
              </a:xfrm>
              <a:prstGeom prst="rect">
                <a:avLst/>
              </a:prstGeom>
              <a:blipFill>
                <a:blip r:embed="rId11"/>
                <a:stretch>
                  <a:fillRect l="-1449"/>
                </a:stretch>
              </a:blipFill>
            </p:spPr>
            <p:txBody>
              <a:bodyPr/>
              <a:lstStyle/>
              <a:p>
                <a:r>
                  <a:rPr lang="en-US">
                    <a:noFill/>
                  </a:rPr>
                  <a:t> </a:t>
                </a:r>
              </a:p>
            </p:txBody>
          </p:sp>
        </mc:Fallback>
      </mc:AlternateContent>
      <p:sp>
        <p:nvSpPr>
          <p:cNvPr id="43" name="Rectangle 42">
            <a:extLst>
              <a:ext uri="{FF2B5EF4-FFF2-40B4-BE49-F238E27FC236}">
                <a16:creationId xmlns:a16="http://schemas.microsoft.com/office/drawing/2014/main" id="{AFFF61FA-106D-CEDE-3978-2520810029A1}"/>
              </a:ext>
            </a:extLst>
          </p:cNvPr>
          <p:cNvSpPr/>
          <p:nvPr/>
        </p:nvSpPr>
        <p:spPr>
          <a:xfrm>
            <a:off x="221324" y="5297147"/>
            <a:ext cx="1277244" cy="8280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51EA6E4B-D057-F191-6089-4801BC939893}"/>
                  </a:ext>
                </a:extLst>
              </p:cNvPr>
              <p:cNvSpPr txBox="1"/>
              <p:nvPr/>
            </p:nvSpPr>
            <p:spPr>
              <a:xfrm>
                <a:off x="1763802" y="5022518"/>
                <a:ext cx="545342" cy="828000"/>
              </a:xfrm>
              <a:prstGeom prst="rect">
                <a:avLst/>
              </a:prstGeom>
              <a:noFill/>
            </p:spPr>
            <p:txBody>
              <a:bodyPr wrap="none" rtlCol="0">
                <a:spAutoFit/>
              </a:bodyPr>
              <a:lstStyle/>
              <a:p>
                <a:r>
                  <a:rPr lang="en-US" sz="1200" dirty="0"/>
                  <a:t>j) </a:t>
                </a:r>
                <a14:m>
                  <m:oMath xmlns:m="http://schemas.openxmlformats.org/officeDocument/2006/math">
                    <m:sSup>
                      <m:sSupPr>
                        <m:ctrlPr>
                          <a:rPr lang="en-GB" sz="1200" b="0" i="1" smtClean="0">
                            <a:latin typeface="Cambria Math" panose="02040503050406030204" pitchFamily="18" charset="0"/>
                          </a:rPr>
                        </m:ctrlPr>
                      </m:sSupPr>
                      <m:e>
                        <m:r>
                          <a:rPr lang="en-GB" sz="1200" b="0" i="1" smtClean="0">
                            <a:latin typeface="Cambria Math" panose="02040503050406030204" pitchFamily="18" charset="0"/>
                          </a:rPr>
                          <m:t>10</m:t>
                        </m:r>
                      </m:e>
                      <m:sup>
                        <m:r>
                          <a:rPr lang="en-GB" sz="1200" b="0" i="1" smtClean="0">
                            <a:latin typeface="Cambria Math" panose="02040503050406030204" pitchFamily="18" charset="0"/>
                          </a:rPr>
                          <m:t>3</m:t>
                        </m:r>
                      </m:sup>
                    </m:sSup>
                  </m:oMath>
                </a14:m>
                <a:endParaRPr lang="en-GB" sz="1200" dirty="0"/>
              </a:p>
            </p:txBody>
          </p:sp>
        </mc:Choice>
        <mc:Fallback xmlns="">
          <p:sp>
            <p:nvSpPr>
              <p:cNvPr id="44" name="TextBox 43">
                <a:extLst>
                  <a:ext uri="{FF2B5EF4-FFF2-40B4-BE49-F238E27FC236}">
                    <a16:creationId xmlns:a16="http://schemas.microsoft.com/office/drawing/2014/main" id="{51EA6E4B-D057-F191-6089-4801BC939893}"/>
                  </a:ext>
                </a:extLst>
              </p:cNvPr>
              <p:cNvSpPr txBox="1">
                <a:spLocks noRot="1" noChangeAspect="1" noMove="1" noResize="1" noEditPoints="1" noAdjustHandles="1" noChangeArrowheads="1" noChangeShapeType="1" noTextEdit="1"/>
              </p:cNvSpPr>
              <p:nvPr/>
            </p:nvSpPr>
            <p:spPr>
              <a:xfrm>
                <a:off x="1763802" y="5022518"/>
                <a:ext cx="545342" cy="828000"/>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A08ED11-5BE4-4434-0069-EAF3E8CBAAFB}"/>
                  </a:ext>
                </a:extLst>
              </p:cNvPr>
              <p:cNvSpPr txBox="1"/>
              <p:nvPr/>
            </p:nvSpPr>
            <p:spPr>
              <a:xfrm>
                <a:off x="3313683" y="5022518"/>
                <a:ext cx="799642" cy="828000"/>
              </a:xfrm>
              <a:prstGeom prst="rect">
                <a:avLst/>
              </a:prstGeom>
              <a:noFill/>
            </p:spPr>
            <p:txBody>
              <a:bodyPr wrap="none" rtlCol="0">
                <a:spAutoFit/>
              </a:bodyPr>
              <a:lstStyle/>
              <a:p>
                <a:r>
                  <a:rPr lang="en-US" sz="1200" dirty="0"/>
                  <a:t>k)</a:t>
                </a:r>
                <a14:m>
                  <m:oMath xmlns:m="http://schemas.openxmlformats.org/officeDocument/2006/math">
                    <m:sSup>
                      <m:sSupPr>
                        <m:ctrlPr>
                          <a:rPr lang="en-GB" sz="1200" b="0" i="1" smtClean="0">
                            <a:latin typeface="Cambria Math" panose="02040503050406030204" pitchFamily="18" charset="0"/>
                          </a:rPr>
                        </m:ctrlPr>
                      </m:sSupPr>
                      <m:e>
                        <m:r>
                          <a:rPr lang="en-GB" sz="1200" b="0" i="1" smtClean="0">
                            <a:latin typeface="Cambria Math" panose="02040503050406030204" pitchFamily="18" charset="0"/>
                          </a:rPr>
                          <m:t>2</m:t>
                        </m:r>
                      </m:e>
                      <m:sup>
                        <m:r>
                          <a:rPr lang="en-GB" sz="1200" b="0" i="1" smtClean="0">
                            <a:latin typeface="Cambria Math" panose="02040503050406030204" pitchFamily="18" charset="0"/>
                          </a:rPr>
                          <m:t>3</m:t>
                        </m:r>
                      </m:sup>
                    </m:sSup>
                    <m:r>
                      <a:rPr lang="en-GB" sz="1200" b="0" i="1" smtClean="0">
                        <a:latin typeface="Cambria Math" panose="02040503050406030204" pitchFamily="18" charset="0"/>
                      </a:rPr>
                      <m:t>+</m:t>
                    </m:r>
                    <m:sSup>
                      <m:sSupPr>
                        <m:ctrlPr>
                          <a:rPr lang="en-GB" sz="1200" b="0" i="1" smtClean="0">
                            <a:latin typeface="Cambria Math" panose="02040503050406030204" pitchFamily="18" charset="0"/>
                          </a:rPr>
                        </m:ctrlPr>
                      </m:sSupPr>
                      <m:e>
                        <m:r>
                          <a:rPr lang="en-GB" sz="1200" b="0" i="1" smtClean="0">
                            <a:latin typeface="Cambria Math" panose="02040503050406030204" pitchFamily="18" charset="0"/>
                          </a:rPr>
                          <m:t>1</m:t>
                        </m:r>
                      </m:e>
                      <m:sup>
                        <m:r>
                          <a:rPr lang="en-GB" sz="1200" b="0" i="1" smtClean="0">
                            <a:latin typeface="Cambria Math" panose="02040503050406030204" pitchFamily="18" charset="0"/>
                          </a:rPr>
                          <m:t>3</m:t>
                        </m:r>
                      </m:sup>
                    </m:sSup>
                  </m:oMath>
                </a14:m>
                <a:endParaRPr lang="en-GB" sz="1200" dirty="0"/>
              </a:p>
            </p:txBody>
          </p:sp>
        </mc:Choice>
        <mc:Fallback xmlns="">
          <p:sp>
            <p:nvSpPr>
              <p:cNvPr id="45" name="TextBox 44">
                <a:extLst>
                  <a:ext uri="{FF2B5EF4-FFF2-40B4-BE49-F238E27FC236}">
                    <a16:creationId xmlns:a16="http://schemas.microsoft.com/office/drawing/2014/main" id="{8A08ED11-5BE4-4434-0069-EAF3E8CBAAFB}"/>
                  </a:ext>
                </a:extLst>
              </p:cNvPr>
              <p:cNvSpPr txBox="1">
                <a:spLocks noRot="1" noChangeAspect="1" noMove="1" noResize="1" noEditPoints="1" noAdjustHandles="1" noChangeArrowheads="1" noChangeShapeType="1" noTextEdit="1"/>
              </p:cNvSpPr>
              <p:nvPr/>
            </p:nvSpPr>
            <p:spPr>
              <a:xfrm>
                <a:off x="3313683" y="5022518"/>
                <a:ext cx="799642" cy="828000"/>
              </a:xfrm>
              <a:prstGeom prst="rect">
                <a:avLst/>
              </a:prstGeom>
              <a:blipFill>
                <a:blip r:embed="rId13"/>
                <a:stretch>
                  <a:fillRect l="-76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339D0B70-7E60-4DA5-6DC1-19A7FE835FCE}"/>
                  </a:ext>
                </a:extLst>
              </p:cNvPr>
              <p:cNvSpPr txBox="1"/>
              <p:nvPr/>
            </p:nvSpPr>
            <p:spPr>
              <a:xfrm>
                <a:off x="4910072" y="5022518"/>
                <a:ext cx="764376" cy="828000"/>
              </a:xfrm>
              <a:prstGeom prst="rect">
                <a:avLst/>
              </a:prstGeom>
              <a:noFill/>
            </p:spPr>
            <p:txBody>
              <a:bodyPr wrap="none" rtlCol="0">
                <a:spAutoFit/>
              </a:bodyPr>
              <a:lstStyle/>
              <a:p>
                <a:r>
                  <a:rPr lang="en-US" sz="1200" dirty="0"/>
                  <a:t>l)</a:t>
                </a:r>
                <a14:m>
                  <m:oMath xmlns:m="http://schemas.openxmlformats.org/officeDocument/2006/math">
                    <m:sSup>
                      <m:sSupPr>
                        <m:ctrlPr>
                          <a:rPr lang="en-GB" sz="1200" b="0" i="1" smtClean="0">
                            <a:latin typeface="Cambria Math" panose="02040503050406030204" pitchFamily="18" charset="0"/>
                          </a:rPr>
                        </m:ctrlPr>
                      </m:sSupPr>
                      <m:e>
                        <m:r>
                          <a:rPr lang="en-GB" sz="1200" b="0" i="1" smtClean="0">
                            <a:latin typeface="Cambria Math" panose="02040503050406030204" pitchFamily="18" charset="0"/>
                          </a:rPr>
                          <m:t>2</m:t>
                        </m:r>
                      </m:e>
                      <m:sup>
                        <m:r>
                          <a:rPr lang="en-GB" sz="1200" b="0" i="1" smtClean="0">
                            <a:latin typeface="Cambria Math" panose="02040503050406030204" pitchFamily="18" charset="0"/>
                          </a:rPr>
                          <m:t>3</m:t>
                        </m:r>
                      </m:sup>
                    </m:sSup>
                    <m:r>
                      <a:rPr lang="en-GB" sz="1200" b="0" i="1" smtClean="0">
                        <a:latin typeface="Cambria Math" panose="02040503050406030204" pitchFamily="18" charset="0"/>
                      </a:rPr>
                      <m:t>−</m:t>
                    </m:r>
                    <m:sSup>
                      <m:sSupPr>
                        <m:ctrlPr>
                          <a:rPr lang="en-GB" sz="1200" b="0" i="1" smtClean="0">
                            <a:latin typeface="Cambria Math" panose="02040503050406030204" pitchFamily="18" charset="0"/>
                          </a:rPr>
                        </m:ctrlPr>
                      </m:sSupPr>
                      <m:e>
                        <m:r>
                          <a:rPr lang="en-GB" sz="1200" b="0" i="1" smtClean="0">
                            <a:latin typeface="Cambria Math" panose="02040503050406030204" pitchFamily="18" charset="0"/>
                          </a:rPr>
                          <m:t>1</m:t>
                        </m:r>
                      </m:e>
                      <m:sup>
                        <m:r>
                          <a:rPr lang="en-GB" sz="1200" b="0" i="1" smtClean="0">
                            <a:latin typeface="Cambria Math" panose="02040503050406030204" pitchFamily="18" charset="0"/>
                          </a:rPr>
                          <m:t>3</m:t>
                        </m:r>
                      </m:sup>
                    </m:sSup>
                  </m:oMath>
                </a14:m>
                <a:endParaRPr lang="en-GB" sz="1200" dirty="0"/>
              </a:p>
            </p:txBody>
          </p:sp>
        </mc:Choice>
        <mc:Fallback xmlns="">
          <p:sp>
            <p:nvSpPr>
              <p:cNvPr id="46" name="TextBox 45">
                <a:extLst>
                  <a:ext uri="{FF2B5EF4-FFF2-40B4-BE49-F238E27FC236}">
                    <a16:creationId xmlns:a16="http://schemas.microsoft.com/office/drawing/2014/main" id="{339D0B70-7E60-4DA5-6DC1-19A7FE835FCE}"/>
                  </a:ext>
                </a:extLst>
              </p:cNvPr>
              <p:cNvSpPr txBox="1">
                <a:spLocks noRot="1" noChangeAspect="1" noMove="1" noResize="1" noEditPoints="1" noAdjustHandles="1" noChangeArrowheads="1" noChangeShapeType="1" noTextEdit="1"/>
              </p:cNvSpPr>
              <p:nvPr/>
            </p:nvSpPr>
            <p:spPr>
              <a:xfrm>
                <a:off x="4910072" y="5022518"/>
                <a:ext cx="764376" cy="828000"/>
              </a:xfrm>
              <a:prstGeom prst="rect">
                <a:avLst/>
              </a:prstGeom>
              <a:blipFill>
                <a:blip r:embed="rId14"/>
                <a:stretch>
                  <a:fillRect/>
                </a:stretch>
              </a:blipFill>
            </p:spPr>
            <p:txBody>
              <a:bodyPr/>
              <a:lstStyle/>
              <a:p>
                <a:r>
                  <a:rPr lang="en-US">
                    <a:noFill/>
                  </a:rPr>
                  <a:t> </a:t>
                </a:r>
              </a:p>
            </p:txBody>
          </p:sp>
        </mc:Fallback>
      </mc:AlternateContent>
      <p:sp>
        <p:nvSpPr>
          <p:cNvPr id="47" name="Rectangle 46">
            <a:extLst>
              <a:ext uri="{FF2B5EF4-FFF2-40B4-BE49-F238E27FC236}">
                <a16:creationId xmlns:a16="http://schemas.microsoft.com/office/drawing/2014/main" id="{4BA6B75E-667D-FEA1-24E0-4459F7A9C979}"/>
              </a:ext>
            </a:extLst>
          </p:cNvPr>
          <p:cNvSpPr/>
          <p:nvPr/>
        </p:nvSpPr>
        <p:spPr>
          <a:xfrm>
            <a:off x="1817339" y="5297147"/>
            <a:ext cx="1277244" cy="8280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 name="Rectangle 47">
            <a:extLst>
              <a:ext uri="{FF2B5EF4-FFF2-40B4-BE49-F238E27FC236}">
                <a16:creationId xmlns:a16="http://schemas.microsoft.com/office/drawing/2014/main" id="{63D54A1F-EFE9-6605-AE0C-232417CC69FA}"/>
              </a:ext>
            </a:extLst>
          </p:cNvPr>
          <p:cNvSpPr/>
          <p:nvPr/>
        </p:nvSpPr>
        <p:spPr>
          <a:xfrm>
            <a:off x="3401306" y="5297147"/>
            <a:ext cx="1277244" cy="8280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9" name="Rectangle 48">
            <a:extLst>
              <a:ext uri="{FF2B5EF4-FFF2-40B4-BE49-F238E27FC236}">
                <a16:creationId xmlns:a16="http://schemas.microsoft.com/office/drawing/2014/main" id="{0B421B1C-C5AE-B72B-DE33-0311AE2F21D1}"/>
              </a:ext>
            </a:extLst>
          </p:cNvPr>
          <p:cNvSpPr/>
          <p:nvPr/>
        </p:nvSpPr>
        <p:spPr>
          <a:xfrm>
            <a:off x="5027381" y="5297147"/>
            <a:ext cx="1277244" cy="8280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3" name="Rectangle 62">
            <a:extLst>
              <a:ext uri="{FF2B5EF4-FFF2-40B4-BE49-F238E27FC236}">
                <a16:creationId xmlns:a16="http://schemas.microsoft.com/office/drawing/2014/main" id="{EE633214-7942-ED02-75FF-7D5E11D4C327}"/>
              </a:ext>
            </a:extLst>
          </p:cNvPr>
          <p:cNvSpPr/>
          <p:nvPr/>
        </p:nvSpPr>
        <p:spPr>
          <a:xfrm>
            <a:off x="0" y="2382630"/>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t>Independent Practice</a:t>
            </a:r>
          </a:p>
        </p:txBody>
      </p:sp>
      <p:sp>
        <p:nvSpPr>
          <p:cNvPr id="64" name="TextBox 63">
            <a:extLst>
              <a:ext uri="{FF2B5EF4-FFF2-40B4-BE49-F238E27FC236}">
                <a16:creationId xmlns:a16="http://schemas.microsoft.com/office/drawing/2014/main" id="{5FC93882-7A31-22BD-9228-1C3B2F9BA1F8}"/>
              </a:ext>
            </a:extLst>
          </p:cNvPr>
          <p:cNvSpPr txBox="1"/>
          <p:nvPr/>
        </p:nvSpPr>
        <p:spPr>
          <a:xfrm>
            <a:off x="1122266" y="2473606"/>
            <a:ext cx="4651621" cy="276999"/>
          </a:xfrm>
          <a:prstGeom prst="rect">
            <a:avLst/>
          </a:prstGeom>
          <a:noFill/>
        </p:spPr>
        <p:txBody>
          <a:bodyPr wrap="square" rtlCol="0">
            <a:spAutoFit/>
          </a:bodyPr>
          <a:lstStyle/>
          <a:p>
            <a:r>
              <a:rPr lang="en-GB" sz="1200" dirty="0"/>
              <a:t>4. Calculate the value of:</a:t>
            </a:r>
          </a:p>
        </p:txBody>
      </p:sp>
      <p:sp>
        <p:nvSpPr>
          <p:cNvPr id="51" name="Rectangle 50">
            <a:extLst>
              <a:ext uri="{FF2B5EF4-FFF2-40B4-BE49-F238E27FC236}">
                <a16:creationId xmlns:a16="http://schemas.microsoft.com/office/drawing/2014/main" id="{3D0FB17E-B287-962C-B6EC-C489F41AD158}"/>
              </a:ext>
            </a:extLst>
          </p:cNvPr>
          <p:cNvSpPr/>
          <p:nvPr/>
        </p:nvSpPr>
        <p:spPr>
          <a:xfrm>
            <a:off x="96247" y="6246838"/>
            <a:ext cx="1277244" cy="276998"/>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a:t>Mixed Practice</a:t>
            </a:r>
          </a:p>
        </p:txBody>
      </p:sp>
      <p:sp>
        <p:nvSpPr>
          <p:cNvPr id="52" name="TextBox 51">
            <a:extLst>
              <a:ext uri="{FF2B5EF4-FFF2-40B4-BE49-F238E27FC236}">
                <a16:creationId xmlns:a16="http://schemas.microsoft.com/office/drawing/2014/main" id="{5A3EBC74-F9BD-4422-1674-BA3DC7B8A44B}"/>
              </a:ext>
            </a:extLst>
          </p:cNvPr>
          <p:cNvSpPr txBox="1"/>
          <p:nvPr/>
        </p:nvSpPr>
        <p:spPr>
          <a:xfrm>
            <a:off x="1357047" y="6312612"/>
            <a:ext cx="4651621" cy="304699"/>
          </a:xfrm>
          <a:prstGeom prst="rect">
            <a:avLst/>
          </a:prstGeom>
          <a:noFill/>
        </p:spPr>
        <p:txBody>
          <a:bodyPr wrap="square" rtlCol="0">
            <a:spAutoFit/>
          </a:bodyPr>
          <a:lstStyle/>
          <a:p>
            <a:r>
              <a:rPr lang="en-GB" sz="1200" dirty="0"/>
              <a:t>5. Fill in the blanks:</a:t>
            </a:r>
          </a:p>
        </p:txBody>
      </p:sp>
      <p:pic>
        <p:nvPicPr>
          <p:cNvPr id="54" name="Picture 53">
            <a:extLst>
              <a:ext uri="{FF2B5EF4-FFF2-40B4-BE49-F238E27FC236}">
                <a16:creationId xmlns:a16="http://schemas.microsoft.com/office/drawing/2014/main" id="{F3097E36-A8C9-FB78-F185-507A0E09B55D}"/>
              </a:ext>
            </a:extLst>
          </p:cNvPr>
          <p:cNvPicPr>
            <a:picLocks noChangeAspect="1"/>
          </p:cNvPicPr>
          <p:nvPr/>
        </p:nvPicPr>
        <p:blipFill>
          <a:blip r:embed="rId15"/>
          <a:stretch>
            <a:fillRect/>
          </a:stretch>
        </p:blipFill>
        <p:spPr>
          <a:xfrm>
            <a:off x="20521" y="6770530"/>
            <a:ext cx="3147333" cy="815411"/>
          </a:xfrm>
          <a:prstGeom prst="rect">
            <a:avLst/>
          </a:prstGeom>
        </p:spPr>
      </p:pic>
      <p:pic>
        <p:nvPicPr>
          <p:cNvPr id="56" name="Picture 55">
            <a:extLst>
              <a:ext uri="{FF2B5EF4-FFF2-40B4-BE49-F238E27FC236}">
                <a16:creationId xmlns:a16="http://schemas.microsoft.com/office/drawing/2014/main" id="{C74A5A25-78E2-20E9-A933-A1C5714974E3}"/>
              </a:ext>
            </a:extLst>
          </p:cNvPr>
          <p:cNvPicPr>
            <a:picLocks noChangeAspect="1"/>
          </p:cNvPicPr>
          <p:nvPr/>
        </p:nvPicPr>
        <p:blipFill>
          <a:blip r:embed="rId16"/>
          <a:stretch>
            <a:fillRect/>
          </a:stretch>
        </p:blipFill>
        <p:spPr>
          <a:xfrm>
            <a:off x="3351184" y="6793766"/>
            <a:ext cx="3124471" cy="777307"/>
          </a:xfrm>
          <a:prstGeom prst="rect">
            <a:avLst/>
          </a:prstGeom>
        </p:spPr>
      </p:pic>
      <p:sp>
        <p:nvSpPr>
          <p:cNvPr id="57" name="TextBox 56">
            <a:extLst>
              <a:ext uri="{FF2B5EF4-FFF2-40B4-BE49-F238E27FC236}">
                <a16:creationId xmlns:a16="http://schemas.microsoft.com/office/drawing/2014/main" id="{F12308FA-19E7-8D11-4B32-188A912E71F4}"/>
              </a:ext>
            </a:extLst>
          </p:cNvPr>
          <p:cNvSpPr txBox="1"/>
          <p:nvPr/>
        </p:nvSpPr>
        <p:spPr>
          <a:xfrm>
            <a:off x="20521" y="7729478"/>
            <a:ext cx="4651621" cy="461665"/>
          </a:xfrm>
          <a:prstGeom prst="rect">
            <a:avLst/>
          </a:prstGeom>
          <a:noFill/>
        </p:spPr>
        <p:txBody>
          <a:bodyPr wrap="square" rtlCol="0">
            <a:spAutoFit/>
          </a:bodyPr>
          <a:lstStyle/>
          <a:p>
            <a:r>
              <a:rPr lang="en-GB" sz="1200" dirty="0"/>
              <a:t>6. Circle the number that is in the wrong </a:t>
            </a:r>
          </a:p>
          <a:p>
            <a:r>
              <a:rPr lang="en-GB" sz="1200" dirty="0"/>
              <a:t>    place in the Venn diagram:</a:t>
            </a:r>
          </a:p>
        </p:txBody>
      </p:sp>
      <p:pic>
        <p:nvPicPr>
          <p:cNvPr id="59" name="Picture 58">
            <a:extLst>
              <a:ext uri="{FF2B5EF4-FFF2-40B4-BE49-F238E27FC236}">
                <a16:creationId xmlns:a16="http://schemas.microsoft.com/office/drawing/2014/main" id="{DBC90CC2-4A02-BA02-3A3F-8620233BCD2D}"/>
              </a:ext>
            </a:extLst>
          </p:cNvPr>
          <p:cNvPicPr>
            <a:picLocks noChangeAspect="1"/>
          </p:cNvPicPr>
          <p:nvPr/>
        </p:nvPicPr>
        <p:blipFill>
          <a:blip r:embed="rId17"/>
          <a:stretch>
            <a:fillRect/>
          </a:stretch>
        </p:blipFill>
        <p:spPr>
          <a:xfrm>
            <a:off x="149720" y="8250071"/>
            <a:ext cx="2472941" cy="1435047"/>
          </a:xfrm>
          <a:prstGeom prst="rect">
            <a:avLst/>
          </a:prstGeom>
        </p:spPr>
      </p:pic>
      <p:pic>
        <p:nvPicPr>
          <p:cNvPr id="62" name="Picture 61">
            <a:extLst>
              <a:ext uri="{FF2B5EF4-FFF2-40B4-BE49-F238E27FC236}">
                <a16:creationId xmlns:a16="http://schemas.microsoft.com/office/drawing/2014/main" id="{60F130C2-487A-19D0-2E2F-80D3A59402BD}"/>
              </a:ext>
            </a:extLst>
          </p:cNvPr>
          <p:cNvPicPr>
            <a:picLocks noChangeAspect="1"/>
          </p:cNvPicPr>
          <p:nvPr/>
        </p:nvPicPr>
        <p:blipFill>
          <a:blip r:embed="rId18"/>
          <a:stretch>
            <a:fillRect/>
          </a:stretch>
        </p:blipFill>
        <p:spPr>
          <a:xfrm>
            <a:off x="4077429" y="7973720"/>
            <a:ext cx="1417443" cy="617273"/>
          </a:xfrm>
          <a:prstGeom prst="rect">
            <a:avLst/>
          </a:prstGeom>
        </p:spPr>
      </p:pic>
      <p:sp>
        <p:nvSpPr>
          <p:cNvPr id="9" name="Rectangle 8">
            <a:extLst>
              <a:ext uri="{FF2B5EF4-FFF2-40B4-BE49-F238E27FC236}">
                <a16:creationId xmlns:a16="http://schemas.microsoft.com/office/drawing/2014/main" id="{B372AA0E-3B4B-98D4-5F79-47E7C160A987}"/>
              </a:ext>
            </a:extLst>
          </p:cNvPr>
          <p:cNvSpPr/>
          <p:nvPr/>
        </p:nvSpPr>
        <p:spPr>
          <a:xfrm>
            <a:off x="3582488" y="9160176"/>
            <a:ext cx="2912037" cy="616783"/>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TextBox 67">
            <a:extLst>
              <a:ext uri="{FF2B5EF4-FFF2-40B4-BE49-F238E27FC236}">
                <a16:creationId xmlns:a16="http://schemas.microsoft.com/office/drawing/2014/main" id="{3E3E73E9-7464-08EB-7314-0AD9ECD56EB9}"/>
              </a:ext>
            </a:extLst>
          </p:cNvPr>
          <p:cNvSpPr txBox="1"/>
          <p:nvPr/>
        </p:nvSpPr>
        <p:spPr>
          <a:xfrm>
            <a:off x="-11971" y="6547162"/>
            <a:ext cx="4089400" cy="276999"/>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a)</a:t>
            </a:r>
          </a:p>
        </p:txBody>
      </p:sp>
    </p:spTree>
    <p:extLst>
      <p:ext uri="{BB962C8B-B14F-4D97-AF65-F5344CB8AC3E}">
        <p14:creationId xmlns:p14="http://schemas.microsoft.com/office/powerpoint/2010/main" val="184932646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Rectangle 66">
            <a:extLst>
              <a:ext uri="{FF2B5EF4-FFF2-40B4-BE49-F238E27FC236}">
                <a16:creationId xmlns:a16="http://schemas.microsoft.com/office/drawing/2014/main" id="{B59D2F85-C40C-6F49-A8DC-9962E32C54A7}"/>
              </a:ext>
            </a:extLst>
          </p:cNvPr>
          <p:cNvSpPr/>
          <p:nvPr/>
        </p:nvSpPr>
        <p:spPr>
          <a:xfrm>
            <a:off x="124522" y="154559"/>
            <a:ext cx="6679742" cy="82514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solidFill>
                <a:sysClr val="windowText" lastClr="000000"/>
              </a:solidFill>
            </a:endParaRPr>
          </a:p>
        </p:txBody>
      </p:sp>
      <p:sp>
        <p:nvSpPr>
          <p:cNvPr id="71" name="TextBox 70">
            <a:extLst>
              <a:ext uri="{FF2B5EF4-FFF2-40B4-BE49-F238E27FC236}">
                <a16:creationId xmlns:a16="http://schemas.microsoft.com/office/drawing/2014/main" id="{F05264B7-DB58-7E49-B4A9-8F02D752A45D}"/>
              </a:ext>
            </a:extLst>
          </p:cNvPr>
          <p:cNvSpPr txBox="1"/>
          <p:nvPr/>
        </p:nvSpPr>
        <p:spPr>
          <a:xfrm>
            <a:off x="131546" y="334104"/>
            <a:ext cx="5101863" cy="646331"/>
          </a:xfrm>
          <a:prstGeom prst="rect">
            <a:avLst/>
          </a:prstGeom>
          <a:noFill/>
        </p:spPr>
        <p:txBody>
          <a:bodyPr wrap="square" rtlCol="0">
            <a:spAutoFit/>
          </a:bodyPr>
          <a:lstStyle/>
          <a:p>
            <a:r>
              <a:rPr lang="en-GB" sz="1200" b="1"/>
              <a:t>Objectives:</a:t>
            </a:r>
          </a:p>
          <a:p>
            <a:pPr marL="228600" indent="-228600">
              <a:buAutoNum type="arabicPeriod"/>
            </a:pPr>
            <a:r>
              <a:rPr lang="en-GB" sz="1200"/>
              <a:t>To be able to recognise square roots as inverses of squares</a:t>
            </a:r>
          </a:p>
          <a:p>
            <a:pPr marL="228600" indent="-228600">
              <a:buAutoNum type="arabicPeriod"/>
            </a:pPr>
            <a:r>
              <a:rPr lang="en-GB" sz="1200"/>
              <a:t>To be able to recognise cube roots as inverses of cubes</a:t>
            </a:r>
          </a:p>
        </p:txBody>
      </p:sp>
      <p:sp>
        <p:nvSpPr>
          <p:cNvPr id="74" name="TextBox 73">
            <a:extLst>
              <a:ext uri="{FF2B5EF4-FFF2-40B4-BE49-F238E27FC236}">
                <a16:creationId xmlns:a16="http://schemas.microsoft.com/office/drawing/2014/main" id="{7715F86B-6C3B-6849-A0A3-1AA8A5990EEB}"/>
              </a:ext>
            </a:extLst>
          </p:cNvPr>
          <p:cNvSpPr txBox="1"/>
          <p:nvPr/>
        </p:nvSpPr>
        <p:spPr>
          <a:xfrm>
            <a:off x="5671360" y="236809"/>
            <a:ext cx="1058149" cy="646331"/>
          </a:xfrm>
          <a:prstGeom prst="rect">
            <a:avLst/>
          </a:prstGeom>
          <a:noFill/>
          <a:ln w="12700">
            <a:solidFill>
              <a:schemeClr val="tx1"/>
            </a:solidFill>
          </a:ln>
        </p:spPr>
        <p:txBody>
          <a:bodyPr wrap="square" rtlCol="0">
            <a:spAutoFit/>
          </a:bodyPr>
          <a:lstStyle/>
          <a:p>
            <a:r>
              <a:rPr lang="en-US" sz="1200" b="1" u="sng"/>
              <a:t>Keywords:</a:t>
            </a:r>
          </a:p>
          <a:p>
            <a:r>
              <a:rPr lang="en-US" sz="1200"/>
              <a:t>- Square root</a:t>
            </a:r>
          </a:p>
          <a:p>
            <a:r>
              <a:rPr lang="en-US" sz="1200"/>
              <a:t>- Cube root</a:t>
            </a:r>
          </a:p>
        </p:txBody>
      </p:sp>
      <p:sp>
        <p:nvSpPr>
          <p:cNvPr id="31" name="Slide Number Placeholder 30">
            <a:extLst>
              <a:ext uri="{FF2B5EF4-FFF2-40B4-BE49-F238E27FC236}">
                <a16:creationId xmlns:a16="http://schemas.microsoft.com/office/drawing/2014/main" id="{CB369DF2-BE35-4860-8210-A8C6CAAE4AC6}"/>
              </a:ext>
            </a:extLst>
          </p:cNvPr>
          <p:cNvSpPr>
            <a:spLocks noGrp="1"/>
          </p:cNvSpPr>
          <p:nvPr>
            <p:ph type="sldNum" sz="quarter" idx="12"/>
          </p:nvPr>
        </p:nvSpPr>
        <p:spPr>
          <a:xfrm>
            <a:off x="5278353" y="9467448"/>
            <a:ext cx="1543050" cy="527403"/>
          </a:xfrm>
        </p:spPr>
        <p:txBody>
          <a:bodyPr/>
          <a:lstStyle/>
          <a:p>
            <a:fld id="{086C3A38-D272-42AA-9C88-F1FBEAE20D2C}" type="slidenum">
              <a:rPr lang="en-GB" smtClean="0"/>
              <a:t>44</a:t>
            </a:fld>
            <a:endParaRPr lang="en-GB"/>
          </a:p>
        </p:txBody>
      </p:sp>
      <p:sp>
        <p:nvSpPr>
          <p:cNvPr id="10" name="Rectangle 9">
            <a:extLst>
              <a:ext uri="{FF2B5EF4-FFF2-40B4-BE49-F238E27FC236}">
                <a16:creationId xmlns:a16="http://schemas.microsoft.com/office/drawing/2014/main" id="{92C9BC15-2B80-9CE4-6E34-24D6A6057A33}"/>
              </a:ext>
            </a:extLst>
          </p:cNvPr>
          <p:cNvSpPr/>
          <p:nvPr/>
        </p:nvSpPr>
        <p:spPr>
          <a:xfrm>
            <a:off x="127437" y="1076721"/>
            <a:ext cx="6671317" cy="108692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solidFill>
                <a:sysClr val="windowText" lastClr="000000"/>
              </a:solidFill>
            </a:endParaRPr>
          </a:p>
        </p:txBody>
      </p:sp>
      <p:sp>
        <p:nvSpPr>
          <p:cNvPr id="15" name="TextBox 14">
            <a:extLst>
              <a:ext uri="{FF2B5EF4-FFF2-40B4-BE49-F238E27FC236}">
                <a16:creationId xmlns:a16="http://schemas.microsoft.com/office/drawing/2014/main" id="{992D2835-042C-0E06-C6C4-06FD1076C86D}"/>
              </a:ext>
            </a:extLst>
          </p:cNvPr>
          <p:cNvSpPr txBox="1"/>
          <p:nvPr/>
        </p:nvSpPr>
        <p:spPr>
          <a:xfrm>
            <a:off x="84346" y="1040075"/>
            <a:ext cx="2778270" cy="276999"/>
          </a:xfrm>
          <a:prstGeom prst="rect">
            <a:avLst/>
          </a:prstGeom>
          <a:noFill/>
        </p:spPr>
        <p:txBody>
          <a:bodyPr wrap="square" rtlCol="0">
            <a:spAutoFit/>
          </a:bodyPr>
          <a:lstStyle/>
          <a:p>
            <a:pPr>
              <a:defRPr/>
            </a:pPr>
            <a:r>
              <a:rPr kumimoji="0" lang="en-GB" sz="1200" b="1" i="0" u="none" strike="noStrike" kern="1200" cap="none" spc="0" normalizeH="0" baseline="0" noProof="0">
                <a:ln>
                  <a:noFill/>
                </a:ln>
                <a:solidFill>
                  <a:sysClr val="windowText" lastClr="000000"/>
                </a:solidFill>
                <a:effectLst/>
                <a:uLnTx/>
                <a:uFillTx/>
                <a:latin typeface="Calibri" panose="020F0502020204030204"/>
                <a:ea typeface="+mn-ea"/>
                <a:cs typeface="+mn-cs"/>
              </a:rPr>
              <a:t>Introduction – Read and annotate: </a:t>
            </a:r>
          </a:p>
        </p:txBody>
      </p:sp>
      <p:sp>
        <p:nvSpPr>
          <p:cNvPr id="30" name="TextBox 29">
            <a:extLst>
              <a:ext uri="{FF2B5EF4-FFF2-40B4-BE49-F238E27FC236}">
                <a16:creationId xmlns:a16="http://schemas.microsoft.com/office/drawing/2014/main" id="{52B0F56A-C93D-D04C-47F1-176074195FD4}"/>
              </a:ext>
            </a:extLst>
          </p:cNvPr>
          <p:cNvSpPr txBox="1"/>
          <p:nvPr/>
        </p:nvSpPr>
        <p:spPr>
          <a:xfrm>
            <a:off x="111875" y="1263672"/>
            <a:ext cx="6768000" cy="830997"/>
          </a:xfrm>
          <a:prstGeom prst="rect">
            <a:avLst/>
          </a:prstGeom>
          <a:noFill/>
        </p:spPr>
        <p:txBody>
          <a:bodyPr wrap="square">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eriod"/>
              <a:tabLst/>
              <a:defRPr/>
            </a:pPr>
            <a:r>
              <a:rPr lang="en-US" sz="1200"/>
              <a:t>Square roots and cube roots are the opposite, or inverse operations, of squaring and cubing. A square</a:t>
            </a:r>
          </a:p>
          <a:p>
            <a:pPr marL="228600" marR="0" lvl="0" indent="-228600" algn="l" defTabSz="457200" rtl="0" eaLnBrk="1" fontAlgn="auto" latinLnBrk="0" hangingPunct="1">
              <a:lnSpc>
                <a:spcPct val="100000"/>
              </a:lnSpc>
              <a:spcBef>
                <a:spcPts val="0"/>
              </a:spcBef>
              <a:spcAft>
                <a:spcPts val="0"/>
              </a:spcAft>
              <a:buClrTx/>
              <a:buSzTx/>
              <a:buFontTx/>
              <a:buAutoNum type="arabicPeriod"/>
              <a:tabLst/>
              <a:defRPr/>
            </a:pPr>
            <a:r>
              <a:rPr lang="en-US" sz="1200"/>
              <a:t>root finds the original number that was squared, while a cube root finds the original number that was</a:t>
            </a:r>
          </a:p>
          <a:p>
            <a:pPr marL="228600" marR="0" lvl="0" indent="-228600" algn="l" defTabSz="457200" rtl="0" eaLnBrk="1" fontAlgn="auto" latinLnBrk="0" hangingPunct="1">
              <a:lnSpc>
                <a:spcPct val="100000"/>
              </a:lnSpc>
              <a:spcBef>
                <a:spcPts val="0"/>
              </a:spcBef>
              <a:spcAft>
                <a:spcPts val="0"/>
              </a:spcAft>
              <a:buClrTx/>
              <a:buSzTx/>
              <a:buFontTx/>
              <a:buAutoNum type="arabicPeriod"/>
              <a:tabLst/>
              <a:defRPr/>
            </a:pPr>
            <a:r>
              <a:rPr lang="en-US" sz="1200"/>
              <a:t>cubed. Square and cube roots are especially important in algebra and geometry, where they help solve</a:t>
            </a:r>
          </a:p>
          <a:p>
            <a:pPr marL="228600" marR="0" lvl="0" indent="-228600" algn="l" defTabSz="457200" rtl="0" eaLnBrk="1" fontAlgn="auto" latinLnBrk="0" hangingPunct="1">
              <a:lnSpc>
                <a:spcPct val="100000"/>
              </a:lnSpc>
              <a:spcBef>
                <a:spcPts val="0"/>
              </a:spcBef>
              <a:spcAft>
                <a:spcPts val="0"/>
              </a:spcAft>
              <a:buClrTx/>
              <a:buSzTx/>
              <a:buFontTx/>
              <a:buAutoNum type="arabicPeriod"/>
              <a:tabLst/>
              <a:defRPr/>
            </a:pPr>
            <a:r>
              <a:rPr lang="en-US" sz="1200"/>
              <a:t>equations involving areas, volumes and distances (Pythagoras’ Theorem). </a:t>
            </a:r>
            <a:endParaRPr kumimoji="0" lang="en-US" sz="1200" u="none" strike="noStrike" kern="1200" cap="none" spc="0" normalizeH="0" baseline="0" noProof="0">
              <a:ln>
                <a:noFill/>
              </a:ln>
              <a:solidFill>
                <a:sysClr val="windowText" lastClr="000000"/>
              </a:solidFill>
              <a:effectLst/>
              <a:uLnTx/>
              <a:uFillTx/>
              <a:latin typeface="Calibri" panose="020F0502020204030204"/>
              <a:ea typeface="+mn-ea"/>
              <a:cs typeface="+mn-cs"/>
            </a:endParaRPr>
          </a:p>
        </p:txBody>
      </p:sp>
      <p:sp>
        <p:nvSpPr>
          <p:cNvPr id="2" name="Rectangle 1">
            <a:extLst>
              <a:ext uri="{FF2B5EF4-FFF2-40B4-BE49-F238E27FC236}">
                <a16:creationId xmlns:a16="http://schemas.microsoft.com/office/drawing/2014/main" id="{206FE8D9-7101-02F2-9519-6BA818C9D617}"/>
              </a:ext>
            </a:extLst>
          </p:cNvPr>
          <p:cNvSpPr/>
          <p:nvPr/>
        </p:nvSpPr>
        <p:spPr>
          <a:xfrm>
            <a:off x="122745" y="2254039"/>
            <a:ext cx="6676009" cy="29520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 name="Straight Connector 2">
            <a:extLst>
              <a:ext uri="{FF2B5EF4-FFF2-40B4-BE49-F238E27FC236}">
                <a16:creationId xmlns:a16="http://schemas.microsoft.com/office/drawing/2014/main" id="{C175BE70-A000-69C2-B79B-00CF925DBA01}"/>
              </a:ext>
            </a:extLst>
          </p:cNvPr>
          <p:cNvCxnSpPr>
            <a:cxnSpLocks/>
          </p:cNvCxnSpPr>
          <p:nvPr/>
        </p:nvCxnSpPr>
        <p:spPr>
          <a:xfrm>
            <a:off x="129720" y="3766713"/>
            <a:ext cx="6660000" cy="0"/>
          </a:xfrm>
          <a:prstGeom prst="line">
            <a:avLst/>
          </a:prstGeom>
        </p:spPr>
        <p:style>
          <a:lnRef idx="1">
            <a:schemeClr val="dk1"/>
          </a:lnRef>
          <a:fillRef idx="0">
            <a:schemeClr val="dk1"/>
          </a:fillRef>
          <a:effectRef idx="0">
            <a:schemeClr val="dk1"/>
          </a:effectRef>
          <a:fontRef idx="minor">
            <a:schemeClr val="tx1"/>
          </a:fontRef>
        </p:style>
      </p:cxnSp>
      <p:cxnSp>
        <p:nvCxnSpPr>
          <p:cNvPr id="4" name="Straight Connector 3">
            <a:extLst>
              <a:ext uri="{FF2B5EF4-FFF2-40B4-BE49-F238E27FC236}">
                <a16:creationId xmlns:a16="http://schemas.microsoft.com/office/drawing/2014/main" id="{27D708AE-5E92-D863-5318-5CE2EB7AF07F}"/>
              </a:ext>
            </a:extLst>
          </p:cNvPr>
          <p:cNvCxnSpPr>
            <a:cxnSpLocks/>
            <a:stCxn id="2" idx="2"/>
            <a:endCxn id="2" idx="0"/>
          </p:cNvCxnSpPr>
          <p:nvPr/>
        </p:nvCxnSpPr>
        <p:spPr>
          <a:xfrm flipV="1">
            <a:off x="3460750" y="2254039"/>
            <a:ext cx="0" cy="2952000"/>
          </a:xfrm>
          <a:prstGeom prst="line">
            <a:avLst/>
          </a:prstGeom>
        </p:spPr>
        <p:style>
          <a:lnRef idx="1">
            <a:schemeClr val="dk1"/>
          </a:lnRef>
          <a:fillRef idx="0">
            <a:schemeClr val="dk1"/>
          </a:fillRef>
          <a:effectRef idx="0">
            <a:schemeClr val="dk1"/>
          </a:effectRef>
          <a:fontRef idx="minor">
            <a:schemeClr val="tx1"/>
          </a:fontRef>
        </p:style>
      </p:cxnSp>
      <p:sp>
        <p:nvSpPr>
          <p:cNvPr id="7" name="TextBox 6">
            <a:extLst>
              <a:ext uri="{FF2B5EF4-FFF2-40B4-BE49-F238E27FC236}">
                <a16:creationId xmlns:a16="http://schemas.microsoft.com/office/drawing/2014/main" id="{F26E0225-677A-1A67-FE3B-0F50C7F71473}"/>
              </a:ext>
            </a:extLst>
          </p:cNvPr>
          <p:cNvSpPr txBox="1"/>
          <p:nvPr/>
        </p:nvSpPr>
        <p:spPr>
          <a:xfrm>
            <a:off x="111875" y="2243484"/>
            <a:ext cx="3331854" cy="461665"/>
          </a:xfrm>
          <a:prstGeom prst="rect">
            <a:avLst/>
          </a:prstGeom>
          <a:noFill/>
        </p:spPr>
        <p:txBody>
          <a:bodyPr wrap="square" rtlCol="0">
            <a:spAutoFit/>
          </a:bodyPr>
          <a:lstStyle/>
          <a:p>
            <a:r>
              <a:rPr lang="en-US" sz="1200" b="1"/>
              <a:t>Definition</a:t>
            </a:r>
          </a:p>
          <a:p>
            <a:endParaRPr lang="en-US" sz="1200" b="1"/>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38A3B62C-13D7-428C-99F3-41F0436C1C25}"/>
                  </a:ext>
                </a:extLst>
              </p:cNvPr>
              <p:cNvSpPr txBox="1"/>
              <p:nvPr/>
            </p:nvSpPr>
            <p:spPr>
              <a:xfrm>
                <a:off x="3405880" y="2244914"/>
                <a:ext cx="3413542" cy="1587038"/>
              </a:xfrm>
              <a:prstGeom prst="rect">
                <a:avLst/>
              </a:prstGeom>
              <a:noFill/>
            </p:spPr>
            <p:txBody>
              <a:bodyPr wrap="square" rtlCol="0">
                <a:spAutoFit/>
              </a:bodyPr>
              <a:lstStyle/>
              <a:p>
                <a:pPr algn="r"/>
                <a:r>
                  <a:rPr lang="en-US" sz="1200" b="1"/>
                  <a:t>Characteristics</a:t>
                </a:r>
              </a:p>
              <a:p>
                <a:pPr marL="171450" indent="-171450">
                  <a:buFont typeface="Arial" panose="020B0604020202020204" pitchFamily="34" charset="0"/>
                  <a:buChar char="•"/>
                </a:pPr>
                <a:r>
                  <a:rPr lang="en-GB" sz="1200"/>
                  <a:t>The square root of a number is denoted by the symbol </a:t>
                </a:r>
                <a14:m>
                  <m:oMath xmlns:m="http://schemas.openxmlformats.org/officeDocument/2006/math">
                    <m:r>
                      <a:rPr lang="en-GB" sz="1200" i="1" dirty="0" smtClean="0">
                        <a:latin typeface="Cambria Math" panose="02040503050406030204" pitchFamily="18" charset="0"/>
                      </a:rPr>
                      <m:t>√</m:t>
                    </m:r>
                  </m:oMath>
                </a14:m>
                <a:r>
                  <a:rPr lang="en-GB" sz="1200"/>
                  <a:t>. For example, </a:t>
                </a:r>
                <a14:m>
                  <m:oMath xmlns:m="http://schemas.openxmlformats.org/officeDocument/2006/math">
                    <m:rad>
                      <m:radPr>
                        <m:degHide m:val="on"/>
                        <m:ctrlPr>
                          <a:rPr lang="en-GB" sz="1200" i="1" dirty="0" smtClean="0">
                            <a:latin typeface="Cambria Math" panose="02040503050406030204" pitchFamily="18" charset="0"/>
                          </a:rPr>
                        </m:ctrlPr>
                      </m:radPr>
                      <m:deg/>
                      <m:e>
                        <m:r>
                          <a:rPr lang="en-GB" sz="1200" b="0" i="1" dirty="0" smtClean="0">
                            <a:latin typeface="Cambria Math" panose="02040503050406030204" pitchFamily="18" charset="0"/>
                          </a:rPr>
                          <m:t>9</m:t>
                        </m:r>
                      </m:e>
                    </m:rad>
                  </m:oMath>
                </a14:m>
                <a:r>
                  <a:rPr lang="en-GB" sz="1200"/>
                  <a:t> is equal to 3, because 3 x 3 = 9</a:t>
                </a:r>
              </a:p>
              <a:p>
                <a:pPr marL="171450" indent="-171450">
                  <a:buFont typeface="Arial" panose="020B0604020202020204" pitchFamily="34" charset="0"/>
                  <a:buChar char="•"/>
                </a:pPr>
                <a:r>
                  <a:rPr lang="en-GB" sz="1200"/>
                  <a:t>The square root of a positive number is a positive number. The square root of 0 is 0. There are no real square roots for negative numbers.</a:t>
                </a:r>
                <a:endParaRPr lang="en-US" sz="1200"/>
              </a:p>
              <a:p>
                <a:pPr algn="r"/>
                <a:endParaRPr lang="en-GB" sz="1200" b="1"/>
              </a:p>
            </p:txBody>
          </p:sp>
        </mc:Choice>
        <mc:Fallback xmlns="">
          <p:sp>
            <p:nvSpPr>
              <p:cNvPr id="32" name="TextBox 31">
                <a:extLst>
                  <a:ext uri="{FF2B5EF4-FFF2-40B4-BE49-F238E27FC236}">
                    <a16:creationId xmlns:a16="http://schemas.microsoft.com/office/drawing/2014/main" id="{38A3B62C-13D7-428C-99F3-41F0436C1C25}"/>
                  </a:ext>
                </a:extLst>
              </p:cNvPr>
              <p:cNvSpPr txBox="1">
                <a:spLocks noRot="1" noChangeAspect="1" noMove="1" noResize="1" noEditPoints="1" noAdjustHandles="1" noChangeArrowheads="1" noChangeShapeType="1" noTextEdit="1"/>
              </p:cNvSpPr>
              <p:nvPr/>
            </p:nvSpPr>
            <p:spPr>
              <a:xfrm>
                <a:off x="3405880" y="2244914"/>
                <a:ext cx="3413542" cy="1587038"/>
              </a:xfrm>
              <a:prstGeom prst="rect">
                <a:avLst/>
              </a:prstGeom>
              <a:blipFill>
                <a:blip r:embed="rId3"/>
                <a:stretch>
                  <a:fillRect r="-714"/>
                </a:stretch>
              </a:blipFill>
            </p:spPr>
            <p:txBody>
              <a:bodyPr/>
              <a:lstStyle/>
              <a:p>
                <a:r>
                  <a:rPr lang="en-GB">
                    <a:noFill/>
                  </a:rPr>
                  <a:t> </a:t>
                </a:r>
              </a:p>
            </p:txBody>
          </p:sp>
        </mc:Fallback>
      </mc:AlternateContent>
      <p:sp>
        <p:nvSpPr>
          <p:cNvPr id="33" name="TextBox 32">
            <a:extLst>
              <a:ext uri="{FF2B5EF4-FFF2-40B4-BE49-F238E27FC236}">
                <a16:creationId xmlns:a16="http://schemas.microsoft.com/office/drawing/2014/main" id="{A2785A40-B6C0-15B6-15BA-04AF6ABDB3A6}"/>
              </a:ext>
            </a:extLst>
          </p:cNvPr>
          <p:cNvSpPr txBox="1"/>
          <p:nvPr/>
        </p:nvSpPr>
        <p:spPr>
          <a:xfrm>
            <a:off x="129250" y="3753136"/>
            <a:ext cx="788164" cy="276999"/>
          </a:xfrm>
          <a:prstGeom prst="rect">
            <a:avLst/>
          </a:prstGeom>
          <a:noFill/>
        </p:spPr>
        <p:txBody>
          <a:bodyPr wrap="none" rtlCol="0">
            <a:spAutoFit/>
          </a:bodyPr>
          <a:lstStyle/>
          <a:p>
            <a:r>
              <a:rPr lang="en-US" sz="1200" b="1"/>
              <a:t>Examples</a:t>
            </a:r>
            <a:endParaRPr lang="en-GB" sz="1200" b="1"/>
          </a:p>
        </p:txBody>
      </p:sp>
      <p:sp>
        <p:nvSpPr>
          <p:cNvPr id="34" name="TextBox 33">
            <a:extLst>
              <a:ext uri="{FF2B5EF4-FFF2-40B4-BE49-F238E27FC236}">
                <a16:creationId xmlns:a16="http://schemas.microsoft.com/office/drawing/2014/main" id="{E69CE069-8104-C9A3-749E-FDEE72A7377E}"/>
              </a:ext>
            </a:extLst>
          </p:cNvPr>
          <p:cNvSpPr txBox="1"/>
          <p:nvPr/>
        </p:nvSpPr>
        <p:spPr>
          <a:xfrm>
            <a:off x="5683660" y="3756094"/>
            <a:ext cx="1172885" cy="276999"/>
          </a:xfrm>
          <a:prstGeom prst="rect">
            <a:avLst/>
          </a:prstGeom>
          <a:noFill/>
        </p:spPr>
        <p:txBody>
          <a:bodyPr wrap="none" rtlCol="0">
            <a:spAutoFit/>
          </a:bodyPr>
          <a:lstStyle/>
          <a:p>
            <a:r>
              <a:rPr lang="en-US" sz="1200" b="1"/>
              <a:t>Non - Examples</a:t>
            </a:r>
            <a:endParaRPr lang="en-GB" sz="1200" b="1"/>
          </a:p>
        </p:txBody>
      </p:sp>
      <p:sp>
        <p:nvSpPr>
          <p:cNvPr id="37" name="TextBox 36">
            <a:extLst>
              <a:ext uri="{FF2B5EF4-FFF2-40B4-BE49-F238E27FC236}">
                <a16:creationId xmlns:a16="http://schemas.microsoft.com/office/drawing/2014/main" id="{0CC3750D-420F-AF23-BB8C-82F5A57A1FC3}"/>
              </a:ext>
            </a:extLst>
          </p:cNvPr>
          <p:cNvSpPr txBox="1"/>
          <p:nvPr/>
        </p:nvSpPr>
        <p:spPr>
          <a:xfrm>
            <a:off x="2745162" y="3589127"/>
            <a:ext cx="1287212" cy="369332"/>
          </a:xfrm>
          <a:prstGeom prst="rect">
            <a:avLst/>
          </a:prstGeom>
          <a:solidFill>
            <a:schemeClr val="bg1"/>
          </a:solidFill>
          <a:ln>
            <a:solidFill>
              <a:schemeClr val="tx1"/>
            </a:solidFill>
          </a:ln>
        </p:spPr>
        <p:txBody>
          <a:bodyPr wrap="none" rtlCol="0">
            <a:spAutoFit/>
          </a:bodyPr>
          <a:lstStyle/>
          <a:p>
            <a:r>
              <a:rPr lang="en-GB"/>
              <a:t>Square root</a:t>
            </a:r>
          </a:p>
        </p:txBody>
      </p:sp>
      <p:sp>
        <p:nvSpPr>
          <p:cNvPr id="38" name="TextBox 37">
            <a:extLst>
              <a:ext uri="{FF2B5EF4-FFF2-40B4-BE49-F238E27FC236}">
                <a16:creationId xmlns:a16="http://schemas.microsoft.com/office/drawing/2014/main" id="{4F20547E-4D11-BC7A-FEA8-E2DF47415849}"/>
              </a:ext>
            </a:extLst>
          </p:cNvPr>
          <p:cNvSpPr txBox="1"/>
          <p:nvPr/>
        </p:nvSpPr>
        <p:spPr>
          <a:xfrm>
            <a:off x="127143" y="2227348"/>
            <a:ext cx="3363958" cy="646331"/>
          </a:xfrm>
          <a:prstGeom prst="rect">
            <a:avLst/>
          </a:prstGeom>
          <a:noFill/>
        </p:spPr>
        <p:txBody>
          <a:bodyPr wrap="square" rtlCol="0">
            <a:spAutoFit/>
          </a:bodyPr>
          <a:lstStyle/>
          <a:p>
            <a:endParaRPr lang="en-GB" sz="1200"/>
          </a:p>
          <a:p>
            <a:r>
              <a:rPr lang="en-GB" sz="1200"/>
              <a:t>The square root of a number is a value that, when multiplied by itself, gives the original number.</a:t>
            </a:r>
            <a:endParaRPr lang="en-GB"/>
          </a:p>
        </p:txBody>
      </p: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6AA9358B-BC2C-7418-0222-904D034B8440}"/>
                  </a:ext>
                </a:extLst>
              </p:cNvPr>
              <p:cNvSpPr txBox="1"/>
              <p:nvPr/>
            </p:nvSpPr>
            <p:spPr>
              <a:xfrm>
                <a:off x="118570" y="3997633"/>
                <a:ext cx="3433010" cy="294376"/>
              </a:xfrm>
              <a:prstGeom prst="rect">
                <a:avLst/>
              </a:prstGeom>
              <a:noFill/>
            </p:spPr>
            <p:txBody>
              <a:bodyPr wrap="square">
                <a:spAutoFit/>
              </a:bodyPr>
              <a:lstStyle/>
              <a:p>
                <a14:m>
                  <m:oMath xmlns:m="http://schemas.openxmlformats.org/officeDocument/2006/math">
                    <m:rad>
                      <m:radPr>
                        <m:degHide m:val="on"/>
                        <m:ctrlPr>
                          <a:rPr lang="en-GB" sz="1200" b="0" i="1" dirty="0" smtClean="0">
                            <a:solidFill>
                              <a:schemeClr val="tx1"/>
                            </a:solidFill>
                            <a:effectLst/>
                            <a:latin typeface="Cambria Math" panose="02040503050406030204" pitchFamily="18" charset="0"/>
                          </a:rPr>
                        </m:ctrlPr>
                      </m:radPr>
                      <m:deg/>
                      <m:e>
                        <m:r>
                          <a:rPr lang="en-GB" sz="1200" b="0" i="1" dirty="0" smtClean="0">
                            <a:solidFill>
                              <a:schemeClr val="tx1"/>
                            </a:solidFill>
                            <a:effectLst/>
                            <a:latin typeface="Cambria Math" panose="02040503050406030204" pitchFamily="18" charset="0"/>
                          </a:rPr>
                          <m:t>16</m:t>
                        </m:r>
                      </m:e>
                    </m:rad>
                  </m:oMath>
                </a14:m>
                <a:r>
                  <a:rPr lang="en-GB" sz="1200" b="0" i="0">
                    <a:solidFill>
                      <a:schemeClr val="tx1"/>
                    </a:solidFill>
                    <a:effectLst/>
                  </a:rPr>
                  <a:t> = 4, because 4 x 4 = 16</a:t>
                </a:r>
                <a:endParaRPr lang="en-GB" sz="1200">
                  <a:solidFill>
                    <a:schemeClr val="tx1"/>
                  </a:solidFill>
                </a:endParaRPr>
              </a:p>
            </p:txBody>
          </p:sp>
        </mc:Choice>
        <mc:Fallback xmlns="">
          <p:sp>
            <p:nvSpPr>
              <p:cNvPr id="39" name="TextBox 38">
                <a:extLst>
                  <a:ext uri="{FF2B5EF4-FFF2-40B4-BE49-F238E27FC236}">
                    <a16:creationId xmlns:a16="http://schemas.microsoft.com/office/drawing/2014/main" id="{6AA9358B-BC2C-7418-0222-904D034B8440}"/>
                  </a:ext>
                </a:extLst>
              </p:cNvPr>
              <p:cNvSpPr txBox="1">
                <a:spLocks noRot="1" noChangeAspect="1" noMove="1" noResize="1" noEditPoints="1" noAdjustHandles="1" noChangeArrowheads="1" noChangeShapeType="1" noTextEdit="1"/>
              </p:cNvSpPr>
              <p:nvPr/>
            </p:nvSpPr>
            <p:spPr>
              <a:xfrm>
                <a:off x="118570" y="3997633"/>
                <a:ext cx="3433010" cy="294376"/>
              </a:xfrm>
              <a:prstGeom prst="rect">
                <a:avLst/>
              </a:prstGeom>
              <a:blipFill>
                <a:blip r:embed="rId4"/>
                <a:stretch>
                  <a:fillRect b="-1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5732413F-9F99-CB8A-5904-5218E5420C8C}"/>
                  </a:ext>
                </a:extLst>
              </p:cNvPr>
              <p:cNvSpPr txBox="1"/>
              <p:nvPr/>
            </p:nvSpPr>
            <p:spPr>
              <a:xfrm>
                <a:off x="272751" y="4359614"/>
                <a:ext cx="3433010" cy="295017"/>
              </a:xfrm>
              <a:prstGeom prst="rect">
                <a:avLst/>
              </a:prstGeom>
              <a:noFill/>
            </p:spPr>
            <p:txBody>
              <a:bodyPr wrap="square">
                <a:spAutoFit/>
              </a:bodyPr>
              <a:lstStyle/>
              <a:p>
                <a14:m>
                  <m:oMath xmlns:m="http://schemas.openxmlformats.org/officeDocument/2006/math">
                    <m:rad>
                      <m:radPr>
                        <m:degHide m:val="on"/>
                        <m:ctrlPr>
                          <a:rPr lang="en-GB" sz="1200" b="0" i="1" dirty="0" smtClean="0">
                            <a:solidFill>
                              <a:schemeClr val="tx1"/>
                            </a:solidFill>
                            <a:effectLst/>
                            <a:latin typeface="Cambria Math" panose="02040503050406030204" pitchFamily="18" charset="0"/>
                          </a:rPr>
                        </m:ctrlPr>
                      </m:radPr>
                      <m:deg/>
                      <m:e>
                        <m:r>
                          <a:rPr lang="en-GB" sz="1200" b="0" i="1" dirty="0" smtClean="0">
                            <a:solidFill>
                              <a:schemeClr val="tx1"/>
                            </a:solidFill>
                            <a:effectLst/>
                            <a:latin typeface="Cambria Math" panose="02040503050406030204" pitchFamily="18" charset="0"/>
                          </a:rPr>
                          <m:t>1</m:t>
                        </m:r>
                      </m:e>
                    </m:rad>
                  </m:oMath>
                </a14:m>
                <a:r>
                  <a:rPr lang="en-GB" sz="1200" b="0" i="0">
                    <a:solidFill>
                      <a:schemeClr val="tx1"/>
                    </a:solidFill>
                    <a:effectLst/>
                  </a:rPr>
                  <a:t> = 1, because 1 x 1 = 1</a:t>
                </a:r>
                <a:endParaRPr lang="en-GB" sz="1200">
                  <a:solidFill>
                    <a:schemeClr val="tx1"/>
                  </a:solidFill>
                </a:endParaRPr>
              </a:p>
            </p:txBody>
          </p:sp>
        </mc:Choice>
        <mc:Fallback xmlns="">
          <p:sp>
            <p:nvSpPr>
              <p:cNvPr id="40" name="TextBox 39">
                <a:extLst>
                  <a:ext uri="{FF2B5EF4-FFF2-40B4-BE49-F238E27FC236}">
                    <a16:creationId xmlns:a16="http://schemas.microsoft.com/office/drawing/2014/main" id="{5732413F-9F99-CB8A-5904-5218E5420C8C}"/>
                  </a:ext>
                </a:extLst>
              </p:cNvPr>
              <p:cNvSpPr txBox="1">
                <a:spLocks noRot="1" noChangeAspect="1" noMove="1" noResize="1" noEditPoints="1" noAdjustHandles="1" noChangeArrowheads="1" noChangeShapeType="1" noTextEdit="1"/>
              </p:cNvSpPr>
              <p:nvPr/>
            </p:nvSpPr>
            <p:spPr>
              <a:xfrm>
                <a:off x="272751" y="4359614"/>
                <a:ext cx="3433010" cy="295017"/>
              </a:xfrm>
              <a:prstGeom prst="rect">
                <a:avLst/>
              </a:prstGeom>
              <a:blipFill>
                <a:blip r:embed="rId5"/>
                <a:stretch>
                  <a:fillRect b="-1632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D3A63143-AA90-A951-EE2C-51889D4F36D5}"/>
                  </a:ext>
                </a:extLst>
              </p:cNvPr>
              <p:cNvSpPr txBox="1"/>
              <p:nvPr/>
            </p:nvSpPr>
            <p:spPr>
              <a:xfrm>
                <a:off x="146605" y="4828278"/>
                <a:ext cx="3433010" cy="302968"/>
              </a:xfrm>
              <a:prstGeom prst="rect">
                <a:avLst/>
              </a:prstGeom>
              <a:noFill/>
            </p:spPr>
            <p:txBody>
              <a:bodyPr wrap="square">
                <a:spAutoFit/>
              </a:bodyPr>
              <a:lstStyle/>
              <a:p>
                <a14:m>
                  <m:oMath xmlns:m="http://schemas.openxmlformats.org/officeDocument/2006/math">
                    <m:rad>
                      <m:radPr>
                        <m:degHide m:val="on"/>
                        <m:ctrlPr>
                          <a:rPr lang="en-GB" sz="1200" b="0" i="1" dirty="0" smtClean="0">
                            <a:solidFill>
                              <a:schemeClr val="tx1"/>
                            </a:solidFill>
                            <a:effectLst/>
                            <a:latin typeface="Cambria Math" panose="02040503050406030204" pitchFamily="18" charset="0"/>
                          </a:rPr>
                        </m:ctrlPr>
                      </m:radPr>
                      <m:deg/>
                      <m:e>
                        <m:r>
                          <a:rPr lang="en-GB" sz="1200" b="0" i="1" dirty="0" smtClean="0">
                            <a:solidFill>
                              <a:schemeClr val="tx1"/>
                            </a:solidFill>
                            <a:effectLst/>
                            <a:latin typeface="Cambria Math" panose="02040503050406030204" pitchFamily="18" charset="0"/>
                          </a:rPr>
                          <m:t>0</m:t>
                        </m:r>
                      </m:e>
                    </m:rad>
                  </m:oMath>
                </a14:m>
                <a:r>
                  <a:rPr lang="en-GB" sz="1200" b="0" i="0">
                    <a:solidFill>
                      <a:schemeClr val="tx1"/>
                    </a:solidFill>
                    <a:effectLst/>
                  </a:rPr>
                  <a:t> = 0, because 0 x 0 = 0</a:t>
                </a:r>
                <a:endParaRPr lang="en-GB" sz="1200">
                  <a:solidFill>
                    <a:schemeClr val="tx1"/>
                  </a:solidFill>
                </a:endParaRPr>
              </a:p>
            </p:txBody>
          </p:sp>
        </mc:Choice>
        <mc:Fallback xmlns="">
          <p:sp>
            <p:nvSpPr>
              <p:cNvPr id="46" name="TextBox 45">
                <a:extLst>
                  <a:ext uri="{FF2B5EF4-FFF2-40B4-BE49-F238E27FC236}">
                    <a16:creationId xmlns:a16="http://schemas.microsoft.com/office/drawing/2014/main" id="{D3A63143-AA90-A951-EE2C-51889D4F36D5}"/>
                  </a:ext>
                </a:extLst>
              </p:cNvPr>
              <p:cNvSpPr txBox="1">
                <a:spLocks noRot="1" noChangeAspect="1" noMove="1" noResize="1" noEditPoints="1" noAdjustHandles="1" noChangeArrowheads="1" noChangeShapeType="1" noTextEdit="1"/>
              </p:cNvSpPr>
              <p:nvPr/>
            </p:nvSpPr>
            <p:spPr>
              <a:xfrm>
                <a:off x="146605" y="4828278"/>
                <a:ext cx="3433010" cy="302968"/>
              </a:xfrm>
              <a:prstGeom prst="rect">
                <a:avLst/>
              </a:prstGeom>
              <a:blipFill>
                <a:blip r:embed="rId6"/>
                <a:stretch>
                  <a:fillRect b="-12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39D1EF5C-7411-5A2E-59F8-B99EE6B0518B}"/>
                  </a:ext>
                </a:extLst>
              </p:cNvPr>
              <p:cNvSpPr txBox="1"/>
              <p:nvPr/>
            </p:nvSpPr>
            <p:spPr>
              <a:xfrm>
                <a:off x="4013823" y="4001452"/>
                <a:ext cx="460575" cy="34817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ad>
                        <m:radPr>
                          <m:ctrlPr>
                            <a:rPr lang="en-GB" i="1" smtClean="0">
                              <a:latin typeface="Cambria Math" panose="02040503050406030204" pitchFamily="18" charset="0"/>
                            </a:rPr>
                          </m:ctrlPr>
                        </m:radPr>
                        <m:deg>
                          <m:r>
                            <m:rPr>
                              <m:brk m:alnAt="7"/>
                            </m:rPr>
                            <a:rPr lang="en-GB" b="0" i="1" smtClean="0">
                              <a:latin typeface="Cambria Math" panose="02040503050406030204" pitchFamily="18" charset="0"/>
                            </a:rPr>
                            <m:t>3</m:t>
                          </m:r>
                        </m:deg>
                        <m:e/>
                      </m:rad>
                    </m:oMath>
                  </m:oMathPara>
                </a14:m>
                <a:endParaRPr lang="en-GB"/>
              </a:p>
            </p:txBody>
          </p:sp>
        </mc:Choice>
        <mc:Fallback xmlns="">
          <p:sp>
            <p:nvSpPr>
              <p:cNvPr id="47" name="TextBox 46">
                <a:extLst>
                  <a:ext uri="{FF2B5EF4-FFF2-40B4-BE49-F238E27FC236}">
                    <a16:creationId xmlns:a16="http://schemas.microsoft.com/office/drawing/2014/main" id="{39D1EF5C-7411-5A2E-59F8-B99EE6B0518B}"/>
                  </a:ext>
                </a:extLst>
              </p:cNvPr>
              <p:cNvSpPr txBox="1">
                <a:spLocks noRot="1" noChangeAspect="1" noMove="1" noResize="1" noEditPoints="1" noAdjustHandles="1" noChangeArrowheads="1" noChangeShapeType="1" noTextEdit="1"/>
              </p:cNvSpPr>
              <p:nvPr/>
            </p:nvSpPr>
            <p:spPr>
              <a:xfrm>
                <a:off x="4013823" y="4001452"/>
                <a:ext cx="460575" cy="348172"/>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7EE56E4F-C2ED-1A64-9390-3EB4286D4B59}"/>
                  </a:ext>
                </a:extLst>
              </p:cNvPr>
              <p:cNvSpPr txBox="1"/>
              <p:nvPr/>
            </p:nvSpPr>
            <p:spPr>
              <a:xfrm>
                <a:off x="2836397" y="4378866"/>
                <a:ext cx="395868" cy="42492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GB" sz="1200" i="1" smtClean="0">
                              <a:latin typeface="Cambria Math" panose="02040503050406030204" pitchFamily="18" charset="0"/>
                            </a:rPr>
                          </m:ctrlPr>
                        </m:fPr>
                        <m:num>
                          <m:rad>
                            <m:radPr>
                              <m:degHide m:val="on"/>
                              <m:ctrlPr>
                                <a:rPr lang="en-GB" sz="1200" i="1" smtClean="0">
                                  <a:latin typeface="Cambria Math" panose="02040503050406030204" pitchFamily="18" charset="0"/>
                                </a:rPr>
                              </m:ctrlPr>
                            </m:radPr>
                            <m:deg/>
                            <m:e>
                              <m:r>
                                <a:rPr lang="en-GB" sz="1200" b="0" i="1" smtClean="0">
                                  <a:latin typeface="Cambria Math" panose="02040503050406030204" pitchFamily="18" charset="0"/>
                                </a:rPr>
                                <m:t>25</m:t>
                              </m:r>
                            </m:e>
                          </m:rad>
                        </m:num>
                        <m:den>
                          <m:rad>
                            <m:radPr>
                              <m:degHide m:val="on"/>
                              <m:ctrlPr>
                                <a:rPr lang="en-GB" sz="1200" i="1" smtClean="0">
                                  <a:latin typeface="Cambria Math" panose="02040503050406030204" pitchFamily="18" charset="0"/>
                                </a:rPr>
                              </m:ctrlPr>
                            </m:radPr>
                            <m:deg/>
                            <m:e>
                              <m:r>
                                <a:rPr lang="en-GB" sz="1200" b="0" i="1" smtClean="0">
                                  <a:latin typeface="Cambria Math" panose="02040503050406030204" pitchFamily="18" charset="0"/>
                                </a:rPr>
                                <m:t>16</m:t>
                              </m:r>
                            </m:e>
                          </m:rad>
                        </m:den>
                      </m:f>
                    </m:oMath>
                  </m:oMathPara>
                </a14:m>
                <a:endParaRPr lang="en-GB" sz="1200"/>
              </a:p>
            </p:txBody>
          </p:sp>
        </mc:Choice>
        <mc:Fallback xmlns="">
          <p:sp>
            <p:nvSpPr>
              <p:cNvPr id="49" name="TextBox 48">
                <a:extLst>
                  <a:ext uri="{FF2B5EF4-FFF2-40B4-BE49-F238E27FC236}">
                    <a16:creationId xmlns:a16="http://schemas.microsoft.com/office/drawing/2014/main" id="{7EE56E4F-C2ED-1A64-9390-3EB4286D4B59}"/>
                  </a:ext>
                </a:extLst>
              </p:cNvPr>
              <p:cNvSpPr txBox="1">
                <a:spLocks noRot="1" noChangeAspect="1" noMove="1" noResize="1" noEditPoints="1" noAdjustHandles="1" noChangeArrowheads="1" noChangeShapeType="1" noTextEdit="1"/>
              </p:cNvSpPr>
              <p:nvPr/>
            </p:nvSpPr>
            <p:spPr>
              <a:xfrm>
                <a:off x="2836397" y="4378866"/>
                <a:ext cx="395868" cy="424925"/>
              </a:xfrm>
              <a:prstGeom prst="rect">
                <a:avLst/>
              </a:prstGeom>
              <a:blipFill>
                <a:blip r:embed="rId8"/>
                <a:stretch>
                  <a:fillRect b="-10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33441DC9-87E1-C567-24C8-B23324FB8019}"/>
                  </a:ext>
                </a:extLst>
              </p:cNvPr>
              <p:cNvSpPr txBox="1"/>
              <p:nvPr/>
            </p:nvSpPr>
            <p:spPr>
              <a:xfrm>
                <a:off x="2215641" y="4005377"/>
                <a:ext cx="395868" cy="54566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ad>
                        <m:radPr>
                          <m:degHide m:val="on"/>
                          <m:ctrlPr>
                            <a:rPr lang="en-GB" sz="1200" i="1" smtClean="0">
                              <a:latin typeface="Cambria Math" panose="02040503050406030204" pitchFamily="18" charset="0"/>
                            </a:rPr>
                          </m:ctrlPr>
                        </m:radPr>
                        <m:deg/>
                        <m:e>
                          <m:f>
                            <m:fPr>
                              <m:ctrlPr>
                                <a:rPr lang="en-GB" sz="1200" i="1" smtClean="0">
                                  <a:latin typeface="Cambria Math" panose="02040503050406030204" pitchFamily="18" charset="0"/>
                                </a:rPr>
                              </m:ctrlPr>
                            </m:fPr>
                            <m:num>
                              <m:r>
                                <a:rPr lang="en-GB" sz="1200" b="0" i="1" smtClean="0">
                                  <a:latin typeface="Cambria Math" panose="02040503050406030204" pitchFamily="18" charset="0"/>
                                </a:rPr>
                                <m:t>25</m:t>
                              </m:r>
                            </m:num>
                            <m:den>
                              <m:r>
                                <a:rPr lang="en-GB" sz="1200" b="0" i="1" smtClean="0">
                                  <a:latin typeface="Cambria Math" panose="02040503050406030204" pitchFamily="18" charset="0"/>
                                </a:rPr>
                                <m:t>16</m:t>
                              </m:r>
                            </m:den>
                          </m:f>
                        </m:e>
                      </m:rad>
                    </m:oMath>
                  </m:oMathPara>
                </a14:m>
                <a:endParaRPr lang="en-GB" sz="1200"/>
              </a:p>
            </p:txBody>
          </p:sp>
        </mc:Choice>
        <mc:Fallback xmlns="">
          <p:sp>
            <p:nvSpPr>
              <p:cNvPr id="50" name="TextBox 49">
                <a:extLst>
                  <a:ext uri="{FF2B5EF4-FFF2-40B4-BE49-F238E27FC236}">
                    <a16:creationId xmlns:a16="http://schemas.microsoft.com/office/drawing/2014/main" id="{33441DC9-87E1-C567-24C8-B23324FB8019}"/>
                  </a:ext>
                </a:extLst>
              </p:cNvPr>
              <p:cNvSpPr txBox="1">
                <a:spLocks noRot="1" noChangeAspect="1" noMove="1" noResize="1" noEditPoints="1" noAdjustHandles="1" noChangeArrowheads="1" noChangeShapeType="1" noTextEdit="1"/>
              </p:cNvSpPr>
              <p:nvPr/>
            </p:nvSpPr>
            <p:spPr>
              <a:xfrm>
                <a:off x="2215641" y="4005377"/>
                <a:ext cx="395868" cy="545662"/>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72AF4874-5D60-4C07-8458-DC75B509DB5A}"/>
                  </a:ext>
                </a:extLst>
              </p:cNvPr>
              <p:cNvSpPr txBox="1"/>
              <p:nvPr/>
            </p:nvSpPr>
            <p:spPr>
              <a:xfrm>
                <a:off x="2141535" y="4745034"/>
                <a:ext cx="395868" cy="21018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ad>
                        <m:radPr>
                          <m:degHide m:val="on"/>
                          <m:ctrlPr>
                            <a:rPr lang="en-GB" sz="1200" i="1" smtClean="0">
                              <a:latin typeface="Cambria Math" panose="02040503050406030204" pitchFamily="18" charset="0"/>
                            </a:rPr>
                          </m:ctrlPr>
                        </m:radPr>
                        <m:deg/>
                        <m:e>
                          <m:r>
                            <a:rPr lang="en-GB" sz="1200" b="0" i="1" smtClean="0">
                              <a:latin typeface="Cambria Math" panose="02040503050406030204" pitchFamily="18" charset="0"/>
                            </a:rPr>
                            <m:t>4+5</m:t>
                          </m:r>
                        </m:e>
                      </m:rad>
                    </m:oMath>
                  </m:oMathPara>
                </a14:m>
                <a:endParaRPr lang="en-GB" sz="1200"/>
              </a:p>
            </p:txBody>
          </p:sp>
        </mc:Choice>
        <mc:Fallback xmlns="">
          <p:sp>
            <p:nvSpPr>
              <p:cNvPr id="51" name="TextBox 50">
                <a:extLst>
                  <a:ext uri="{FF2B5EF4-FFF2-40B4-BE49-F238E27FC236}">
                    <a16:creationId xmlns:a16="http://schemas.microsoft.com/office/drawing/2014/main" id="{72AF4874-5D60-4C07-8458-DC75B509DB5A}"/>
                  </a:ext>
                </a:extLst>
              </p:cNvPr>
              <p:cNvSpPr txBox="1">
                <a:spLocks noRot="1" noChangeAspect="1" noMove="1" noResize="1" noEditPoints="1" noAdjustHandles="1" noChangeArrowheads="1" noChangeShapeType="1" noTextEdit="1"/>
              </p:cNvSpPr>
              <p:nvPr/>
            </p:nvSpPr>
            <p:spPr>
              <a:xfrm>
                <a:off x="2141535" y="4745034"/>
                <a:ext cx="395868" cy="210186"/>
              </a:xfrm>
              <a:prstGeom prst="rect">
                <a:avLst/>
              </a:prstGeom>
              <a:blipFill>
                <a:blip r:embed="rId10"/>
                <a:stretch>
                  <a:fillRect r="-29231" b="-857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B73FFA81-FAC2-C4EF-4A7B-3C9AA5840C37}"/>
                  </a:ext>
                </a:extLst>
              </p:cNvPr>
              <p:cNvSpPr txBox="1"/>
              <p:nvPr/>
            </p:nvSpPr>
            <p:spPr>
              <a:xfrm>
                <a:off x="2829777" y="4952907"/>
                <a:ext cx="395868" cy="21018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ad>
                        <m:radPr>
                          <m:degHide m:val="on"/>
                          <m:ctrlPr>
                            <a:rPr lang="en-GB" sz="1200" i="1" smtClean="0">
                              <a:latin typeface="Cambria Math" panose="02040503050406030204" pitchFamily="18" charset="0"/>
                            </a:rPr>
                          </m:ctrlPr>
                        </m:radPr>
                        <m:deg/>
                        <m:e>
                          <m:r>
                            <a:rPr lang="en-GB" sz="1200" b="0" i="1" smtClean="0">
                              <a:latin typeface="Cambria Math" panose="02040503050406030204" pitchFamily="18" charset="0"/>
                            </a:rPr>
                            <m:t>5+12</m:t>
                          </m:r>
                        </m:e>
                      </m:rad>
                    </m:oMath>
                  </m:oMathPara>
                </a14:m>
                <a:endParaRPr lang="en-GB" sz="1200"/>
              </a:p>
            </p:txBody>
          </p:sp>
        </mc:Choice>
        <mc:Fallback xmlns="">
          <p:sp>
            <p:nvSpPr>
              <p:cNvPr id="52" name="TextBox 51">
                <a:extLst>
                  <a:ext uri="{FF2B5EF4-FFF2-40B4-BE49-F238E27FC236}">
                    <a16:creationId xmlns:a16="http://schemas.microsoft.com/office/drawing/2014/main" id="{B73FFA81-FAC2-C4EF-4A7B-3C9AA5840C37}"/>
                  </a:ext>
                </a:extLst>
              </p:cNvPr>
              <p:cNvSpPr txBox="1">
                <a:spLocks noRot="1" noChangeAspect="1" noMove="1" noResize="1" noEditPoints="1" noAdjustHandles="1" noChangeArrowheads="1" noChangeShapeType="1" noTextEdit="1"/>
              </p:cNvSpPr>
              <p:nvPr/>
            </p:nvSpPr>
            <p:spPr>
              <a:xfrm>
                <a:off x="2829777" y="4952907"/>
                <a:ext cx="395868" cy="210186"/>
              </a:xfrm>
              <a:prstGeom prst="rect">
                <a:avLst/>
              </a:prstGeom>
              <a:blipFill>
                <a:blip r:embed="rId11"/>
                <a:stretch>
                  <a:fillRect r="-49231" b="-8571"/>
                </a:stretch>
              </a:blipFill>
            </p:spPr>
            <p:txBody>
              <a:bodyPr/>
              <a:lstStyle/>
              <a:p>
                <a:r>
                  <a:rPr lang="en-GB">
                    <a:noFill/>
                  </a:rPr>
                  <a:t> </a:t>
                </a:r>
              </a:p>
            </p:txBody>
          </p:sp>
        </mc:Fallback>
      </mc:AlternateContent>
      <p:pic>
        <p:nvPicPr>
          <p:cNvPr id="53" name="Picture 52">
            <a:extLst>
              <a:ext uri="{FF2B5EF4-FFF2-40B4-BE49-F238E27FC236}">
                <a16:creationId xmlns:a16="http://schemas.microsoft.com/office/drawing/2014/main" id="{21AE769D-AA56-502E-887F-4C9FD3F12500}"/>
              </a:ext>
            </a:extLst>
          </p:cNvPr>
          <p:cNvPicPr>
            <a:picLocks noChangeAspect="1"/>
          </p:cNvPicPr>
          <p:nvPr/>
        </p:nvPicPr>
        <p:blipFill>
          <a:blip r:embed="rId12"/>
          <a:stretch>
            <a:fillRect/>
          </a:stretch>
        </p:blipFill>
        <p:spPr>
          <a:xfrm>
            <a:off x="5429576" y="4136734"/>
            <a:ext cx="438150" cy="390525"/>
          </a:xfrm>
          <a:prstGeom prst="rect">
            <a:avLst/>
          </a:prstGeom>
        </p:spPr>
      </p:pic>
      <p:grpSp>
        <p:nvGrpSpPr>
          <p:cNvPr id="54" name="Group 53">
            <a:extLst>
              <a:ext uri="{FF2B5EF4-FFF2-40B4-BE49-F238E27FC236}">
                <a16:creationId xmlns:a16="http://schemas.microsoft.com/office/drawing/2014/main" id="{294EFD56-56E5-622C-9706-E6ABBA290E4F}"/>
              </a:ext>
            </a:extLst>
          </p:cNvPr>
          <p:cNvGrpSpPr/>
          <p:nvPr/>
        </p:nvGrpSpPr>
        <p:grpSpPr>
          <a:xfrm>
            <a:off x="4668469" y="4622545"/>
            <a:ext cx="453607" cy="411465"/>
            <a:chOff x="6246904" y="5559103"/>
            <a:chExt cx="453607" cy="411465"/>
          </a:xfrm>
        </p:grpSpPr>
        <p:pic>
          <p:nvPicPr>
            <p:cNvPr id="55" name="Picture 54">
              <a:extLst>
                <a:ext uri="{FF2B5EF4-FFF2-40B4-BE49-F238E27FC236}">
                  <a16:creationId xmlns:a16="http://schemas.microsoft.com/office/drawing/2014/main" id="{54681F3F-DCEF-26B8-EE20-44139FEF8229}"/>
                </a:ext>
              </a:extLst>
            </p:cNvPr>
            <p:cNvPicPr>
              <a:picLocks noChangeAspect="1"/>
            </p:cNvPicPr>
            <p:nvPr/>
          </p:nvPicPr>
          <p:blipFill>
            <a:blip r:embed="rId12"/>
            <a:stretch>
              <a:fillRect/>
            </a:stretch>
          </p:blipFill>
          <p:spPr>
            <a:xfrm>
              <a:off x="6246904" y="5580043"/>
              <a:ext cx="438150" cy="390525"/>
            </a:xfrm>
            <a:prstGeom prst="rect">
              <a:avLst/>
            </a:prstGeom>
          </p:spPr>
        </p:pic>
        <p:sp>
          <p:nvSpPr>
            <p:cNvPr id="56" name="Rectangle 55">
              <a:extLst>
                <a:ext uri="{FF2B5EF4-FFF2-40B4-BE49-F238E27FC236}">
                  <a16:creationId xmlns:a16="http://schemas.microsoft.com/office/drawing/2014/main" id="{FB5C8838-6F38-6D24-BB49-A5068B3F35D9}"/>
                </a:ext>
              </a:extLst>
            </p:cNvPr>
            <p:cNvSpPr/>
            <p:nvPr/>
          </p:nvSpPr>
          <p:spPr>
            <a:xfrm>
              <a:off x="6504991" y="5617558"/>
              <a:ext cx="60848" cy="19716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7" name="TextBox 56">
              <a:extLst>
                <a:ext uri="{FF2B5EF4-FFF2-40B4-BE49-F238E27FC236}">
                  <a16:creationId xmlns:a16="http://schemas.microsoft.com/office/drawing/2014/main" id="{5B75EA0D-982D-AEE6-B50A-C9336B93E0D4}"/>
                </a:ext>
              </a:extLst>
            </p:cNvPr>
            <p:cNvSpPr txBox="1"/>
            <p:nvPr/>
          </p:nvSpPr>
          <p:spPr>
            <a:xfrm>
              <a:off x="6417737" y="5559103"/>
              <a:ext cx="282774" cy="246221"/>
            </a:xfrm>
            <a:prstGeom prst="rect">
              <a:avLst/>
            </a:prstGeom>
            <a:noFill/>
          </p:spPr>
          <p:txBody>
            <a:bodyPr wrap="square" rtlCol="0">
              <a:spAutoFit/>
            </a:bodyPr>
            <a:lstStyle/>
            <a:p>
              <a:r>
                <a:rPr lang="en-GB" sz="1000"/>
                <a:t>3</a:t>
              </a:r>
            </a:p>
          </p:txBody>
        </p:sp>
      </p:grpSp>
      <mc:AlternateContent xmlns:mc="http://schemas.openxmlformats.org/markup-compatibility/2006" xmlns:a14="http://schemas.microsoft.com/office/drawing/2010/main">
        <mc:Choice Requires="a14">
          <p:sp>
            <p:nvSpPr>
              <p:cNvPr id="60" name="Rectangle 59">
                <a:extLst>
                  <a:ext uri="{FF2B5EF4-FFF2-40B4-BE49-F238E27FC236}">
                    <a16:creationId xmlns:a16="http://schemas.microsoft.com/office/drawing/2014/main" id="{7B35706B-2E7B-49D9-ACED-AA03BEE54936}"/>
                  </a:ext>
                </a:extLst>
              </p:cNvPr>
              <p:cNvSpPr/>
              <p:nvPr/>
            </p:nvSpPr>
            <p:spPr>
              <a:xfrm>
                <a:off x="90351" y="5414437"/>
                <a:ext cx="2914066" cy="251910"/>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a:t>Calculating  square roots up to </a:t>
                </a:r>
                <a14:m>
                  <m:oMath xmlns:m="http://schemas.openxmlformats.org/officeDocument/2006/math">
                    <m:rad>
                      <m:radPr>
                        <m:degHide m:val="on"/>
                        <m:ctrlPr>
                          <a:rPr lang="en-GB" sz="1200" i="1" dirty="0" smtClean="0">
                            <a:latin typeface="Cambria Math" panose="02040503050406030204" pitchFamily="18" charset="0"/>
                          </a:rPr>
                        </m:ctrlPr>
                      </m:radPr>
                      <m:deg/>
                      <m:e>
                        <m:r>
                          <a:rPr lang="en-GB" sz="1200" b="0" i="1" dirty="0" smtClean="0">
                            <a:latin typeface="Cambria Math" panose="02040503050406030204" pitchFamily="18" charset="0"/>
                          </a:rPr>
                          <m:t>225</m:t>
                        </m:r>
                      </m:e>
                    </m:rad>
                    <m:r>
                      <a:rPr lang="en-GB" sz="1200" i="1" dirty="0" smtClean="0">
                        <a:latin typeface="Cambria Math" panose="02040503050406030204" pitchFamily="18" charset="0"/>
                      </a:rPr>
                      <m:t> </m:t>
                    </m:r>
                  </m:oMath>
                </a14:m>
                <a:endParaRPr lang="en-GB" sz="1200"/>
              </a:p>
            </p:txBody>
          </p:sp>
        </mc:Choice>
        <mc:Fallback xmlns="">
          <p:sp>
            <p:nvSpPr>
              <p:cNvPr id="60" name="Rectangle 59">
                <a:extLst>
                  <a:ext uri="{FF2B5EF4-FFF2-40B4-BE49-F238E27FC236}">
                    <a16:creationId xmlns:a16="http://schemas.microsoft.com/office/drawing/2014/main" id="{7B35706B-2E7B-49D9-ACED-AA03BEE54936}"/>
                  </a:ext>
                </a:extLst>
              </p:cNvPr>
              <p:cNvSpPr>
                <a:spLocks noRot="1" noChangeAspect="1" noMove="1" noResize="1" noEditPoints="1" noAdjustHandles="1" noChangeArrowheads="1" noChangeShapeType="1" noTextEdit="1"/>
              </p:cNvSpPr>
              <p:nvPr/>
            </p:nvSpPr>
            <p:spPr>
              <a:xfrm>
                <a:off x="90351" y="5414437"/>
                <a:ext cx="2914066" cy="251910"/>
              </a:xfrm>
              <a:prstGeom prst="rect">
                <a:avLst/>
              </a:prstGeom>
              <a:blipFill>
                <a:blip r:embed="rId13"/>
                <a:stretch>
                  <a:fillRect b="-25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graphicFrame>
            <p:nvGraphicFramePr>
              <p:cNvPr id="61" name="Table 60">
                <a:extLst>
                  <a:ext uri="{FF2B5EF4-FFF2-40B4-BE49-F238E27FC236}">
                    <a16:creationId xmlns:a16="http://schemas.microsoft.com/office/drawing/2014/main" id="{03E439A4-44C0-4002-B84E-0F1185C93B9C}"/>
                  </a:ext>
                </a:extLst>
              </p:cNvPr>
              <p:cNvGraphicFramePr>
                <a:graphicFrameLocks noGrp="1"/>
              </p:cNvGraphicFramePr>
              <p:nvPr>
                <p:extLst>
                  <p:ext uri="{D42A27DB-BD31-4B8C-83A1-F6EECF244321}">
                    <p14:modId xmlns:p14="http://schemas.microsoft.com/office/powerpoint/2010/main" val="1561614454"/>
                  </p:ext>
                </p:extLst>
              </p:nvPr>
            </p:nvGraphicFramePr>
            <p:xfrm>
              <a:off x="90351" y="5909612"/>
              <a:ext cx="6664721" cy="1484567"/>
            </p:xfrm>
            <a:graphic>
              <a:graphicData uri="http://schemas.openxmlformats.org/drawingml/2006/table">
                <a:tbl>
                  <a:tblPr firstRow="1" bandRow="1">
                    <a:tableStyleId>{5C22544A-7EE6-4342-B048-85BDC9FD1C3A}</a:tableStyleId>
                  </a:tblPr>
                  <a:tblGrid>
                    <a:gridCol w="1373915">
                      <a:extLst>
                        <a:ext uri="{9D8B030D-6E8A-4147-A177-3AD203B41FA5}">
                          <a16:colId xmlns:a16="http://schemas.microsoft.com/office/drawing/2014/main" val="1568142362"/>
                        </a:ext>
                      </a:extLst>
                    </a:gridCol>
                    <a:gridCol w="1763602">
                      <a:extLst>
                        <a:ext uri="{9D8B030D-6E8A-4147-A177-3AD203B41FA5}">
                          <a16:colId xmlns:a16="http://schemas.microsoft.com/office/drawing/2014/main" val="3551711160"/>
                        </a:ext>
                      </a:extLst>
                    </a:gridCol>
                    <a:gridCol w="1763602">
                      <a:extLst>
                        <a:ext uri="{9D8B030D-6E8A-4147-A177-3AD203B41FA5}">
                          <a16:colId xmlns:a16="http://schemas.microsoft.com/office/drawing/2014/main" val="1712497518"/>
                        </a:ext>
                      </a:extLst>
                    </a:gridCol>
                    <a:gridCol w="1763602">
                      <a:extLst>
                        <a:ext uri="{9D8B030D-6E8A-4147-A177-3AD203B41FA5}">
                          <a16:colId xmlns:a16="http://schemas.microsoft.com/office/drawing/2014/main" val="886122921"/>
                        </a:ext>
                      </a:extLst>
                    </a:gridCol>
                  </a:tblGrid>
                  <a:tr h="175334">
                    <a:tc>
                      <a:txBody>
                        <a:bodyPr/>
                        <a:lstStyle/>
                        <a:p>
                          <a:r>
                            <a:rPr lang="en-US" sz="1200" b="1">
                              <a:solidFill>
                                <a:schemeClr val="tx1"/>
                              </a:solidFill>
                            </a:rPr>
                            <a:t>Steps</a:t>
                          </a:r>
                          <a:endParaRPr lang="en-GB" sz="12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a:solidFill>
                                <a:schemeClr val="tx1"/>
                              </a:solidFill>
                            </a:rPr>
                            <a:t>Calculate</a:t>
                          </a:r>
                          <a:r>
                            <a:rPr lang="en-GB" sz="1200" b="0" baseline="0">
                              <a:solidFill>
                                <a:schemeClr val="tx1"/>
                              </a:solidFill>
                            </a:rPr>
                            <a:t> </a:t>
                          </a:r>
                          <a14:m>
                            <m:oMath xmlns:m="http://schemas.openxmlformats.org/officeDocument/2006/math">
                              <m:rad>
                                <m:radPr>
                                  <m:degHide m:val="on"/>
                                  <m:ctrlPr>
                                    <a:rPr lang="en-GB" sz="1200" b="0" i="1" smtClean="0">
                                      <a:solidFill>
                                        <a:schemeClr val="tx1"/>
                                      </a:solidFill>
                                      <a:latin typeface="Cambria Math" panose="02040503050406030204" pitchFamily="18" charset="0"/>
                                      <a:ea typeface="Cambria Math" panose="02040503050406030204" pitchFamily="18" charset="0"/>
                                    </a:rPr>
                                  </m:ctrlPr>
                                </m:radPr>
                                <m:deg/>
                                <m:e>
                                  <m:r>
                                    <a:rPr lang="en-GB" sz="1200" b="0" i="1" smtClean="0">
                                      <a:solidFill>
                                        <a:schemeClr val="tx1"/>
                                      </a:solidFill>
                                      <a:latin typeface="Cambria Math" panose="02040503050406030204" pitchFamily="18" charset="0"/>
                                      <a:ea typeface="Cambria Math" panose="02040503050406030204" pitchFamily="18" charset="0"/>
                                    </a:rPr>
                                    <m:t>25</m:t>
                                  </m:r>
                                </m:e>
                              </m:rad>
                            </m:oMath>
                          </a14:m>
                          <a:endParaRPr lang="en-GB"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nor/>
                                  </m:rPr>
                                  <a:rPr lang="en-GB" sz="1200" b="0" dirty="0" smtClean="0">
                                    <a:solidFill>
                                      <a:schemeClr val="tx1"/>
                                    </a:solidFill>
                                  </a:rPr>
                                  <m:t>Calculate</m:t>
                                </m:r>
                                <m:r>
                                  <a:rPr lang="en-GB" sz="1200" b="0" i="1" dirty="0" smtClean="0">
                                    <a:solidFill>
                                      <a:schemeClr val="tx1"/>
                                    </a:solidFill>
                                    <a:latin typeface="Cambria Math" panose="02040503050406030204" pitchFamily="18" charset="0"/>
                                  </a:rPr>
                                  <m:t> </m:t>
                                </m:r>
                                <m:rad>
                                  <m:radPr>
                                    <m:degHide m:val="on"/>
                                    <m:ctrlPr>
                                      <a:rPr lang="en-GB" sz="1200" b="0" i="1" smtClean="0">
                                        <a:solidFill>
                                          <a:schemeClr val="tx1"/>
                                        </a:solidFill>
                                        <a:latin typeface="Cambria Math" panose="02040503050406030204" pitchFamily="18" charset="0"/>
                                        <a:ea typeface="Cambria Math" panose="02040503050406030204" pitchFamily="18" charset="0"/>
                                      </a:rPr>
                                    </m:ctrlPr>
                                  </m:radPr>
                                  <m:deg/>
                                  <m:e>
                                    <m:r>
                                      <a:rPr lang="en-GB" sz="1200" b="0" i="1" smtClean="0">
                                        <a:solidFill>
                                          <a:schemeClr val="tx1"/>
                                        </a:solidFill>
                                        <a:latin typeface="Cambria Math" panose="02040503050406030204" pitchFamily="18" charset="0"/>
                                        <a:ea typeface="Cambria Math" panose="02040503050406030204" pitchFamily="18" charset="0"/>
                                      </a:rPr>
                                      <m:t>49</m:t>
                                    </m:r>
                                  </m:e>
                                </m:rad>
                              </m:oMath>
                            </m:oMathPara>
                          </a14:m>
                          <a:endParaRPr lang="en-GB"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a:solidFill>
                                <a:schemeClr val="tx1"/>
                              </a:solidFill>
                            </a:rPr>
                            <a:t>Calculate</a:t>
                          </a:r>
                          <a:r>
                            <a:rPr lang="en-GB" sz="1200" b="0" baseline="0">
                              <a:solidFill>
                                <a:schemeClr val="tx1"/>
                              </a:solidFill>
                            </a:rPr>
                            <a:t> </a:t>
                          </a:r>
                          <a14:m>
                            <m:oMath xmlns:m="http://schemas.openxmlformats.org/officeDocument/2006/math">
                              <m:rad>
                                <m:radPr>
                                  <m:degHide m:val="on"/>
                                  <m:ctrlPr>
                                    <a:rPr lang="en-GB" sz="1200" b="0" i="1" smtClean="0">
                                      <a:solidFill>
                                        <a:schemeClr val="tx1"/>
                                      </a:solidFill>
                                      <a:latin typeface="Cambria Math" panose="02040503050406030204" pitchFamily="18" charset="0"/>
                                      <a:ea typeface="Cambria Math" panose="02040503050406030204" pitchFamily="18" charset="0"/>
                                    </a:rPr>
                                  </m:ctrlPr>
                                </m:radPr>
                                <m:deg/>
                                <m:e>
                                  <m:r>
                                    <a:rPr lang="en-GB" sz="1200" b="0" i="1" smtClean="0">
                                      <a:solidFill>
                                        <a:schemeClr val="tx1"/>
                                      </a:solidFill>
                                      <a:latin typeface="Cambria Math" panose="02040503050406030204" pitchFamily="18" charset="0"/>
                                      <a:ea typeface="Cambria Math" panose="02040503050406030204" pitchFamily="18" charset="0"/>
                                    </a:rPr>
                                    <m:t>36</m:t>
                                  </m:r>
                                </m:e>
                              </m:rad>
                            </m:oMath>
                          </a14:m>
                          <a:endParaRPr lang="en-GB"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924296">
                    <a:tc>
                      <a:txBody>
                        <a:bodyPr/>
                        <a:lstStyle/>
                        <a:p>
                          <a:pPr marL="0" indent="0">
                            <a:buNone/>
                          </a:pPr>
                          <a:r>
                            <a:rPr lang="en-US" sz="1200">
                              <a:solidFill>
                                <a:schemeClr val="tx1"/>
                              </a:solidFill>
                            </a:rPr>
                            <a:t>Identify the value that, when multiplied by itself, gives the number being square rooted.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sz="1200" dirty="0"/>
                        </a:p>
                        <a:p>
                          <a:endParaRPr lang="en-US" sz="1800"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sz="1800"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600"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bl>
              </a:graphicData>
            </a:graphic>
          </p:graphicFrame>
        </mc:Choice>
        <mc:Fallback xmlns="">
          <p:graphicFrame>
            <p:nvGraphicFramePr>
              <p:cNvPr id="61" name="Table 60">
                <a:extLst>
                  <a:ext uri="{FF2B5EF4-FFF2-40B4-BE49-F238E27FC236}">
                    <a16:creationId xmlns:a16="http://schemas.microsoft.com/office/drawing/2014/main" id="{03E439A4-44C0-4002-B84E-0F1185C93B9C}"/>
                  </a:ext>
                </a:extLst>
              </p:cNvPr>
              <p:cNvGraphicFramePr>
                <a:graphicFrameLocks noGrp="1"/>
              </p:cNvGraphicFramePr>
              <p:nvPr>
                <p:extLst>
                  <p:ext uri="{D42A27DB-BD31-4B8C-83A1-F6EECF244321}">
                    <p14:modId xmlns:p14="http://schemas.microsoft.com/office/powerpoint/2010/main" val="1561614454"/>
                  </p:ext>
                </p:extLst>
              </p:nvPr>
            </p:nvGraphicFramePr>
            <p:xfrm>
              <a:off x="90351" y="5909612"/>
              <a:ext cx="6664721" cy="1484567"/>
            </p:xfrm>
            <a:graphic>
              <a:graphicData uri="http://schemas.openxmlformats.org/drawingml/2006/table">
                <a:tbl>
                  <a:tblPr firstRow="1" bandRow="1">
                    <a:tableStyleId>{5C22544A-7EE6-4342-B048-85BDC9FD1C3A}</a:tableStyleId>
                  </a:tblPr>
                  <a:tblGrid>
                    <a:gridCol w="1373915">
                      <a:extLst>
                        <a:ext uri="{9D8B030D-6E8A-4147-A177-3AD203B41FA5}">
                          <a16:colId xmlns:a16="http://schemas.microsoft.com/office/drawing/2014/main" val="1568142362"/>
                        </a:ext>
                      </a:extLst>
                    </a:gridCol>
                    <a:gridCol w="1763602">
                      <a:extLst>
                        <a:ext uri="{9D8B030D-6E8A-4147-A177-3AD203B41FA5}">
                          <a16:colId xmlns:a16="http://schemas.microsoft.com/office/drawing/2014/main" val="3551711160"/>
                        </a:ext>
                      </a:extLst>
                    </a:gridCol>
                    <a:gridCol w="1763602">
                      <a:extLst>
                        <a:ext uri="{9D8B030D-6E8A-4147-A177-3AD203B41FA5}">
                          <a16:colId xmlns:a16="http://schemas.microsoft.com/office/drawing/2014/main" val="1712497518"/>
                        </a:ext>
                      </a:extLst>
                    </a:gridCol>
                    <a:gridCol w="1763602">
                      <a:extLst>
                        <a:ext uri="{9D8B030D-6E8A-4147-A177-3AD203B41FA5}">
                          <a16:colId xmlns:a16="http://schemas.microsoft.com/office/drawing/2014/main" val="886122921"/>
                        </a:ext>
                      </a:extLst>
                    </a:gridCol>
                  </a:tblGrid>
                  <a:tr h="295847">
                    <a:tc>
                      <a:txBody>
                        <a:bodyPr/>
                        <a:lstStyle/>
                        <a:p>
                          <a:r>
                            <a:rPr lang="en-US" sz="1200" b="1">
                              <a:solidFill>
                                <a:schemeClr val="tx1"/>
                              </a:solidFill>
                            </a:rPr>
                            <a:t>Steps</a:t>
                          </a:r>
                          <a:endParaRPr lang="en-GB" sz="12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4"/>
                          <a:stretch>
                            <a:fillRect l="-78547" t="-2041" r="-201384" b="-414286"/>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4"/>
                          <a:stretch>
                            <a:fillRect l="-177931" t="-2041" r="-100690" b="-414286"/>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4"/>
                          <a:stretch>
                            <a:fillRect l="-277931" t="-2041" r="-690" b="-414286"/>
                          </a:stretch>
                        </a:blipFill>
                      </a:tcPr>
                    </a:tc>
                    <a:extLst>
                      <a:ext uri="{0D108BD9-81ED-4DB2-BD59-A6C34878D82A}">
                        <a16:rowId xmlns:a16="http://schemas.microsoft.com/office/drawing/2014/main" val="2357201933"/>
                      </a:ext>
                    </a:extLst>
                  </a:tr>
                  <a:tr h="1188720">
                    <a:tc>
                      <a:txBody>
                        <a:bodyPr/>
                        <a:lstStyle/>
                        <a:p>
                          <a:pPr marL="0" indent="0">
                            <a:buNone/>
                          </a:pPr>
                          <a:r>
                            <a:rPr lang="en-US" sz="1200">
                              <a:solidFill>
                                <a:schemeClr val="tx1"/>
                              </a:solidFill>
                            </a:rPr>
                            <a:t>Identify the value that, when multiplied by itself, gives the number being square rooted.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sz="1200" dirty="0"/>
                        </a:p>
                        <a:p>
                          <a:pPr/>
                          <a:endParaRPr lang="en-US" sz="1800"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sz="1800"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600"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bl>
              </a:graphicData>
            </a:graphic>
          </p:graphicFrame>
        </mc:Fallback>
      </mc:AlternateContent>
      <p:sp>
        <p:nvSpPr>
          <p:cNvPr id="62" name="TextBox 61">
            <a:extLst>
              <a:ext uri="{FF2B5EF4-FFF2-40B4-BE49-F238E27FC236}">
                <a16:creationId xmlns:a16="http://schemas.microsoft.com/office/drawing/2014/main" id="{2EBD55DC-1B5C-4ECF-B93E-5785084064E8}"/>
              </a:ext>
            </a:extLst>
          </p:cNvPr>
          <p:cNvSpPr txBox="1"/>
          <p:nvPr/>
        </p:nvSpPr>
        <p:spPr>
          <a:xfrm>
            <a:off x="1673575" y="5668214"/>
            <a:ext cx="1410704" cy="276999"/>
          </a:xfrm>
          <a:prstGeom prst="rect">
            <a:avLst/>
          </a:prstGeom>
          <a:noFill/>
          <a:ln>
            <a:noFill/>
          </a:ln>
        </p:spPr>
        <p:txBody>
          <a:bodyPr wrap="square" rtlCol="0">
            <a:spAutoFit/>
          </a:bodyPr>
          <a:lstStyle/>
          <a:p>
            <a:r>
              <a:rPr lang="en-GB" sz="1200" b="1" i="1">
                <a:solidFill>
                  <a:srgbClr val="FF0000"/>
                </a:solidFill>
              </a:rPr>
              <a:t>Example  1 - I do…</a:t>
            </a:r>
          </a:p>
        </p:txBody>
      </p:sp>
      <p:sp>
        <p:nvSpPr>
          <p:cNvPr id="63" name="TextBox 62">
            <a:extLst>
              <a:ext uri="{FF2B5EF4-FFF2-40B4-BE49-F238E27FC236}">
                <a16:creationId xmlns:a16="http://schemas.microsoft.com/office/drawing/2014/main" id="{60715AF1-CA78-4BE4-A971-2423D6B938CB}"/>
              </a:ext>
            </a:extLst>
          </p:cNvPr>
          <p:cNvSpPr txBox="1"/>
          <p:nvPr/>
        </p:nvSpPr>
        <p:spPr>
          <a:xfrm>
            <a:off x="5141793" y="5657824"/>
            <a:ext cx="1643405" cy="276999"/>
          </a:xfrm>
          <a:prstGeom prst="rect">
            <a:avLst/>
          </a:prstGeom>
          <a:noFill/>
          <a:ln>
            <a:noFill/>
          </a:ln>
        </p:spPr>
        <p:txBody>
          <a:bodyPr wrap="square" rtlCol="0">
            <a:spAutoFit/>
          </a:bodyPr>
          <a:lstStyle/>
          <a:p>
            <a:r>
              <a:rPr lang="en-GB" sz="1200" b="1" i="1">
                <a:solidFill>
                  <a:srgbClr val="00B050"/>
                </a:solidFill>
              </a:rPr>
              <a:t>Example 3 – You do…</a:t>
            </a:r>
          </a:p>
        </p:txBody>
      </p:sp>
      <p:sp>
        <p:nvSpPr>
          <p:cNvPr id="64" name="TextBox 63">
            <a:extLst>
              <a:ext uri="{FF2B5EF4-FFF2-40B4-BE49-F238E27FC236}">
                <a16:creationId xmlns:a16="http://schemas.microsoft.com/office/drawing/2014/main" id="{10382B99-F749-4B1A-AE77-7F7822DAA448}"/>
              </a:ext>
            </a:extLst>
          </p:cNvPr>
          <p:cNvSpPr txBox="1"/>
          <p:nvPr/>
        </p:nvSpPr>
        <p:spPr>
          <a:xfrm>
            <a:off x="3371656" y="5657824"/>
            <a:ext cx="1643405" cy="276999"/>
          </a:xfrm>
          <a:prstGeom prst="rect">
            <a:avLst/>
          </a:prstGeom>
          <a:noFill/>
          <a:ln>
            <a:noFill/>
          </a:ln>
        </p:spPr>
        <p:txBody>
          <a:bodyPr wrap="square" rtlCol="0">
            <a:spAutoFit/>
          </a:bodyPr>
          <a:lstStyle/>
          <a:p>
            <a:r>
              <a:rPr lang="en-GB" sz="1200" b="1" i="1">
                <a:solidFill>
                  <a:schemeClr val="accent2"/>
                </a:solidFill>
              </a:rPr>
              <a:t>Example 2 – We do…</a:t>
            </a:r>
          </a:p>
        </p:txBody>
      </p:sp>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5EE50195-D1EE-4A48-BE4A-2816FE881B6D}"/>
                  </a:ext>
                </a:extLst>
              </p:cNvPr>
              <p:cNvSpPr txBox="1"/>
              <p:nvPr/>
            </p:nvSpPr>
            <p:spPr>
              <a:xfrm>
                <a:off x="274948" y="7829912"/>
                <a:ext cx="526170" cy="294696"/>
              </a:xfrm>
              <a:prstGeom prst="rect">
                <a:avLst/>
              </a:prstGeom>
              <a:noFill/>
            </p:spPr>
            <p:txBody>
              <a:bodyPr wrap="none" rtlCol="0">
                <a:spAutoFit/>
              </a:bodyPr>
              <a:lstStyle/>
              <a:p>
                <a:r>
                  <a:rPr lang="en-US" sz="1200"/>
                  <a:t>a) </a:t>
                </a:r>
                <a14:m>
                  <m:oMath xmlns:m="http://schemas.openxmlformats.org/officeDocument/2006/math">
                    <m:rad>
                      <m:radPr>
                        <m:degHide m:val="on"/>
                        <m:ctrlPr>
                          <a:rPr lang="en-US" sz="1200" b="0" i="1" dirty="0" smtClean="0">
                            <a:latin typeface="Cambria Math" panose="02040503050406030204" pitchFamily="18" charset="0"/>
                            <a:ea typeface="Cambria Math" panose="02040503050406030204" pitchFamily="18" charset="0"/>
                          </a:rPr>
                        </m:ctrlPr>
                      </m:radPr>
                      <m:deg/>
                      <m:e>
                        <m:r>
                          <a:rPr lang="en-GB" sz="1200" b="0" i="1" dirty="0" smtClean="0">
                            <a:latin typeface="Cambria Math" panose="02040503050406030204" pitchFamily="18" charset="0"/>
                            <a:ea typeface="Cambria Math" panose="02040503050406030204" pitchFamily="18" charset="0"/>
                          </a:rPr>
                          <m:t>4</m:t>
                        </m:r>
                      </m:e>
                    </m:rad>
                  </m:oMath>
                </a14:m>
                <a:endParaRPr lang="en-GB" sz="1200"/>
              </a:p>
            </p:txBody>
          </p:sp>
        </mc:Choice>
        <mc:Fallback xmlns="">
          <p:sp>
            <p:nvSpPr>
              <p:cNvPr id="65" name="TextBox 64">
                <a:extLst>
                  <a:ext uri="{FF2B5EF4-FFF2-40B4-BE49-F238E27FC236}">
                    <a16:creationId xmlns:a16="http://schemas.microsoft.com/office/drawing/2014/main" id="{5EE50195-D1EE-4A48-BE4A-2816FE881B6D}"/>
                  </a:ext>
                </a:extLst>
              </p:cNvPr>
              <p:cNvSpPr txBox="1">
                <a:spLocks noRot="1" noChangeAspect="1" noMove="1" noResize="1" noEditPoints="1" noAdjustHandles="1" noChangeArrowheads="1" noChangeShapeType="1" noTextEdit="1"/>
              </p:cNvSpPr>
              <p:nvPr/>
            </p:nvSpPr>
            <p:spPr>
              <a:xfrm>
                <a:off x="274948" y="7829912"/>
                <a:ext cx="526170" cy="294696"/>
              </a:xfrm>
              <a:prstGeom prst="rect">
                <a:avLst/>
              </a:prstGeom>
              <a:blipFill>
                <a:blip r:embed="rId15"/>
                <a:stretch>
                  <a:fillRect b="-14286"/>
                </a:stretch>
              </a:blipFill>
            </p:spPr>
            <p:txBody>
              <a:bodyPr/>
              <a:lstStyle/>
              <a:p>
                <a:r>
                  <a:rPr lang="en-GB">
                    <a:noFill/>
                  </a:rPr>
                  <a:t> </a:t>
                </a:r>
              </a:p>
            </p:txBody>
          </p:sp>
        </mc:Fallback>
      </mc:AlternateContent>
      <p:sp>
        <p:nvSpPr>
          <p:cNvPr id="66" name="Rectangle 65">
            <a:extLst>
              <a:ext uri="{FF2B5EF4-FFF2-40B4-BE49-F238E27FC236}">
                <a16:creationId xmlns:a16="http://schemas.microsoft.com/office/drawing/2014/main" id="{BEBAEACE-303D-415E-885A-DEF7E2D991EC}"/>
              </a:ext>
            </a:extLst>
          </p:cNvPr>
          <p:cNvSpPr/>
          <p:nvPr/>
        </p:nvSpPr>
        <p:spPr>
          <a:xfrm>
            <a:off x="346552" y="8104540"/>
            <a:ext cx="1277244" cy="402641"/>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6CF69F08-22F2-4F32-856B-DA5738CE83FA}"/>
                  </a:ext>
                </a:extLst>
              </p:cNvPr>
              <p:cNvSpPr txBox="1"/>
              <p:nvPr/>
            </p:nvSpPr>
            <p:spPr>
              <a:xfrm>
                <a:off x="1889030" y="7829912"/>
                <a:ext cx="532582" cy="294376"/>
              </a:xfrm>
              <a:prstGeom prst="rect">
                <a:avLst/>
              </a:prstGeom>
              <a:noFill/>
            </p:spPr>
            <p:txBody>
              <a:bodyPr wrap="none" rtlCol="0">
                <a:spAutoFit/>
              </a:bodyPr>
              <a:lstStyle/>
              <a:p>
                <a:r>
                  <a:rPr lang="en-US" sz="1200"/>
                  <a:t>b) </a:t>
                </a:r>
                <a14:m>
                  <m:oMath xmlns:m="http://schemas.openxmlformats.org/officeDocument/2006/math">
                    <m:rad>
                      <m:radPr>
                        <m:degHide m:val="on"/>
                        <m:ctrlPr>
                          <a:rPr lang="en-US" sz="1200" i="1" dirty="0">
                            <a:latin typeface="Cambria Math" panose="02040503050406030204" pitchFamily="18" charset="0"/>
                            <a:ea typeface="Cambria Math" panose="02040503050406030204" pitchFamily="18" charset="0"/>
                          </a:rPr>
                        </m:ctrlPr>
                      </m:radPr>
                      <m:deg/>
                      <m:e>
                        <m:r>
                          <a:rPr lang="en-GB" sz="1200" b="0" i="1" dirty="0" smtClean="0">
                            <a:latin typeface="Cambria Math" panose="02040503050406030204" pitchFamily="18" charset="0"/>
                            <a:ea typeface="Cambria Math" panose="02040503050406030204" pitchFamily="18" charset="0"/>
                          </a:rPr>
                          <m:t>9</m:t>
                        </m:r>
                      </m:e>
                    </m:rad>
                  </m:oMath>
                </a14:m>
                <a:endParaRPr lang="en-GB" sz="1200"/>
              </a:p>
            </p:txBody>
          </p:sp>
        </mc:Choice>
        <mc:Fallback xmlns="">
          <p:sp>
            <p:nvSpPr>
              <p:cNvPr id="68" name="TextBox 67">
                <a:extLst>
                  <a:ext uri="{FF2B5EF4-FFF2-40B4-BE49-F238E27FC236}">
                    <a16:creationId xmlns:a16="http://schemas.microsoft.com/office/drawing/2014/main" id="{6CF69F08-22F2-4F32-856B-DA5738CE83FA}"/>
                  </a:ext>
                </a:extLst>
              </p:cNvPr>
              <p:cNvSpPr txBox="1">
                <a:spLocks noRot="1" noChangeAspect="1" noMove="1" noResize="1" noEditPoints="1" noAdjustHandles="1" noChangeArrowheads="1" noChangeShapeType="1" noTextEdit="1"/>
              </p:cNvSpPr>
              <p:nvPr/>
            </p:nvSpPr>
            <p:spPr>
              <a:xfrm>
                <a:off x="1889030" y="7829912"/>
                <a:ext cx="532582" cy="294376"/>
              </a:xfrm>
              <a:prstGeom prst="rect">
                <a:avLst/>
              </a:prstGeom>
              <a:blipFill>
                <a:blip r:embed="rId16"/>
                <a:stretch>
                  <a:fillRect l="-1149" b="-1428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015B5955-242C-4509-9694-EA8AFC77BD99}"/>
                  </a:ext>
                </a:extLst>
              </p:cNvPr>
              <p:cNvSpPr txBox="1"/>
              <p:nvPr/>
            </p:nvSpPr>
            <p:spPr>
              <a:xfrm>
                <a:off x="3438911" y="7829912"/>
                <a:ext cx="518155" cy="295017"/>
              </a:xfrm>
              <a:prstGeom prst="rect">
                <a:avLst/>
              </a:prstGeom>
              <a:noFill/>
            </p:spPr>
            <p:txBody>
              <a:bodyPr wrap="none" rtlCol="0">
                <a:spAutoFit/>
              </a:bodyPr>
              <a:lstStyle/>
              <a:p>
                <a:r>
                  <a:rPr lang="en-US" sz="1200"/>
                  <a:t>c) </a:t>
                </a:r>
                <a14:m>
                  <m:oMath xmlns:m="http://schemas.openxmlformats.org/officeDocument/2006/math">
                    <m:rad>
                      <m:radPr>
                        <m:degHide m:val="on"/>
                        <m:ctrlPr>
                          <a:rPr lang="en-US" sz="1200" i="1" dirty="0">
                            <a:latin typeface="Cambria Math" panose="02040503050406030204" pitchFamily="18" charset="0"/>
                            <a:ea typeface="Cambria Math" panose="02040503050406030204" pitchFamily="18" charset="0"/>
                          </a:rPr>
                        </m:ctrlPr>
                      </m:radPr>
                      <m:deg/>
                      <m:e>
                        <m:r>
                          <a:rPr lang="en-GB" sz="1200" b="0" i="1" dirty="0" smtClean="0">
                            <a:latin typeface="Cambria Math" panose="02040503050406030204" pitchFamily="18" charset="0"/>
                            <a:ea typeface="Cambria Math" panose="02040503050406030204" pitchFamily="18" charset="0"/>
                          </a:rPr>
                          <m:t>1</m:t>
                        </m:r>
                      </m:e>
                    </m:rad>
                  </m:oMath>
                </a14:m>
                <a:endParaRPr lang="en-GB" sz="1200"/>
              </a:p>
            </p:txBody>
          </p:sp>
        </mc:Choice>
        <mc:Fallback xmlns="">
          <p:sp>
            <p:nvSpPr>
              <p:cNvPr id="69" name="TextBox 68">
                <a:extLst>
                  <a:ext uri="{FF2B5EF4-FFF2-40B4-BE49-F238E27FC236}">
                    <a16:creationId xmlns:a16="http://schemas.microsoft.com/office/drawing/2014/main" id="{015B5955-242C-4509-9694-EA8AFC77BD99}"/>
                  </a:ext>
                </a:extLst>
              </p:cNvPr>
              <p:cNvSpPr txBox="1">
                <a:spLocks noRot="1" noChangeAspect="1" noMove="1" noResize="1" noEditPoints="1" noAdjustHandles="1" noChangeArrowheads="1" noChangeShapeType="1" noTextEdit="1"/>
              </p:cNvSpPr>
              <p:nvPr/>
            </p:nvSpPr>
            <p:spPr>
              <a:xfrm>
                <a:off x="3438911" y="7829912"/>
                <a:ext cx="518155" cy="295017"/>
              </a:xfrm>
              <a:prstGeom prst="rect">
                <a:avLst/>
              </a:prstGeom>
              <a:blipFill>
                <a:blip r:embed="rId17"/>
                <a:stretch>
                  <a:fillRect b="-1632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C6BD20B6-AD96-4600-AD4B-C9B0A11ED0B6}"/>
                  </a:ext>
                </a:extLst>
              </p:cNvPr>
              <p:cNvSpPr txBox="1"/>
              <p:nvPr/>
            </p:nvSpPr>
            <p:spPr>
              <a:xfrm>
                <a:off x="5035300" y="7829912"/>
                <a:ext cx="617541" cy="294376"/>
              </a:xfrm>
              <a:prstGeom prst="rect">
                <a:avLst/>
              </a:prstGeom>
              <a:noFill/>
            </p:spPr>
            <p:txBody>
              <a:bodyPr wrap="none" rtlCol="0">
                <a:spAutoFit/>
              </a:bodyPr>
              <a:lstStyle/>
              <a:p>
                <a:r>
                  <a:rPr lang="en-US" sz="1200"/>
                  <a:t>d) </a:t>
                </a:r>
                <a14:m>
                  <m:oMath xmlns:m="http://schemas.openxmlformats.org/officeDocument/2006/math">
                    <m:rad>
                      <m:radPr>
                        <m:degHide m:val="on"/>
                        <m:ctrlPr>
                          <a:rPr lang="en-US" sz="1200" i="1" dirty="0">
                            <a:latin typeface="Cambria Math" panose="02040503050406030204" pitchFamily="18" charset="0"/>
                            <a:ea typeface="Cambria Math" panose="02040503050406030204" pitchFamily="18" charset="0"/>
                          </a:rPr>
                        </m:ctrlPr>
                      </m:radPr>
                      <m:deg/>
                      <m:e>
                        <m:r>
                          <a:rPr lang="en-GB" sz="1200" b="0" i="1" dirty="0" smtClean="0">
                            <a:latin typeface="Cambria Math" panose="02040503050406030204" pitchFamily="18" charset="0"/>
                            <a:ea typeface="Cambria Math" panose="02040503050406030204" pitchFamily="18" charset="0"/>
                          </a:rPr>
                          <m:t>64</m:t>
                        </m:r>
                      </m:e>
                    </m:rad>
                  </m:oMath>
                </a14:m>
                <a:endParaRPr lang="en-GB" sz="1200"/>
              </a:p>
            </p:txBody>
          </p:sp>
        </mc:Choice>
        <mc:Fallback xmlns="">
          <p:sp>
            <p:nvSpPr>
              <p:cNvPr id="72" name="TextBox 71">
                <a:extLst>
                  <a:ext uri="{FF2B5EF4-FFF2-40B4-BE49-F238E27FC236}">
                    <a16:creationId xmlns:a16="http://schemas.microsoft.com/office/drawing/2014/main" id="{C6BD20B6-AD96-4600-AD4B-C9B0A11ED0B6}"/>
                  </a:ext>
                </a:extLst>
              </p:cNvPr>
              <p:cNvSpPr txBox="1">
                <a:spLocks noRot="1" noChangeAspect="1" noMove="1" noResize="1" noEditPoints="1" noAdjustHandles="1" noChangeArrowheads="1" noChangeShapeType="1" noTextEdit="1"/>
              </p:cNvSpPr>
              <p:nvPr/>
            </p:nvSpPr>
            <p:spPr>
              <a:xfrm>
                <a:off x="5035300" y="7829912"/>
                <a:ext cx="617541" cy="294376"/>
              </a:xfrm>
              <a:prstGeom prst="rect">
                <a:avLst/>
              </a:prstGeom>
              <a:blipFill>
                <a:blip r:embed="rId18"/>
                <a:stretch>
                  <a:fillRect b="-1428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5" name="TextBox 74">
                <a:extLst>
                  <a:ext uri="{FF2B5EF4-FFF2-40B4-BE49-F238E27FC236}">
                    <a16:creationId xmlns:a16="http://schemas.microsoft.com/office/drawing/2014/main" id="{165318FC-3234-4012-AFD4-5C50FFD02B3C}"/>
                  </a:ext>
                </a:extLst>
              </p:cNvPr>
              <p:cNvSpPr txBox="1"/>
              <p:nvPr/>
            </p:nvSpPr>
            <p:spPr>
              <a:xfrm>
                <a:off x="274948" y="8629643"/>
                <a:ext cx="501163" cy="294376"/>
              </a:xfrm>
              <a:prstGeom prst="rect">
                <a:avLst/>
              </a:prstGeom>
              <a:noFill/>
            </p:spPr>
            <p:txBody>
              <a:bodyPr wrap="none" rtlCol="0">
                <a:spAutoFit/>
              </a:bodyPr>
              <a:lstStyle/>
              <a:p>
                <a:r>
                  <a:rPr lang="en-US" sz="1200"/>
                  <a:t>f) </a:t>
                </a:r>
                <a14:m>
                  <m:oMath xmlns:m="http://schemas.openxmlformats.org/officeDocument/2006/math">
                    <m:rad>
                      <m:radPr>
                        <m:degHide m:val="on"/>
                        <m:ctrlPr>
                          <a:rPr lang="en-US" sz="1200" i="1" dirty="0">
                            <a:latin typeface="Cambria Math" panose="02040503050406030204" pitchFamily="18" charset="0"/>
                            <a:ea typeface="Cambria Math" panose="02040503050406030204" pitchFamily="18" charset="0"/>
                          </a:rPr>
                        </m:ctrlPr>
                      </m:radPr>
                      <m:deg/>
                      <m:e>
                        <m:r>
                          <a:rPr lang="en-GB" sz="1200" b="0" i="1" dirty="0" smtClean="0">
                            <a:latin typeface="Cambria Math" panose="02040503050406030204" pitchFamily="18" charset="0"/>
                            <a:ea typeface="Cambria Math" panose="02040503050406030204" pitchFamily="18" charset="0"/>
                          </a:rPr>
                          <m:t>0</m:t>
                        </m:r>
                      </m:e>
                    </m:rad>
                  </m:oMath>
                </a14:m>
                <a:endParaRPr lang="en-GB" sz="1200"/>
              </a:p>
            </p:txBody>
          </p:sp>
        </mc:Choice>
        <mc:Fallback xmlns="">
          <p:sp>
            <p:nvSpPr>
              <p:cNvPr id="75" name="TextBox 74">
                <a:extLst>
                  <a:ext uri="{FF2B5EF4-FFF2-40B4-BE49-F238E27FC236}">
                    <a16:creationId xmlns:a16="http://schemas.microsoft.com/office/drawing/2014/main" id="{165318FC-3234-4012-AFD4-5C50FFD02B3C}"/>
                  </a:ext>
                </a:extLst>
              </p:cNvPr>
              <p:cNvSpPr txBox="1">
                <a:spLocks noRot="1" noChangeAspect="1" noMove="1" noResize="1" noEditPoints="1" noAdjustHandles="1" noChangeArrowheads="1" noChangeShapeType="1" noTextEdit="1"/>
              </p:cNvSpPr>
              <p:nvPr/>
            </p:nvSpPr>
            <p:spPr>
              <a:xfrm>
                <a:off x="274948" y="8629643"/>
                <a:ext cx="501163" cy="294376"/>
              </a:xfrm>
              <a:prstGeom prst="rect">
                <a:avLst/>
              </a:prstGeom>
              <a:blipFill>
                <a:blip r:embed="rId19"/>
                <a:stretch>
                  <a:fillRect b="-1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4BEE2D34-B7EA-4A93-B31E-2C62D3E48B88}"/>
                  </a:ext>
                </a:extLst>
              </p:cNvPr>
              <p:cNvSpPr txBox="1"/>
              <p:nvPr/>
            </p:nvSpPr>
            <p:spPr>
              <a:xfrm>
                <a:off x="1889030" y="8629643"/>
                <a:ext cx="694485" cy="295017"/>
              </a:xfrm>
              <a:prstGeom prst="rect">
                <a:avLst/>
              </a:prstGeom>
              <a:noFill/>
            </p:spPr>
            <p:txBody>
              <a:bodyPr wrap="none" rtlCol="0">
                <a:spAutoFit/>
              </a:bodyPr>
              <a:lstStyle/>
              <a:p>
                <a:r>
                  <a:rPr lang="en-US" sz="1200"/>
                  <a:t>g) </a:t>
                </a:r>
                <a14:m>
                  <m:oMath xmlns:m="http://schemas.openxmlformats.org/officeDocument/2006/math">
                    <m:rad>
                      <m:radPr>
                        <m:degHide m:val="on"/>
                        <m:ctrlPr>
                          <a:rPr lang="en-US" sz="1200" i="1" dirty="0">
                            <a:latin typeface="Cambria Math" panose="02040503050406030204" pitchFamily="18" charset="0"/>
                            <a:ea typeface="Cambria Math" panose="02040503050406030204" pitchFamily="18" charset="0"/>
                          </a:rPr>
                        </m:ctrlPr>
                      </m:radPr>
                      <m:deg/>
                      <m:e>
                        <m:r>
                          <a:rPr lang="en-GB" sz="1200" b="0" i="1" dirty="0" smtClean="0">
                            <a:latin typeface="Cambria Math" panose="02040503050406030204" pitchFamily="18" charset="0"/>
                            <a:ea typeface="Cambria Math" panose="02040503050406030204" pitchFamily="18" charset="0"/>
                          </a:rPr>
                          <m:t>121</m:t>
                        </m:r>
                      </m:e>
                    </m:rad>
                  </m:oMath>
                </a14:m>
                <a:endParaRPr lang="en-GB" sz="1200"/>
              </a:p>
            </p:txBody>
          </p:sp>
        </mc:Choice>
        <mc:Fallback xmlns="">
          <p:sp>
            <p:nvSpPr>
              <p:cNvPr id="76" name="TextBox 75">
                <a:extLst>
                  <a:ext uri="{FF2B5EF4-FFF2-40B4-BE49-F238E27FC236}">
                    <a16:creationId xmlns:a16="http://schemas.microsoft.com/office/drawing/2014/main" id="{4BEE2D34-B7EA-4A93-B31E-2C62D3E48B88}"/>
                  </a:ext>
                </a:extLst>
              </p:cNvPr>
              <p:cNvSpPr txBox="1">
                <a:spLocks noRot="1" noChangeAspect="1" noMove="1" noResize="1" noEditPoints="1" noAdjustHandles="1" noChangeArrowheads="1" noChangeShapeType="1" noTextEdit="1"/>
              </p:cNvSpPr>
              <p:nvPr/>
            </p:nvSpPr>
            <p:spPr>
              <a:xfrm>
                <a:off x="1889030" y="8629643"/>
                <a:ext cx="694485" cy="295017"/>
              </a:xfrm>
              <a:prstGeom prst="rect">
                <a:avLst/>
              </a:prstGeom>
              <a:blipFill>
                <a:blip r:embed="rId20"/>
                <a:stretch>
                  <a:fillRect l="-877" b="-1875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CFCC41D4-10E4-4D58-ACA0-F23B080E4D70}"/>
                  </a:ext>
                </a:extLst>
              </p:cNvPr>
              <p:cNvSpPr txBox="1"/>
              <p:nvPr/>
            </p:nvSpPr>
            <p:spPr>
              <a:xfrm>
                <a:off x="3438911" y="8629643"/>
                <a:ext cx="702500" cy="294376"/>
              </a:xfrm>
              <a:prstGeom prst="rect">
                <a:avLst/>
              </a:prstGeom>
              <a:noFill/>
            </p:spPr>
            <p:txBody>
              <a:bodyPr wrap="none" rtlCol="0">
                <a:spAutoFit/>
              </a:bodyPr>
              <a:lstStyle/>
              <a:p>
                <a:r>
                  <a:rPr lang="en-US" sz="1200"/>
                  <a:t>h) </a:t>
                </a:r>
                <a14:m>
                  <m:oMath xmlns:m="http://schemas.openxmlformats.org/officeDocument/2006/math">
                    <m:rad>
                      <m:radPr>
                        <m:degHide m:val="on"/>
                        <m:ctrlPr>
                          <a:rPr lang="en-US" sz="1200" i="1" dirty="0">
                            <a:latin typeface="Cambria Math" panose="02040503050406030204" pitchFamily="18" charset="0"/>
                            <a:ea typeface="Cambria Math" panose="02040503050406030204" pitchFamily="18" charset="0"/>
                          </a:rPr>
                        </m:ctrlPr>
                      </m:radPr>
                      <m:deg/>
                      <m:e>
                        <m:r>
                          <a:rPr lang="en-GB" sz="1200" b="0" i="1" dirty="0" smtClean="0">
                            <a:latin typeface="Cambria Math" panose="02040503050406030204" pitchFamily="18" charset="0"/>
                            <a:ea typeface="Cambria Math" panose="02040503050406030204" pitchFamily="18" charset="0"/>
                          </a:rPr>
                          <m:t>100</m:t>
                        </m:r>
                      </m:e>
                    </m:rad>
                  </m:oMath>
                </a14:m>
                <a:endParaRPr lang="en-GB" sz="1200"/>
              </a:p>
            </p:txBody>
          </p:sp>
        </mc:Choice>
        <mc:Fallback xmlns="">
          <p:sp>
            <p:nvSpPr>
              <p:cNvPr id="77" name="TextBox 76">
                <a:extLst>
                  <a:ext uri="{FF2B5EF4-FFF2-40B4-BE49-F238E27FC236}">
                    <a16:creationId xmlns:a16="http://schemas.microsoft.com/office/drawing/2014/main" id="{CFCC41D4-10E4-4D58-ACA0-F23B080E4D70}"/>
                  </a:ext>
                </a:extLst>
              </p:cNvPr>
              <p:cNvSpPr txBox="1">
                <a:spLocks noRot="1" noChangeAspect="1" noMove="1" noResize="1" noEditPoints="1" noAdjustHandles="1" noChangeArrowheads="1" noChangeShapeType="1" noTextEdit="1"/>
              </p:cNvSpPr>
              <p:nvPr/>
            </p:nvSpPr>
            <p:spPr>
              <a:xfrm>
                <a:off x="3438911" y="8629643"/>
                <a:ext cx="702500" cy="294376"/>
              </a:xfrm>
              <a:prstGeom prst="rect">
                <a:avLst/>
              </a:prstGeom>
              <a:blipFill>
                <a:blip r:embed="rId21"/>
                <a:stretch>
                  <a:fillRect b="-1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07A3037B-5629-480C-857A-28B7D22DAB3F}"/>
                  </a:ext>
                </a:extLst>
              </p:cNvPr>
              <p:cNvSpPr txBox="1"/>
              <p:nvPr/>
            </p:nvSpPr>
            <p:spPr>
              <a:xfrm>
                <a:off x="5035300" y="8629643"/>
                <a:ext cx="572657" cy="294376"/>
              </a:xfrm>
              <a:prstGeom prst="rect">
                <a:avLst/>
              </a:prstGeom>
              <a:noFill/>
            </p:spPr>
            <p:txBody>
              <a:bodyPr wrap="none" rtlCol="0">
                <a:spAutoFit/>
              </a:bodyPr>
              <a:lstStyle/>
              <a:p>
                <a:r>
                  <a:rPr lang="en-US" sz="1200"/>
                  <a:t>i) </a:t>
                </a:r>
                <a14:m>
                  <m:oMath xmlns:m="http://schemas.openxmlformats.org/officeDocument/2006/math">
                    <m:rad>
                      <m:radPr>
                        <m:degHide m:val="on"/>
                        <m:ctrlPr>
                          <a:rPr lang="en-US" sz="1200" i="1" dirty="0">
                            <a:latin typeface="Cambria Math" panose="02040503050406030204" pitchFamily="18" charset="0"/>
                            <a:ea typeface="Cambria Math" panose="02040503050406030204" pitchFamily="18" charset="0"/>
                          </a:rPr>
                        </m:ctrlPr>
                      </m:radPr>
                      <m:deg/>
                      <m:e>
                        <m:r>
                          <a:rPr lang="en-GB" sz="1200" b="0" i="1" dirty="0" smtClean="0">
                            <a:latin typeface="Cambria Math" panose="02040503050406030204" pitchFamily="18" charset="0"/>
                            <a:ea typeface="Cambria Math" panose="02040503050406030204" pitchFamily="18" charset="0"/>
                          </a:rPr>
                          <m:t>81</m:t>
                        </m:r>
                      </m:e>
                    </m:rad>
                  </m:oMath>
                </a14:m>
                <a:endParaRPr lang="en-GB" sz="1200"/>
              </a:p>
            </p:txBody>
          </p:sp>
        </mc:Choice>
        <mc:Fallback xmlns="">
          <p:sp>
            <p:nvSpPr>
              <p:cNvPr id="78" name="TextBox 77">
                <a:extLst>
                  <a:ext uri="{FF2B5EF4-FFF2-40B4-BE49-F238E27FC236}">
                    <a16:creationId xmlns:a16="http://schemas.microsoft.com/office/drawing/2014/main" id="{07A3037B-5629-480C-857A-28B7D22DAB3F}"/>
                  </a:ext>
                </a:extLst>
              </p:cNvPr>
              <p:cNvSpPr txBox="1">
                <a:spLocks noRot="1" noChangeAspect="1" noMove="1" noResize="1" noEditPoints="1" noAdjustHandles="1" noChangeArrowheads="1" noChangeShapeType="1" noTextEdit="1"/>
              </p:cNvSpPr>
              <p:nvPr/>
            </p:nvSpPr>
            <p:spPr>
              <a:xfrm>
                <a:off x="5035300" y="8629643"/>
                <a:ext cx="572657" cy="294376"/>
              </a:xfrm>
              <a:prstGeom prst="rect">
                <a:avLst/>
              </a:prstGeom>
              <a:blipFill>
                <a:blip r:embed="rId22"/>
                <a:stretch>
                  <a:fillRect b="-16667"/>
                </a:stretch>
              </a:blipFill>
            </p:spPr>
            <p:txBody>
              <a:bodyPr/>
              <a:lstStyle/>
              <a:p>
                <a:r>
                  <a:rPr lang="en-GB">
                    <a:noFill/>
                  </a:rPr>
                  <a:t> </a:t>
                </a:r>
              </a:p>
            </p:txBody>
          </p:sp>
        </mc:Fallback>
      </mc:AlternateContent>
      <p:sp>
        <p:nvSpPr>
          <p:cNvPr id="83" name="Rectangle 82">
            <a:extLst>
              <a:ext uri="{FF2B5EF4-FFF2-40B4-BE49-F238E27FC236}">
                <a16:creationId xmlns:a16="http://schemas.microsoft.com/office/drawing/2014/main" id="{581CF677-D3AC-493C-87EE-3B974459ECD0}"/>
              </a:ext>
            </a:extLst>
          </p:cNvPr>
          <p:cNvSpPr/>
          <p:nvPr/>
        </p:nvSpPr>
        <p:spPr>
          <a:xfrm>
            <a:off x="346552" y="8920427"/>
            <a:ext cx="1277244" cy="402641"/>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5" name="Rectangle 84">
            <a:extLst>
              <a:ext uri="{FF2B5EF4-FFF2-40B4-BE49-F238E27FC236}">
                <a16:creationId xmlns:a16="http://schemas.microsoft.com/office/drawing/2014/main" id="{78844CF4-9719-43F3-ABAD-DEF9E6328C2D}"/>
              </a:ext>
            </a:extLst>
          </p:cNvPr>
          <p:cNvSpPr/>
          <p:nvPr/>
        </p:nvSpPr>
        <p:spPr>
          <a:xfrm>
            <a:off x="1942567" y="8104540"/>
            <a:ext cx="1277244" cy="402641"/>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6" name="Rectangle 85">
            <a:extLst>
              <a:ext uri="{FF2B5EF4-FFF2-40B4-BE49-F238E27FC236}">
                <a16:creationId xmlns:a16="http://schemas.microsoft.com/office/drawing/2014/main" id="{4E15FCF6-6B36-43B0-BA98-52EFB083C105}"/>
              </a:ext>
            </a:extLst>
          </p:cNvPr>
          <p:cNvSpPr/>
          <p:nvPr/>
        </p:nvSpPr>
        <p:spPr>
          <a:xfrm>
            <a:off x="1942567" y="8920427"/>
            <a:ext cx="1277244" cy="402641"/>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8" name="Rectangle 87">
            <a:extLst>
              <a:ext uri="{FF2B5EF4-FFF2-40B4-BE49-F238E27FC236}">
                <a16:creationId xmlns:a16="http://schemas.microsoft.com/office/drawing/2014/main" id="{53F39ABD-4415-4D5C-BD62-903CC4B78507}"/>
              </a:ext>
            </a:extLst>
          </p:cNvPr>
          <p:cNvSpPr/>
          <p:nvPr/>
        </p:nvSpPr>
        <p:spPr>
          <a:xfrm>
            <a:off x="3526534" y="8104540"/>
            <a:ext cx="1277244" cy="402641"/>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9" name="Rectangle 88">
            <a:extLst>
              <a:ext uri="{FF2B5EF4-FFF2-40B4-BE49-F238E27FC236}">
                <a16:creationId xmlns:a16="http://schemas.microsoft.com/office/drawing/2014/main" id="{112B68D3-4773-40C0-AA22-F9E4E9EA37C0}"/>
              </a:ext>
            </a:extLst>
          </p:cNvPr>
          <p:cNvSpPr/>
          <p:nvPr/>
        </p:nvSpPr>
        <p:spPr>
          <a:xfrm>
            <a:off x="3526534" y="8920427"/>
            <a:ext cx="1277244" cy="402641"/>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1" name="Rectangle 90">
            <a:extLst>
              <a:ext uri="{FF2B5EF4-FFF2-40B4-BE49-F238E27FC236}">
                <a16:creationId xmlns:a16="http://schemas.microsoft.com/office/drawing/2014/main" id="{1F114413-A617-4EAD-B0B1-50F3CDB40E50}"/>
              </a:ext>
            </a:extLst>
          </p:cNvPr>
          <p:cNvSpPr/>
          <p:nvPr/>
        </p:nvSpPr>
        <p:spPr>
          <a:xfrm>
            <a:off x="5152609" y="8104540"/>
            <a:ext cx="1277244" cy="402641"/>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2" name="Rectangle 91">
            <a:extLst>
              <a:ext uri="{FF2B5EF4-FFF2-40B4-BE49-F238E27FC236}">
                <a16:creationId xmlns:a16="http://schemas.microsoft.com/office/drawing/2014/main" id="{623C946D-6A39-4989-A374-1C041906DC8F}"/>
              </a:ext>
            </a:extLst>
          </p:cNvPr>
          <p:cNvSpPr/>
          <p:nvPr/>
        </p:nvSpPr>
        <p:spPr>
          <a:xfrm>
            <a:off x="5152609" y="8920427"/>
            <a:ext cx="1277244" cy="402641"/>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4" name="TextBox 93">
            <a:extLst>
              <a:ext uri="{FF2B5EF4-FFF2-40B4-BE49-F238E27FC236}">
                <a16:creationId xmlns:a16="http://schemas.microsoft.com/office/drawing/2014/main" id="{549706DD-5C49-4B7A-AEDA-E11875E78368}"/>
              </a:ext>
            </a:extLst>
          </p:cNvPr>
          <p:cNvSpPr txBox="1"/>
          <p:nvPr/>
        </p:nvSpPr>
        <p:spPr>
          <a:xfrm>
            <a:off x="1243547" y="7586148"/>
            <a:ext cx="4651621" cy="276999"/>
          </a:xfrm>
          <a:prstGeom prst="rect">
            <a:avLst/>
          </a:prstGeom>
          <a:noFill/>
        </p:spPr>
        <p:txBody>
          <a:bodyPr wrap="square" rtlCol="0">
            <a:spAutoFit/>
          </a:bodyPr>
          <a:lstStyle/>
          <a:p>
            <a:r>
              <a:rPr lang="en-GB" sz="1200" dirty="0"/>
              <a:t>1. Calculate the following:</a:t>
            </a:r>
          </a:p>
        </p:txBody>
      </p:sp>
      <p:sp>
        <p:nvSpPr>
          <p:cNvPr id="95" name="Rectangle 94">
            <a:extLst>
              <a:ext uri="{FF2B5EF4-FFF2-40B4-BE49-F238E27FC236}">
                <a16:creationId xmlns:a16="http://schemas.microsoft.com/office/drawing/2014/main" id="{101BDE8B-56D3-45B1-8455-048350D8BBA0}"/>
              </a:ext>
            </a:extLst>
          </p:cNvPr>
          <p:cNvSpPr/>
          <p:nvPr/>
        </p:nvSpPr>
        <p:spPr>
          <a:xfrm>
            <a:off x="84346" y="7465350"/>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sp>
        <p:nvSpPr>
          <p:cNvPr id="8" name="Rectangle 7">
            <a:extLst>
              <a:ext uri="{FF2B5EF4-FFF2-40B4-BE49-F238E27FC236}">
                <a16:creationId xmlns:a16="http://schemas.microsoft.com/office/drawing/2014/main" id="{76519A9C-18EE-22E6-698D-8D51E3C28A47}"/>
              </a:ext>
            </a:extLst>
          </p:cNvPr>
          <p:cNvSpPr/>
          <p:nvPr/>
        </p:nvSpPr>
        <p:spPr>
          <a:xfrm>
            <a:off x="0" y="5511"/>
            <a:ext cx="2914066" cy="251910"/>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a:t>Square roots</a:t>
            </a:r>
          </a:p>
        </p:txBody>
      </p:sp>
    </p:spTree>
    <p:extLst>
      <p:ext uri="{BB962C8B-B14F-4D97-AF65-F5344CB8AC3E}">
        <p14:creationId xmlns:p14="http://schemas.microsoft.com/office/powerpoint/2010/main" val="78717247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Slide Number Placeholder 30">
            <a:extLst>
              <a:ext uri="{FF2B5EF4-FFF2-40B4-BE49-F238E27FC236}">
                <a16:creationId xmlns:a16="http://schemas.microsoft.com/office/drawing/2014/main" id="{F922D0C9-9AA7-2D38-5E94-BD4845DA4CF8}"/>
              </a:ext>
            </a:extLst>
          </p:cNvPr>
          <p:cNvSpPr>
            <a:spLocks noGrp="1"/>
          </p:cNvSpPr>
          <p:nvPr>
            <p:ph type="sldNum" sz="quarter" idx="12"/>
          </p:nvPr>
        </p:nvSpPr>
        <p:spPr>
          <a:xfrm>
            <a:off x="5288652" y="9523560"/>
            <a:ext cx="1543050" cy="527403"/>
          </a:xfrm>
        </p:spPr>
        <p:txBody>
          <a:bodyPr/>
          <a:lstStyle/>
          <a:p>
            <a:fld id="{086C3A38-D272-42AA-9C88-F1FBEAE20D2C}" type="slidenum">
              <a:rPr lang="en-GB" smtClean="0"/>
              <a:t>45</a:t>
            </a:fld>
            <a:endParaRPr lang="en-GB"/>
          </a:p>
        </p:txBody>
      </p:sp>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5401B395-E786-4510-939E-78674AC6F052}"/>
                  </a:ext>
                </a:extLst>
              </p:cNvPr>
              <p:cNvSpPr txBox="1"/>
              <p:nvPr/>
            </p:nvSpPr>
            <p:spPr>
              <a:xfrm>
                <a:off x="354854" y="288892"/>
                <a:ext cx="692882" cy="295017"/>
              </a:xfrm>
              <a:prstGeom prst="rect">
                <a:avLst/>
              </a:prstGeom>
              <a:noFill/>
            </p:spPr>
            <p:txBody>
              <a:bodyPr wrap="none" rtlCol="0">
                <a:spAutoFit/>
              </a:bodyPr>
              <a:lstStyle/>
              <a:p>
                <a:r>
                  <a:rPr lang="en-US" sz="1200"/>
                  <a:t>k) </a:t>
                </a:r>
                <a14:m>
                  <m:oMath xmlns:m="http://schemas.openxmlformats.org/officeDocument/2006/math">
                    <m:rad>
                      <m:radPr>
                        <m:degHide m:val="on"/>
                        <m:ctrlPr>
                          <a:rPr lang="en-US" sz="1200" i="1" dirty="0">
                            <a:latin typeface="Cambria Math" panose="02040503050406030204" pitchFamily="18" charset="0"/>
                            <a:ea typeface="Cambria Math" panose="02040503050406030204" pitchFamily="18" charset="0"/>
                          </a:rPr>
                        </m:ctrlPr>
                      </m:radPr>
                      <m:deg/>
                      <m:e>
                        <m:r>
                          <a:rPr lang="en-GB" sz="1200" b="0" i="1" dirty="0" smtClean="0">
                            <a:latin typeface="Cambria Math" panose="02040503050406030204" pitchFamily="18" charset="0"/>
                            <a:ea typeface="Cambria Math" panose="02040503050406030204" pitchFamily="18" charset="0"/>
                          </a:rPr>
                          <m:t>144</m:t>
                        </m:r>
                      </m:e>
                    </m:rad>
                  </m:oMath>
                </a14:m>
                <a:endParaRPr lang="en-GB" sz="1200"/>
              </a:p>
            </p:txBody>
          </p:sp>
        </mc:Choice>
        <mc:Fallback xmlns="">
          <p:sp>
            <p:nvSpPr>
              <p:cNvPr id="79" name="TextBox 78">
                <a:extLst>
                  <a:ext uri="{FF2B5EF4-FFF2-40B4-BE49-F238E27FC236}">
                    <a16:creationId xmlns:a16="http://schemas.microsoft.com/office/drawing/2014/main" id="{5401B395-E786-4510-939E-78674AC6F052}"/>
                  </a:ext>
                </a:extLst>
              </p:cNvPr>
              <p:cNvSpPr txBox="1">
                <a:spLocks noRot="1" noChangeAspect="1" noMove="1" noResize="1" noEditPoints="1" noAdjustHandles="1" noChangeArrowheads="1" noChangeShapeType="1" noTextEdit="1"/>
              </p:cNvSpPr>
              <p:nvPr/>
            </p:nvSpPr>
            <p:spPr>
              <a:xfrm>
                <a:off x="354854" y="288892"/>
                <a:ext cx="692882" cy="295017"/>
              </a:xfrm>
              <a:prstGeom prst="rect">
                <a:avLst/>
              </a:prstGeom>
              <a:blipFill>
                <a:blip r:embed="rId2"/>
                <a:stretch>
                  <a:fillRect b="-1632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5ABCC4D5-881D-4D1F-AD2A-ADD4509E57FE}"/>
                  </a:ext>
                </a:extLst>
              </p:cNvPr>
              <p:cNvSpPr txBox="1"/>
              <p:nvPr/>
            </p:nvSpPr>
            <p:spPr>
              <a:xfrm>
                <a:off x="1968936" y="288892"/>
                <a:ext cx="657616" cy="294376"/>
              </a:xfrm>
              <a:prstGeom prst="rect">
                <a:avLst/>
              </a:prstGeom>
              <a:noFill/>
            </p:spPr>
            <p:txBody>
              <a:bodyPr wrap="none" rtlCol="0">
                <a:spAutoFit/>
              </a:bodyPr>
              <a:lstStyle/>
              <a:p>
                <a:r>
                  <a:rPr lang="en-US" sz="1200"/>
                  <a:t>l) </a:t>
                </a:r>
                <a14:m>
                  <m:oMath xmlns:m="http://schemas.openxmlformats.org/officeDocument/2006/math">
                    <m:rad>
                      <m:radPr>
                        <m:degHide m:val="on"/>
                        <m:ctrlPr>
                          <a:rPr lang="en-US" sz="1200" i="1" dirty="0">
                            <a:latin typeface="Cambria Math" panose="02040503050406030204" pitchFamily="18" charset="0"/>
                            <a:ea typeface="Cambria Math" panose="02040503050406030204" pitchFamily="18" charset="0"/>
                          </a:rPr>
                        </m:ctrlPr>
                      </m:radPr>
                      <m:deg/>
                      <m:e>
                        <m:r>
                          <a:rPr lang="en-GB" sz="1200" b="0" i="1" dirty="0" smtClean="0">
                            <a:latin typeface="Cambria Math" panose="02040503050406030204" pitchFamily="18" charset="0"/>
                            <a:ea typeface="Cambria Math" panose="02040503050406030204" pitchFamily="18" charset="0"/>
                          </a:rPr>
                          <m:t>169</m:t>
                        </m:r>
                      </m:e>
                    </m:rad>
                  </m:oMath>
                </a14:m>
                <a:endParaRPr lang="en-GB" sz="1200"/>
              </a:p>
            </p:txBody>
          </p:sp>
        </mc:Choice>
        <mc:Fallback xmlns="">
          <p:sp>
            <p:nvSpPr>
              <p:cNvPr id="80" name="TextBox 79">
                <a:extLst>
                  <a:ext uri="{FF2B5EF4-FFF2-40B4-BE49-F238E27FC236}">
                    <a16:creationId xmlns:a16="http://schemas.microsoft.com/office/drawing/2014/main" id="{5ABCC4D5-881D-4D1F-AD2A-ADD4509E57FE}"/>
                  </a:ext>
                </a:extLst>
              </p:cNvPr>
              <p:cNvSpPr txBox="1">
                <a:spLocks noRot="1" noChangeAspect="1" noMove="1" noResize="1" noEditPoints="1" noAdjustHandles="1" noChangeArrowheads="1" noChangeShapeType="1" noTextEdit="1"/>
              </p:cNvSpPr>
              <p:nvPr/>
            </p:nvSpPr>
            <p:spPr>
              <a:xfrm>
                <a:off x="1968936" y="288892"/>
                <a:ext cx="657616" cy="294376"/>
              </a:xfrm>
              <a:prstGeom prst="rect">
                <a:avLst/>
              </a:prstGeom>
              <a:blipFill>
                <a:blip r:embed="rId3"/>
                <a:stretch>
                  <a:fillRect l="-926"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FC112FBA-617A-40CE-9610-A9A5AF206ACD}"/>
                  </a:ext>
                </a:extLst>
              </p:cNvPr>
              <p:cNvSpPr txBox="1"/>
              <p:nvPr/>
            </p:nvSpPr>
            <p:spPr>
              <a:xfrm>
                <a:off x="3518817" y="288892"/>
                <a:ext cx="745782" cy="294376"/>
              </a:xfrm>
              <a:prstGeom prst="rect">
                <a:avLst/>
              </a:prstGeom>
              <a:noFill/>
            </p:spPr>
            <p:txBody>
              <a:bodyPr wrap="none" rtlCol="0">
                <a:spAutoFit/>
              </a:bodyPr>
              <a:lstStyle/>
              <a:p>
                <a:r>
                  <a:rPr lang="en-US" sz="1200"/>
                  <a:t>m) </a:t>
                </a:r>
                <a14:m>
                  <m:oMath xmlns:m="http://schemas.openxmlformats.org/officeDocument/2006/math">
                    <m:rad>
                      <m:radPr>
                        <m:degHide m:val="on"/>
                        <m:ctrlPr>
                          <a:rPr lang="en-US" sz="1200" i="1" dirty="0">
                            <a:latin typeface="Cambria Math" panose="02040503050406030204" pitchFamily="18" charset="0"/>
                            <a:ea typeface="Cambria Math" panose="02040503050406030204" pitchFamily="18" charset="0"/>
                          </a:rPr>
                        </m:ctrlPr>
                      </m:radPr>
                      <m:deg/>
                      <m:e>
                        <m:r>
                          <a:rPr lang="en-GB" sz="1200" b="0" i="1" dirty="0" smtClean="0">
                            <a:latin typeface="Cambria Math" panose="02040503050406030204" pitchFamily="18" charset="0"/>
                            <a:ea typeface="Cambria Math" panose="02040503050406030204" pitchFamily="18" charset="0"/>
                          </a:rPr>
                          <m:t>196</m:t>
                        </m:r>
                      </m:e>
                    </m:rad>
                  </m:oMath>
                </a14:m>
                <a:endParaRPr lang="en-GB" sz="1200"/>
              </a:p>
            </p:txBody>
          </p:sp>
        </mc:Choice>
        <mc:Fallback xmlns="">
          <p:sp>
            <p:nvSpPr>
              <p:cNvPr id="81" name="TextBox 80">
                <a:extLst>
                  <a:ext uri="{FF2B5EF4-FFF2-40B4-BE49-F238E27FC236}">
                    <a16:creationId xmlns:a16="http://schemas.microsoft.com/office/drawing/2014/main" id="{FC112FBA-617A-40CE-9610-A9A5AF206ACD}"/>
                  </a:ext>
                </a:extLst>
              </p:cNvPr>
              <p:cNvSpPr txBox="1">
                <a:spLocks noRot="1" noChangeAspect="1" noMove="1" noResize="1" noEditPoints="1" noAdjustHandles="1" noChangeArrowheads="1" noChangeShapeType="1" noTextEdit="1"/>
              </p:cNvSpPr>
              <p:nvPr/>
            </p:nvSpPr>
            <p:spPr>
              <a:xfrm>
                <a:off x="3518817" y="288892"/>
                <a:ext cx="745782" cy="294376"/>
              </a:xfrm>
              <a:prstGeom prst="rect">
                <a:avLst/>
              </a:prstGeom>
              <a:blipFill>
                <a:blip r:embed="rId4"/>
                <a:stretch>
                  <a:fillRect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7F3E6907-AA52-4955-860F-1A8CF8A0BB18}"/>
                  </a:ext>
                </a:extLst>
              </p:cNvPr>
              <p:cNvSpPr txBox="1"/>
              <p:nvPr/>
            </p:nvSpPr>
            <p:spPr>
              <a:xfrm>
                <a:off x="5115206" y="288892"/>
                <a:ext cx="702500" cy="296300"/>
              </a:xfrm>
              <a:prstGeom prst="rect">
                <a:avLst/>
              </a:prstGeom>
              <a:noFill/>
            </p:spPr>
            <p:txBody>
              <a:bodyPr wrap="none" rtlCol="0">
                <a:spAutoFit/>
              </a:bodyPr>
              <a:lstStyle/>
              <a:p>
                <a:r>
                  <a:rPr lang="en-US" sz="1200"/>
                  <a:t>n) </a:t>
                </a:r>
                <a14:m>
                  <m:oMath xmlns:m="http://schemas.openxmlformats.org/officeDocument/2006/math">
                    <m:rad>
                      <m:radPr>
                        <m:degHide m:val="on"/>
                        <m:ctrlPr>
                          <a:rPr lang="en-US" sz="1200" i="1" dirty="0">
                            <a:latin typeface="Cambria Math" panose="02040503050406030204" pitchFamily="18" charset="0"/>
                            <a:ea typeface="Cambria Math" panose="02040503050406030204" pitchFamily="18" charset="0"/>
                          </a:rPr>
                        </m:ctrlPr>
                      </m:radPr>
                      <m:deg/>
                      <m:e>
                        <m:r>
                          <a:rPr lang="en-GB" sz="1200" b="0" i="1" dirty="0" smtClean="0">
                            <a:latin typeface="Cambria Math" panose="02040503050406030204" pitchFamily="18" charset="0"/>
                            <a:ea typeface="Cambria Math" panose="02040503050406030204" pitchFamily="18" charset="0"/>
                          </a:rPr>
                          <m:t>225</m:t>
                        </m:r>
                      </m:e>
                    </m:rad>
                  </m:oMath>
                </a14:m>
                <a:endParaRPr lang="en-GB" sz="1200"/>
              </a:p>
            </p:txBody>
          </p:sp>
        </mc:Choice>
        <mc:Fallback xmlns="">
          <p:sp>
            <p:nvSpPr>
              <p:cNvPr id="82" name="TextBox 81">
                <a:extLst>
                  <a:ext uri="{FF2B5EF4-FFF2-40B4-BE49-F238E27FC236}">
                    <a16:creationId xmlns:a16="http://schemas.microsoft.com/office/drawing/2014/main" id="{7F3E6907-AA52-4955-860F-1A8CF8A0BB18}"/>
                  </a:ext>
                </a:extLst>
              </p:cNvPr>
              <p:cNvSpPr txBox="1">
                <a:spLocks noRot="1" noChangeAspect="1" noMove="1" noResize="1" noEditPoints="1" noAdjustHandles="1" noChangeArrowheads="1" noChangeShapeType="1" noTextEdit="1"/>
              </p:cNvSpPr>
              <p:nvPr/>
            </p:nvSpPr>
            <p:spPr>
              <a:xfrm>
                <a:off x="5115206" y="288892"/>
                <a:ext cx="702500" cy="296300"/>
              </a:xfrm>
              <a:prstGeom prst="rect">
                <a:avLst/>
              </a:prstGeom>
              <a:blipFill>
                <a:blip r:embed="rId5"/>
                <a:stretch>
                  <a:fillRect b="-16327"/>
                </a:stretch>
              </a:blipFill>
            </p:spPr>
            <p:txBody>
              <a:bodyPr/>
              <a:lstStyle/>
              <a:p>
                <a:r>
                  <a:rPr lang="en-US">
                    <a:noFill/>
                  </a:rPr>
                  <a:t> </a:t>
                </a:r>
              </a:p>
            </p:txBody>
          </p:sp>
        </mc:Fallback>
      </mc:AlternateContent>
      <p:sp>
        <p:nvSpPr>
          <p:cNvPr id="84" name="Rectangle 83">
            <a:extLst>
              <a:ext uri="{FF2B5EF4-FFF2-40B4-BE49-F238E27FC236}">
                <a16:creationId xmlns:a16="http://schemas.microsoft.com/office/drawing/2014/main" id="{861EFB54-1130-426B-AA11-0EDB6BCCE089}"/>
              </a:ext>
            </a:extLst>
          </p:cNvPr>
          <p:cNvSpPr/>
          <p:nvPr/>
        </p:nvSpPr>
        <p:spPr>
          <a:xfrm>
            <a:off x="441441" y="618224"/>
            <a:ext cx="1277244" cy="402641"/>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7" name="Rectangle 86">
            <a:extLst>
              <a:ext uri="{FF2B5EF4-FFF2-40B4-BE49-F238E27FC236}">
                <a16:creationId xmlns:a16="http://schemas.microsoft.com/office/drawing/2014/main" id="{A7792E2A-7F23-4DC9-8FA6-0DD4D339BAF5}"/>
              </a:ext>
            </a:extLst>
          </p:cNvPr>
          <p:cNvSpPr/>
          <p:nvPr/>
        </p:nvSpPr>
        <p:spPr>
          <a:xfrm>
            <a:off x="2037456" y="618224"/>
            <a:ext cx="1277244" cy="402641"/>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0" name="Rectangle 89">
            <a:extLst>
              <a:ext uri="{FF2B5EF4-FFF2-40B4-BE49-F238E27FC236}">
                <a16:creationId xmlns:a16="http://schemas.microsoft.com/office/drawing/2014/main" id="{CE6059CC-E853-4D2D-B6A2-D1B2360A024E}"/>
              </a:ext>
            </a:extLst>
          </p:cNvPr>
          <p:cNvSpPr/>
          <p:nvPr/>
        </p:nvSpPr>
        <p:spPr>
          <a:xfrm>
            <a:off x="3621423" y="618224"/>
            <a:ext cx="1277244" cy="402641"/>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3" name="Rectangle 92">
            <a:extLst>
              <a:ext uri="{FF2B5EF4-FFF2-40B4-BE49-F238E27FC236}">
                <a16:creationId xmlns:a16="http://schemas.microsoft.com/office/drawing/2014/main" id="{B09713E4-C548-4313-9767-8358497EFCE3}"/>
              </a:ext>
            </a:extLst>
          </p:cNvPr>
          <p:cNvSpPr/>
          <p:nvPr/>
        </p:nvSpPr>
        <p:spPr>
          <a:xfrm>
            <a:off x="5247498" y="618224"/>
            <a:ext cx="1277244" cy="402641"/>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9310DCA3-4F6E-F13D-39AC-42702C6C8883}"/>
                  </a:ext>
                </a:extLst>
              </p:cNvPr>
              <p:cNvSpPr txBox="1"/>
              <p:nvPr/>
            </p:nvSpPr>
            <p:spPr>
              <a:xfrm>
                <a:off x="354854" y="1053897"/>
                <a:ext cx="704104" cy="294376"/>
              </a:xfrm>
              <a:prstGeom prst="rect">
                <a:avLst/>
              </a:prstGeom>
              <a:noFill/>
            </p:spPr>
            <p:txBody>
              <a:bodyPr wrap="none" rtlCol="0">
                <a:spAutoFit/>
              </a:bodyPr>
              <a:lstStyle/>
              <a:p>
                <a:r>
                  <a:rPr lang="en-US" sz="1200"/>
                  <a:t>o) </a:t>
                </a:r>
                <a14:m>
                  <m:oMath xmlns:m="http://schemas.openxmlformats.org/officeDocument/2006/math">
                    <m:rad>
                      <m:radPr>
                        <m:degHide m:val="on"/>
                        <m:ctrlPr>
                          <a:rPr lang="en-US" sz="1200" i="1" dirty="0">
                            <a:latin typeface="Cambria Math" panose="02040503050406030204" pitchFamily="18" charset="0"/>
                            <a:ea typeface="Cambria Math" panose="02040503050406030204" pitchFamily="18" charset="0"/>
                          </a:rPr>
                        </m:ctrlPr>
                      </m:radPr>
                      <m:deg/>
                      <m:e>
                        <m:r>
                          <a:rPr lang="en-GB" sz="1200" b="0" i="1" dirty="0" smtClean="0">
                            <a:latin typeface="Cambria Math" panose="02040503050406030204" pitchFamily="18" charset="0"/>
                            <a:ea typeface="Cambria Math" panose="02040503050406030204" pitchFamily="18" charset="0"/>
                          </a:rPr>
                          <m:t>400</m:t>
                        </m:r>
                      </m:e>
                    </m:rad>
                  </m:oMath>
                </a14:m>
                <a:endParaRPr lang="en-GB" sz="1200"/>
              </a:p>
            </p:txBody>
          </p:sp>
        </mc:Choice>
        <mc:Fallback xmlns="">
          <p:sp>
            <p:nvSpPr>
              <p:cNvPr id="40" name="TextBox 39">
                <a:extLst>
                  <a:ext uri="{FF2B5EF4-FFF2-40B4-BE49-F238E27FC236}">
                    <a16:creationId xmlns:a16="http://schemas.microsoft.com/office/drawing/2014/main" id="{9310DCA3-4F6E-F13D-39AC-42702C6C8883}"/>
                  </a:ext>
                </a:extLst>
              </p:cNvPr>
              <p:cNvSpPr txBox="1">
                <a:spLocks noRot="1" noChangeAspect="1" noMove="1" noResize="1" noEditPoints="1" noAdjustHandles="1" noChangeArrowheads="1" noChangeShapeType="1" noTextEdit="1"/>
              </p:cNvSpPr>
              <p:nvPr/>
            </p:nvSpPr>
            <p:spPr>
              <a:xfrm>
                <a:off x="354854" y="1053897"/>
                <a:ext cx="704104" cy="294376"/>
              </a:xfrm>
              <a:prstGeom prst="rect">
                <a:avLst/>
              </a:prstGeom>
              <a:blipFill>
                <a:blip r:embed="rId6"/>
                <a:stretch>
                  <a:fillRect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F8C5E357-0F4D-BBDE-F8A7-BD779D6185D1}"/>
                  </a:ext>
                </a:extLst>
              </p:cNvPr>
              <p:cNvSpPr txBox="1"/>
              <p:nvPr/>
            </p:nvSpPr>
            <p:spPr>
              <a:xfrm>
                <a:off x="1968936" y="1053897"/>
                <a:ext cx="656013" cy="294376"/>
              </a:xfrm>
              <a:prstGeom prst="rect">
                <a:avLst/>
              </a:prstGeom>
              <a:noFill/>
            </p:spPr>
            <p:txBody>
              <a:bodyPr wrap="none" rtlCol="0">
                <a:spAutoFit/>
              </a:bodyPr>
              <a:lstStyle/>
              <a:p>
                <a:r>
                  <a:rPr lang="en-US" sz="1200"/>
                  <a:t>p </a:t>
                </a:r>
                <a14:m>
                  <m:oMath xmlns:m="http://schemas.openxmlformats.org/officeDocument/2006/math">
                    <m:rad>
                      <m:radPr>
                        <m:degHide m:val="on"/>
                        <m:ctrlPr>
                          <a:rPr lang="en-US" sz="1200" i="1" dirty="0">
                            <a:latin typeface="Cambria Math" panose="02040503050406030204" pitchFamily="18" charset="0"/>
                            <a:ea typeface="Cambria Math" panose="02040503050406030204" pitchFamily="18" charset="0"/>
                          </a:rPr>
                        </m:ctrlPr>
                      </m:radPr>
                      <m:deg/>
                      <m:e>
                        <m:r>
                          <a:rPr lang="en-GB" sz="1200" b="0" i="1" dirty="0" smtClean="0">
                            <a:latin typeface="Cambria Math" panose="02040503050406030204" pitchFamily="18" charset="0"/>
                            <a:ea typeface="Cambria Math" panose="02040503050406030204" pitchFamily="18" charset="0"/>
                          </a:rPr>
                          <m:t>900</m:t>
                        </m:r>
                      </m:e>
                    </m:rad>
                  </m:oMath>
                </a14:m>
                <a:endParaRPr lang="en-GB" sz="1200"/>
              </a:p>
            </p:txBody>
          </p:sp>
        </mc:Choice>
        <mc:Fallback xmlns="">
          <p:sp>
            <p:nvSpPr>
              <p:cNvPr id="41" name="TextBox 40">
                <a:extLst>
                  <a:ext uri="{FF2B5EF4-FFF2-40B4-BE49-F238E27FC236}">
                    <a16:creationId xmlns:a16="http://schemas.microsoft.com/office/drawing/2014/main" id="{F8C5E357-0F4D-BBDE-F8A7-BD779D6185D1}"/>
                  </a:ext>
                </a:extLst>
              </p:cNvPr>
              <p:cNvSpPr txBox="1">
                <a:spLocks noRot="1" noChangeAspect="1" noMove="1" noResize="1" noEditPoints="1" noAdjustHandles="1" noChangeArrowheads="1" noChangeShapeType="1" noTextEdit="1"/>
              </p:cNvSpPr>
              <p:nvPr/>
            </p:nvSpPr>
            <p:spPr>
              <a:xfrm>
                <a:off x="1968936" y="1053897"/>
                <a:ext cx="656013" cy="294376"/>
              </a:xfrm>
              <a:prstGeom prst="rect">
                <a:avLst/>
              </a:prstGeom>
              <a:blipFill>
                <a:blip r:embed="rId7"/>
                <a:stretch>
                  <a:fillRect l="-926"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35A71EED-557B-AE42-7380-013FF35D2D08}"/>
                  </a:ext>
                </a:extLst>
              </p:cNvPr>
              <p:cNvSpPr txBox="1"/>
              <p:nvPr/>
            </p:nvSpPr>
            <p:spPr>
              <a:xfrm>
                <a:off x="3518817" y="1053897"/>
                <a:ext cx="787460" cy="294376"/>
              </a:xfrm>
              <a:prstGeom prst="rect">
                <a:avLst/>
              </a:prstGeom>
              <a:noFill/>
            </p:spPr>
            <p:txBody>
              <a:bodyPr wrap="none" rtlCol="0">
                <a:spAutoFit/>
              </a:bodyPr>
              <a:lstStyle/>
              <a:p>
                <a:r>
                  <a:rPr lang="en-US" sz="1200"/>
                  <a:t>q) </a:t>
                </a:r>
                <a14:m>
                  <m:oMath xmlns:m="http://schemas.openxmlformats.org/officeDocument/2006/math">
                    <m:rad>
                      <m:radPr>
                        <m:degHide m:val="on"/>
                        <m:ctrlPr>
                          <a:rPr lang="en-US" sz="1200" i="1" dirty="0">
                            <a:latin typeface="Cambria Math" panose="02040503050406030204" pitchFamily="18" charset="0"/>
                            <a:ea typeface="Cambria Math" panose="02040503050406030204" pitchFamily="18" charset="0"/>
                          </a:rPr>
                        </m:ctrlPr>
                      </m:radPr>
                      <m:deg/>
                      <m:e>
                        <m:r>
                          <a:rPr lang="en-GB" sz="1200" b="0" i="1" dirty="0" smtClean="0">
                            <a:latin typeface="Cambria Math" panose="02040503050406030204" pitchFamily="18" charset="0"/>
                            <a:ea typeface="Cambria Math" panose="02040503050406030204" pitchFamily="18" charset="0"/>
                          </a:rPr>
                          <m:t>6400</m:t>
                        </m:r>
                      </m:e>
                    </m:rad>
                  </m:oMath>
                </a14:m>
                <a:endParaRPr lang="en-GB" sz="1200"/>
              </a:p>
            </p:txBody>
          </p:sp>
        </mc:Choice>
        <mc:Fallback xmlns="">
          <p:sp>
            <p:nvSpPr>
              <p:cNvPr id="45" name="TextBox 44">
                <a:extLst>
                  <a:ext uri="{FF2B5EF4-FFF2-40B4-BE49-F238E27FC236}">
                    <a16:creationId xmlns:a16="http://schemas.microsoft.com/office/drawing/2014/main" id="{35A71EED-557B-AE42-7380-013FF35D2D08}"/>
                  </a:ext>
                </a:extLst>
              </p:cNvPr>
              <p:cNvSpPr txBox="1">
                <a:spLocks noRot="1" noChangeAspect="1" noMove="1" noResize="1" noEditPoints="1" noAdjustHandles="1" noChangeArrowheads="1" noChangeShapeType="1" noTextEdit="1"/>
              </p:cNvSpPr>
              <p:nvPr/>
            </p:nvSpPr>
            <p:spPr>
              <a:xfrm>
                <a:off x="3518817" y="1053897"/>
                <a:ext cx="787460" cy="294376"/>
              </a:xfrm>
              <a:prstGeom prst="rect">
                <a:avLst/>
              </a:prstGeom>
              <a:blipFill>
                <a:blip r:embed="rId8"/>
                <a:stretch>
                  <a:fillRect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D1275DAB-E575-03DA-2142-3C0850F4C899}"/>
                  </a:ext>
                </a:extLst>
              </p:cNvPr>
              <p:cNvSpPr txBox="1"/>
              <p:nvPr/>
            </p:nvSpPr>
            <p:spPr>
              <a:xfrm>
                <a:off x="5115206" y="1053897"/>
                <a:ext cx="760208" cy="294376"/>
              </a:xfrm>
              <a:prstGeom prst="rect">
                <a:avLst/>
              </a:prstGeom>
              <a:noFill/>
            </p:spPr>
            <p:txBody>
              <a:bodyPr wrap="none" rtlCol="0">
                <a:spAutoFit/>
              </a:bodyPr>
              <a:lstStyle/>
              <a:p>
                <a:r>
                  <a:rPr lang="en-US" sz="1200"/>
                  <a:t>r) </a:t>
                </a:r>
                <a14:m>
                  <m:oMath xmlns:m="http://schemas.openxmlformats.org/officeDocument/2006/math">
                    <m:rad>
                      <m:radPr>
                        <m:degHide m:val="on"/>
                        <m:ctrlPr>
                          <a:rPr lang="en-US" sz="1200" i="1" dirty="0">
                            <a:latin typeface="Cambria Math" panose="02040503050406030204" pitchFamily="18" charset="0"/>
                            <a:ea typeface="Cambria Math" panose="02040503050406030204" pitchFamily="18" charset="0"/>
                          </a:rPr>
                        </m:ctrlPr>
                      </m:radPr>
                      <m:deg/>
                      <m:e>
                        <m:r>
                          <a:rPr lang="en-GB" sz="1200" b="0" i="1" dirty="0" smtClean="0">
                            <a:latin typeface="Cambria Math" panose="02040503050406030204" pitchFamily="18" charset="0"/>
                            <a:ea typeface="Cambria Math" panose="02040503050406030204" pitchFamily="18" charset="0"/>
                          </a:rPr>
                          <m:t>4900</m:t>
                        </m:r>
                      </m:e>
                    </m:rad>
                  </m:oMath>
                </a14:m>
                <a:endParaRPr lang="en-GB" sz="1200"/>
              </a:p>
            </p:txBody>
          </p:sp>
        </mc:Choice>
        <mc:Fallback xmlns="">
          <p:sp>
            <p:nvSpPr>
              <p:cNvPr id="46" name="TextBox 45">
                <a:extLst>
                  <a:ext uri="{FF2B5EF4-FFF2-40B4-BE49-F238E27FC236}">
                    <a16:creationId xmlns:a16="http://schemas.microsoft.com/office/drawing/2014/main" id="{D1275DAB-E575-03DA-2142-3C0850F4C899}"/>
                  </a:ext>
                </a:extLst>
              </p:cNvPr>
              <p:cNvSpPr txBox="1">
                <a:spLocks noRot="1" noChangeAspect="1" noMove="1" noResize="1" noEditPoints="1" noAdjustHandles="1" noChangeArrowheads="1" noChangeShapeType="1" noTextEdit="1"/>
              </p:cNvSpPr>
              <p:nvPr/>
            </p:nvSpPr>
            <p:spPr>
              <a:xfrm>
                <a:off x="5115206" y="1053897"/>
                <a:ext cx="760208" cy="294376"/>
              </a:xfrm>
              <a:prstGeom prst="rect">
                <a:avLst/>
              </a:prstGeom>
              <a:blipFill>
                <a:blip r:embed="rId9"/>
                <a:stretch>
                  <a:fillRect b="-16667"/>
                </a:stretch>
              </a:blipFill>
            </p:spPr>
            <p:txBody>
              <a:bodyPr/>
              <a:lstStyle/>
              <a:p>
                <a:r>
                  <a:rPr lang="en-US">
                    <a:noFill/>
                  </a:rPr>
                  <a:t> </a:t>
                </a:r>
              </a:p>
            </p:txBody>
          </p:sp>
        </mc:Fallback>
      </mc:AlternateContent>
      <p:sp>
        <p:nvSpPr>
          <p:cNvPr id="47" name="Rectangle 46">
            <a:extLst>
              <a:ext uri="{FF2B5EF4-FFF2-40B4-BE49-F238E27FC236}">
                <a16:creationId xmlns:a16="http://schemas.microsoft.com/office/drawing/2014/main" id="{449CF9FA-C752-7752-EE7A-DFFA6F1DE94B}"/>
              </a:ext>
            </a:extLst>
          </p:cNvPr>
          <p:cNvSpPr/>
          <p:nvPr/>
        </p:nvSpPr>
        <p:spPr>
          <a:xfrm>
            <a:off x="441441" y="1383229"/>
            <a:ext cx="1277244" cy="402641"/>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FF0000"/>
              </a:solidFill>
            </a:endParaRPr>
          </a:p>
        </p:txBody>
      </p:sp>
      <p:sp>
        <p:nvSpPr>
          <p:cNvPr id="48" name="Rectangle 47">
            <a:extLst>
              <a:ext uri="{FF2B5EF4-FFF2-40B4-BE49-F238E27FC236}">
                <a16:creationId xmlns:a16="http://schemas.microsoft.com/office/drawing/2014/main" id="{0FE182E0-EA1A-2EEC-FF3E-B78125F58B1C}"/>
              </a:ext>
            </a:extLst>
          </p:cNvPr>
          <p:cNvSpPr/>
          <p:nvPr/>
        </p:nvSpPr>
        <p:spPr>
          <a:xfrm>
            <a:off x="2037456" y="1383229"/>
            <a:ext cx="1277244" cy="402641"/>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FF0000"/>
              </a:solidFill>
            </a:endParaRPr>
          </a:p>
        </p:txBody>
      </p:sp>
      <p:sp>
        <p:nvSpPr>
          <p:cNvPr id="49" name="Rectangle 48">
            <a:extLst>
              <a:ext uri="{FF2B5EF4-FFF2-40B4-BE49-F238E27FC236}">
                <a16:creationId xmlns:a16="http://schemas.microsoft.com/office/drawing/2014/main" id="{24C6CDED-F86C-228E-10D6-5E87830AFFFD}"/>
              </a:ext>
            </a:extLst>
          </p:cNvPr>
          <p:cNvSpPr/>
          <p:nvPr/>
        </p:nvSpPr>
        <p:spPr>
          <a:xfrm>
            <a:off x="3621423" y="1383229"/>
            <a:ext cx="1277244" cy="402641"/>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FF0000"/>
              </a:solidFill>
            </a:endParaRPr>
          </a:p>
        </p:txBody>
      </p:sp>
      <p:sp>
        <p:nvSpPr>
          <p:cNvPr id="50" name="Rectangle 49">
            <a:extLst>
              <a:ext uri="{FF2B5EF4-FFF2-40B4-BE49-F238E27FC236}">
                <a16:creationId xmlns:a16="http://schemas.microsoft.com/office/drawing/2014/main" id="{B6358C18-A5BA-0CA5-539E-D5B5EBD6D6CE}"/>
              </a:ext>
            </a:extLst>
          </p:cNvPr>
          <p:cNvSpPr/>
          <p:nvPr/>
        </p:nvSpPr>
        <p:spPr>
          <a:xfrm>
            <a:off x="5247498" y="1383229"/>
            <a:ext cx="1277244" cy="402641"/>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FF0000"/>
              </a:solidFill>
            </a:endParaRPr>
          </a:p>
        </p:txBody>
      </p:sp>
      <mc:AlternateContent xmlns:mc="http://schemas.openxmlformats.org/markup-compatibility/2006" xmlns:a14="http://schemas.microsoft.com/office/drawing/2010/main">
        <mc:Choice Requires="a14">
          <p:graphicFrame>
            <p:nvGraphicFramePr>
              <p:cNvPr id="51" name="Table 50">
                <a:extLst>
                  <a:ext uri="{FF2B5EF4-FFF2-40B4-BE49-F238E27FC236}">
                    <a16:creationId xmlns:a16="http://schemas.microsoft.com/office/drawing/2014/main" id="{9FE1B132-7A82-C919-25BF-A1C394D090A3}"/>
                  </a:ext>
                </a:extLst>
              </p:cNvPr>
              <p:cNvGraphicFramePr>
                <a:graphicFrameLocks noGrp="1"/>
              </p:cNvGraphicFramePr>
              <p:nvPr>
                <p:extLst>
                  <p:ext uri="{D42A27DB-BD31-4B8C-83A1-F6EECF244321}">
                    <p14:modId xmlns:p14="http://schemas.microsoft.com/office/powerpoint/2010/main" val="517440896"/>
                  </p:ext>
                </p:extLst>
              </p:nvPr>
            </p:nvGraphicFramePr>
            <p:xfrm>
              <a:off x="142761" y="2252759"/>
              <a:ext cx="6572477" cy="2377440"/>
            </p:xfrm>
            <a:graphic>
              <a:graphicData uri="http://schemas.openxmlformats.org/drawingml/2006/table">
                <a:tbl>
                  <a:tblPr firstRow="1" bandRow="1">
                    <a:tableStyleId>{5C22544A-7EE6-4342-B048-85BDC9FD1C3A}</a:tableStyleId>
                  </a:tblPr>
                  <a:tblGrid>
                    <a:gridCol w="1787639">
                      <a:extLst>
                        <a:ext uri="{9D8B030D-6E8A-4147-A177-3AD203B41FA5}">
                          <a16:colId xmlns:a16="http://schemas.microsoft.com/office/drawing/2014/main" val="1568142362"/>
                        </a:ext>
                      </a:extLst>
                    </a:gridCol>
                    <a:gridCol w="1594946">
                      <a:extLst>
                        <a:ext uri="{9D8B030D-6E8A-4147-A177-3AD203B41FA5}">
                          <a16:colId xmlns:a16="http://schemas.microsoft.com/office/drawing/2014/main" val="3551711160"/>
                        </a:ext>
                      </a:extLst>
                    </a:gridCol>
                    <a:gridCol w="1594946">
                      <a:extLst>
                        <a:ext uri="{9D8B030D-6E8A-4147-A177-3AD203B41FA5}">
                          <a16:colId xmlns:a16="http://schemas.microsoft.com/office/drawing/2014/main" val="1712497518"/>
                        </a:ext>
                      </a:extLst>
                    </a:gridCol>
                    <a:gridCol w="1594946">
                      <a:extLst>
                        <a:ext uri="{9D8B030D-6E8A-4147-A177-3AD203B41FA5}">
                          <a16:colId xmlns:a16="http://schemas.microsoft.com/office/drawing/2014/main" val="886122921"/>
                        </a:ext>
                      </a:extLst>
                    </a:gridCol>
                  </a:tblGrid>
                  <a:tr h="0">
                    <a:tc>
                      <a:txBody>
                        <a:bodyPr/>
                        <a:lstStyle/>
                        <a:p>
                          <a:r>
                            <a:rPr lang="en-US" sz="1200" b="1">
                              <a:solidFill>
                                <a:schemeClr val="tx1"/>
                              </a:solidFill>
                            </a:rPr>
                            <a:t>Steps</a:t>
                          </a:r>
                          <a:endParaRPr lang="en-GB" sz="12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a:solidFill>
                                <a:schemeClr val="tx1"/>
                              </a:solidFill>
                            </a:rPr>
                            <a:t>Calculate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nor/>
                                  </m:rPr>
                                  <a:rPr lang="en-GB" sz="1200" b="0" dirty="0" smtClean="0">
                                    <a:solidFill>
                                      <a:schemeClr val="tx1"/>
                                    </a:solidFill>
                                  </a:rPr>
                                  <m:t>Calculate</m:t>
                                </m:r>
                              </m:oMath>
                            </m:oMathPara>
                          </a14:m>
                          <a:endParaRPr lang="en-GB"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a:solidFill>
                                <a:schemeClr val="tx1"/>
                              </a:solidFill>
                            </a:rPr>
                            <a:t>Calculate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777065">
                    <a:tc>
                      <a:txBody>
                        <a:bodyPr/>
                        <a:lstStyle/>
                        <a:p>
                          <a:pPr marL="0" indent="0">
                            <a:buNone/>
                          </a:pPr>
                          <a:r>
                            <a:rPr lang="en-US" sz="1200">
                              <a:solidFill>
                                <a:schemeClr val="tx1"/>
                              </a:solidFill>
                            </a:rPr>
                            <a:t>If the numbers are square rooted separately, square root the numbers first then carry out the rest of the calculation.</a:t>
                          </a:r>
                        </a:p>
                        <a:p>
                          <a:pPr marL="0" indent="0">
                            <a:buNone/>
                          </a:pPr>
                          <a:endParaRPr lang="en-US" sz="1200">
                            <a:solidFill>
                              <a:schemeClr val="tx1"/>
                            </a:solidFill>
                          </a:endParaRPr>
                        </a:p>
                        <a:p>
                          <a:pPr marL="0" indent="0">
                            <a:buNone/>
                          </a:pPr>
                          <a:r>
                            <a:rPr lang="en-US" sz="1200">
                              <a:solidFill>
                                <a:schemeClr val="tx1"/>
                              </a:solidFill>
                            </a:rPr>
                            <a:t>If the numbers are within one square root, carry out the calculation within the root first and then square root.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0" i="1" dirty="0">
                            <a:solidFill>
                              <a:schemeClr val="tx1"/>
                            </a:solidFill>
                            <a:latin typeface="Cambria Math" panose="02040503050406030204" pitchFamily="18" charset="0"/>
                            <a:ea typeface="Cambria Math" panose="02040503050406030204" pitchFamily="18" charset="0"/>
                          </a:endParaRPr>
                        </a:p>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ad>
                                  <m:radPr>
                                    <m:degHide m:val="on"/>
                                    <m:ctrlPr>
                                      <a:rPr lang="en-GB" sz="1200" b="0" i="1" smtClean="0">
                                        <a:solidFill>
                                          <a:schemeClr val="tx1"/>
                                        </a:solidFill>
                                        <a:latin typeface="Cambria Math" panose="02040503050406030204" pitchFamily="18" charset="0"/>
                                        <a:ea typeface="Cambria Math" panose="02040503050406030204" pitchFamily="18" charset="0"/>
                                      </a:rPr>
                                    </m:ctrlPr>
                                  </m:radPr>
                                  <m:deg/>
                                  <m:e>
                                    <m:r>
                                      <a:rPr lang="en-GB" sz="1200" b="0" i="1" smtClean="0">
                                        <a:solidFill>
                                          <a:schemeClr val="tx1"/>
                                        </a:solidFill>
                                        <a:latin typeface="Cambria Math" panose="02040503050406030204" pitchFamily="18" charset="0"/>
                                        <a:ea typeface="Cambria Math" panose="02040503050406030204" pitchFamily="18" charset="0"/>
                                      </a:rPr>
                                      <m:t>9</m:t>
                                    </m:r>
                                  </m:e>
                                </m:rad>
                                <m:r>
                                  <a:rPr lang="en-GB" sz="1200" b="0" i="0" smtClean="0">
                                    <a:solidFill>
                                      <a:schemeClr val="tx1"/>
                                    </a:solidFill>
                                    <a:latin typeface="Cambria Math" panose="02040503050406030204" pitchFamily="18" charset="0"/>
                                    <a:ea typeface="Cambria Math" panose="02040503050406030204" pitchFamily="18" charset="0"/>
                                  </a:rPr>
                                  <m:t>+</m:t>
                                </m:r>
                                <m:rad>
                                  <m:radPr>
                                    <m:degHide m:val="on"/>
                                    <m:ctrlPr>
                                      <a:rPr lang="en-GB" sz="1200" b="0" i="1" smtClean="0">
                                        <a:solidFill>
                                          <a:schemeClr val="tx1"/>
                                        </a:solidFill>
                                        <a:latin typeface="Cambria Math" panose="02040503050406030204" pitchFamily="18" charset="0"/>
                                        <a:ea typeface="Cambria Math" panose="02040503050406030204" pitchFamily="18" charset="0"/>
                                      </a:rPr>
                                    </m:ctrlPr>
                                  </m:radPr>
                                  <m:deg/>
                                  <m:e>
                                    <m:r>
                                      <a:rPr lang="en-GB" sz="1200" b="0" i="1" smtClean="0">
                                        <a:solidFill>
                                          <a:schemeClr val="tx1"/>
                                        </a:solidFill>
                                        <a:latin typeface="Cambria Math" panose="02040503050406030204" pitchFamily="18" charset="0"/>
                                        <a:ea typeface="Cambria Math" panose="02040503050406030204" pitchFamily="18" charset="0"/>
                                      </a:rPr>
                                      <m:t>16</m:t>
                                    </m:r>
                                  </m:e>
                                </m:rad>
                              </m:oMath>
                            </m:oMathPara>
                          </a14:m>
                          <a:endParaRPr lang="en-GB" sz="1200" b="0" dirty="0">
                            <a:solidFill>
                              <a:schemeClr val="tx1"/>
                            </a:solidFill>
                          </a:endParaRPr>
                        </a:p>
                        <a:p>
                          <a:endParaRPr lang="en-GB" sz="1200" b="0" i="1" baseline="0" dirty="0">
                            <a:solidFill>
                              <a:srgbClr val="FF0000"/>
                            </a:solidFill>
                            <a:latin typeface="Cambria Math" panose="02040503050406030204" pitchFamily="18" charset="0"/>
                          </a:endParaRPr>
                        </a:p>
                        <a:p>
                          <a:endParaRPr lang="en-GB" sz="1200" b="0" i="1" baseline="0" dirty="0">
                            <a:solidFill>
                              <a:srgbClr val="FF0000"/>
                            </a:solidFill>
                            <a:latin typeface="Cambria Math" panose="02040503050406030204" pitchFamily="18" charset="0"/>
                          </a:endParaRPr>
                        </a:p>
                        <a:p>
                          <a:endParaRPr lang="en-GB" sz="1200" b="0" i="1" dirty="0">
                            <a:solidFill>
                              <a:schemeClr val="tx1"/>
                            </a:solidFill>
                            <a:latin typeface="Cambria Math" panose="02040503050406030204" pitchFamily="18" charset="0"/>
                            <a:ea typeface="Cambria Math" panose="02040503050406030204" pitchFamily="18" charset="0"/>
                          </a:endParaRPr>
                        </a:p>
                        <a:p>
                          <a:endParaRPr lang="en-GB" sz="1200" b="0" i="1" dirty="0">
                            <a:solidFill>
                              <a:schemeClr val="tx1"/>
                            </a:solidFill>
                            <a:latin typeface="Cambria Math" panose="02040503050406030204" pitchFamily="18" charset="0"/>
                            <a:ea typeface="Cambria Math" panose="02040503050406030204" pitchFamily="18" charset="0"/>
                          </a:endParaRPr>
                        </a:p>
                        <a:p>
                          <a:endParaRPr lang="en-GB" sz="1200" b="0" i="1" dirty="0">
                            <a:solidFill>
                              <a:schemeClr val="tx1"/>
                            </a:solidFill>
                            <a:latin typeface="Cambria Math" panose="02040503050406030204" pitchFamily="18" charset="0"/>
                            <a:ea typeface="Cambria Math" panose="02040503050406030204" pitchFamily="18" charset="0"/>
                          </a:endParaRPr>
                        </a:p>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ad>
                                  <m:radPr>
                                    <m:degHide m:val="on"/>
                                    <m:ctrlPr>
                                      <a:rPr lang="en-GB" sz="1200" b="0" i="1" smtClean="0">
                                        <a:solidFill>
                                          <a:schemeClr val="tx1"/>
                                        </a:solidFill>
                                        <a:latin typeface="Cambria Math" panose="02040503050406030204" pitchFamily="18" charset="0"/>
                                        <a:ea typeface="Cambria Math" panose="02040503050406030204" pitchFamily="18" charset="0"/>
                                      </a:rPr>
                                    </m:ctrlPr>
                                  </m:radPr>
                                  <m:deg/>
                                  <m:e>
                                    <m:r>
                                      <a:rPr lang="en-GB" sz="1200" b="0" i="1" smtClean="0">
                                        <a:solidFill>
                                          <a:schemeClr val="tx1"/>
                                        </a:solidFill>
                                        <a:latin typeface="Cambria Math" panose="02040503050406030204" pitchFamily="18" charset="0"/>
                                        <a:ea typeface="Cambria Math" panose="02040503050406030204" pitchFamily="18" charset="0"/>
                                      </a:rPr>
                                      <m:t>9+16</m:t>
                                    </m:r>
                                  </m:e>
                                </m:rad>
                              </m:oMath>
                            </m:oMathPara>
                          </a14:m>
                          <a:endParaRPr lang="en-GB" sz="1200" b="0" i="1" dirty="0">
                            <a:solidFill>
                              <a:schemeClr val="tx1"/>
                            </a:solidFill>
                            <a:latin typeface="Cambria Math" panose="02040503050406030204" pitchFamily="18" charset="0"/>
                            <a:ea typeface="Cambria Math" panose="02040503050406030204" pitchFamily="18" charset="0"/>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0" i="1" baseline="0" dirty="0">
                            <a:solidFill>
                              <a:srgbClr val="FF0000"/>
                            </a:solidFill>
                            <a:latin typeface="Cambria Math" panose="02040503050406030204" pitchFamily="18" charset="0"/>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US" sz="1200"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0" i="1" dirty="0">
                            <a:solidFill>
                              <a:schemeClr val="tx1"/>
                            </a:solidFill>
                            <a:latin typeface="Cambria Math" panose="02040503050406030204" pitchFamily="18" charset="0"/>
                            <a:ea typeface="Cambria Math" panose="02040503050406030204" pitchFamily="18" charset="0"/>
                          </a:endParaRPr>
                        </a:p>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ad>
                                  <m:radPr>
                                    <m:degHide m:val="on"/>
                                    <m:ctrlPr>
                                      <a:rPr lang="en-GB" sz="1200" b="0" i="1" smtClean="0">
                                        <a:solidFill>
                                          <a:schemeClr val="tx1"/>
                                        </a:solidFill>
                                        <a:latin typeface="Cambria Math" panose="02040503050406030204" pitchFamily="18" charset="0"/>
                                        <a:ea typeface="Cambria Math" panose="02040503050406030204" pitchFamily="18" charset="0"/>
                                      </a:rPr>
                                    </m:ctrlPr>
                                  </m:radPr>
                                  <m:deg/>
                                  <m:e>
                                    <m:r>
                                      <a:rPr lang="en-GB" sz="1200" b="0" i="1" smtClean="0">
                                        <a:solidFill>
                                          <a:schemeClr val="tx1"/>
                                        </a:solidFill>
                                        <a:latin typeface="Cambria Math" panose="02040503050406030204" pitchFamily="18" charset="0"/>
                                        <a:ea typeface="Cambria Math" panose="02040503050406030204" pitchFamily="18" charset="0"/>
                                      </a:rPr>
                                      <m:t>36</m:t>
                                    </m:r>
                                  </m:e>
                                </m:rad>
                                <m:r>
                                  <a:rPr lang="en-GB" sz="1200" b="0" i="0" smtClean="0">
                                    <a:solidFill>
                                      <a:schemeClr val="tx1"/>
                                    </a:solidFill>
                                    <a:latin typeface="Cambria Math" panose="02040503050406030204" pitchFamily="18" charset="0"/>
                                    <a:ea typeface="Cambria Math" panose="02040503050406030204" pitchFamily="18" charset="0"/>
                                  </a:rPr>
                                  <m:t>+</m:t>
                                </m:r>
                                <m:rad>
                                  <m:radPr>
                                    <m:degHide m:val="on"/>
                                    <m:ctrlPr>
                                      <a:rPr lang="en-GB" sz="1200" b="0" i="1" smtClean="0">
                                        <a:solidFill>
                                          <a:schemeClr val="tx1"/>
                                        </a:solidFill>
                                        <a:latin typeface="Cambria Math" panose="02040503050406030204" pitchFamily="18" charset="0"/>
                                        <a:ea typeface="Cambria Math" panose="02040503050406030204" pitchFamily="18" charset="0"/>
                                      </a:rPr>
                                    </m:ctrlPr>
                                  </m:radPr>
                                  <m:deg/>
                                  <m:e>
                                    <m:r>
                                      <a:rPr lang="en-GB" sz="1200" b="0" i="1" smtClean="0">
                                        <a:solidFill>
                                          <a:schemeClr val="tx1"/>
                                        </a:solidFill>
                                        <a:latin typeface="Cambria Math" panose="02040503050406030204" pitchFamily="18" charset="0"/>
                                        <a:ea typeface="Cambria Math" panose="02040503050406030204" pitchFamily="18" charset="0"/>
                                      </a:rPr>
                                      <m:t>64</m:t>
                                    </m:r>
                                  </m:e>
                                </m:rad>
                              </m:oMath>
                            </m:oMathPara>
                          </a14:m>
                          <a:endParaRPr lang="en-GB" sz="1200" b="0" dirty="0">
                            <a:solidFill>
                              <a:schemeClr val="tx1"/>
                            </a:solidFill>
                          </a:endParaRPr>
                        </a:p>
                        <a:p>
                          <a:endParaRPr lang="en-GB" sz="1200" b="0" i="1" baseline="0" dirty="0">
                            <a:solidFill>
                              <a:srgbClr val="FF0000"/>
                            </a:solidFill>
                            <a:latin typeface="Cambria Math" panose="02040503050406030204" pitchFamily="18" charset="0"/>
                          </a:endParaRPr>
                        </a:p>
                        <a:p>
                          <a:endParaRPr lang="en-GB" sz="1200" b="0" i="1" dirty="0">
                            <a:solidFill>
                              <a:schemeClr val="tx1"/>
                            </a:solidFill>
                            <a:latin typeface="Cambria Math" panose="02040503050406030204" pitchFamily="18" charset="0"/>
                            <a:ea typeface="Cambria Math" panose="02040503050406030204" pitchFamily="18" charset="0"/>
                          </a:endParaRPr>
                        </a:p>
                        <a:p>
                          <a:endParaRPr lang="en-GB" sz="1200" b="0" i="1" dirty="0">
                            <a:solidFill>
                              <a:schemeClr val="tx1"/>
                            </a:solidFill>
                            <a:latin typeface="Cambria Math" panose="02040503050406030204" pitchFamily="18" charset="0"/>
                            <a:ea typeface="Cambria Math" panose="02040503050406030204" pitchFamily="18" charset="0"/>
                          </a:endParaRPr>
                        </a:p>
                        <a:p>
                          <a:endParaRPr lang="en-GB" sz="1200" b="0" i="1" dirty="0">
                            <a:solidFill>
                              <a:schemeClr val="tx1"/>
                            </a:solidFill>
                            <a:latin typeface="Cambria Math" panose="02040503050406030204" pitchFamily="18" charset="0"/>
                            <a:ea typeface="Cambria Math" panose="02040503050406030204" pitchFamily="18" charset="0"/>
                          </a:endParaRPr>
                        </a:p>
                        <a:p>
                          <a:endParaRPr lang="en-GB" sz="1200" b="0" i="1" dirty="0">
                            <a:solidFill>
                              <a:schemeClr val="tx1"/>
                            </a:solidFill>
                            <a:latin typeface="Cambria Math" panose="02040503050406030204" pitchFamily="18" charset="0"/>
                            <a:ea typeface="Cambria Math" panose="02040503050406030204" pitchFamily="18" charset="0"/>
                          </a:endParaRPr>
                        </a:p>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ad>
                                  <m:radPr>
                                    <m:degHide m:val="on"/>
                                    <m:ctrlPr>
                                      <a:rPr lang="en-GB" sz="1200" b="0" i="1" smtClean="0">
                                        <a:solidFill>
                                          <a:schemeClr val="tx1"/>
                                        </a:solidFill>
                                        <a:latin typeface="Cambria Math" panose="02040503050406030204" pitchFamily="18" charset="0"/>
                                        <a:ea typeface="Cambria Math" panose="02040503050406030204" pitchFamily="18" charset="0"/>
                                      </a:rPr>
                                    </m:ctrlPr>
                                  </m:radPr>
                                  <m:deg/>
                                  <m:e>
                                    <m:r>
                                      <a:rPr lang="en-GB" sz="1200" b="0" i="1" smtClean="0">
                                        <a:solidFill>
                                          <a:schemeClr val="tx1"/>
                                        </a:solidFill>
                                        <a:latin typeface="Cambria Math" panose="02040503050406030204" pitchFamily="18" charset="0"/>
                                        <a:ea typeface="Cambria Math" panose="02040503050406030204" pitchFamily="18" charset="0"/>
                                      </a:rPr>
                                      <m:t>36+64</m:t>
                                    </m:r>
                                  </m:e>
                                </m:rad>
                              </m:oMath>
                            </m:oMathPara>
                          </a14:m>
                          <a:endParaRPr lang="en-GB" sz="1200" b="0" i="1" dirty="0">
                            <a:solidFill>
                              <a:schemeClr val="tx1"/>
                            </a:solidFill>
                            <a:latin typeface="Cambria Math" panose="02040503050406030204" pitchFamily="18" charset="0"/>
                            <a:ea typeface="Cambria Math" panose="02040503050406030204" pitchFamily="18" charset="0"/>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0" i="1" baseline="0" dirty="0">
                            <a:solidFill>
                              <a:srgbClr val="FF0000"/>
                            </a:solidFill>
                            <a:latin typeface="Cambria Math" panose="02040503050406030204" pitchFamily="18" charset="0"/>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aseline="0" dirty="0">
                            <a:solidFill>
                              <a:schemeClr val="tx1"/>
                            </a:solidFill>
                          </a:endParaRPr>
                        </a:p>
                        <a:p>
                          <a:pPr/>
                          <a14:m>
                            <m:oMathPara xmlns:m="http://schemas.openxmlformats.org/officeDocument/2006/math">
                              <m:oMathParaPr>
                                <m:jc m:val="centerGroup"/>
                              </m:oMathParaPr>
                              <m:oMath xmlns:m="http://schemas.openxmlformats.org/officeDocument/2006/math">
                                <m:rad>
                                  <m:radPr>
                                    <m:degHide m:val="on"/>
                                    <m:ctrlPr>
                                      <a:rPr lang="en-GB" sz="1200" b="0" i="1" smtClean="0">
                                        <a:solidFill>
                                          <a:schemeClr val="tx1"/>
                                        </a:solidFill>
                                        <a:latin typeface="Cambria Math" panose="02040503050406030204" pitchFamily="18" charset="0"/>
                                        <a:ea typeface="Cambria Math" panose="02040503050406030204" pitchFamily="18" charset="0"/>
                                      </a:rPr>
                                    </m:ctrlPr>
                                  </m:radPr>
                                  <m:deg/>
                                  <m:e>
                                    <m:r>
                                      <a:rPr lang="en-GB" sz="1200" b="0" i="1" smtClean="0">
                                        <a:solidFill>
                                          <a:schemeClr val="tx1"/>
                                        </a:solidFill>
                                        <a:latin typeface="Cambria Math" panose="02040503050406030204" pitchFamily="18" charset="0"/>
                                        <a:ea typeface="Cambria Math" panose="02040503050406030204" pitchFamily="18" charset="0"/>
                                      </a:rPr>
                                      <m:t>25</m:t>
                                    </m:r>
                                  </m:e>
                                </m:rad>
                                <m:r>
                                  <a:rPr lang="en-GB" sz="1200" b="0" i="1" smtClean="0">
                                    <a:solidFill>
                                      <a:schemeClr val="tx1"/>
                                    </a:solidFill>
                                    <a:latin typeface="Cambria Math" panose="02040503050406030204" pitchFamily="18" charset="0"/>
                                    <a:ea typeface="Cambria Math" panose="02040503050406030204" pitchFamily="18" charset="0"/>
                                  </a:rPr>
                                  <m:t>+ </m:t>
                                </m:r>
                                <m:rad>
                                  <m:radPr>
                                    <m:degHide m:val="on"/>
                                    <m:ctrlPr>
                                      <a:rPr lang="en-GB" sz="1200" b="0" i="1" smtClean="0">
                                        <a:solidFill>
                                          <a:schemeClr val="tx1"/>
                                        </a:solidFill>
                                        <a:latin typeface="Cambria Math" panose="02040503050406030204" pitchFamily="18" charset="0"/>
                                        <a:ea typeface="Cambria Math" panose="02040503050406030204" pitchFamily="18" charset="0"/>
                                      </a:rPr>
                                    </m:ctrlPr>
                                  </m:radPr>
                                  <m:deg/>
                                  <m:e>
                                    <m:r>
                                      <a:rPr lang="en-GB" sz="1200" b="0" i="1" smtClean="0">
                                        <a:solidFill>
                                          <a:schemeClr val="tx1"/>
                                        </a:solidFill>
                                        <a:latin typeface="Cambria Math" panose="02040503050406030204" pitchFamily="18" charset="0"/>
                                        <a:ea typeface="Cambria Math" panose="02040503050406030204" pitchFamily="18" charset="0"/>
                                      </a:rPr>
                                      <m:t>144</m:t>
                                    </m:r>
                                  </m:e>
                                </m:rad>
                              </m:oMath>
                            </m:oMathPara>
                          </a14:m>
                          <a:endParaRPr lang="en-GB" sz="1200" b="0" i="1" dirty="0">
                            <a:solidFill>
                              <a:schemeClr val="tx1"/>
                            </a:solidFill>
                            <a:latin typeface="Cambria Math" panose="02040503050406030204" pitchFamily="18" charset="0"/>
                            <a:ea typeface="Cambria Math" panose="02040503050406030204" pitchFamily="18" charset="0"/>
                          </a:endParaRPr>
                        </a:p>
                        <a:p>
                          <a:endParaRPr lang="en-GB" sz="1200" b="0" i="1" baseline="0" dirty="0">
                            <a:solidFill>
                              <a:srgbClr val="FF0000"/>
                            </a:solidFill>
                            <a:latin typeface="Cambria Math" panose="02040503050406030204" pitchFamily="18" charset="0"/>
                          </a:endParaRPr>
                        </a:p>
                        <a:p>
                          <a:endParaRPr lang="en-US" sz="1200" baseline="0" dirty="0">
                            <a:solidFill>
                              <a:srgbClr val="FF0000"/>
                            </a:solidFill>
                          </a:endParaRPr>
                        </a:p>
                        <a:p>
                          <a:endParaRPr lang="en-US" sz="1200" baseline="0" dirty="0">
                            <a:solidFill>
                              <a:srgbClr val="FF0000"/>
                            </a:solidFill>
                          </a:endParaRPr>
                        </a:p>
                        <a:p>
                          <a:endParaRPr lang="en-US" sz="1200" baseline="0" dirty="0">
                            <a:solidFill>
                              <a:srgbClr val="FF0000"/>
                            </a:solidFill>
                          </a:endParaRPr>
                        </a:p>
                        <a:p>
                          <a:endParaRPr lang="en-US" sz="1200" baseline="0" dirty="0">
                            <a:solidFill>
                              <a:srgbClr val="FF0000"/>
                            </a:solidFill>
                          </a:endParaRPr>
                        </a:p>
                        <a:p>
                          <a:pPr/>
                          <a14:m>
                            <m:oMathPara xmlns:m="http://schemas.openxmlformats.org/officeDocument/2006/math">
                              <m:oMathParaPr>
                                <m:jc m:val="centerGroup"/>
                              </m:oMathParaPr>
                              <m:oMath xmlns:m="http://schemas.openxmlformats.org/officeDocument/2006/math">
                                <m:rad>
                                  <m:radPr>
                                    <m:degHide m:val="on"/>
                                    <m:ctrlPr>
                                      <a:rPr lang="en-GB" sz="1200" b="0" i="1" smtClean="0">
                                        <a:solidFill>
                                          <a:schemeClr val="tx1"/>
                                        </a:solidFill>
                                        <a:latin typeface="Cambria Math" panose="02040503050406030204" pitchFamily="18" charset="0"/>
                                        <a:ea typeface="Cambria Math" panose="02040503050406030204" pitchFamily="18" charset="0"/>
                                      </a:rPr>
                                    </m:ctrlPr>
                                  </m:radPr>
                                  <m:deg/>
                                  <m:e>
                                    <m:r>
                                      <a:rPr lang="en-GB" sz="1200" b="0" i="1" smtClean="0">
                                        <a:solidFill>
                                          <a:schemeClr val="tx1"/>
                                        </a:solidFill>
                                        <a:latin typeface="Cambria Math" panose="02040503050406030204" pitchFamily="18" charset="0"/>
                                        <a:ea typeface="Cambria Math" panose="02040503050406030204" pitchFamily="18" charset="0"/>
                                      </a:rPr>
                                      <m:t>25+144</m:t>
                                    </m:r>
                                  </m:e>
                                </m:rad>
                              </m:oMath>
                            </m:oMathPara>
                          </a14:m>
                          <a:endParaRPr lang="en-US" sz="1200" baseline="0" dirty="0">
                            <a:solidFill>
                              <a:srgbClr val="FF0000"/>
                            </a:solidFill>
                          </a:endParaRPr>
                        </a:p>
                        <a:p>
                          <a:endParaRPr lang="en-US" sz="1200" baseline="0" dirty="0">
                            <a:solidFill>
                              <a:srgbClr val="FF0000"/>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US" sz="1200"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bl>
              </a:graphicData>
            </a:graphic>
          </p:graphicFrame>
        </mc:Choice>
        <mc:Fallback xmlns="">
          <p:graphicFrame>
            <p:nvGraphicFramePr>
              <p:cNvPr id="51" name="Table 50">
                <a:extLst>
                  <a:ext uri="{FF2B5EF4-FFF2-40B4-BE49-F238E27FC236}">
                    <a16:creationId xmlns:a16="http://schemas.microsoft.com/office/drawing/2014/main" id="{9FE1B132-7A82-C919-25BF-A1C394D090A3}"/>
                  </a:ext>
                </a:extLst>
              </p:cNvPr>
              <p:cNvGraphicFramePr>
                <a:graphicFrameLocks noGrp="1"/>
              </p:cNvGraphicFramePr>
              <p:nvPr>
                <p:extLst>
                  <p:ext uri="{D42A27DB-BD31-4B8C-83A1-F6EECF244321}">
                    <p14:modId xmlns:p14="http://schemas.microsoft.com/office/powerpoint/2010/main" val="517440896"/>
                  </p:ext>
                </p:extLst>
              </p:nvPr>
            </p:nvGraphicFramePr>
            <p:xfrm>
              <a:off x="142761" y="2252759"/>
              <a:ext cx="6572477" cy="2377440"/>
            </p:xfrm>
            <a:graphic>
              <a:graphicData uri="http://schemas.openxmlformats.org/drawingml/2006/table">
                <a:tbl>
                  <a:tblPr firstRow="1" bandRow="1">
                    <a:tableStyleId>{5C22544A-7EE6-4342-B048-85BDC9FD1C3A}</a:tableStyleId>
                  </a:tblPr>
                  <a:tblGrid>
                    <a:gridCol w="1787639">
                      <a:extLst>
                        <a:ext uri="{9D8B030D-6E8A-4147-A177-3AD203B41FA5}">
                          <a16:colId xmlns:a16="http://schemas.microsoft.com/office/drawing/2014/main" val="1568142362"/>
                        </a:ext>
                      </a:extLst>
                    </a:gridCol>
                    <a:gridCol w="1594946">
                      <a:extLst>
                        <a:ext uri="{9D8B030D-6E8A-4147-A177-3AD203B41FA5}">
                          <a16:colId xmlns:a16="http://schemas.microsoft.com/office/drawing/2014/main" val="3551711160"/>
                        </a:ext>
                      </a:extLst>
                    </a:gridCol>
                    <a:gridCol w="1594946">
                      <a:extLst>
                        <a:ext uri="{9D8B030D-6E8A-4147-A177-3AD203B41FA5}">
                          <a16:colId xmlns:a16="http://schemas.microsoft.com/office/drawing/2014/main" val="1712497518"/>
                        </a:ext>
                      </a:extLst>
                    </a:gridCol>
                    <a:gridCol w="1594946">
                      <a:extLst>
                        <a:ext uri="{9D8B030D-6E8A-4147-A177-3AD203B41FA5}">
                          <a16:colId xmlns:a16="http://schemas.microsoft.com/office/drawing/2014/main" val="886122921"/>
                        </a:ext>
                      </a:extLst>
                    </a:gridCol>
                  </a:tblGrid>
                  <a:tr h="274320">
                    <a:tc>
                      <a:txBody>
                        <a:bodyPr/>
                        <a:lstStyle/>
                        <a:p>
                          <a:r>
                            <a:rPr lang="en-US" sz="1200" b="1">
                              <a:solidFill>
                                <a:schemeClr val="tx1"/>
                              </a:solidFill>
                            </a:rPr>
                            <a:t>Steps</a:t>
                          </a:r>
                          <a:endParaRPr lang="en-GB" sz="12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a:solidFill>
                                <a:schemeClr val="tx1"/>
                              </a:solidFill>
                            </a:rPr>
                            <a:t>Calculate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0"/>
                          <a:stretch>
                            <a:fillRect l="-212214" t="-2222" r="-100763" b="-786667"/>
                          </a:stretch>
                        </a:blip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a:solidFill>
                                <a:schemeClr val="tx1"/>
                              </a:solidFill>
                            </a:rPr>
                            <a:t>Calculate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2103120">
                    <a:tc>
                      <a:txBody>
                        <a:bodyPr/>
                        <a:lstStyle/>
                        <a:p>
                          <a:pPr marL="0" indent="0">
                            <a:buNone/>
                          </a:pPr>
                          <a:r>
                            <a:rPr lang="en-US" sz="1200">
                              <a:solidFill>
                                <a:schemeClr val="tx1"/>
                              </a:solidFill>
                            </a:rPr>
                            <a:t>If the numbers are square rooted separately, square root the numbers first then carry out the rest of the calculation.</a:t>
                          </a:r>
                        </a:p>
                        <a:p>
                          <a:pPr marL="0" indent="0">
                            <a:buNone/>
                          </a:pPr>
                          <a:endParaRPr lang="en-US" sz="1200">
                            <a:solidFill>
                              <a:schemeClr val="tx1"/>
                            </a:solidFill>
                          </a:endParaRPr>
                        </a:p>
                        <a:p>
                          <a:pPr marL="0" indent="0">
                            <a:buNone/>
                          </a:pPr>
                          <a:r>
                            <a:rPr lang="en-US" sz="1200">
                              <a:solidFill>
                                <a:schemeClr val="tx1"/>
                              </a:solidFill>
                            </a:rPr>
                            <a:t>If the numbers are within one square root, carry out the calculation within the root first and then square root.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0"/>
                          <a:stretch>
                            <a:fillRect l="-112214" t="-13295" r="-200763" b="-2312"/>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0"/>
                          <a:stretch>
                            <a:fillRect l="-212214" t="-13295" r="-100763" b="-2312"/>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0"/>
                          <a:stretch>
                            <a:fillRect l="-312214" t="-13295" r="-763" b="-2312"/>
                          </a:stretch>
                        </a:blipFill>
                      </a:tcPr>
                    </a:tc>
                    <a:extLst>
                      <a:ext uri="{0D108BD9-81ED-4DB2-BD59-A6C34878D82A}">
                        <a16:rowId xmlns:a16="http://schemas.microsoft.com/office/drawing/2014/main" val="3293625240"/>
                      </a:ext>
                    </a:extLst>
                  </a:tr>
                </a:tbl>
              </a:graphicData>
            </a:graphic>
          </p:graphicFrame>
        </mc:Fallback>
      </mc:AlternateContent>
      <p:sp>
        <p:nvSpPr>
          <p:cNvPr id="52" name="TextBox 51">
            <a:extLst>
              <a:ext uri="{FF2B5EF4-FFF2-40B4-BE49-F238E27FC236}">
                <a16:creationId xmlns:a16="http://schemas.microsoft.com/office/drawing/2014/main" id="{62C59B40-DB7D-97D6-4495-0FAD5519CE49}"/>
              </a:ext>
            </a:extLst>
          </p:cNvPr>
          <p:cNvSpPr txBox="1"/>
          <p:nvPr/>
        </p:nvSpPr>
        <p:spPr>
          <a:xfrm>
            <a:off x="2108113" y="1974481"/>
            <a:ext cx="1410704" cy="276999"/>
          </a:xfrm>
          <a:prstGeom prst="rect">
            <a:avLst/>
          </a:prstGeom>
          <a:noFill/>
          <a:ln>
            <a:noFill/>
          </a:ln>
        </p:spPr>
        <p:txBody>
          <a:bodyPr wrap="square" rtlCol="0">
            <a:spAutoFit/>
          </a:bodyPr>
          <a:lstStyle/>
          <a:p>
            <a:r>
              <a:rPr lang="en-GB" sz="1200" b="1" i="1" dirty="0">
                <a:solidFill>
                  <a:srgbClr val="FF0000"/>
                </a:solidFill>
              </a:rPr>
              <a:t>Example 4 - I do…</a:t>
            </a:r>
          </a:p>
        </p:txBody>
      </p:sp>
      <p:sp>
        <p:nvSpPr>
          <p:cNvPr id="56" name="TextBox 55">
            <a:extLst>
              <a:ext uri="{FF2B5EF4-FFF2-40B4-BE49-F238E27FC236}">
                <a16:creationId xmlns:a16="http://schemas.microsoft.com/office/drawing/2014/main" id="{4703778C-C2D0-9AF4-D324-3516E2B42543}"/>
              </a:ext>
            </a:extLst>
          </p:cNvPr>
          <p:cNvSpPr txBox="1"/>
          <p:nvPr/>
        </p:nvSpPr>
        <p:spPr>
          <a:xfrm>
            <a:off x="5115206" y="2000973"/>
            <a:ext cx="1643405" cy="276999"/>
          </a:xfrm>
          <a:prstGeom prst="rect">
            <a:avLst/>
          </a:prstGeom>
          <a:noFill/>
          <a:ln>
            <a:noFill/>
          </a:ln>
        </p:spPr>
        <p:txBody>
          <a:bodyPr wrap="square" rtlCol="0">
            <a:spAutoFit/>
          </a:bodyPr>
          <a:lstStyle/>
          <a:p>
            <a:r>
              <a:rPr lang="en-GB" sz="1200" b="1" i="1" dirty="0">
                <a:solidFill>
                  <a:srgbClr val="00B050"/>
                </a:solidFill>
              </a:rPr>
              <a:t>Example 6 – You do…</a:t>
            </a:r>
          </a:p>
        </p:txBody>
      </p:sp>
      <p:sp>
        <p:nvSpPr>
          <p:cNvPr id="58" name="TextBox 57">
            <a:extLst>
              <a:ext uri="{FF2B5EF4-FFF2-40B4-BE49-F238E27FC236}">
                <a16:creationId xmlns:a16="http://schemas.microsoft.com/office/drawing/2014/main" id="{0174286E-9EF0-108C-6958-376B615C20A9}"/>
              </a:ext>
            </a:extLst>
          </p:cNvPr>
          <p:cNvSpPr txBox="1"/>
          <p:nvPr/>
        </p:nvSpPr>
        <p:spPr>
          <a:xfrm>
            <a:off x="3518817" y="1987727"/>
            <a:ext cx="1643405" cy="276999"/>
          </a:xfrm>
          <a:prstGeom prst="rect">
            <a:avLst/>
          </a:prstGeom>
          <a:noFill/>
          <a:ln>
            <a:noFill/>
          </a:ln>
        </p:spPr>
        <p:txBody>
          <a:bodyPr wrap="square" rtlCol="0">
            <a:spAutoFit/>
          </a:bodyPr>
          <a:lstStyle/>
          <a:p>
            <a:r>
              <a:rPr lang="en-GB" sz="1200" b="1" i="1" dirty="0">
                <a:solidFill>
                  <a:schemeClr val="accent2"/>
                </a:solidFill>
              </a:rPr>
              <a:t>Example 5 – We do…</a:t>
            </a:r>
          </a:p>
        </p:txBody>
      </p:sp>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686401E5-518A-ED0B-1F4F-C081294430CE}"/>
                  </a:ext>
                </a:extLst>
              </p:cNvPr>
              <p:cNvSpPr txBox="1"/>
              <p:nvPr/>
            </p:nvSpPr>
            <p:spPr>
              <a:xfrm>
                <a:off x="322926" y="5302710"/>
                <a:ext cx="526170" cy="294696"/>
              </a:xfrm>
              <a:prstGeom prst="rect">
                <a:avLst/>
              </a:prstGeom>
              <a:noFill/>
            </p:spPr>
            <p:txBody>
              <a:bodyPr wrap="none" rtlCol="0">
                <a:spAutoFit/>
              </a:bodyPr>
              <a:lstStyle/>
              <a:p>
                <a:r>
                  <a:rPr lang="en-US" sz="1200"/>
                  <a:t>a) </a:t>
                </a:r>
                <a14:m>
                  <m:oMath xmlns:m="http://schemas.openxmlformats.org/officeDocument/2006/math">
                    <m:rad>
                      <m:radPr>
                        <m:degHide m:val="on"/>
                        <m:ctrlPr>
                          <a:rPr lang="en-US" sz="1200" b="0" i="1" dirty="0" smtClean="0">
                            <a:latin typeface="Cambria Math" panose="02040503050406030204" pitchFamily="18" charset="0"/>
                            <a:ea typeface="Cambria Math" panose="02040503050406030204" pitchFamily="18" charset="0"/>
                          </a:rPr>
                        </m:ctrlPr>
                      </m:radPr>
                      <m:deg/>
                      <m:e>
                        <m:r>
                          <a:rPr lang="en-GB" sz="1200" b="0" i="1" dirty="0" smtClean="0">
                            <a:latin typeface="Cambria Math" panose="02040503050406030204" pitchFamily="18" charset="0"/>
                            <a:ea typeface="Cambria Math" panose="02040503050406030204" pitchFamily="18" charset="0"/>
                          </a:rPr>
                          <m:t>4</m:t>
                        </m:r>
                      </m:e>
                    </m:rad>
                  </m:oMath>
                </a14:m>
                <a:endParaRPr lang="en-GB" sz="1200"/>
              </a:p>
            </p:txBody>
          </p:sp>
        </mc:Choice>
        <mc:Fallback xmlns="">
          <p:sp>
            <p:nvSpPr>
              <p:cNvPr id="68" name="TextBox 67">
                <a:extLst>
                  <a:ext uri="{FF2B5EF4-FFF2-40B4-BE49-F238E27FC236}">
                    <a16:creationId xmlns:a16="http://schemas.microsoft.com/office/drawing/2014/main" id="{686401E5-518A-ED0B-1F4F-C081294430CE}"/>
                  </a:ext>
                </a:extLst>
              </p:cNvPr>
              <p:cNvSpPr txBox="1">
                <a:spLocks noRot="1" noChangeAspect="1" noMove="1" noResize="1" noEditPoints="1" noAdjustHandles="1" noChangeArrowheads="1" noChangeShapeType="1" noTextEdit="1"/>
              </p:cNvSpPr>
              <p:nvPr/>
            </p:nvSpPr>
            <p:spPr>
              <a:xfrm>
                <a:off x="322926" y="5302710"/>
                <a:ext cx="526170" cy="294696"/>
              </a:xfrm>
              <a:prstGeom prst="rect">
                <a:avLst/>
              </a:prstGeom>
              <a:blipFill>
                <a:blip r:embed="rId11"/>
                <a:stretch>
                  <a:fillRect l="-1163" b="-16667"/>
                </a:stretch>
              </a:blipFill>
            </p:spPr>
            <p:txBody>
              <a:bodyPr/>
              <a:lstStyle/>
              <a:p>
                <a:r>
                  <a:rPr lang="en-US">
                    <a:noFill/>
                  </a:rPr>
                  <a:t> </a:t>
                </a:r>
              </a:p>
            </p:txBody>
          </p:sp>
        </mc:Fallback>
      </mc:AlternateContent>
      <p:sp>
        <p:nvSpPr>
          <p:cNvPr id="69" name="Rectangle 68">
            <a:extLst>
              <a:ext uri="{FF2B5EF4-FFF2-40B4-BE49-F238E27FC236}">
                <a16:creationId xmlns:a16="http://schemas.microsoft.com/office/drawing/2014/main" id="{E7BD8E1C-C665-D4AA-A341-AFDCD9CA1CC1}"/>
              </a:ext>
            </a:extLst>
          </p:cNvPr>
          <p:cNvSpPr/>
          <p:nvPr/>
        </p:nvSpPr>
        <p:spPr>
          <a:xfrm>
            <a:off x="394530" y="5577338"/>
            <a:ext cx="1277244" cy="402641"/>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4B15ECBD-1811-408E-9816-8EAB89F9F748}"/>
                  </a:ext>
                </a:extLst>
              </p:cNvPr>
              <p:cNvSpPr txBox="1"/>
              <p:nvPr/>
            </p:nvSpPr>
            <p:spPr>
              <a:xfrm>
                <a:off x="1937008" y="5302710"/>
                <a:ext cx="801310" cy="292837"/>
              </a:xfrm>
              <a:prstGeom prst="rect">
                <a:avLst/>
              </a:prstGeom>
              <a:noFill/>
            </p:spPr>
            <p:txBody>
              <a:bodyPr wrap="none" rtlCol="0">
                <a:spAutoFit/>
              </a:bodyPr>
              <a:lstStyle/>
              <a:p>
                <a:r>
                  <a:rPr lang="en-US" sz="1200"/>
                  <a:t>b) </a:t>
                </a:r>
                <a14:m>
                  <m:oMath xmlns:m="http://schemas.openxmlformats.org/officeDocument/2006/math">
                    <m:rad>
                      <m:radPr>
                        <m:degHide m:val="on"/>
                        <m:ctrlPr>
                          <a:rPr lang="en-US" sz="1200" i="1" dirty="0">
                            <a:latin typeface="Cambria Math" panose="02040503050406030204" pitchFamily="18" charset="0"/>
                            <a:ea typeface="Cambria Math" panose="02040503050406030204" pitchFamily="18" charset="0"/>
                          </a:rPr>
                        </m:ctrlPr>
                      </m:radPr>
                      <m:deg/>
                      <m:e>
                        <m:r>
                          <a:rPr lang="en-GB" sz="1200" b="0" i="1" dirty="0" smtClean="0">
                            <a:latin typeface="Cambria Math" panose="02040503050406030204" pitchFamily="18" charset="0"/>
                            <a:ea typeface="Cambria Math" panose="02040503050406030204" pitchFamily="18" charset="0"/>
                          </a:rPr>
                          <m:t>3+1</m:t>
                        </m:r>
                      </m:e>
                    </m:rad>
                  </m:oMath>
                </a14:m>
                <a:endParaRPr lang="en-GB" sz="1200"/>
              </a:p>
            </p:txBody>
          </p:sp>
        </mc:Choice>
        <mc:Fallback xmlns="">
          <p:sp>
            <p:nvSpPr>
              <p:cNvPr id="70" name="TextBox 69">
                <a:extLst>
                  <a:ext uri="{FF2B5EF4-FFF2-40B4-BE49-F238E27FC236}">
                    <a16:creationId xmlns:a16="http://schemas.microsoft.com/office/drawing/2014/main" id="{4B15ECBD-1811-408E-9816-8EAB89F9F748}"/>
                  </a:ext>
                </a:extLst>
              </p:cNvPr>
              <p:cNvSpPr txBox="1">
                <a:spLocks noRot="1" noChangeAspect="1" noMove="1" noResize="1" noEditPoints="1" noAdjustHandles="1" noChangeArrowheads="1" noChangeShapeType="1" noTextEdit="1"/>
              </p:cNvSpPr>
              <p:nvPr/>
            </p:nvSpPr>
            <p:spPr>
              <a:xfrm>
                <a:off x="1937008" y="5302710"/>
                <a:ext cx="801310" cy="292837"/>
              </a:xfrm>
              <a:prstGeom prst="rect">
                <a:avLst/>
              </a:prstGeom>
              <a:blipFill>
                <a:blip r:embed="rId12"/>
                <a:stretch>
                  <a:fillRect l="-763"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8ECD590E-D09E-3A9C-110E-FAA45BA9A4C2}"/>
                  </a:ext>
                </a:extLst>
              </p:cNvPr>
              <p:cNvSpPr txBox="1"/>
              <p:nvPr/>
            </p:nvSpPr>
            <p:spPr>
              <a:xfrm>
                <a:off x="3486889" y="5302710"/>
                <a:ext cx="887935" cy="295017"/>
              </a:xfrm>
              <a:prstGeom prst="rect">
                <a:avLst/>
              </a:prstGeom>
              <a:noFill/>
            </p:spPr>
            <p:txBody>
              <a:bodyPr wrap="none" rtlCol="0">
                <a:spAutoFit/>
              </a:bodyPr>
              <a:lstStyle/>
              <a:p>
                <a:r>
                  <a:rPr lang="en-US" sz="1200"/>
                  <a:t>c) </a:t>
                </a:r>
                <a14:m>
                  <m:oMath xmlns:m="http://schemas.openxmlformats.org/officeDocument/2006/math">
                    <m:rad>
                      <m:radPr>
                        <m:degHide m:val="on"/>
                        <m:ctrlPr>
                          <a:rPr lang="en-US" sz="1200" i="1" dirty="0">
                            <a:latin typeface="Cambria Math" panose="02040503050406030204" pitchFamily="18" charset="0"/>
                            <a:ea typeface="Cambria Math" panose="02040503050406030204" pitchFamily="18" charset="0"/>
                          </a:rPr>
                        </m:ctrlPr>
                      </m:radPr>
                      <m:deg/>
                      <m:e>
                        <m:r>
                          <a:rPr lang="en-GB" sz="1200" b="0" i="1" dirty="0" smtClean="0">
                            <a:latin typeface="Cambria Math" panose="02040503050406030204" pitchFamily="18" charset="0"/>
                            <a:ea typeface="Cambria Math" panose="02040503050406030204" pitchFamily="18" charset="0"/>
                          </a:rPr>
                          <m:t>4</m:t>
                        </m:r>
                      </m:e>
                    </m:rad>
                    <m:r>
                      <a:rPr lang="en-GB" sz="1200" b="0" i="0" dirty="0" smtClean="0">
                        <a:latin typeface="Cambria Math" panose="02040503050406030204" pitchFamily="18" charset="0"/>
                        <a:ea typeface="Cambria Math" panose="02040503050406030204" pitchFamily="18" charset="0"/>
                      </a:rPr>
                      <m:t>+</m:t>
                    </m:r>
                    <m:rad>
                      <m:radPr>
                        <m:degHide m:val="on"/>
                        <m:ctrlPr>
                          <a:rPr lang="en-US" sz="1200" i="1" dirty="0">
                            <a:latin typeface="Cambria Math" panose="02040503050406030204" pitchFamily="18" charset="0"/>
                            <a:ea typeface="Cambria Math" panose="02040503050406030204" pitchFamily="18" charset="0"/>
                          </a:rPr>
                        </m:ctrlPr>
                      </m:radPr>
                      <m:deg/>
                      <m:e>
                        <m:r>
                          <a:rPr lang="en-GB" sz="1200" b="0" i="1" dirty="0" smtClean="0">
                            <a:latin typeface="Cambria Math" panose="02040503050406030204" pitchFamily="18" charset="0"/>
                            <a:ea typeface="Cambria Math" panose="02040503050406030204" pitchFamily="18" charset="0"/>
                          </a:rPr>
                          <m:t>1</m:t>
                        </m:r>
                      </m:e>
                    </m:rad>
                  </m:oMath>
                </a14:m>
                <a:endParaRPr lang="en-GB" sz="1200"/>
              </a:p>
            </p:txBody>
          </p:sp>
        </mc:Choice>
        <mc:Fallback xmlns="">
          <p:sp>
            <p:nvSpPr>
              <p:cNvPr id="71" name="TextBox 70">
                <a:extLst>
                  <a:ext uri="{FF2B5EF4-FFF2-40B4-BE49-F238E27FC236}">
                    <a16:creationId xmlns:a16="http://schemas.microsoft.com/office/drawing/2014/main" id="{8ECD590E-D09E-3A9C-110E-FAA45BA9A4C2}"/>
                  </a:ext>
                </a:extLst>
              </p:cNvPr>
              <p:cNvSpPr txBox="1">
                <a:spLocks noRot="1" noChangeAspect="1" noMove="1" noResize="1" noEditPoints="1" noAdjustHandles="1" noChangeArrowheads="1" noChangeShapeType="1" noTextEdit="1"/>
              </p:cNvSpPr>
              <p:nvPr/>
            </p:nvSpPr>
            <p:spPr>
              <a:xfrm>
                <a:off x="3486889" y="5302710"/>
                <a:ext cx="887935" cy="295017"/>
              </a:xfrm>
              <a:prstGeom prst="rect">
                <a:avLst/>
              </a:prstGeom>
              <a:blipFill>
                <a:blip r:embed="rId13"/>
                <a:stretch>
                  <a:fillRect l="-685" b="-187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2F09FD0D-0ADF-78AE-C3C4-B40C5CA20407}"/>
                  </a:ext>
                </a:extLst>
              </p:cNvPr>
              <p:cNvSpPr txBox="1"/>
              <p:nvPr/>
            </p:nvSpPr>
            <p:spPr>
              <a:xfrm>
                <a:off x="5083278" y="5302710"/>
                <a:ext cx="617541" cy="294376"/>
              </a:xfrm>
              <a:prstGeom prst="rect">
                <a:avLst/>
              </a:prstGeom>
              <a:noFill/>
            </p:spPr>
            <p:txBody>
              <a:bodyPr wrap="none" rtlCol="0">
                <a:spAutoFit/>
              </a:bodyPr>
              <a:lstStyle/>
              <a:p>
                <a:r>
                  <a:rPr lang="en-US" sz="1200"/>
                  <a:t>d) </a:t>
                </a:r>
                <a14:m>
                  <m:oMath xmlns:m="http://schemas.openxmlformats.org/officeDocument/2006/math">
                    <m:rad>
                      <m:radPr>
                        <m:degHide m:val="on"/>
                        <m:ctrlPr>
                          <a:rPr lang="en-US" sz="1200" i="1" dirty="0">
                            <a:latin typeface="Cambria Math" panose="02040503050406030204" pitchFamily="18" charset="0"/>
                            <a:ea typeface="Cambria Math" panose="02040503050406030204" pitchFamily="18" charset="0"/>
                          </a:rPr>
                        </m:ctrlPr>
                      </m:radPr>
                      <m:deg/>
                      <m:e>
                        <m:r>
                          <a:rPr lang="en-GB" sz="1200" b="0" i="1" dirty="0" smtClean="0">
                            <a:latin typeface="Cambria Math" panose="02040503050406030204" pitchFamily="18" charset="0"/>
                            <a:ea typeface="Cambria Math" panose="02040503050406030204" pitchFamily="18" charset="0"/>
                          </a:rPr>
                          <m:t>64</m:t>
                        </m:r>
                      </m:e>
                    </m:rad>
                  </m:oMath>
                </a14:m>
                <a:endParaRPr lang="en-GB" sz="1200"/>
              </a:p>
            </p:txBody>
          </p:sp>
        </mc:Choice>
        <mc:Fallback xmlns="">
          <p:sp>
            <p:nvSpPr>
              <p:cNvPr id="72" name="TextBox 71">
                <a:extLst>
                  <a:ext uri="{FF2B5EF4-FFF2-40B4-BE49-F238E27FC236}">
                    <a16:creationId xmlns:a16="http://schemas.microsoft.com/office/drawing/2014/main" id="{2F09FD0D-0ADF-78AE-C3C4-B40C5CA20407}"/>
                  </a:ext>
                </a:extLst>
              </p:cNvPr>
              <p:cNvSpPr txBox="1">
                <a:spLocks noRot="1" noChangeAspect="1" noMove="1" noResize="1" noEditPoints="1" noAdjustHandles="1" noChangeArrowheads="1" noChangeShapeType="1" noTextEdit="1"/>
              </p:cNvSpPr>
              <p:nvPr/>
            </p:nvSpPr>
            <p:spPr>
              <a:xfrm>
                <a:off x="5083278" y="5302710"/>
                <a:ext cx="617541" cy="294376"/>
              </a:xfrm>
              <a:prstGeom prst="rect">
                <a:avLst/>
              </a:prstGeom>
              <a:blipFill>
                <a:blip r:embed="rId14"/>
                <a:stretch>
                  <a:fillRect l="-990"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B68E15BE-9EC7-ECD1-28CC-89B1590F6090}"/>
                  </a:ext>
                </a:extLst>
              </p:cNvPr>
              <p:cNvSpPr txBox="1"/>
              <p:nvPr/>
            </p:nvSpPr>
            <p:spPr>
              <a:xfrm>
                <a:off x="322926" y="6259061"/>
                <a:ext cx="968022" cy="292837"/>
              </a:xfrm>
              <a:prstGeom prst="rect">
                <a:avLst/>
              </a:prstGeom>
              <a:noFill/>
            </p:spPr>
            <p:txBody>
              <a:bodyPr wrap="none" rtlCol="0">
                <a:spAutoFit/>
              </a:bodyPr>
              <a:lstStyle/>
              <a:p>
                <a:r>
                  <a:rPr lang="en-US" sz="1200"/>
                  <a:t>e) </a:t>
                </a:r>
                <a14:m>
                  <m:oMath xmlns:m="http://schemas.openxmlformats.org/officeDocument/2006/math">
                    <m:rad>
                      <m:radPr>
                        <m:degHide m:val="on"/>
                        <m:ctrlPr>
                          <a:rPr lang="en-US" sz="1200" i="1" dirty="0">
                            <a:latin typeface="Cambria Math" panose="02040503050406030204" pitchFamily="18" charset="0"/>
                            <a:ea typeface="Cambria Math" panose="02040503050406030204" pitchFamily="18" charset="0"/>
                          </a:rPr>
                        </m:ctrlPr>
                      </m:radPr>
                      <m:deg/>
                      <m:e>
                        <m:r>
                          <a:rPr lang="en-GB" sz="1200" b="0" i="1" dirty="0" smtClean="0">
                            <a:latin typeface="Cambria Math" panose="02040503050406030204" pitchFamily="18" charset="0"/>
                            <a:ea typeface="Cambria Math" panose="02040503050406030204" pitchFamily="18" charset="0"/>
                          </a:rPr>
                          <m:t>32+32</m:t>
                        </m:r>
                      </m:e>
                    </m:rad>
                  </m:oMath>
                </a14:m>
                <a:endParaRPr lang="en-GB" sz="1200"/>
              </a:p>
            </p:txBody>
          </p:sp>
        </mc:Choice>
        <mc:Fallback xmlns="">
          <p:sp>
            <p:nvSpPr>
              <p:cNvPr id="73" name="TextBox 72">
                <a:extLst>
                  <a:ext uri="{FF2B5EF4-FFF2-40B4-BE49-F238E27FC236}">
                    <a16:creationId xmlns:a16="http://schemas.microsoft.com/office/drawing/2014/main" id="{B68E15BE-9EC7-ECD1-28CC-89B1590F6090}"/>
                  </a:ext>
                </a:extLst>
              </p:cNvPr>
              <p:cNvSpPr txBox="1">
                <a:spLocks noRot="1" noChangeAspect="1" noMove="1" noResize="1" noEditPoints="1" noAdjustHandles="1" noChangeArrowheads="1" noChangeShapeType="1" noTextEdit="1"/>
              </p:cNvSpPr>
              <p:nvPr/>
            </p:nvSpPr>
            <p:spPr>
              <a:xfrm>
                <a:off x="322926" y="6259061"/>
                <a:ext cx="968022" cy="292837"/>
              </a:xfrm>
              <a:prstGeom prst="rect">
                <a:avLst/>
              </a:prstGeom>
              <a:blipFill>
                <a:blip r:embed="rId15"/>
                <a:stretch>
                  <a:fillRect l="-629"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E64E5BFD-8BFC-2C04-1C44-DB7E124BE0E5}"/>
                  </a:ext>
                </a:extLst>
              </p:cNvPr>
              <p:cNvSpPr txBox="1"/>
              <p:nvPr/>
            </p:nvSpPr>
            <p:spPr>
              <a:xfrm>
                <a:off x="1937008" y="6259061"/>
                <a:ext cx="1040862" cy="296300"/>
              </a:xfrm>
              <a:prstGeom prst="rect">
                <a:avLst/>
              </a:prstGeom>
              <a:noFill/>
            </p:spPr>
            <p:txBody>
              <a:bodyPr wrap="none" rtlCol="0">
                <a:spAutoFit/>
              </a:bodyPr>
              <a:lstStyle/>
              <a:p>
                <a:r>
                  <a:rPr lang="en-US" sz="1200"/>
                  <a:t>f) </a:t>
                </a:r>
                <a14:m>
                  <m:oMath xmlns:m="http://schemas.openxmlformats.org/officeDocument/2006/math">
                    <m:rad>
                      <m:radPr>
                        <m:degHide m:val="on"/>
                        <m:ctrlPr>
                          <a:rPr lang="en-US" sz="1200" i="1" dirty="0">
                            <a:latin typeface="Cambria Math" panose="02040503050406030204" pitchFamily="18" charset="0"/>
                            <a:ea typeface="Cambria Math" panose="02040503050406030204" pitchFamily="18" charset="0"/>
                          </a:rPr>
                        </m:ctrlPr>
                      </m:radPr>
                      <m:deg/>
                      <m:e>
                        <m:r>
                          <a:rPr lang="en-GB" sz="1200" b="0" i="1" dirty="0" smtClean="0">
                            <a:latin typeface="Cambria Math" panose="02040503050406030204" pitchFamily="18" charset="0"/>
                            <a:ea typeface="Cambria Math" panose="02040503050406030204" pitchFamily="18" charset="0"/>
                          </a:rPr>
                          <m:t>16</m:t>
                        </m:r>
                      </m:e>
                    </m:rad>
                    <m:r>
                      <a:rPr lang="en-GB" sz="1200" b="0" i="1" dirty="0" smtClean="0">
                        <a:latin typeface="Cambria Math" panose="02040503050406030204" pitchFamily="18" charset="0"/>
                        <a:ea typeface="Cambria Math" panose="02040503050406030204" pitchFamily="18" charset="0"/>
                      </a:rPr>
                      <m:t>+</m:t>
                    </m:r>
                    <m:rad>
                      <m:radPr>
                        <m:degHide m:val="on"/>
                        <m:ctrlPr>
                          <a:rPr lang="en-US" sz="1200" i="1" dirty="0">
                            <a:latin typeface="Cambria Math" panose="02040503050406030204" pitchFamily="18" charset="0"/>
                            <a:ea typeface="Cambria Math" panose="02040503050406030204" pitchFamily="18" charset="0"/>
                          </a:rPr>
                        </m:ctrlPr>
                      </m:radPr>
                      <m:deg/>
                      <m:e>
                        <m:r>
                          <a:rPr lang="en-GB" sz="1200" b="0" i="1" dirty="0" smtClean="0">
                            <a:latin typeface="Cambria Math" panose="02040503050406030204" pitchFamily="18" charset="0"/>
                            <a:ea typeface="Cambria Math" panose="02040503050406030204" pitchFamily="18" charset="0"/>
                          </a:rPr>
                          <m:t>25</m:t>
                        </m:r>
                      </m:e>
                    </m:rad>
                  </m:oMath>
                </a14:m>
                <a:endParaRPr lang="en-GB" sz="1200"/>
              </a:p>
            </p:txBody>
          </p:sp>
        </mc:Choice>
        <mc:Fallback xmlns="">
          <p:sp>
            <p:nvSpPr>
              <p:cNvPr id="74" name="TextBox 73">
                <a:extLst>
                  <a:ext uri="{FF2B5EF4-FFF2-40B4-BE49-F238E27FC236}">
                    <a16:creationId xmlns:a16="http://schemas.microsoft.com/office/drawing/2014/main" id="{E64E5BFD-8BFC-2C04-1C44-DB7E124BE0E5}"/>
                  </a:ext>
                </a:extLst>
              </p:cNvPr>
              <p:cNvSpPr txBox="1">
                <a:spLocks noRot="1" noChangeAspect="1" noMove="1" noResize="1" noEditPoints="1" noAdjustHandles="1" noChangeArrowheads="1" noChangeShapeType="1" noTextEdit="1"/>
              </p:cNvSpPr>
              <p:nvPr/>
            </p:nvSpPr>
            <p:spPr>
              <a:xfrm>
                <a:off x="1937008" y="6259061"/>
                <a:ext cx="1040862" cy="296300"/>
              </a:xfrm>
              <a:prstGeom prst="rect">
                <a:avLst/>
              </a:prstGeom>
              <a:blipFill>
                <a:blip r:embed="rId16"/>
                <a:stretch>
                  <a:fillRect l="-588" b="-187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5" name="TextBox 74">
                <a:extLst>
                  <a:ext uri="{FF2B5EF4-FFF2-40B4-BE49-F238E27FC236}">
                    <a16:creationId xmlns:a16="http://schemas.microsoft.com/office/drawing/2014/main" id="{188637C6-2072-364B-BB8A-44E65301C411}"/>
                  </a:ext>
                </a:extLst>
              </p:cNvPr>
              <p:cNvSpPr txBox="1"/>
              <p:nvPr/>
            </p:nvSpPr>
            <p:spPr>
              <a:xfrm>
                <a:off x="3486889" y="6259061"/>
                <a:ext cx="1048172" cy="295017"/>
              </a:xfrm>
              <a:prstGeom prst="rect">
                <a:avLst/>
              </a:prstGeom>
              <a:noFill/>
            </p:spPr>
            <p:txBody>
              <a:bodyPr wrap="none" rtlCol="0">
                <a:spAutoFit/>
              </a:bodyPr>
              <a:lstStyle/>
              <a:p>
                <a:r>
                  <a:rPr lang="en-US" sz="1200"/>
                  <a:t>g) </a:t>
                </a:r>
                <a14:m>
                  <m:oMath xmlns:m="http://schemas.openxmlformats.org/officeDocument/2006/math">
                    <m:rad>
                      <m:radPr>
                        <m:degHide m:val="on"/>
                        <m:ctrlPr>
                          <a:rPr lang="en-US" sz="1200" i="1" dirty="0">
                            <a:latin typeface="Cambria Math" panose="02040503050406030204" pitchFamily="18" charset="0"/>
                            <a:ea typeface="Cambria Math" panose="02040503050406030204" pitchFamily="18" charset="0"/>
                          </a:rPr>
                        </m:ctrlPr>
                      </m:radPr>
                      <m:deg/>
                      <m:e>
                        <m:r>
                          <a:rPr lang="en-GB" sz="1200" b="0" i="1" dirty="0" smtClean="0">
                            <a:latin typeface="Cambria Math" panose="02040503050406030204" pitchFamily="18" charset="0"/>
                            <a:ea typeface="Cambria Math" panose="02040503050406030204" pitchFamily="18" charset="0"/>
                          </a:rPr>
                          <m:t>121−21</m:t>
                        </m:r>
                      </m:e>
                    </m:rad>
                  </m:oMath>
                </a14:m>
                <a:endParaRPr lang="en-GB" sz="1200"/>
              </a:p>
            </p:txBody>
          </p:sp>
        </mc:Choice>
        <mc:Fallback xmlns="">
          <p:sp>
            <p:nvSpPr>
              <p:cNvPr id="75" name="TextBox 74">
                <a:extLst>
                  <a:ext uri="{FF2B5EF4-FFF2-40B4-BE49-F238E27FC236}">
                    <a16:creationId xmlns:a16="http://schemas.microsoft.com/office/drawing/2014/main" id="{188637C6-2072-364B-BB8A-44E65301C411}"/>
                  </a:ext>
                </a:extLst>
              </p:cNvPr>
              <p:cNvSpPr txBox="1">
                <a:spLocks noRot="1" noChangeAspect="1" noMove="1" noResize="1" noEditPoints="1" noAdjustHandles="1" noChangeArrowheads="1" noChangeShapeType="1" noTextEdit="1"/>
              </p:cNvSpPr>
              <p:nvPr/>
            </p:nvSpPr>
            <p:spPr>
              <a:xfrm>
                <a:off x="3486889" y="6259061"/>
                <a:ext cx="1048172" cy="295017"/>
              </a:xfrm>
              <a:prstGeom prst="rect">
                <a:avLst/>
              </a:prstGeom>
              <a:blipFill>
                <a:blip r:embed="rId17"/>
                <a:stretch>
                  <a:fillRect l="-581" b="-187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5C90B15B-92D2-B299-4778-A7281F9A28B2}"/>
                  </a:ext>
                </a:extLst>
              </p:cNvPr>
              <p:cNvSpPr txBox="1"/>
              <p:nvPr/>
            </p:nvSpPr>
            <p:spPr>
              <a:xfrm>
                <a:off x="5083278" y="6259061"/>
                <a:ext cx="971228" cy="292837"/>
              </a:xfrm>
              <a:prstGeom prst="rect">
                <a:avLst/>
              </a:prstGeom>
              <a:noFill/>
            </p:spPr>
            <p:txBody>
              <a:bodyPr wrap="none" rtlCol="0">
                <a:spAutoFit/>
              </a:bodyPr>
              <a:lstStyle/>
              <a:p>
                <a:r>
                  <a:rPr lang="en-US" sz="1200"/>
                  <a:t>h) </a:t>
                </a:r>
                <a14:m>
                  <m:oMath xmlns:m="http://schemas.openxmlformats.org/officeDocument/2006/math">
                    <m:rad>
                      <m:radPr>
                        <m:degHide m:val="on"/>
                        <m:ctrlPr>
                          <a:rPr lang="en-US" sz="1200" i="1" dirty="0">
                            <a:latin typeface="Cambria Math" panose="02040503050406030204" pitchFamily="18" charset="0"/>
                            <a:ea typeface="Cambria Math" panose="02040503050406030204" pitchFamily="18" charset="0"/>
                          </a:rPr>
                        </m:ctrlPr>
                      </m:radPr>
                      <m:deg/>
                      <m:e>
                        <m:r>
                          <a:rPr lang="en-GB" sz="1200" b="0" i="1" dirty="0" smtClean="0">
                            <a:latin typeface="Cambria Math" panose="02040503050406030204" pitchFamily="18" charset="0"/>
                            <a:ea typeface="Cambria Math" panose="02040503050406030204" pitchFamily="18" charset="0"/>
                          </a:rPr>
                          <m:t>64+36</m:t>
                        </m:r>
                      </m:e>
                    </m:rad>
                  </m:oMath>
                </a14:m>
                <a:endParaRPr lang="en-GB" sz="1200"/>
              </a:p>
            </p:txBody>
          </p:sp>
        </mc:Choice>
        <mc:Fallback xmlns="">
          <p:sp>
            <p:nvSpPr>
              <p:cNvPr id="76" name="TextBox 75">
                <a:extLst>
                  <a:ext uri="{FF2B5EF4-FFF2-40B4-BE49-F238E27FC236}">
                    <a16:creationId xmlns:a16="http://schemas.microsoft.com/office/drawing/2014/main" id="{5C90B15B-92D2-B299-4778-A7281F9A28B2}"/>
                  </a:ext>
                </a:extLst>
              </p:cNvPr>
              <p:cNvSpPr txBox="1">
                <a:spLocks noRot="1" noChangeAspect="1" noMove="1" noResize="1" noEditPoints="1" noAdjustHandles="1" noChangeArrowheads="1" noChangeShapeType="1" noTextEdit="1"/>
              </p:cNvSpPr>
              <p:nvPr/>
            </p:nvSpPr>
            <p:spPr>
              <a:xfrm>
                <a:off x="5083278" y="6259061"/>
                <a:ext cx="971228" cy="292837"/>
              </a:xfrm>
              <a:prstGeom prst="rect">
                <a:avLst/>
              </a:prstGeom>
              <a:blipFill>
                <a:blip r:embed="rId18"/>
                <a:stretch>
                  <a:fillRect l="-629"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4E178488-9DE5-8E76-803D-70D3B17691F3}"/>
                  </a:ext>
                </a:extLst>
              </p:cNvPr>
              <p:cNvSpPr txBox="1"/>
              <p:nvPr/>
            </p:nvSpPr>
            <p:spPr>
              <a:xfrm>
                <a:off x="322926" y="7250441"/>
                <a:ext cx="806118" cy="292837"/>
              </a:xfrm>
              <a:prstGeom prst="rect">
                <a:avLst/>
              </a:prstGeom>
              <a:noFill/>
            </p:spPr>
            <p:txBody>
              <a:bodyPr wrap="none" rtlCol="0">
                <a:spAutoFit/>
              </a:bodyPr>
              <a:lstStyle/>
              <a:p>
                <a:r>
                  <a:rPr lang="en-US" sz="1200"/>
                  <a:t>i)</a:t>
                </a:r>
                <a14:m>
                  <m:oMath xmlns:m="http://schemas.openxmlformats.org/officeDocument/2006/math">
                    <m:rad>
                      <m:radPr>
                        <m:degHide m:val="on"/>
                        <m:ctrlPr>
                          <a:rPr lang="en-GB" sz="1200" i="1">
                            <a:latin typeface="Cambria Math" panose="02040503050406030204" pitchFamily="18" charset="0"/>
                            <a:ea typeface="Cambria Math" panose="02040503050406030204" pitchFamily="18" charset="0"/>
                          </a:rPr>
                        </m:ctrlPr>
                      </m:radPr>
                      <m:deg/>
                      <m:e>
                        <m:r>
                          <a:rPr lang="en-GB" sz="1200" i="1">
                            <a:latin typeface="Cambria Math" panose="02040503050406030204" pitchFamily="18" charset="0"/>
                            <a:ea typeface="Cambria Math" panose="02040503050406030204" pitchFamily="18" charset="0"/>
                          </a:rPr>
                          <m:t>13+3</m:t>
                        </m:r>
                      </m:e>
                    </m:rad>
                  </m:oMath>
                </a14:m>
                <a:endParaRPr lang="en-GB" sz="1200"/>
              </a:p>
            </p:txBody>
          </p:sp>
        </mc:Choice>
        <mc:Fallback xmlns="">
          <p:sp>
            <p:nvSpPr>
              <p:cNvPr id="77" name="TextBox 76">
                <a:extLst>
                  <a:ext uri="{FF2B5EF4-FFF2-40B4-BE49-F238E27FC236}">
                    <a16:creationId xmlns:a16="http://schemas.microsoft.com/office/drawing/2014/main" id="{4E178488-9DE5-8E76-803D-70D3B17691F3}"/>
                  </a:ext>
                </a:extLst>
              </p:cNvPr>
              <p:cNvSpPr txBox="1">
                <a:spLocks noRot="1" noChangeAspect="1" noMove="1" noResize="1" noEditPoints="1" noAdjustHandles="1" noChangeArrowheads="1" noChangeShapeType="1" noTextEdit="1"/>
              </p:cNvSpPr>
              <p:nvPr/>
            </p:nvSpPr>
            <p:spPr>
              <a:xfrm>
                <a:off x="322926" y="7250441"/>
                <a:ext cx="806118" cy="292837"/>
              </a:xfrm>
              <a:prstGeom prst="rect">
                <a:avLst/>
              </a:prstGeom>
              <a:blipFill>
                <a:blip r:embed="rId19"/>
                <a:stretch>
                  <a:fillRect l="-758"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9EC3C47C-B101-E59B-BE0F-316BF641941C}"/>
                  </a:ext>
                </a:extLst>
              </p:cNvPr>
              <p:cNvSpPr txBox="1"/>
              <p:nvPr/>
            </p:nvSpPr>
            <p:spPr>
              <a:xfrm>
                <a:off x="1937008" y="7250441"/>
                <a:ext cx="753220" cy="296300"/>
              </a:xfrm>
              <a:prstGeom prst="rect">
                <a:avLst/>
              </a:prstGeom>
              <a:noFill/>
            </p:spPr>
            <p:txBody>
              <a:bodyPr wrap="none" rtlCol="0">
                <a:spAutoFit/>
              </a:bodyPr>
              <a:lstStyle/>
              <a:p>
                <a:r>
                  <a:rPr lang="en-US" sz="1200"/>
                  <a:t>j) </a:t>
                </a:r>
                <a14:m>
                  <m:oMath xmlns:m="http://schemas.openxmlformats.org/officeDocument/2006/math">
                    <m:rad>
                      <m:radPr>
                        <m:degHide m:val="on"/>
                        <m:ctrlPr>
                          <a:rPr lang="en-US" sz="1200" i="1" dirty="0">
                            <a:latin typeface="Cambria Math" panose="02040503050406030204" pitchFamily="18" charset="0"/>
                            <a:ea typeface="Cambria Math" panose="02040503050406030204" pitchFamily="18" charset="0"/>
                          </a:rPr>
                        </m:ctrlPr>
                      </m:radPr>
                      <m:deg/>
                      <m:e>
                        <m:r>
                          <a:rPr lang="en-GB" sz="1200" b="0" i="1" dirty="0" smtClean="0">
                            <a:latin typeface="Cambria Math" panose="02040503050406030204" pitchFamily="18" charset="0"/>
                            <a:ea typeface="Cambria Math" panose="02040503050406030204" pitchFamily="18" charset="0"/>
                          </a:rPr>
                          <m:t>5×5</m:t>
                        </m:r>
                      </m:e>
                    </m:rad>
                  </m:oMath>
                </a14:m>
                <a:endParaRPr lang="en-GB" sz="1200"/>
              </a:p>
            </p:txBody>
          </p:sp>
        </mc:Choice>
        <mc:Fallback xmlns="">
          <p:sp>
            <p:nvSpPr>
              <p:cNvPr id="78" name="TextBox 77">
                <a:extLst>
                  <a:ext uri="{FF2B5EF4-FFF2-40B4-BE49-F238E27FC236}">
                    <a16:creationId xmlns:a16="http://schemas.microsoft.com/office/drawing/2014/main" id="{9EC3C47C-B101-E59B-BE0F-316BF641941C}"/>
                  </a:ext>
                </a:extLst>
              </p:cNvPr>
              <p:cNvSpPr txBox="1">
                <a:spLocks noRot="1" noChangeAspect="1" noMove="1" noResize="1" noEditPoints="1" noAdjustHandles="1" noChangeArrowheads="1" noChangeShapeType="1" noTextEdit="1"/>
              </p:cNvSpPr>
              <p:nvPr/>
            </p:nvSpPr>
            <p:spPr>
              <a:xfrm>
                <a:off x="1937008" y="7250441"/>
                <a:ext cx="753220" cy="296300"/>
              </a:xfrm>
              <a:prstGeom prst="rect">
                <a:avLst/>
              </a:prstGeom>
              <a:blipFill>
                <a:blip r:embed="rId20"/>
                <a:stretch>
                  <a:fillRect l="-813" b="-1632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FC8BBD70-3CF7-3623-1ACE-726F2084F2BA}"/>
                  </a:ext>
                </a:extLst>
              </p:cNvPr>
              <p:cNvSpPr txBox="1"/>
              <p:nvPr/>
            </p:nvSpPr>
            <p:spPr>
              <a:xfrm>
                <a:off x="3486889" y="7250441"/>
                <a:ext cx="876650" cy="294376"/>
              </a:xfrm>
              <a:prstGeom prst="rect">
                <a:avLst/>
              </a:prstGeom>
              <a:noFill/>
            </p:spPr>
            <p:txBody>
              <a:bodyPr wrap="none" rtlCol="0">
                <a:spAutoFit/>
              </a:bodyPr>
              <a:lstStyle/>
              <a:p>
                <a:r>
                  <a:rPr lang="en-US" sz="1200"/>
                  <a:t>k) </a:t>
                </a:r>
                <a14:m>
                  <m:oMath xmlns:m="http://schemas.openxmlformats.org/officeDocument/2006/math">
                    <m:rad>
                      <m:radPr>
                        <m:degHide m:val="on"/>
                        <m:ctrlPr>
                          <a:rPr lang="en-US" sz="1200" i="1" dirty="0">
                            <a:latin typeface="Cambria Math" panose="02040503050406030204" pitchFamily="18" charset="0"/>
                            <a:ea typeface="Cambria Math" panose="02040503050406030204" pitchFamily="18" charset="0"/>
                          </a:rPr>
                        </m:ctrlPr>
                      </m:radPr>
                      <m:deg/>
                      <m:e>
                        <m:r>
                          <a:rPr lang="en-GB" sz="1200" b="0" i="1" dirty="0" smtClean="0">
                            <a:latin typeface="Cambria Math" panose="02040503050406030204" pitchFamily="18" charset="0"/>
                            <a:ea typeface="Cambria Math" panose="02040503050406030204" pitchFamily="18" charset="0"/>
                          </a:rPr>
                          <m:t>40−4</m:t>
                        </m:r>
                      </m:e>
                    </m:rad>
                  </m:oMath>
                </a14:m>
                <a:endParaRPr lang="en-GB" sz="1200"/>
              </a:p>
            </p:txBody>
          </p:sp>
        </mc:Choice>
        <mc:Fallback xmlns="">
          <p:sp>
            <p:nvSpPr>
              <p:cNvPr id="83" name="TextBox 82">
                <a:extLst>
                  <a:ext uri="{FF2B5EF4-FFF2-40B4-BE49-F238E27FC236}">
                    <a16:creationId xmlns:a16="http://schemas.microsoft.com/office/drawing/2014/main" id="{FC8BBD70-3CF7-3623-1ACE-726F2084F2BA}"/>
                  </a:ext>
                </a:extLst>
              </p:cNvPr>
              <p:cNvSpPr txBox="1">
                <a:spLocks noRot="1" noChangeAspect="1" noMove="1" noResize="1" noEditPoints="1" noAdjustHandles="1" noChangeArrowheads="1" noChangeShapeType="1" noTextEdit="1"/>
              </p:cNvSpPr>
              <p:nvPr/>
            </p:nvSpPr>
            <p:spPr>
              <a:xfrm>
                <a:off x="3486889" y="7250441"/>
                <a:ext cx="876650" cy="294376"/>
              </a:xfrm>
              <a:prstGeom prst="rect">
                <a:avLst/>
              </a:prstGeom>
              <a:blipFill>
                <a:blip r:embed="rId21"/>
                <a:stretch>
                  <a:fillRect l="-694"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0253E3FF-EDED-F589-24D4-D76EF5A4B805}"/>
                  </a:ext>
                </a:extLst>
              </p:cNvPr>
              <p:cNvSpPr txBox="1"/>
              <p:nvPr/>
            </p:nvSpPr>
            <p:spPr>
              <a:xfrm>
                <a:off x="5083278" y="7250441"/>
                <a:ext cx="657616" cy="296300"/>
              </a:xfrm>
              <a:prstGeom prst="rect">
                <a:avLst/>
              </a:prstGeom>
              <a:noFill/>
            </p:spPr>
            <p:txBody>
              <a:bodyPr wrap="none" rtlCol="0">
                <a:spAutoFit/>
              </a:bodyPr>
              <a:lstStyle/>
              <a:p>
                <a:r>
                  <a:rPr lang="en-US" sz="1200"/>
                  <a:t>l) </a:t>
                </a:r>
                <a14:m>
                  <m:oMath xmlns:m="http://schemas.openxmlformats.org/officeDocument/2006/math">
                    <m:rad>
                      <m:radPr>
                        <m:degHide m:val="on"/>
                        <m:ctrlPr>
                          <a:rPr lang="en-US" sz="1200" i="1" dirty="0">
                            <a:latin typeface="Cambria Math" panose="02040503050406030204" pitchFamily="18" charset="0"/>
                            <a:ea typeface="Cambria Math" panose="02040503050406030204" pitchFamily="18" charset="0"/>
                          </a:rPr>
                        </m:ctrlPr>
                      </m:radPr>
                      <m:deg/>
                      <m:e>
                        <m:r>
                          <a:rPr lang="en-GB" sz="1200" b="0" i="1" dirty="0" smtClean="0">
                            <a:latin typeface="Cambria Math" panose="02040503050406030204" pitchFamily="18" charset="0"/>
                            <a:ea typeface="Cambria Math" panose="02040503050406030204" pitchFamily="18" charset="0"/>
                          </a:rPr>
                          <m:t>225</m:t>
                        </m:r>
                      </m:e>
                    </m:rad>
                  </m:oMath>
                </a14:m>
                <a:endParaRPr lang="en-GB" sz="1200"/>
              </a:p>
            </p:txBody>
          </p:sp>
        </mc:Choice>
        <mc:Fallback xmlns="">
          <p:sp>
            <p:nvSpPr>
              <p:cNvPr id="85" name="TextBox 84">
                <a:extLst>
                  <a:ext uri="{FF2B5EF4-FFF2-40B4-BE49-F238E27FC236}">
                    <a16:creationId xmlns:a16="http://schemas.microsoft.com/office/drawing/2014/main" id="{0253E3FF-EDED-F589-24D4-D76EF5A4B805}"/>
                  </a:ext>
                </a:extLst>
              </p:cNvPr>
              <p:cNvSpPr txBox="1">
                <a:spLocks noRot="1" noChangeAspect="1" noMove="1" noResize="1" noEditPoints="1" noAdjustHandles="1" noChangeArrowheads="1" noChangeShapeType="1" noTextEdit="1"/>
              </p:cNvSpPr>
              <p:nvPr/>
            </p:nvSpPr>
            <p:spPr>
              <a:xfrm>
                <a:off x="5083278" y="7250441"/>
                <a:ext cx="657616" cy="296300"/>
              </a:xfrm>
              <a:prstGeom prst="rect">
                <a:avLst/>
              </a:prstGeom>
              <a:blipFill>
                <a:blip r:embed="rId22"/>
                <a:stretch>
                  <a:fillRect l="-926" b="-16327"/>
                </a:stretch>
              </a:blipFill>
            </p:spPr>
            <p:txBody>
              <a:bodyPr/>
              <a:lstStyle/>
              <a:p>
                <a:r>
                  <a:rPr lang="en-US">
                    <a:noFill/>
                  </a:rPr>
                  <a:t> </a:t>
                </a:r>
              </a:p>
            </p:txBody>
          </p:sp>
        </mc:Fallback>
      </mc:AlternateContent>
      <p:sp>
        <p:nvSpPr>
          <p:cNvPr id="86" name="Rectangle 85">
            <a:extLst>
              <a:ext uri="{FF2B5EF4-FFF2-40B4-BE49-F238E27FC236}">
                <a16:creationId xmlns:a16="http://schemas.microsoft.com/office/drawing/2014/main" id="{13466685-05C0-140A-FDE2-021F44E5681F}"/>
              </a:ext>
            </a:extLst>
          </p:cNvPr>
          <p:cNvSpPr/>
          <p:nvPr/>
        </p:nvSpPr>
        <p:spPr>
          <a:xfrm>
            <a:off x="394530" y="6549845"/>
            <a:ext cx="1277244" cy="402641"/>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8" name="Rectangle 87">
            <a:extLst>
              <a:ext uri="{FF2B5EF4-FFF2-40B4-BE49-F238E27FC236}">
                <a16:creationId xmlns:a16="http://schemas.microsoft.com/office/drawing/2014/main" id="{381E7786-592C-16C4-1C03-D061C8529716}"/>
              </a:ext>
            </a:extLst>
          </p:cNvPr>
          <p:cNvSpPr/>
          <p:nvPr/>
        </p:nvSpPr>
        <p:spPr>
          <a:xfrm>
            <a:off x="409513" y="7579773"/>
            <a:ext cx="1277244" cy="402641"/>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9" name="Rectangle 88">
            <a:extLst>
              <a:ext uri="{FF2B5EF4-FFF2-40B4-BE49-F238E27FC236}">
                <a16:creationId xmlns:a16="http://schemas.microsoft.com/office/drawing/2014/main" id="{122F511C-6F40-16DF-1FA7-5CA2DA15BEEE}"/>
              </a:ext>
            </a:extLst>
          </p:cNvPr>
          <p:cNvSpPr/>
          <p:nvPr/>
        </p:nvSpPr>
        <p:spPr>
          <a:xfrm>
            <a:off x="1990545" y="5577338"/>
            <a:ext cx="1277244" cy="402641"/>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1" name="Rectangle 90">
            <a:extLst>
              <a:ext uri="{FF2B5EF4-FFF2-40B4-BE49-F238E27FC236}">
                <a16:creationId xmlns:a16="http://schemas.microsoft.com/office/drawing/2014/main" id="{C9590E8D-C951-25A4-BF2D-B231FB247682}"/>
              </a:ext>
            </a:extLst>
          </p:cNvPr>
          <p:cNvSpPr/>
          <p:nvPr/>
        </p:nvSpPr>
        <p:spPr>
          <a:xfrm>
            <a:off x="1990545" y="6549845"/>
            <a:ext cx="1277244" cy="402641"/>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2" name="Rectangle 91">
            <a:extLst>
              <a:ext uri="{FF2B5EF4-FFF2-40B4-BE49-F238E27FC236}">
                <a16:creationId xmlns:a16="http://schemas.microsoft.com/office/drawing/2014/main" id="{DD31DF39-0A87-765B-440B-732DBFB5489A}"/>
              </a:ext>
            </a:extLst>
          </p:cNvPr>
          <p:cNvSpPr/>
          <p:nvPr/>
        </p:nvSpPr>
        <p:spPr>
          <a:xfrm>
            <a:off x="2005528" y="7579773"/>
            <a:ext cx="1277244" cy="402641"/>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4" name="Rectangle 93">
            <a:extLst>
              <a:ext uri="{FF2B5EF4-FFF2-40B4-BE49-F238E27FC236}">
                <a16:creationId xmlns:a16="http://schemas.microsoft.com/office/drawing/2014/main" id="{41E56DE8-B1C4-1B7E-3282-813A48248D1C}"/>
              </a:ext>
            </a:extLst>
          </p:cNvPr>
          <p:cNvSpPr/>
          <p:nvPr/>
        </p:nvSpPr>
        <p:spPr>
          <a:xfrm>
            <a:off x="3574512" y="5577338"/>
            <a:ext cx="1277244" cy="402641"/>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5" name="Rectangle 94">
            <a:extLst>
              <a:ext uri="{FF2B5EF4-FFF2-40B4-BE49-F238E27FC236}">
                <a16:creationId xmlns:a16="http://schemas.microsoft.com/office/drawing/2014/main" id="{F76417CA-467E-28A1-758A-47DE6EDAB272}"/>
              </a:ext>
            </a:extLst>
          </p:cNvPr>
          <p:cNvSpPr/>
          <p:nvPr/>
        </p:nvSpPr>
        <p:spPr>
          <a:xfrm>
            <a:off x="3574512" y="6549845"/>
            <a:ext cx="1277244" cy="402641"/>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6" name="Rectangle 95">
            <a:extLst>
              <a:ext uri="{FF2B5EF4-FFF2-40B4-BE49-F238E27FC236}">
                <a16:creationId xmlns:a16="http://schemas.microsoft.com/office/drawing/2014/main" id="{3F2301E8-335C-941B-A2F2-D1764714D3BD}"/>
              </a:ext>
            </a:extLst>
          </p:cNvPr>
          <p:cNvSpPr/>
          <p:nvPr/>
        </p:nvSpPr>
        <p:spPr>
          <a:xfrm>
            <a:off x="3589495" y="7579773"/>
            <a:ext cx="1277244" cy="402641"/>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7" name="Rectangle 96">
            <a:extLst>
              <a:ext uri="{FF2B5EF4-FFF2-40B4-BE49-F238E27FC236}">
                <a16:creationId xmlns:a16="http://schemas.microsoft.com/office/drawing/2014/main" id="{FD4CDC78-4FBC-60BB-A222-10761DDF8D55}"/>
              </a:ext>
            </a:extLst>
          </p:cNvPr>
          <p:cNvSpPr/>
          <p:nvPr/>
        </p:nvSpPr>
        <p:spPr>
          <a:xfrm>
            <a:off x="5200587" y="5577338"/>
            <a:ext cx="1277244" cy="402641"/>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8" name="Rectangle 97">
            <a:extLst>
              <a:ext uri="{FF2B5EF4-FFF2-40B4-BE49-F238E27FC236}">
                <a16:creationId xmlns:a16="http://schemas.microsoft.com/office/drawing/2014/main" id="{317C9099-7076-C075-370A-8A9C8C92B3FF}"/>
              </a:ext>
            </a:extLst>
          </p:cNvPr>
          <p:cNvSpPr/>
          <p:nvPr/>
        </p:nvSpPr>
        <p:spPr>
          <a:xfrm>
            <a:off x="5200587" y="6549845"/>
            <a:ext cx="1277244" cy="402641"/>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9" name="Rectangle 98">
            <a:extLst>
              <a:ext uri="{FF2B5EF4-FFF2-40B4-BE49-F238E27FC236}">
                <a16:creationId xmlns:a16="http://schemas.microsoft.com/office/drawing/2014/main" id="{D4AB633D-B1F6-DEF3-CEDC-9AEC3BEB3409}"/>
              </a:ext>
            </a:extLst>
          </p:cNvPr>
          <p:cNvSpPr/>
          <p:nvPr/>
        </p:nvSpPr>
        <p:spPr>
          <a:xfrm>
            <a:off x="5215570" y="7579773"/>
            <a:ext cx="1277244" cy="402641"/>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21FF2D10-E48C-FF6A-8532-0E2E2A33792D}"/>
                  </a:ext>
                </a:extLst>
              </p:cNvPr>
              <p:cNvSpPr txBox="1"/>
              <p:nvPr/>
            </p:nvSpPr>
            <p:spPr>
              <a:xfrm>
                <a:off x="331122" y="8263892"/>
                <a:ext cx="945643" cy="295017"/>
              </a:xfrm>
              <a:prstGeom prst="rect">
                <a:avLst/>
              </a:prstGeom>
              <a:noFill/>
            </p:spPr>
            <p:txBody>
              <a:bodyPr wrap="none" rtlCol="0">
                <a:spAutoFit/>
              </a:bodyPr>
              <a:lstStyle/>
              <a:p>
                <a:r>
                  <a:rPr lang="en-US" sz="1200"/>
                  <a:t>m) </a:t>
                </a:r>
                <a14:m>
                  <m:oMath xmlns:m="http://schemas.openxmlformats.org/officeDocument/2006/math">
                    <m:rad>
                      <m:radPr>
                        <m:degHide m:val="on"/>
                        <m:ctrlPr>
                          <a:rPr lang="en-US" sz="1200" i="1" dirty="0">
                            <a:latin typeface="Cambria Math" panose="02040503050406030204" pitchFamily="18" charset="0"/>
                            <a:ea typeface="Cambria Math" panose="02040503050406030204" pitchFamily="18" charset="0"/>
                          </a:rPr>
                        </m:ctrlPr>
                      </m:radPr>
                      <m:deg/>
                      <m:e>
                        <m:r>
                          <a:rPr lang="en-GB" sz="1200" b="0" i="1" dirty="0" smtClean="0">
                            <a:latin typeface="Cambria Math" panose="02040503050406030204" pitchFamily="18" charset="0"/>
                            <a:ea typeface="Cambria Math" panose="02040503050406030204" pitchFamily="18" charset="0"/>
                          </a:rPr>
                          <m:t>0</m:t>
                        </m:r>
                      </m:e>
                    </m:rad>
                    <m:r>
                      <a:rPr lang="en-GB" sz="1200" b="0" i="1" dirty="0" smtClean="0">
                        <a:latin typeface="Cambria Math" panose="02040503050406030204" pitchFamily="18" charset="0"/>
                        <a:ea typeface="Cambria Math" panose="02040503050406030204" pitchFamily="18" charset="0"/>
                      </a:rPr>
                      <m:t>+</m:t>
                    </m:r>
                    <m:rad>
                      <m:radPr>
                        <m:degHide m:val="on"/>
                        <m:ctrlPr>
                          <a:rPr lang="en-US" sz="1200" i="1" dirty="0">
                            <a:latin typeface="Cambria Math" panose="02040503050406030204" pitchFamily="18" charset="0"/>
                            <a:ea typeface="Cambria Math" panose="02040503050406030204" pitchFamily="18" charset="0"/>
                          </a:rPr>
                        </m:ctrlPr>
                      </m:radPr>
                      <m:deg/>
                      <m:e>
                        <m:r>
                          <a:rPr lang="en-GB" sz="1200" b="0" i="1" dirty="0" smtClean="0">
                            <a:latin typeface="Cambria Math" panose="02040503050406030204" pitchFamily="18" charset="0"/>
                            <a:ea typeface="Cambria Math" panose="02040503050406030204" pitchFamily="18" charset="0"/>
                          </a:rPr>
                          <m:t>1</m:t>
                        </m:r>
                      </m:e>
                    </m:rad>
                  </m:oMath>
                </a14:m>
                <a:endParaRPr lang="en-GB" sz="1200"/>
              </a:p>
            </p:txBody>
          </p:sp>
        </mc:Choice>
        <mc:Fallback xmlns="">
          <p:sp>
            <p:nvSpPr>
              <p:cNvPr id="100" name="TextBox 99">
                <a:extLst>
                  <a:ext uri="{FF2B5EF4-FFF2-40B4-BE49-F238E27FC236}">
                    <a16:creationId xmlns:a16="http://schemas.microsoft.com/office/drawing/2014/main" id="{21FF2D10-E48C-FF6A-8532-0E2E2A33792D}"/>
                  </a:ext>
                </a:extLst>
              </p:cNvPr>
              <p:cNvSpPr txBox="1">
                <a:spLocks noRot="1" noChangeAspect="1" noMove="1" noResize="1" noEditPoints="1" noAdjustHandles="1" noChangeArrowheads="1" noChangeShapeType="1" noTextEdit="1"/>
              </p:cNvSpPr>
              <p:nvPr/>
            </p:nvSpPr>
            <p:spPr>
              <a:xfrm>
                <a:off x="331122" y="8263892"/>
                <a:ext cx="945643" cy="295017"/>
              </a:xfrm>
              <a:prstGeom prst="rect">
                <a:avLst/>
              </a:prstGeom>
              <a:blipFill>
                <a:blip r:embed="rId23"/>
                <a:stretch>
                  <a:fillRect b="-187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1" name="TextBox 100">
                <a:extLst>
                  <a:ext uri="{FF2B5EF4-FFF2-40B4-BE49-F238E27FC236}">
                    <a16:creationId xmlns:a16="http://schemas.microsoft.com/office/drawing/2014/main" id="{7420AD8E-9DE5-F353-431E-88C9F4CFFD42}"/>
                  </a:ext>
                </a:extLst>
              </p:cNvPr>
              <p:cNvSpPr txBox="1"/>
              <p:nvPr/>
            </p:nvSpPr>
            <p:spPr>
              <a:xfrm>
                <a:off x="1945204" y="8263892"/>
                <a:ext cx="801310" cy="294761"/>
              </a:xfrm>
              <a:prstGeom prst="rect">
                <a:avLst/>
              </a:prstGeom>
              <a:noFill/>
            </p:spPr>
            <p:txBody>
              <a:bodyPr wrap="none" rtlCol="0">
                <a:spAutoFit/>
              </a:bodyPr>
              <a:lstStyle/>
              <a:p>
                <a:r>
                  <a:rPr lang="en-US" sz="1200"/>
                  <a:t>n) </a:t>
                </a:r>
                <a14:m>
                  <m:oMath xmlns:m="http://schemas.openxmlformats.org/officeDocument/2006/math">
                    <m:rad>
                      <m:radPr>
                        <m:degHide m:val="on"/>
                        <m:ctrlPr>
                          <a:rPr lang="en-US" sz="1200" i="1" dirty="0">
                            <a:latin typeface="Cambria Math" panose="02040503050406030204" pitchFamily="18" charset="0"/>
                            <a:ea typeface="Cambria Math" panose="02040503050406030204" pitchFamily="18" charset="0"/>
                          </a:rPr>
                        </m:ctrlPr>
                      </m:radPr>
                      <m:deg/>
                      <m:e>
                        <m:r>
                          <a:rPr lang="en-GB" sz="1200" b="0" i="1" dirty="0" smtClean="0">
                            <a:latin typeface="Cambria Math" panose="02040503050406030204" pitchFamily="18" charset="0"/>
                            <a:ea typeface="Cambria Math" panose="02040503050406030204" pitchFamily="18" charset="0"/>
                          </a:rPr>
                          <m:t>5+4</m:t>
                        </m:r>
                      </m:e>
                    </m:rad>
                  </m:oMath>
                </a14:m>
                <a:endParaRPr lang="en-GB" sz="1200"/>
              </a:p>
            </p:txBody>
          </p:sp>
        </mc:Choice>
        <mc:Fallback xmlns="">
          <p:sp>
            <p:nvSpPr>
              <p:cNvPr id="101" name="TextBox 100">
                <a:extLst>
                  <a:ext uri="{FF2B5EF4-FFF2-40B4-BE49-F238E27FC236}">
                    <a16:creationId xmlns:a16="http://schemas.microsoft.com/office/drawing/2014/main" id="{7420AD8E-9DE5-F353-431E-88C9F4CFFD42}"/>
                  </a:ext>
                </a:extLst>
              </p:cNvPr>
              <p:cNvSpPr txBox="1">
                <a:spLocks noRot="1" noChangeAspect="1" noMove="1" noResize="1" noEditPoints="1" noAdjustHandles="1" noChangeArrowheads="1" noChangeShapeType="1" noTextEdit="1"/>
              </p:cNvSpPr>
              <p:nvPr/>
            </p:nvSpPr>
            <p:spPr>
              <a:xfrm>
                <a:off x="1945204" y="8263892"/>
                <a:ext cx="801310" cy="294761"/>
              </a:xfrm>
              <a:prstGeom prst="rect">
                <a:avLst/>
              </a:prstGeom>
              <a:blipFill>
                <a:blip r:embed="rId24"/>
                <a:stretch>
                  <a:fillRect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5D1FA419-32D4-A957-59A8-0DB5CC900DDD}"/>
                  </a:ext>
                </a:extLst>
              </p:cNvPr>
              <p:cNvSpPr txBox="1"/>
              <p:nvPr/>
            </p:nvSpPr>
            <p:spPr>
              <a:xfrm>
                <a:off x="3495085" y="8263892"/>
                <a:ext cx="1156599" cy="292837"/>
              </a:xfrm>
              <a:prstGeom prst="rect">
                <a:avLst/>
              </a:prstGeom>
              <a:noFill/>
            </p:spPr>
            <p:txBody>
              <a:bodyPr wrap="none" rtlCol="0">
                <a:spAutoFit/>
              </a:bodyPr>
              <a:lstStyle/>
              <a:p>
                <a:r>
                  <a:rPr lang="en-US" sz="1200"/>
                  <a:t>o) </a:t>
                </a:r>
                <a14:m>
                  <m:oMath xmlns:m="http://schemas.openxmlformats.org/officeDocument/2006/math">
                    <m:rad>
                      <m:radPr>
                        <m:degHide m:val="on"/>
                        <m:ctrlPr>
                          <a:rPr lang="en-US" sz="1200" i="1" dirty="0">
                            <a:latin typeface="Cambria Math" panose="02040503050406030204" pitchFamily="18" charset="0"/>
                            <a:ea typeface="Cambria Math" panose="02040503050406030204" pitchFamily="18" charset="0"/>
                          </a:rPr>
                        </m:ctrlPr>
                      </m:radPr>
                      <m:deg/>
                      <m:e>
                        <m:r>
                          <a:rPr lang="en-GB" sz="1200" b="0" i="1" dirty="0" smtClean="0">
                            <a:latin typeface="Cambria Math" panose="02040503050406030204" pitchFamily="18" charset="0"/>
                            <a:ea typeface="Cambria Math" panose="02040503050406030204" pitchFamily="18" charset="0"/>
                          </a:rPr>
                          <m:t>10+1−2</m:t>
                        </m:r>
                      </m:e>
                    </m:rad>
                  </m:oMath>
                </a14:m>
                <a:endParaRPr lang="en-GB" sz="1200"/>
              </a:p>
            </p:txBody>
          </p:sp>
        </mc:Choice>
        <mc:Fallback xmlns="">
          <p:sp>
            <p:nvSpPr>
              <p:cNvPr id="102" name="TextBox 101">
                <a:extLst>
                  <a:ext uri="{FF2B5EF4-FFF2-40B4-BE49-F238E27FC236}">
                    <a16:creationId xmlns:a16="http://schemas.microsoft.com/office/drawing/2014/main" id="{5D1FA419-32D4-A957-59A8-0DB5CC900DDD}"/>
                  </a:ext>
                </a:extLst>
              </p:cNvPr>
              <p:cNvSpPr txBox="1">
                <a:spLocks noRot="1" noChangeAspect="1" noMove="1" noResize="1" noEditPoints="1" noAdjustHandles="1" noChangeArrowheads="1" noChangeShapeType="1" noTextEdit="1"/>
              </p:cNvSpPr>
              <p:nvPr/>
            </p:nvSpPr>
            <p:spPr>
              <a:xfrm>
                <a:off x="3495085" y="8263892"/>
                <a:ext cx="1156599" cy="292837"/>
              </a:xfrm>
              <a:prstGeom prst="rect">
                <a:avLst/>
              </a:prstGeom>
              <a:blipFill>
                <a:blip r:embed="rId25"/>
                <a:stretch>
                  <a:fillRect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3" name="TextBox 102">
                <a:extLst>
                  <a:ext uri="{FF2B5EF4-FFF2-40B4-BE49-F238E27FC236}">
                    <a16:creationId xmlns:a16="http://schemas.microsoft.com/office/drawing/2014/main" id="{B07EBD87-CB20-3760-D936-D9C0059A2716}"/>
                  </a:ext>
                </a:extLst>
              </p:cNvPr>
              <p:cNvSpPr txBox="1"/>
              <p:nvPr/>
            </p:nvSpPr>
            <p:spPr>
              <a:xfrm>
                <a:off x="5091474" y="8263892"/>
                <a:ext cx="1357103" cy="295017"/>
              </a:xfrm>
              <a:prstGeom prst="rect">
                <a:avLst/>
              </a:prstGeom>
              <a:noFill/>
            </p:spPr>
            <p:txBody>
              <a:bodyPr wrap="none" rtlCol="0">
                <a:spAutoFit/>
              </a:bodyPr>
              <a:lstStyle/>
              <a:p>
                <a:r>
                  <a:rPr lang="en-US" sz="1200"/>
                  <a:t>p) </a:t>
                </a:r>
                <a14:m>
                  <m:oMath xmlns:m="http://schemas.openxmlformats.org/officeDocument/2006/math">
                    <m:rad>
                      <m:radPr>
                        <m:degHide m:val="on"/>
                        <m:ctrlPr>
                          <a:rPr lang="en-US" sz="1200" i="1" dirty="0">
                            <a:latin typeface="Cambria Math" panose="02040503050406030204" pitchFamily="18" charset="0"/>
                            <a:ea typeface="Cambria Math" panose="02040503050406030204" pitchFamily="18" charset="0"/>
                          </a:rPr>
                        </m:ctrlPr>
                      </m:radPr>
                      <m:deg/>
                      <m:e>
                        <m:r>
                          <a:rPr lang="en-GB" sz="1200" b="0" i="1" dirty="0" smtClean="0">
                            <a:latin typeface="Cambria Math" panose="02040503050406030204" pitchFamily="18" charset="0"/>
                            <a:ea typeface="Cambria Math" panose="02040503050406030204" pitchFamily="18" charset="0"/>
                          </a:rPr>
                          <m:t>16</m:t>
                        </m:r>
                      </m:e>
                    </m:rad>
                    <m:r>
                      <a:rPr lang="en-GB" sz="1200" b="0" i="1" dirty="0" smtClean="0">
                        <a:latin typeface="Cambria Math" panose="02040503050406030204" pitchFamily="18" charset="0"/>
                        <a:ea typeface="Cambria Math" panose="02040503050406030204" pitchFamily="18" charset="0"/>
                      </a:rPr>
                      <m:t>−</m:t>
                    </m:r>
                    <m:rad>
                      <m:radPr>
                        <m:degHide m:val="on"/>
                        <m:ctrlPr>
                          <a:rPr lang="en-GB" sz="1200" b="0" i="1" dirty="0" smtClean="0">
                            <a:latin typeface="Cambria Math" panose="02040503050406030204" pitchFamily="18" charset="0"/>
                            <a:ea typeface="Cambria Math" panose="02040503050406030204" pitchFamily="18" charset="0"/>
                          </a:rPr>
                        </m:ctrlPr>
                      </m:radPr>
                      <m:deg/>
                      <m:e>
                        <m:r>
                          <a:rPr lang="en-GB" sz="1200" b="0" i="1" dirty="0" smtClean="0">
                            <a:latin typeface="Cambria Math" panose="02040503050406030204" pitchFamily="18" charset="0"/>
                            <a:ea typeface="Cambria Math" panose="02040503050406030204" pitchFamily="18" charset="0"/>
                          </a:rPr>
                          <m:t>9</m:t>
                        </m:r>
                      </m:e>
                    </m:rad>
                    <m:r>
                      <a:rPr lang="en-GB" sz="1200" b="0" i="1" dirty="0" smtClean="0">
                        <a:latin typeface="Cambria Math" panose="02040503050406030204" pitchFamily="18" charset="0"/>
                        <a:ea typeface="Cambria Math" panose="02040503050406030204" pitchFamily="18" charset="0"/>
                      </a:rPr>
                      <m:t>+</m:t>
                    </m:r>
                    <m:rad>
                      <m:radPr>
                        <m:degHide m:val="on"/>
                        <m:ctrlPr>
                          <a:rPr lang="en-GB" sz="1200" b="0" i="1" dirty="0" smtClean="0">
                            <a:latin typeface="Cambria Math" panose="02040503050406030204" pitchFamily="18" charset="0"/>
                            <a:ea typeface="Cambria Math" panose="02040503050406030204" pitchFamily="18" charset="0"/>
                          </a:rPr>
                        </m:ctrlPr>
                      </m:radPr>
                      <m:deg/>
                      <m:e>
                        <m:r>
                          <a:rPr lang="en-GB" sz="1200" b="0" i="1" dirty="0" smtClean="0">
                            <a:latin typeface="Cambria Math" panose="02040503050406030204" pitchFamily="18" charset="0"/>
                            <a:ea typeface="Cambria Math" panose="02040503050406030204" pitchFamily="18" charset="0"/>
                          </a:rPr>
                          <m:t>1</m:t>
                        </m:r>
                      </m:e>
                    </m:rad>
                  </m:oMath>
                </a14:m>
                <a:endParaRPr lang="en-GB" sz="1200"/>
              </a:p>
            </p:txBody>
          </p:sp>
        </mc:Choice>
        <mc:Fallback xmlns="">
          <p:sp>
            <p:nvSpPr>
              <p:cNvPr id="103" name="TextBox 102">
                <a:extLst>
                  <a:ext uri="{FF2B5EF4-FFF2-40B4-BE49-F238E27FC236}">
                    <a16:creationId xmlns:a16="http://schemas.microsoft.com/office/drawing/2014/main" id="{B07EBD87-CB20-3760-D936-D9C0059A2716}"/>
                  </a:ext>
                </a:extLst>
              </p:cNvPr>
              <p:cNvSpPr txBox="1">
                <a:spLocks noRot="1" noChangeAspect="1" noMove="1" noResize="1" noEditPoints="1" noAdjustHandles="1" noChangeArrowheads="1" noChangeShapeType="1" noTextEdit="1"/>
              </p:cNvSpPr>
              <p:nvPr/>
            </p:nvSpPr>
            <p:spPr>
              <a:xfrm>
                <a:off x="5091474" y="8263892"/>
                <a:ext cx="1357103" cy="295017"/>
              </a:xfrm>
              <a:prstGeom prst="rect">
                <a:avLst/>
              </a:prstGeom>
              <a:blipFill>
                <a:blip r:embed="rId26"/>
                <a:stretch>
                  <a:fillRect b="-18750"/>
                </a:stretch>
              </a:blipFill>
            </p:spPr>
            <p:txBody>
              <a:bodyPr/>
              <a:lstStyle/>
              <a:p>
                <a:r>
                  <a:rPr lang="en-US">
                    <a:noFill/>
                  </a:rPr>
                  <a:t> </a:t>
                </a:r>
              </a:p>
            </p:txBody>
          </p:sp>
        </mc:Fallback>
      </mc:AlternateContent>
      <p:sp>
        <p:nvSpPr>
          <p:cNvPr id="104" name="Rectangle 103">
            <a:extLst>
              <a:ext uri="{FF2B5EF4-FFF2-40B4-BE49-F238E27FC236}">
                <a16:creationId xmlns:a16="http://schemas.microsoft.com/office/drawing/2014/main" id="{ADA4B187-2BBC-BF49-67AE-8C1F123D89B4}"/>
              </a:ext>
            </a:extLst>
          </p:cNvPr>
          <p:cNvSpPr/>
          <p:nvPr/>
        </p:nvSpPr>
        <p:spPr>
          <a:xfrm>
            <a:off x="417709" y="8593224"/>
            <a:ext cx="1277244" cy="402641"/>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5" name="Rectangle 104">
            <a:extLst>
              <a:ext uri="{FF2B5EF4-FFF2-40B4-BE49-F238E27FC236}">
                <a16:creationId xmlns:a16="http://schemas.microsoft.com/office/drawing/2014/main" id="{BC4EE0B3-1648-73C4-DA4E-068DAA0A8B0D}"/>
              </a:ext>
            </a:extLst>
          </p:cNvPr>
          <p:cNvSpPr/>
          <p:nvPr/>
        </p:nvSpPr>
        <p:spPr>
          <a:xfrm>
            <a:off x="2013724" y="8593224"/>
            <a:ext cx="1277244" cy="402641"/>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6" name="Rectangle 105">
            <a:extLst>
              <a:ext uri="{FF2B5EF4-FFF2-40B4-BE49-F238E27FC236}">
                <a16:creationId xmlns:a16="http://schemas.microsoft.com/office/drawing/2014/main" id="{F0F8DD4F-DE8D-F598-C401-9E6172641603}"/>
              </a:ext>
            </a:extLst>
          </p:cNvPr>
          <p:cNvSpPr/>
          <p:nvPr/>
        </p:nvSpPr>
        <p:spPr>
          <a:xfrm>
            <a:off x="3597691" y="8593224"/>
            <a:ext cx="1277244" cy="402641"/>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7" name="Rectangle 106">
            <a:extLst>
              <a:ext uri="{FF2B5EF4-FFF2-40B4-BE49-F238E27FC236}">
                <a16:creationId xmlns:a16="http://schemas.microsoft.com/office/drawing/2014/main" id="{4634E4A2-7310-ABAF-2AFA-98AC500CFFFD}"/>
              </a:ext>
            </a:extLst>
          </p:cNvPr>
          <p:cNvSpPr/>
          <p:nvPr/>
        </p:nvSpPr>
        <p:spPr>
          <a:xfrm>
            <a:off x="5223766" y="8593224"/>
            <a:ext cx="1277244" cy="402641"/>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8" name="Rectangle 107">
            <a:extLst>
              <a:ext uri="{FF2B5EF4-FFF2-40B4-BE49-F238E27FC236}">
                <a16:creationId xmlns:a16="http://schemas.microsoft.com/office/drawing/2014/main" id="{A3D3B1EB-3F03-F4AA-58C7-2593DB88B900}"/>
              </a:ext>
            </a:extLst>
          </p:cNvPr>
          <p:cNvSpPr/>
          <p:nvPr/>
        </p:nvSpPr>
        <p:spPr>
          <a:xfrm>
            <a:off x="142761" y="4725004"/>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sp>
        <p:nvSpPr>
          <p:cNvPr id="109" name="TextBox 108">
            <a:extLst>
              <a:ext uri="{FF2B5EF4-FFF2-40B4-BE49-F238E27FC236}">
                <a16:creationId xmlns:a16="http://schemas.microsoft.com/office/drawing/2014/main" id="{576A7386-ADA6-F208-CBC2-0544EAFDE2EC}"/>
              </a:ext>
            </a:extLst>
          </p:cNvPr>
          <p:cNvSpPr txBox="1"/>
          <p:nvPr/>
        </p:nvSpPr>
        <p:spPr>
          <a:xfrm>
            <a:off x="1295612" y="4850275"/>
            <a:ext cx="4651621" cy="276999"/>
          </a:xfrm>
          <a:prstGeom prst="rect">
            <a:avLst/>
          </a:prstGeom>
          <a:noFill/>
        </p:spPr>
        <p:txBody>
          <a:bodyPr wrap="square" rtlCol="0">
            <a:spAutoFit/>
          </a:bodyPr>
          <a:lstStyle/>
          <a:p>
            <a:r>
              <a:rPr lang="en-GB" sz="1200" dirty="0"/>
              <a:t>2. Calculate the following:</a:t>
            </a:r>
          </a:p>
        </p:txBody>
      </p:sp>
    </p:spTree>
    <p:extLst>
      <p:ext uri="{BB962C8B-B14F-4D97-AF65-F5344CB8AC3E}">
        <p14:creationId xmlns:p14="http://schemas.microsoft.com/office/powerpoint/2010/main" val="248659690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3B27CCF-69BA-BD45-B702-F34D04123233}"/>
              </a:ext>
            </a:extLst>
          </p:cNvPr>
          <p:cNvSpPr/>
          <p:nvPr/>
        </p:nvSpPr>
        <p:spPr>
          <a:xfrm>
            <a:off x="110122" y="335757"/>
            <a:ext cx="6647773" cy="114874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ysClr val="windowText" lastClr="000000"/>
              </a:solidFill>
            </a:endParaRPr>
          </a:p>
        </p:txBody>
      </p:sp>
      <p:sp>
        <p:nvSpPr>
          <p:cNvPr id="3" name="Rectangle 2">
            <a:extLst>
              <a:ext uri="{FF2B5EF4-FFF2-40B4-BE49-F238E27FC236}">
                <a16:creationId xmlns:a16="http://schemas.microsoft.com/office/drawing/2014/main" id="{05849564-CD98-C848-B929-E74AD7DA8ED7}"/>
              </a:ext>
            </a:extLst>
          </p:cNvPr>
          <p:cNvSpPr/>
          <p:nvPr/>
        </p:nvSpPr>
        <p:spPr>
          <a:xfrm>
            <a:off x="-3557" y="5813"/>
            <a:ext cx="6858000" cy="2880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Subtopic 7a - Positive Indices and Laws of Indices</a:t>
            </a:r>
            <a:endParaRPr lang="en-GB" b="1" dirty="0"/>
          </a:p>
        </p:txBody>
      </p:sp>
      <p:sp>
        <p:nvSpPr>
          <p:cNvPr id="18" name="TextBox 17">
            <a:extLst>
              <a:ext uri="{FF2B5EF4-FFF2-40B4-BE49-F238E27FC236}">
                <a16:creationId xmlns:a16="http://schemas.microsoft.com/office/drawing/2014/main" id="{E71C0BBC-CD68-284C-9A09-42259A63C2EF}"/>
              </a:ext>
            </a:extLst>
          </p:cNvPr>
          <p:cNvSpPr txBox="1"/>
          <p:nvPr/>
        </p:nvSpPr>
        <p:spPr>
          <a:xfrm>
            <a:off x="401138" y="464725"/>
            <a:ext cx="1149390" cy="276999"/>
          </a:xfrm>
          <a:prstGeom prst="rect">
            <a:avLst/>
          </a:prstGeom>
          <a:noFill/>
        </p:spPr>
        <p:txBody>
          <a:bodyPr wrap="square" rtlCol="0">
            <a:spAutoFit/>
          </a:bodyPr>
          <a:lstStyle/>
          <a:p>
            <a:r>
              <a:rPr lang="en-GB" sz="1200" b="1"/>
              <a:t>Objectives:</a:t>
            </a:r>
          </a:p>
        </p:txBody>
      </p:sp>
      <p:sp>
        <p:nvSpPr>
          <p:cNvPr id="19" name="TextBox 18">
            <a:extLst>
              <a:ext uri="{FF2B5EF4-FFF2-40B4-BE49-F238E27FC236}">
                <a16:creationId xmlns:a16="http://schemas.microsoft.com/office/drawing/2014/main" id="{82B393BD-73A8-3C40-8580-71BE70CA9939}"/>
              </a:ext>
            </a:extLst>
          </p:cNvPr>
          <p:cNvSpPr txBox="1"/>
          <p:nvPr/>
        </p:nvSpPr>
        <p:spPr>
          <a:xfrm>
            <a:off x="698925" y="653503"/>
            <a:ext cx="4710436" cy="830997"/>
          </a:xfrm>
          <a:prstGeom prst="rect">
            <a:avLst/>
          </a:prstGeom>
          <a:noFill/>
        </p:spPr>
        <p:txBody>
          <a:bodyPr wrap="square" rtlCol="0">
            <a:spAutoFit/>
          </a:bodyPr>
          <a:lstStyle/>
          <a:p>
            <a:pPr marL="342900" indent="-342900">
              <a:buFont typeface="+mj-lt"/>
              <a:buAutoNum type="arabicPeriod"/>
              <a:defRPr/>
            </a:pPr>
            <a:r>
              <a:rPr lang="en-GB" sz="1200">
                <a:solidFill>
                  <a:prstClr val="black"/>
                </a:solidFill>
              </a:rPr>
              <a:t>Write a number as a power of another number.</a:t>
            </a:r>
          </a:p>
          <a:p>
            <a:pPr marL="342900" indent="-342900">
              <a:buFont typeface="+mj-lt"/>
              <a:buAutoNum type="arabicPeriod"/>
              <a:defRPr/>
            </a:pPr>
            <a:r>
              <a:rPr lang="en-GB" sz="1200"/>
              <a:t>Understand what the different laws of Indices are.</a:t>
            </a:r>
          </a:p>
          <a:p>
            <a:pPr marL="342900" indent="-342900">
              <a:buFont typeface="+mj-lt"/>
              <a:buAutoNum type="arabicPeriod"/>
              <a:defRPr/>
            </a:pPr>
            <a:r>
              <a:rPr lang="en-US" sz="1200"/>
              <a:t>How to multiply and divide indices</a:t>
            </a:r>
            <a:endParaRPr lang="en-GB" sz="1200"/>
          </a:p>
          <a:p>
            <a:pPr marL="342900" indent="-342900">
              <a:buFont typeface="+mj-lt"/>
              <a:buAutoNum type="arabicPeriod"/>
              <a:defRPr/>
            </a:pPr>
            <a:r>
              <a:rPr lang="en-GB" sz="1200"/>
              <a:t>Look at problem solving questions.</a:t>
            </a:r>
          </a:p>
        </p:txBody>
      </p:sp>
      <p:sp>
        <p:nvSpPr>
          <p:cNvPr id="20" name="TextBox 19">
            <a:extLst>
              <a:ext uri="{FF2B5EF4-FFF2-40B4-BE49-F238E27FC236}">
                <a16:creationId xmlns:a16="http://schemas.microsoft.com/office/drawing/2014/main" id="{F54C4486-DC7D-1149-B377-5199FED4A648}"/>
              </a:ext>
            </a:extLst>
          </p:cNvPr>
          <p:cNvSpPr txBox="1"/>
          <p:nvPr/>
        </p:nvSpPr>
        <p:spPr>
          <a:xfrm>
            <a:off x="1323288" y="380540"/>
            <a:ext cx="4204309" cy="276999"/>
          </a:xfrm>
          <a:prstGeom prst="rect">
            <a:avLst/>
          </a:prstGeom>
          <a:noFill/>
          <a:ln>
            <a:solidFill>
              <a:schemeClr val="tx1"/>
            </a:solidFill>
          </a:ln>
        </p:spPr>
        <p:txBody>
          <a:bodyPr wrap="square" rtlCol="0">
            <a:spAutoFit/>
          </a:bodyPr>
          <a:lstStyle/>
          <a:p>
            <a:pPr algn="ctr"/>
            <a:r>
              <a:rPr lang="en-GB" sz="1200" b="1"/>
              <a:t>LEARNING OUTCOME: Understand the laws of indices</a:t>
            </a:r>
            <a:endParaRPr lang="en-GB" sz="1200"/>
          </a:p>
        </p:txBody>
      </p:sp>
      <p:sp>
        <p:nvSpPr>
          <p:cNvPr id="21" name="TextBox 20">
            <a:extLst>
              <a:ext uri="{FF2B5EF4-FFF2-40B4-BE49-F238E27FC236}">
                <a16:creationId xmlns:a16="http://schemas.microsoft.com/office/drawing/2014/main" id="{A5399348-2F42-8F4A-A0DE-DA36488C36AC}"/>
              </a:ext>
            </a:extLst>
          </p:cNvPr>
          <p:cNvSpPr txBox="1"/>
          <p:nvPr/>
        </p:nvSpPr>
        <p:spPr>
          <a:xfrm>
            <a:off x="5589884" y="417285"/>
            <a:ext cx="1121367" cy="923330"/>
          </a:xfrm>
          <a:prstGeom prst="rect">
            <a:avLst/>
          </a:prstGeom>
          <a:noFill/>
          <a:ln w="12700">
            <a:solidFill>
              <a:schemeClr val="tx1"/>
            </a:solidFill>
          </a:ln>
        </p:spPr>
        <p:txBody>
          <a:bodyPr wrap="square" rtlCol="0">
            <a:spAutoFit/>
          </a:bodyPr>
          <a:lstStyle/>
          <a:p>
            <a:r>
              <a:rPr lang="en-US" sz="900" b="1" u="sng"/>
              <a:t>Keywords:</a:t>
            </a:r>
            <a:endParaRPr lang="en-US" sz="900"/>
          </a:p>
          <a:p>
            <a:pPr marL="285750" indent="-285750">
              <a:buFont typeface=".AppleSystemUIFont" charset="-120"/>
              <a:buChar char="-"/>
            </a:pPr>
            <a:r>
              <a:rPr lang="en-US" sz="900"/>
              <a:t>Equations</a:t>
            </a:r>
          </a:p>
          <a:p>
            <a:pPr marL="285750" indent="-285750">
              <a:buFont typeface=".AppleSystemUIFont" charset="-120"/>
              <a:buChar char="-"/>
            </a:pPr>
            <a:r>
              <a:rPr lang="en-US" sz="900"/>
              <a:t>Indices</a:t>
            </a:r>
          </a:p>
          <a:p>
            <a:pPr marL="285750" indent="-285750">
              <a:buFont typeface=".AppleSystemUIFont" charset="-120"/>
              <a:buChar char="-"/>
            </a:pPr>
            <a:r>
              <a:rPr lang="en-US" sz="900"/>
              <a:t>Exponents</a:t>
            </a:r>
          </a:p>
          <a:p>
            <a:pPr marL="285750" indent="-285750">
              <a:buFont typeface=".AppleSystemUIFont" charset="-120"/>
              <a:buChar char="-"/>
            </a:pPr>
            <a:r>
              <a:rPr lang="en-US" sz="900"/>
              <a:t>Expressions</a:t>
            </a:r>
          </a:p>
          <a:p>
            <a:pPr marL="285750" indent="-285750">
              <a:buFont typeface=".AppleSystemUIFont" charset="-120"/>
              <a:buChar char="-"/>
            </a:pPr>
            <a:r>
              <a:rPr lang="en-US" sz="900"/>
              <a:t>Variables</a:t>
            </a:r>
          </a:p>
        </p:txBody>
      </p:sp>
      <p:graphicFrame>
        <p:nvGraphicFramePr>
          <p:cNvPr id="106" name="Table 105">
            <a:extLst>
              <a:ext uri="{FF2B5EF4-FFF2-40B4-BE49-F238E27FC236}">
                <a16:creationId xmlns:a16="http://schemas.microsoft.com/office/drawing/2014/main" id="{F0B82048-9C63-974A-9D55-D79A2D36B71C}"/>
              </a:ext>
            </a:extLst>
          </p:cNvPr>
          <p:cNvGraphicFramePr>
            <a:graphicFrameLocks noGrp="1"/>
          </p:cNvGraphicFramePr>
          <p:nvPr/>
        </p:nvGraphicFramePr>
        <p:xfrm>
          <a:off x="1163785" y="2336008"/>
          <a:ext cx="4530430" cy="754380"/>
        </p:xfrm>
        <a:graphic>
          <a:graphicData uri="http://schemas.openxmlformats.org/drawingml/2006/table">
            <a:tbl>
              <a:tblPr/>
              <a:tblGrid>
                <a:gridCol w="2265215">
                  <a:extLst>
                    <a:ext uri="{9D8B030D-6E8A-4147-A177-3AD203B41FA5}">
                      <a16:colId xmlns:a16="http://schemas.microsoft.com/office/drawing/2014/main" val="3334771856"/>
                    </a:ext>
                  </a:extLst>
                </a:gridCol>
                <a:gridCol w="2265215">
                  <a:extLst>
                    <a:ext uri="{9D8B030D-6E8A-4147-A177-3AD203B41FA5}">
                      <a16:colId xmlns:a16="http://schemas.microsoft.com/office/drawing/2014/main" val="1719544582"/>
                    </a:ext>
                  </a:extLst>
                </a:gridCol>
              </a:tblGrid>
              <a:tr h="0">
                <a:tc>
                  <a:txBody>
                    <a:bodyPr/>
                    <a:lstStyle/>
                    <a:p>
                      <a:pPr algn="l"/>
                      <a:r>
                        <a:rPr lang="en-GB" sz="1050">
                          <a:solidFill>
                            <a:schemeClr val="bg1"/>
                          </a:solidFill>
                          <a:effectLst/>
                        </a:rPr>
                        <a:t>4</a:t>
                      </a:r>
                      <a:r>
                        <a:rPr lang="en-GB" sz="1050" baseline="30000">
                          <a:solidFill>
                            <a:schemeClr val="bg1"/>
                          </a:solidFill>
                          <a:effectLst/>
                        </a:rPr>
                        <a:t>6</a:t>
                      </a:r>
                      <a:r>
                        <a:rPr lang="en-GB" sz="1050">
                          <a:solidFill>
                            <a:schemeClr val="bg1"/>
                          </a:solidFill>
                          <a:effectLst/>
                        </a:rPr>
                        <a:t> = 4 × 4 × 4 × 4 × 4 × 4</a:t>
                      </a:r>
                    </a:p>
                  </a:txBody>
                  <a:tcPr marL="95250">
                    <a:lnL>
                      <a:noFill/>
                    </a:lnL>
                    <a:lnR>
                      <a:noFill/>
                    </a:lnR>
                    <a:lnT>
                      <a:noFill/>
                    </a:lnT>
                    <a:lnB>
                      <a:noFill/>
                    </a:lnB>
                    <a:noFill/>
                  </a:tcPr>
                </a:tc>
                <a:tc>
                  <a:txBody>
                    <a:bodyPr/>
                    <a:lstStyle/>
                    <a:p>
                      <a:pPr algn="l"/>
                      <a:r>
                        <a:rPr lang="en-GB" sz="1050">
                          <a:solidFill>
                            <a:schemeClr val="bg1"/>
                          </a:solidFill>
                          <a:effectLst/>
                        </a:rPr>
                        <a:t>six lots of 4 multiplied together</a:t>
                      </a:r>
                    </a:p>
                  </a:txBody>
                  <a:tcPr>
                    <a:lnL>
                      <a:noFill/>
                    </a:lnL>
                    <a:lnR>
                      <a:noFill/>
                    </a:lnR>
                    <a:lnT>
                      <a:noFill/>
                    </a:lnT>
                    <a:lnB>
                      <a:noFill/>
                    </a:lnB>
                    <a:noFill/>
                  </a:tcPr>
                </a:tc>
                <a:extLst>
                  <a:ext uri="{0D108BD9-81ED-4DB2-BD59-A6C34878D82A}">
                    <a16:rowId xmlns:a16="http://schemas.microsoft.com/office/drawing/2014/main" val="55284901"/>
                  </a:ext>
                </a:extLst>
              </a:tr>
              <a:tr h="0">
                <a:tc>
                  <a:txBody>
                    <a:bodyPr/>
                    <a:lstStyle/>
                    <a:p>
                      <a:pPr algn="l"/>
                      <a:r>
                        <a:rPr lang="en-GB" sz="1050">
                          <a:solidFill>
                            <a:schemeClr val="bg1"/>
                          </a:solidFill>
                          <a:effectLst/>
                        </a:rPr>
                        <a:t>6</a:t>
                      </a:r>
                      <a:r>
                        <a:rPr lang="en-GB" sz="1050" baseline="30000">
                          <a:solidFill>
                            <a:schemeClr val="bg1"/>
                          </a:solidFill>
                          <a:effectLst/>
                        </a:rPr>
                        <a:t>4</a:t>
                      </a:r>
                      <a:r>
                        <a:rPr lang="en-GB" sz="1050">
                          <a:solidFill>
                            <a:schemeClr val="bg1"/>
                          </a:solidFill>
                          <a:effectLst/>
                        </a:rPr>
                        <a:t> = 6 × 6 × 6 × 6</a:t>
                      </a:r>
                    </a:p>
                  </a:txBody>
                  <a:tcPr marL="95250">
                    <a:lnL>
                      <a:noFill/>
                    </a:lnL>
                    <a:lnR>
                      <a:noFill/>
                    </a:lnR>
                    <a:lnT>
                      <a:noFill/>
                    </a:lnT>
                    <a:lnB>
                      <a:noFill/>
                    </a:lnB>
                    <a:noFill/>
                  </a:tcPr>
                </a:tc>
                <a:tc>
                  <a:txBody>
                    <a:bodyPr/>
                    <a:lstStyle/>
                    <a:p>
                      <a:pPr algn="l"/>
                      <a:r>
                        <a:rPr lang="en-GB" sz="1050">
                          <a:solidFill>
                            <a:schemeClr val="bg1"/>
                          </a:solidFill>
                          <a:effectLst/>
                        </a:rPr>
                        <a:t>four lots of 6 multiplied together</a:t>
                      </a:r>
                    </a:p>
                  </a:txBody>
                  <a:tcPr>
                    <a:lnL>
                      <a:noFill/>
                    </a:lnL>
                    <a:lnR>
                      <a:noFill/>
                    </a:lnR>
                    <a:lnT>
                      <a:noFill/>
                    </a:lnT>
                    <a:lnB>
                      <a:noFill/>
                    </a:lnB>
                    <a:noFill/>
                  </a:tcPr>
                </a:tc>
                <a:extLst>
                  <a:ext uri="{0D108BD9-81ED-4DB2-BD59-A6C34878D82A}">
                    <a16:rowId xmlns:a16="http://schemas.microsoft.com/office/drawing/2014/main" val="2713990286"/>
                  </a:ext>
                </a:extLst>
              </a:tr>
              <a:tr h="0">
                <a:tc>
                  <a:txBody>
                    <a:bodyPr/>
                    <a:lstStyle/>
                    <a:p>
                      <a:pPr algn="l"/>
                      <a:r>
                        <a:rPr lang="en-GB" sz="1050">
                          <a:solidFill>
                            <a:schemeClr val="bg1"/>
                          </a:solidFill>
                          <a:effectLst/>
                        </a:rPr>
                        <a:t>7</a:t>
                      </a:r>
                      <a:r>
                        <a:rPr lang="en-GB" sz="1050" baseline="30000">
                          <a:solidFill>
                            <a:schemeClr val="bg1"/>
                          </a:solidFill>
                          <a:effectLst/>
                        </a:rPr>
                        <a:t>3</a:t>
                      </a:r>
                      <a:r>
                        <a:rPr lang="en-GB" sz="1050">
                          <a:solidFill>
                            <a:schemeClr val="bg1"/>
                          </a:solidFill>
                          <a:effectLst/>
                        </a:rPr>
                        <a:t> = 7 × 7 × 7</a:t>
                      </a:r>
                    </a:p>
                  </a:txBody>
                  <a:tcPr marL="95250">
                    <a:lnL>
                      <a:noFill/>
                    </a:lnL>
                    <a:lnR>
                      <a:noFill/>
                    </a:lnR>
                    <a:lnT>
                      <a:noFill/>
                    </a:lnT>
                    <a:lnB>
                      <a:noFill/>
                    </a:lnB>
                    <a:noFill/>
                  </a:tcPr>
                </a:tc>
                <a:tc>
                  <a:txBody>
                    <a:bodyPr/>
                    <a:lstStyle/>
                    <a:p>
                      <a:endParaRPr lang="en-GB" sz="1050">
                        <a:solidFill>
                          <a:schemeClr val="bg1"/>
                        </a:solidFill>
                        <a:effectLst/>
                      </a:endParaRPr>
                    </a:p>
                  </a:txBody>
                  <a:tcPr>
                    <a:lnL>
                      <a:noFill/>
                    </a:lnL>
                    <a:lnR>
                      <a:noFill/>
                    </a:lnR>
                    <a:lnT>
                      <a:noFill/>
                    </a:lnT>
                    <a:lnB>
                      <a:noFill/>
                    </a:lnB>
                    <a:noFill/>
                  </a:tcPr>
                </a:tc>
                <a:extLst>
                  <a:ext uri="{0D108BD9-81ED-4DB2-BD59-A6C34878D82A}">
                    <a16:rowId xmlns:a16="http://schemas.microsoft.com/office/drawing/2014/main" val="1998133532"/>
                  </a:ext>
                </a:extLst>
              </a:tr>
            </a:tbl>
          </a:graphicData>
        </a:graphic>
      </p:graphicFrame>
      <p:sp>
        <p:nvSpPr>
          <p:cNvPr id="108" name="TextBox 107">
            <a:extLst>
              <a:ext uri="{FF2B5EF4-FFF2-40B4-BE49-F238E27FC236}">
                <a16:creationId xmlns:a16="http://schemas.microsoft.com/office/drawing/2014/main" id="{AFBB0031-F803-BF40-8842-4F697FB321D4}"/>
              </a:ext>
            </a:extLst>
          </p:cNvPr>
          <p:cNvSpPr txBox="1"/>
          <p:nvPr/>
        </p:nvSpPr>
        <p:spPr>
          <a:xfrm>
            <a:off x="764350" y="3054339"/>
            <a:ext cx="5859051"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100" b="0" i="0" u="none" strike="noStrike" kern="120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rPr>
              <a:t>You can write a million as 1 000 000 = 10</a:t>
            </a:r>
            <a:r>
              <a:rPr kumimoji="0" lang="en-US" altLang="en-US" sz="1100" b="0" i="0" u="none" strike="noStrike" kern="1200" cap="none" spc="0" normalizeH="0" baseline="30000" noProof="0">
                <a:ln>
                  <a:noFill/>
                </a:ln>
                <a:solidFill>
                  <a:prstClr val="white"/>
                </a:solidFill>
                <a:effectLst/>
                <a:uLnTx/>
                <a:uFillTx/>
                <a:latin typeface="Calibri" panose="020F0502020204030204" pitchFamily="34" charset="0"/>
                <a:ea typeface="+mn-ea"/>
                <a:cs typeface="Calibri" panose="020F0502020204030204" pitchFamily="34" charset="0"/>
              </a:rPr>
              <a:t>6</a:t>
            </a:r>
            <a:r>
              <a:rPr kumimoji="0" lang="en-US" altLang="en-US" sz="1100" b="0" i="0" u="none" strike="noStrike" kern="120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rPr>
              <a:t>A number multiplied by itself is the number ‘squared’. You need to know the square numbers (power 2) up to 15</a:t>
            </a:r>
            <a:r>
              <a:rPr kumimoji="0" lang="en-US" altLang="en-US" sz="1100" b="0" i="0" u="none" strike="noStrike" kern="1200" cap="none" spc="0" normalizeH="0" baseline="30000" noProof="0">
                <a:ln>
                  <a:noFill/>
                </a:ln>
                <a:solidFill>
                  <a:prstClr val="white"/>
                </a:solidFill>
                <a:effectLst/>
                <a:uLnTx/>
                <a:uFillTx/>
                <a:latin typeface="Calibri" panose="020F0502020204030204" pitchFamily="34" charset="0"/>
                <a:ea typeface="+mn-ea"/>
                <a:cs typeface="Calibri" panose="020F0502020204030204" pitchFamily="34" charset="0"/>
              </a:rPr>
              <a:t>2</a:t>
            </a:r>
            <a:r>
              <a:rPr kumimoji="0" lang="en-US" altLang="en-US" sz="1100" b="0" i="0" u="none" strike="noStrike" kern="120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rPr>
              <a:t> = 225. How many of them can you write down from memory? You will also find it helpful to know the cubes</a:t>
            </a:r>
            <a:r>
              <a:rPr kumimoji="0" lang="en-US" altLang="en-US" sz="1100" b="0" i="0" u="none" strike="noStrike" kern="1200" cap="none" spc="0" normalizeH="0" noProof="0">
                <a:ln>
                  <a:noFill/>
                </a:ln>
                <a:solidFill>
                  <a:prstClr val="white"/>
                </a:solidFill>
                <a:effectLst/>
                <a:uLnTx/>
                <a:uFillTx/>
                <a:latin typeface="Calibri" panose="020F0502020204030204" pitchFamily="34" charset="0"/>
                <a:ea typeface="+mn-ea"/>
                <a:cs typeface="Calibri" panose="020F0502020204030204" pitchFamily="34" charset="0"/>
              </a:rPr>
              <a:t> </a:t>
            </a:r>
            <a:r>
              <a:rPr kumimoji="0" lang="en-US" altLang="en-US" sz="1100" b="0" i="0" u="none" strike="noStrike" kern="120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rPr>
              <a:t>numbers (power 3)</a:t>
            </a:r>
            <a:r>
              <a:rPr kumimoji="0" lang="en-US" altLang="en-US" sz="1100" b="0" i="0" u="none" strike="noStrike" kern="1200" cap="none" spc="0" normalizeH="0" noProof="0">
                <a:ln>
                  <a:noFill/>
                </a:ln>
                <a:solidFill>
                  <a:prstClr val="white"/>
                </a:solidFill>
                <a:effectLst/>
                <a:uLnTx/>
                <a:uFillTx/>
                <a:latin typeface="Calibri" panose="020F0502020204030204" pitchFamily="34" charset="0"/>
                <a:ea typeface="+mn-ea"/>
                <a:cs typeface="Calibri" panose="020F0502020204030204" pitchFamily="34" charset="0"/>
              </a:rPr>
              <a:t> up to 6</a:t>
            </a:r>
            <a:r>
              <a:rPr kumimoji="0" lang="en-US" altLang="en-US" sz="1100" b="0" i="0" u="none" strike="noStrike" kern="1200" cap="none" spc="0" normalizeH="0" baseline="30000" noProof="0">
                <a:ln>
                  <a:noFill/>
                </a:ln>
                <a:solidFill>
                  <a:prstClr val="white"/>
                </a:solidFill>
                <a:effectLst/>
                <a:uLnTx/>
                <a:uFillTx/>
                <a:latin typeface="Calibri" panose="020F0502020204030204" pitchFamily="34" charset="0"/>
                <a:ea typeface="+mn-ea"/>
                <a:cs typeface="Calibri" panose="020F0502020204030204" pitchFamily="34" charset="0"/>
              </a:rPr>
              <a:t>3 </a:t>
            </a:r>
            <a:r>
              <a:rPr kumimoji="0" lang="en-US" altLang="en-US" sz="1100" b="0" i="0" u="none" strike="noStrike" kern="1200" cap="none" spc="0" normalizeH="0" noProof="0">
                <a:ln>
                  <a:noFill/>
                </a:ln>
                <a:solidFill>
                  <a:prstClr val="white"/>
                </a:solidFill>
                <a:effectLst/>
                <a:uLnTx/>
                <a:uFillTx/>
                <a:latin typeface="Calibri" panose="020F0502020204030204" pitchFamily="34" charset="0"/>
                <a:ea typeface="+mn-ea"/>
                <a:cs typeface="Calibri" panose="020F0502020204030204" pitchFamily="34" charset="0"/>
              </a:rPr>
              <a:t>= 216</a:t>
            </a:r>
          </a:p>
        </p:txBody>
      </p:sp>
      <p:sp>
        <p:nvSpPr>
          <p:cNvPr id="205" name="TextBox 204">
            <a:extLst>
              <a:ext uri="{FF2B5EF4-FFF2-40B4-BE49-F238E27FC236}">
                <a16:creationId xmlns:a16="http://schemas.microsoft.com/office/drawing/2014/main" id="{80A693D5-6258-D74B-84C5-A236BB50860A}"/>
              </a:ext>
            </a:extLst>
          </p:cNvPr>
          <p:cNvSpPr txBox="1"/>
          <p:nvPr/>
        </p:nvSpPr>
        <p:spPr>
          <a:xfrm>
            <a:off x="2003674" y="4023437"/>
            <a:ext cx="1212191" cy="261610"/>
          </a:xfrm>
          <a:prstGeom prst="rect">
            <a:avLst/>
          </a:prstGeom>
          <a:noFill/>
          <a:ln>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1" u="none" strike="noStrike" kern="1200" cap="none" spc="0" normalizeH="0" baseline="0" noProof="0">
                <a:ln>
                  <a:noFill/>
                </a:ln>
                <a:solidFill>
                  <a:srgbClr val="FF0000"/>
                </a:solidFill>
                <a:effectLst/>
                <a:uLnTx/>
                <a:uFillTx/>
                <a:latin typeface="Calibri" panose="020F0502020204030204"/>
                <a:ea typeface="+mn-ea"/>
                <a:cs typeface="+mn-cs"/>
              </a:rPr>
              <a:t>Example 1 - I do…</a:t>
            </a:r>
          </a:p>
        </p:txBody>
      </p:sp>
      <p:sp>
        <p:nvSpPr>
          <p:cNvPr id="208" name="TextBox 207">
            <a:extLst>
              <a:ext uri="{FF2B5EF4-FFF2-40B4-BE49-F238E27FC236}">
                <a16:creationId xmlns:a16="http://schemas.microsoft.com/office/drawing/2014/main" id="{492ABF69-E136-E845-9F1A-FA4ABBE4CC08}"/>
              </a:ext>
            </a:extLst>
          </p:cNvPr>
          <p:cNvSpPr txBox="1"/>
          <p:nvPr/>
        </p:nvSpPr>
        <p:spPr>
          <a:xfrm>
            <a:off x="3503555" y="4037693"/>
            <a:ext cx="1372492" cy="261610"/>
          </a:xfrm>
          <a:prstGeom prst="rect">
            <a:avLst/>
          </a:prstGeom>
          <a:noFill/>
          <a:ln>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1" u="none" strike="noStrike" kern="1200" cap="none" spc="0" normalizeH="0" baseline="0" noProof="0">
                <a:ln>
                  <a:noFill/>
                </a:ln>
                <a:solidFill>
                  <a:srgbClr val="FF8601"/>
                </a:solidFill>
                <a:effectLst/>
                <a:uLnTx/>
                <a:uFillTx/>
                <a:latin typeface="Calibri" panose="020F0502020204030204"/>
                <a:ea typeface="+mn-ea"/>
                <a:cs typeface="+mn-cs"/>
              </a:rPr>
              <a:t>Example 2 - We do…</a:t>
            </a:r>
          </a:p>
        </p:txBody>
      </p:sp>
      <p:sp>
        <p:nvSpPr>
          <p:cNvPr id="210" name="TextBox 209">
            <a:extLst>
              <a:ext uri="{FF2B5EF4-FFF2-40B4-BE49-F238E27FC236}">
                <a16:creationId xmlns:a16="http://schemas.microsoft.com/office/drawing/2014/main" id="{492ABF69-E136-E845-9F1A-FA4ABBE4CC08}"/>
              </a:ext>
            </a:extLst>
          </p:cNvPr>
          <p:cNvSpPr txBox="1"/>
          <p:nvPr/>
        </p:nvSpPr>
        <p:spPr>
          <a:xfrm>
            <a:off x="5172875" y="4023437"/>
            <a:ext cx="1396536" cy="261610"/>
          </a:xfrm>
          <a:prstGeom prst="rect">
            <a:avLst/>
          </a:prstGeom>
          <a:noFill/>
          <a:ln>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1" u="none" strike="noStrike" kern="1200" cap="none" spc="0" normalizeH="0" baseline="0" noProof="0">
                <a:ln>
                  <a:noFill/>
                </a:ln>
                <a:solidFill>
                  <a:srgbClr val="00B050"/>
                </a:solidFill>
                <a:effectLst/>
                <a:uLnTx/>
                <a:uFillTx/>
                <a:latin typeface="Calibri" panose="020F0502020204030204"/>
                <a:ea typeface="+mn-ea"/>
                <a:cs typeface="+mn-cs"/>
              </a:rPr>
              <a:t>Example 3 - </a:t>
            </a:r>
            <a:r>
              <a:rPr lang="en-GB" sz="1100" b="1" i="1">
                <a:solidFill>
                  <a:srgbClr val="00B050"/>
                </a:solidFill>
                <a:latin typeface="Calibri" panose="020F0502020204030204"/>
              </a:rPr>
              <a:t>You</a:t>
            </a:r>
            <a:r>
              <a:rPr kumimoji="0" lang="en-GB" sz="1100" b="1" i="1" u="none" strike="noStrike" kern="1200" cap="none" spc="0" normalizeH="0" baseline="0" noProof="0">
                <a:ln>
                  <a:noFill/>
                </a:ln>
                <a:solidFill>
                  <a:srgbClr val="00B050"/>
                </a:solidFill>
                <a:effectLst/>
                <a:uLnTx/>
                <a:uFillTx/>
                <a:latin typeface="Calibri" panose="020F0502020204030204"/>
                <a:ea typeface="+mn-ea"/>
                <a:cs typeface="+mn-cs"/>
              </a:rPr>
              <a:t> do…</a:t>
            </a:r>
          </a:p>
        </p:txBody>
      </p:sp>
      <p:cxnSp>
        <p:nvCxnSpPr>
          <p:cNvPr id="64" name="Straight Connector 63">
            <a:extLst>
              <a:ext uri="{FF2B5EF4-FFF2-40B4-BE49-F238E27FC236}">
                <a16:creationId xmlns:a16="http://schemas.microsoft.com/office/drawing/2014/main" id="{FE7EDCC2-ABAA-434F-8C0E-6C3A1F76BAE7}"/>
              </a:ext>
            </a:extLst>
          </p:cNvPr>
          <p:cNvCxnSpPr/>
          <p:nvPr/>
        </p:nvCxnSpPr>
        <p:spPr>
          <a:xfrm flipV="1">
            <a:off x="946522" y="3519083"/>
            <a:ext cx="5541513" cy="2282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65" name="Rectangle 64"/>
          <p:cNvSpPr/>
          <p:nvPr/>
        </p:nvSpPr>
        <p:spPr>
          <a:xfrm>
            <a:off x="67316" y="1566029"/>
            <a:ext cx="6728829" cy="245928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66" name="Straight Connector 65"/>
          <p:cNvCxnSpPr>
            <a:stCxn id="65" idx="1"/>
            <a:endCxn id="65" idx="3"/>
          </p:cNvCxnSpPr>
          <p:nvPr/>
        </p:nvCxnSpPr>
        <p:spPr>
          <a:xfrm>
            <a:off x="62231" y="2818130"/>
            <a:ext cx="6728829" cy="0"/>
          </a:xfrm>
          <a:prstGeom prst="line">
            <a:avLst/>
          </a:prstGeom>
        </p:spPr>
        <p:style>
          <a:lnRef idx="1">
            <a:schemeClr val="dk1"/>
          </a:lnRef>
          <a:fillRef idx="0">
            <a:schemeClr val="dk1"/>
          </a:fillRef>
          <a:effectRef idx="0">
            <a:schemeClr val="dk1"/>
          </a:effectRef>
          <a:fontRef idx="minor">
            <a:schemeClr val="tx1"/>
          </a:fontRef>
        </p:style>
      </p:cxnSp>
      <p:cxnSp>
        <p:nvCxnSpPr>
          <p:cNvPr id="67" name="Straight Connector 66"/>
          <p:cNvCxnSpPr>
            <a:stCxn id="65" idx="2"/>
            <a:endCxn id="65" idx="0"/>
          </p:cNvCxnSpPr>
          <p:nvPr/>
        </p:nvCxnSpPr>
        <p:spPr>
          <a:xfrm flipV="1">
            <a:off x="3426646" y="1588488"/>
            <a:ext cx="0" cy="2459284"/>
          </a:xfrm>
          <a:prstGeom prst="line">
            <a:avLst/>
          </a:prstGeom>
        </p:spPr>
        <p:style>
          <a:lnRef idx="1">
            <a:schemeClr val="dk1"/>
          </a:lnRef>
          <a:fillRef idx="0">
            <a:schemeClr val="dk1"/>
          </a:fillRef>
          <a:effectRef idx="0">
            <a:schemeClr val="dk1"/>
          </a:effectRef>
          <a:fontRef idx="minor">
            <a:schemeClr val="tx1"/>
          </a:fontRef>
        </p:style>
      </p:cxnSp>
      <p:sp>
        <p:nvSpPr>
          <p:cNvPr id="68" name="TextBox 67"/>
          <p:cNvSpPr txBox="1"/>
          <p:nvPr/>
        </p:nvSpPr>
        <p:spPr>
          <a:xfrm>
            <a:off x="109596" y="1588487"/>
            <a:ext cx="800476" cy="276999"/>
          </a:xfrm>
          <a:prstGeom prst="rect">
            <a:avLst/>
          </a:prstGeom>
          <a:noFill/>
        </p:spPr>
        <p:txBody>
          <a:bodyPr wrap="none" rtlCol="0">
            <a:spAutoFit/>
          </a:bodyPr>
          <a:lstStyle/>
          <a:p>
            <a:r>
              <a:rPr lang="en-US" sz="1200"/>
              <a:t>Definition</a:t>
            </a:r>
          </a:p>
        </p:txBody>
      </p:sp>
      <p:sp>
        <p:nvSpPr>
          <p:cNvPr id="69" name="TextBox 68"/>
          <p:cNvSpPr txBox="1"/>
          <p:nvPr/>
        </p:nvSpPr>
        <p:spPr>
          <a:xfrm>
            <a:off x="5587141" y="1587841"/>
            <a:ext cx="1096647" cy="276999"/>
          </a:xfrm>
          <a:prstGeom prst="rect">
            <a:avLst/>
          </a:prstGeom>
          <a:noFill/>
        </p:spPr>
        <p:txBody>
          <a:bodyPr wrap="none" rtlCol="0">
            <a:spAutoFit/>
          </a:bodyPr>
          <a:lstStyle/>
          <a:p>
            <a:r>
              <a:rPr lang="en-US" sz="1200"/>
              <a:t>Characteristics</a:t>
            </a:r>
            <a:endParaRPr lang="en-GB" sz="1200"/>
          </a:p>
        </p:txBody>
      </p:sp>
      <p:sp>
        <p:nvSpPr>
          <p:cNvPr id="70" name="TextBox 69"/>
          <p:cNvSpPr txBox="1"/>
          <p:nvPr/>
        </p:nvSpPr>
        <p:spPr>
          <a:xfrm>
            <a:off x="13628" y="2775974"/>
            <a:ext cx="775020" cy="276999"/>
          </a:xfrm>
          <a:prstGeom prst="rect">
            <a:avLst/>
          </a:prstGeom>
          <a:noFill/>
        </p:spPr>
        <p:txBody>
          <a:bodyPr wrap="none" rtlCol="0">
            <a:spAutoFit/>
          </a:bodyPr>
          <a:lstStyle/>
          <a:p>
            <a:r>
              <a:rPr lang="en-US" sz="1200"/>
              <a:t>Examples</a:t>
            </a:r>
            <a:endParaRPr lang="en-GB" sz="1200"/>
          </a:p>
        </p:txBody>
      </p:sp>
      <p:sp>
        <p:nvSpPr>
          <p:cNvPr id="71" name="TextBox 70"/>
          <p:cNvSpPr txBox="1"/>
          <p:nvPr/>
        </p:nvSpPr>
        <p:spPr>
          <a:xfrm>
            <a:off x="5718005" y="2764159"/>
            <a:ext cx="1153329" cy="276999"/>
          </a:xfrm>
          <a:prstGeom prst="rect">
            <a:avLst/>
          </a:prstGeom>
          <a:noFill/>
        </p:spPr>
        <p:txBody>
          <a:bodyPr wrap="none" rtlCol="0">
            <a:spAutoFit/>
          </a:bodyPr>
          <a:lstStyle/>
          <a:p>
            <a:r>
              <a:rPr lang="en-US" sz="1200"/>
              <a:t>Non - Examples</a:t>
            </a:r>
            <a:endParaRPr lang="en-GB" sz="1200"/>
          </a:p>
        </p:txBody>
      </p:sp>
      <p:sp>
        <p:nvSpPr>
          <p:cNvPr id="72" name="TextBox 71"/>
          <p:cNvSpPr txBox="1"/>
          <p:nvPr/>
        </p:nvSpPr>
        <p:spPr>
          <a:xfrm>
            <a:off x="2829066" y="2680042"/>
            <a:ext cx="1209883" cy="369332"/>
          </a:xfrm>
          <a:prstGeom prst="rect">
            <a:avLst/>
          </a:prstGeom>
          <a:solidFill>
            <a:schemeClr val="bg1"/>
          </a:solidFill>
          <a:ln>
            <a:solidFill>
              <a:schemeClr val="tx1"/>
            </a:solidFill>
          </a:ln>
        </p:spPr>
        <p:txBody>
          <a:bodyPr wrap="none" rtlCol="0">
            <a:spAutoFit/>
          </a:bodyPr>
          <a:lstStyle/>
          <a:p>
            <a:r>
              <a:rPr lang="en-US"/>
              <a:t>Index Laws</a:t>
            </a:r>
            <a:endParaRPr lang="en-GB"/>
          </a:p>
        </p:txBody>
      </p:sp>
      <mc:AlternateContent xmlns:mc="http://schemas.openxmlformats.org/markup-compatibility/2006" xmlns:a14="http://schemas.microsoft.com/office/drawing/2010/main">
        <mc:Choice Requires="a14">
          <p:sp>
            <p:nvSpPr>
              <p:cNvPr id="75" name="TextBox 74"/>
              <p:cNvSpPr txBox="1"/>
              <p:nvPr/>
            </p:nvSpPr>
            <p:spPr>
              <a:xfrm>
                <a:off x="87938" y="3135179"/>
                <a:ext cx="3389604" cy="555665"/>
              </a:xfrm>
              <a:prstGeom prst="rect">
                <a:avLst/>
              </a:prstGeom>
              <a:noFill/>
            </p:spPr>
            <p:txBody>
              <a:bodyPr wrap="square" rtlCol="0">
                <a:spAutoFit/>
              </a:bodyPr>
              <a:lstStyle/>
              <a:p>
                <a:pPr marL="171450" indent="-171450">
                  <a:buFont typeface="Arial" panose="020B0604020202020204" pitchFamily="34" charset="0"/>
                  <a:buChar char="•"/>
                </a:pPr>
                <a14:m>
                  <m:oMath xmlns:m="http://schemas.openxmlformats.org/officeDocument/2006/math">
                    <m:sSup>
                      <m:sSupPr>
                        <m:ctrlPr>
                          <a:rPr lang="en-US" sz="1000" b="0" i="1" dirty="0" smtClean="0">
                            <a:latin typeface="Cambria Math" panose="02040503050406030204" pitchFamily="18" charset="0"/>
                          </a:rPr>
                        </m:ctrlPr>
                      </m:sSupPr>
                      <m:e>
                        <m:r>
                          <a:rPr lang="en-US" sz="1000" b="0" i="1" dirty="0" smtClean="0">
                            <a:latin typeface="Cambria Math" panose="02040503050406030204" pitchFamily="18" charset="0"/>
                          </a:rPr>
                          <m:t>𝑎</m:t>
                        </m:r>
                      </m:e>
                      <m:sup>
                        <m:r>
                          <a:rPr lang="en-US" sz="1000" b="0" i="1" dirty="0" smtClean="0">
                            <a:latin typeface="Cambria Math" panose="02040503050406030204" pitchFamily="18" charset="0"/>
                          </a:rPr>
                          <m:t>2</m:t>
                        </m:r>
                      </m:sup>
                    </m:sSup>
                    <m:r>
                      <a:rPr lang="en-US" sz="1000" b="0" i="1" dirty="0" smtClean="0">
                        <a:latin typeface="Cambria Math" panose="02040503050406030204" pitchFamily="18" charset="0"/>
                      </a:rPr>
                      <m:t>×</m:t>
                    </m:r>
                    <m:sSup>
                      <m:sSupPr>
                        <m:ctrlPr>
                          <a:rPr lang="en-US" sz="1000" b="0" i="1" dirty="0" smtClean="0">
                            <a:latin typeface="Cambria Math" panose="02040503050406030204" pitchFamily="18" charset="0"/>
                          </a:rPr>
                        </m:ctrlPr>
                      </m:sSupPr>
                      <m:e>
                        <m:r>
                          <a:rPr lang="en-US" sz="1000" b="0" i="1" dirty="0" smtClean="0">
                            <a:latin typeface="Cambria Math" panose="02040503050406030204" pitchFamily="18" charset="0"/>
                          </a:rPr>
                          <m:t>𝑎</m:t>
                        </m:r>
                      </m:e>
                      <m:sup>
                        <m:r>
                          <a:rPr lang="en-US" sz="1000" b="0" i="1" dirty="0" smtClean="0">
                            <a:latin typeface="Cambria Math" panose="02040503050406030204" pitchFamily="18" charset="0"/>
                          </a:rPr>
                          <m:t>4</m:t>
                        </m:r>
                      </m:sup>
                    </m:sSup>
                    <m:r>
                      <a:rPr lang="en-US" sz="1000" b="0" i="1" dirty="0" smtClean="0">
                        <a:latin typeface="Cambria Math" panose="02040503050406030204" pitchFamily="18" charset="0"/>
                      </a:rPr>
                      <m:t>=</m:t>
                    </m:r>
                    <m:sSup>
                      <m:sSupPr>
                        <m:ctrlPr>
                          <a:rPr lang="en-US" sz="1000" b="0" i="1" dirty="0" smtClean="0">
                            <a:latin typeface="Cambria Math" panose="02040503050406030204" pitchFamily="18" charset="0"/>
                          </a:rPr>
                        </m:ctrlPr>
                      </m:sSupPr>
                      <m:e>
                        <m:r>
                          <a:rPr lang="en-US" sz="1000" b="0" i="1" dirty="0" smtClean="0">
                            <a:latin typeface="Cambria Math" panose="02040503050406030204" pitchFamily="18" charset="0"/>
                          </a:rPr>
                          <m:t>𝑎</m:t>
                        </m:r>
                      </m:e>
                      <m:sup>
                        <m:r>
                          <a:rPr lang="en-US" sz="1000" b="0" i="1" dirty="0" smtClean="0">
                            <a:latin typeface="Cambria Math" panose="02040503050406030204" pitchFamily="18" charset="0"/>
                          </a:rPr>
                          <m:t>6</m:t>
                        </m:r>
                      </m:sup>
                    </m:sSup>
                    <m:r>
                      <a:rPr lang="en-US" sz="1000" b="0" i="1" dirty="0" smtClean="0">
                        <a:latin typeface="Cambria Math" panose="02040503050406030204" pitchFamily="18" charset="0"/>
                      </a:rPr>
                      <m:t>,</m:t>
                    </m:r>
                  </m:oMath>
                </a14:m>
                <a:r>
                  <a:rPr lang="en-US" sz="1000"/>
                  <a:t> The powers are added under multiplication </a:t>
                </a:r>
              </a:p>
              <a:p>
                <a:pPr marL="171450" indent="-171450">
                  <a:buFont typeface="Arial" panose="020B0604020202020204" pitchFamily="34" charset="0"/>
                  <a:buChar char="•"/>
                </a:pPr>
                <a14:m>
                  <m:oMath xmlns:m="http://schemas.openxmlformats.org/officeDocument/2006/math">
                    <m:sSup>
                      <m:sSupPr>
                        <m:ctrlPr>
                          <a:rPr lang="en-US" sz="1000" b="0" i="1" smtClean="0">
                            <a:latin typeface="Cambria Math" panose="02040503050406030204" pitchFamily="18" charset="0"/>
                          </a:rPr>
                        </m:ctrlPr>
                      </m:sSupPr>
                      <m:e>
                        <m:r>
                          <a:rPr lang="en-US" sz="1000" b="0" i="1" smtClean="0">
                            <a:latin typeface="Cambria Math" panose="02040503050406030204" pitchFamily="18" charset="0"/>
                          </a:rPr>
                          <m:t>𝑏</m:t>
                        </m:r>
                      </m:e>
                      <m:sup>
                        <m:r>
                          <a:rPr lang="en-US" sz="1000" b="0" i="1" smtClean="0">
                            <a:latin typeface="Cambria Math" panose="02040503050406030204" pitchFamily="18" charset="0"/>
                          </a:rPr>
                          <m:t>7</m:t>
                        </m:r>
                      </m:sup>
                    </m:sSup>
                    <m:r>
                      <a:rPr lang="en-US" sz="1000" b="0" i="1" smtClean="0">
                        <a:latin typeface="Cambria Math" panose="02040503050406030204" pitchFamily="18" charset="0"/>
                      </a:rPr>
                      <m:t>÷</m:t>
                    </m:r>
                    <m:sSup>
                      <m:sSupPr>
                        <m:ctrlPr>
                          <a:rPr lang="en-US" sz="1000" b="0" i="1" smtClean="0">
                            <a:latin typeface="Cambria Math" panose="02040503050406030204" pitchFamily="18" charset="0"/>
                          </a:rPr>
                        </m:ctrlPr>
                      </m:sSupPr>
                      <m:e>
                        <m:r>
                          <a:rPr lang="en-US" sz="1000" b="0" i="1" smtClean="0">
                            <a:latin typeface="Cambria Math" panose="02040503050406030204" pitchFamily="18" charset="0"/>
                          </a:rPr>
                          <m:t>𝑏</m:t>
                        </m:r>
                      </m:e>
                      <m:sup>
                        <m:r>
                          <a:rPr lang="en-US" sz="1000" b="0" i="1" smtClean="0">
                            <a:latin typeface="Cambria Math" panose="02040503050406030204" pitchFamily="18" charset="0"/>
                          </a:rPr>
                          <m:t>2</m:t>
                        </m:r>
                      </m:sup>
                    </m:sSup>
                    <m:r>
                      <a:rPr lang="en-US" sz="1000" b="0" i="1" smtClean="0">
                        <a:latin typeface="Cambria Math" panose="02040503050406030204" pitchFamily="18" charset="0"/>
                      </a:rPr>
                      <m:t>=</m:t>
                    </m:r>
                    <m:sSup>
                      <m:sSupPr>
                        <m:ctrlPr>
                          <a:rPr lang="en-US" sz="1000" b="0" i="1" smtClean="0">
                            <a:latin typeface="Cambria Math" panose="02040503050406030204" pitchFamily="18" charset="0"/>
                          </a:rPr>
                        </m:ctrlPr>
                      </m:sSupPr>
                      <m:e>
                        <m:r>
                          <a:rPr lang="en-US" sz="1000" b="0" i="1" smtClean="0">
                            <a:latin typeface="Cambria Math" panose="02040503050406030204" pitchFamily="18" charset="0"/>
                          </a:rPr>
                          <m:t>𝑏</m:t>
                        </m:r>
                      </m:e>
                      <m:sup>
                        <m:r>
                          <a:rPr lang="en-US" sz="1000" b="0" i="1" smtClean="0">
                            <a:latin typeface="Cambria Math" panose="02040503050406030204" pitchFamily="18" charset="0"/>
                          </a:rPr>
                          <m:t>5</m:t>
                        </m:r>
                      </m:sup>
                    </m:sSup>
                    <m:r>
                      <a:rPr lang="en-US" sz="1000" b="0" i="1" smtClean="0">
                        <a:latin typeface="Cambria Math" panose="02040503050406030204" pitchFamily="18" charset="0"/>
                      </a:rPr>
                      <m:t>,</m:t>
                    </m:r>
                  </m:oMath>
                </a14:m>
                <a:r>
                  <a:rPr lang="en-US" sz="1000" b="0"/>
                  <a:t> The powers are subtracted under division</a:t>
                </a:r>
              </a:p>
              <a:p>
                <a:pPr marL="171450" indent="-171450">
                  <a:buFont typeface="Arial" panose="020B0604020202020204" pitchFamily="34" charset="0"/>
                  <a:buChar char="•"/>
                </a:pPr>
                <a14:m>
                  <m:oMath xmlns:m="http://schemas.openxmlformats.org/officeDocument/2006/math">
                    <m:sSup>
                      <m:sSupPr>
                        <m:ctrlPr>
                          <a:rPr lang="en-US" sz="1000" b="0" i="1" smtClean="0">
                            <a:latin typeface="Cambria Math" panose="02040503050406030204" pitchFamily="18" charset="0"/>
                          </a:rPr>
                        </m:ctrlPr>
                      </m:sSupPr>
                      <m:e>
                        <m:sSup>
                          <m:sSupPr>
                            <m:ctrlPr>
                              <a:rPr lang="en-US" sz="1000" b="0" i="1" smtClean="0">
                                <a:latin typeface="Cambria Math" panose="02040503050406030204" pitchFamily="18" charset="0"/>
                              </a:rPr>
                            </m:ctrlPr>
                          </m:sSupPr>
                          <m:e>
                            <m:r>
                              <a:rPr lang="en-US" sz="1000" b="0" i="1" smtClean="0">
                                <a:latin typeface="Cambria Math" panose="02040503050406030204" pitchFamily="18" charset="0"/>
                              </a:rPr>
                              <m:t>(</m:t>
                            </m:r>
                            <m:r>
                              <a:rPr lang="en-US" sz="1000" b="0" i="1" smtClean="0">
                                <a:latin typeface="Cambria Math" panose="02040503050406030204" pitchFamily="18" charset="0"/>
                              </a:rPr>
                              <m:t>𝑐</m:t>
                            </m:r>
                          </m:e>
                          <m:sup>
                            <m:r>
                              <a:rPr lang="en-US" sz="1000" b="0" i="1" smtClean="0">
                                <a:latin typeface="Cambria Math" panose="02040503050406030204" pitchFamily="18" charset="0"/>
                              </a:rPr>
                              <m:t>3</m:t>
                            </m:r>
                          </m:sup>
                        </m:sSup>
                        <m:r>
                          <a:rPr lang="en-US" sz="1000" b="0" i="1" smtClean="0">
                            <a:latin typeface="Cambria Math" panose="02040503050406030204" pitchFamily="18" charset="0"/>
                          </a:rPr>
                          <m:t>)</m:t>
                        </m:r>
                      </m:e>
                      <m:sup>
                        <m:r>
                          <a:rPr lang="en-US" sz="1000" b="0" i="1" smtClean="0">
                            <a:latin typeface="Cambria Math" panose="02040503050406030204" pitchFamily="18" charset="0"/>
                          </a:rPr>
                          <m:t>3</m:t>
                        </m:r>
                      </m:sup>
                    </m:sSup>
                    <m:r>
                      <a:rPr lang="en-US" sz="1000" b="0" i="1" smtClean="0">
                        <a:latin typeface="Cambria Math" panose="02040503050406030204" pitchFamily="18" charset="0"/>
                      </a:rPr>
                      <m:t>=</m:t>
                    </m:r>
                    <m:sSup>
                      <m:sSupPr>
                        <m:ctrlPr>
                          <a:rPr lang="en-US" sz="1000" b="0" i="1" smtClean="0">
                            <a:latin typeface="Cambria Math" panose="02040503050406030204" pitchFamily="18" charset="0"/>
                          </a:rPr>
                        </m:ctrlPr>
                      </m:sSupPr>
                      <m:e>
                        <m:r>
                          <a:rPr lang="en-US" sz="1000" b="0" i="1" smtClean="0">
                            <a:latin typeface="Cambria Math" panose="02040503050406030204" pitchFamily="18" charset="0"/>
                          </a:rPr>
                          <m:t>𝑐</m:t>
                        </m:r>
                      </m:e>
                      <m:sup>
                        <m:r>
                          <a:rPr lang="en-US" sz="1000" b="0" i="1" smtClean="0">
                            <a:latin typeface="Cambria Math" panose="02040503050406030204" pitchFamily="18" charset="0"/>
                          </a:rPr>
                          <m:t>9</m:t>
                        </m:r>
                      </m:sup>
                    </m:sSup>
                    <m:r>
                      <a:rPr lang="en-US" sz="1000" b="0" i="1" smtClean="0">
                        <a:latin typeface="Cambria Math" panose="02040503050406030204" pitchFamily="18" charset="0"/>
                      </a:rPr>
                      <m:t>,</m:t>
                    </m:r>
                  </m:oMath>
                </a14:m>
                <a:r>
                  <a:rPr lang="en-US" sz="1000"/>
                  <a:t> The powers are multiplied under power rules</a:t>
                </a:r>
              </a:p>
            </p:txBody>
          </p:sp>
        </mc:Choice>
        <mc:Fallback xmlns="">
          <p:sp>
            <p:nvSpPr>
              <p:cNvPr id="75" name="TextBox 74"/>
              <p:cNvSpPr txBox="1">
                <a:spLocks noRot="1" noChangeAspect="1" noMove="1" noResize="1" noEditPoints="1" noAdjustHandles="1" noChangeArrowheads="1" noChangeShapeType="1" noTextEdit="1"/>
              </p:cNvSpPr>
              <p:nvPr/>
            </p:nvSpPr>
            <p:spPr>
              <a:xfrm>
                <a:off x="87938" y="3135179"/>
                <a:ext cx="3389604" cy="555665"/>
              </a:xfrm>
              <a:prstGeom prst="rect">
                <a:avLst/>
              </a:prstGeom>
              <a:blipFill>
                <a:blip r:embed="rId2"/>
                <a:stretch>
                  <a:fillRect b="-659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6" name="TextBox 75"/>
              <p:cNvSpPr txBox="1"/>
              <p:nvPr/>
            </p:nvSpPr>
            <p:spPr>
              <a:xfrm>
                <a:off x="3552731" y="3009146"/>
                <a:ext cx="3097490" cy="1017330"/>
              </a:xfrm>
              <a:prstGeom prst="rect">
                <a:avLst/>
              </a:prstGeom>
              <a:noFill/>
            </p:spPr>
            <p:txBody>
              <a:bodyPr wrap="square" rtlCol="0">
                <a:spAutoFit/>
              </a:bodyPr>
              <a:lstStyle/>
              <a:p>
                <a:pPr marL="171450" indent="-171450">
                  <a:buFont typeface="Arial" panose="020B0604020202020204" pitchFamily="34" charset="0"/>
                  <a:buChar char="•"/>
                </a:pPr>
                <a14:m>
                  <m:oMath xmlns:m="http://schemas.openxmlformats.org/officeDocument/2006/math">
                    <m:sSup>
                      <m:sSupPr>
                        <m:ctrlPr>
                          <a:rPr lang="en-US" sz="1000" b="0" i="1" smtClean="0">
                            <a:latin typeface="Cambria Math" panose="02040503050406030204" pitchFamily="18" charset="0"/>
                          </a:rPr>
                        </m:ctrlPr>
                      </m:sSupPr>
                      <m:e>
                        <m:r>
                          <a:rPr lang="en-US" sz="1000" b="0" i="1" smtClean="0">
                            <a:latin typeface="Cambria Math" panose="02040503050406030204" pitchFamily="18" charset="0"/>
                          </a:rPr>
                          <m:t>𝑎</m:t>
                        </m:r>
                      </m:e>
                      <m:sup>
                        <m:r>
                          <a:rPr lang="en-US" sz="1000" b="0" i="1" smtClean="0">
                            <a:latin typeface="Cambria Math" panose="02040503050406030204" pitchFamily="18" charset="0"/>
                          </a:rPr>
                          <m:t>8</m:t>
                        </m:r>
                      </m:sup>
                    </m:sSup>
                    <m:r>
                      <a:rPr lang="en-US" sz="1000" b="0" i="1" smtClean="0">
                        <a:latin typeface="Cambria Math" panose="02040503050406030204" pitchFamily="18" charset="0"/>
                      </a:rPr>
                      <m:t>×</m:t>
                    </m:r>
                    <m:sSup>
                      <m:sSupPr>
                        <m:ctrlPr>
                          <a:rPr lang="en-US" sz="1000" b="0" i="1" smtClean="0">
                            <a:latin typeface="Cambria Math" panose="02040503050406030204" pitchFamily="18" charset="0"/>
                          </a:rPr>
                        </m:ctrlPr>
                      </m:sSupPr>
                      <m:e>
                        <m:r>
                          <a:rPr lang="en-US" sz="1000" b="0" i="1" smtClean="0">
                            <a:latin typeface="Cambria Math" panose="02040503050406030204" pitchFamily="18" charset="0"/>
                          </a:rPr>
                          <m:t>𝑎</m:t>
                        </m:r>
                      </m:e>
                      <m:sup>
                        <m:r>
                          <a:rPr lang="en-US" sz="1000" b="0" i="1" smtClean="0">
                            <a:latin typeface="Cambria Math" panose="02040503050406030204" pitchFamily="18" charset="0"/>
                          </a:rPr>
                          <m:t>3</m:t>
                        </m:r>
                      </m:sup>
                    </m:sSup>
                    <m:r>
                      <a:rPr lang="en-US" sz="1000" b="0" i="1" smtClean="0">
                        <a:latin typeface="Cambria Math" panose="02040503050406030204" pitchFamily="18" charset="0"/>
                      </a:rPr>
                      <m:t>=</m:t>
                    </m:r>
                    <m:sSup>
                      <m:sSupPr>
                        <m:ctrlPr>
                          <a:rPr lang="en-US" sz="1000" b="0" i="1" smtClean="0">
                            <a:latin typeface="Cambria Math" panose="02040503050406030204" pitchFamily="18" charset="0"/>
                          </a:rPr>
                        </m:ctrlPr>
                      </m:sSupPr>
                      <m:e>
                        <m:r>
                          <a:rPr lang="en-US" sz="1000" b="0" i="1" smtClean="0">
                            <a:latin typeface="Cambria Math" panose="02040503050406030204" pitchFamily="18" charset="0"/>
                          </a:rPr>
                          <m:t>𝑎</m:t>
                        </m:r>
                      </m:e>
                      <m:sup>
                        <m:r>
                          <a:rPr lang="en-US" sz="1000" b="0" i="1" smtClean="0">
                            <a:latin typeface="Cambria Math" panose="02040503050406030204" pitchFamily="18" charset="0"/>
                          </a:rPr>
                          <m:t>24</m:t>
                        </m:r>
                      </m:sup>
                    </m:sSup>
                    <m:r>
                      <a:rPr lang="en-US" sz="1000" b="0" i="1" smtClean="0">
                        <a:latin typeface="Cambria Math" panose="02040503050406030204" pitchFamily="18" charset="0"/>
                      </a:rPr>
                      <m:t>,</m:t>
                    </m:r>
                  </m:oMath>
                </a14:m>
                <a:r>
                  <a:rPr lang="en-US" sz="1000" b="0"/>
                  <a:t> This is a non-example as the powers have been multiplied</a:t>
                </a:r>
              </a:p>
              <a:p>
                <a:pPr marL="171450" indent="-171450">
                  <a:buFont typeface="Arial" panose="020B0604020202020204" pitchFamily="34" charset="0"/>
                  <a:buChar char="•"/>
                </a:pPr>
                <a14:m>
                  <m:oMath xmlns:m="http://schemas.openxmlformats.org/officeDocument/2006/math">
                    <m:sSup>
                      <m:sSupPr>
                        <m:ctrlPr>
                          <a:rPr lang="en-US" sz="1000" b="0" i="1" smtClean="0">
                            <a:latin typeface="Cambria Math" panose="02040503050406030204" pitchFamily="18" charset="0"/>
                          </a:rPr>
                        </m:ctrlPr>
                      </m:sSupPr>
                      <m:e>
                        <m:r>
                          <a:rPr lang="en-US" sz="1000" b="0" i="1" smtClean="0">
                            <a:latin typeface="Cambria Math" panose="02040503050406030204" pitchFamily="18" charset="0"/>
                          </a:rPr>
                          <m:t>𝑏</m:t>
                        </m:r>
                      </m:e>
                      <m:sup>
                        <m:r>
                          <a:rPr lang="en-US" sz="1000" b="0" i="1" smtClean="0">
                            <a:latin typeface="Cambria Math" panose="02040503050406030204" pitchFamily="18" charset="0"/>
                          </a:rPr>
                          <m:t>10</m:t>
                        </m:r>
                      </m:sup>
                    </m:sSup>
                    <m:r>
                      <a:rPr lang="en-US" sz="1000" b="0" i="1" smtClean="0">
                        <a:latin typeface="Cambria Math" panose="02040503050406030204" pitchFamily="18" charset="0"/>
                      </a:rPr>
                      <m:t>÷</m:t>
                    </m:r>
                    <m:sSup>
                      <m:sSupPr>
                        <m:ctrlPr>
                          <a:rPr lang="en-US" sz="1000" b="0" i="1" smtClean="0">
                            <a:latin typeface="Cambria Math" panose="02040503050406030204" pitchFamily="18" charset="0"/>
                          </a:rPr>
                        </m:ctrlPr>
                      </m:sSupPr>
                      <m:e>
                        <m:r>
                          <a:rPr lang="en-US" sz="1000" b="0" i="1" smtClean="0">
                            <a:latin typeface="Cambria Math" panose="02040503050406030204" pitchFamily="18" charset="0"/>
                          </a:rPr>
                          <m:t>𝑏</m:t>
                        </m:r>
                      </m:e>
                      <m:sup>
                        <m:r>
                          <a:rPr lang="en-US" sz="1000" b="0" i="1" smtClean="0">
                            <a:latin typeface="Cambria Math" panose="02040503050406030204" pitchFamily="18" charset="0"/>
                          </a:rPr>
                          <m:t>2</m:t>
                        </m:r>
                      </m:sup>
                    </m:sSup>
                    <m:r>
                      <a:rPr lang="en-US" sz="1000" b="0" i="1" smtClean="0">
                        <a:latin typeface="Cambria Math" panose="02040503050406030204" pitchFamily="18" charset="0"/>
                      </a:rPr>
                      <m:t>=</m:t>
                    </m:r>
                    <m:sSup>
                      <m:sSupPr>
                        <m:ctrlPr>
                          <a:rPr lang="en-US" sz="1000" b="0" i="1" smtClean="0">
                            <a:latin typeface="Cambria Math" panose="02040503050406030204" pitchFamily="18" charset="0"/>
                          </a:rPr>
                        </m:ctrlPr>
                      </m:sSupPr>
                      <m:e>
                        <m:r>
                          <a:rPr lang="en-US" sz="1000" b="0" i="1" smtClean="0">
                            <a:latin typeface="Cambria Math" panose="02040503050406030204" pitchFamily="18" charset="0"/>
                          </a:rPr>
                          <m:t>𝑏</m:t>
                        </m:r>
                      </m:e>
                      <m:sup>
                        <m:r>
                          <a:rPr lang="en-US" sz="1000" b="0" i="1" smtClean="0">
                            <a:latin typeface="Cambria Math" panose="02040503050406030204" pitchFamily="18" charset="0"/>
                          </a:rPr>
                          <m:t>5</m:t>
                        </m:r>
                      </m:sup>
                    </m:sSup>
                    <m:r>
                      <a:rPr lang="en-US" sz="1000" b="0" i="1" smtClean="0">
                        <a:latin typeface="Cambria Math" panose="02040503050406030204" pitchFamily="18" charset="0"/>
                      </a:rPr>
                      <m:t>,</m:t>
                    </m:r>
                  </m:oMath>
                </a14:m>
                <a:r>
                  <a:rPr lang="en-US" sz="1000"/>
                  <a:t> This is a non-example as the powers have been divided</a:t>
                </a:r>
              </a:p>
              <a:p>
                <a:pPr marL="171450" indent="-171450">
                  <a:buFont typeface="Arial" panose="020B0604020202020204" pitchFamily="34" charset="0"/>
                  <a:buChar char="•"/>
                </a:pPr>
                <a14:m>
                  <m:oMath xmlns:m="http://schemas.openxmlformats.org/officeDocument/2006/math">
                    <m:r>
                      <a:rPr lang="en-US" sz="1000" b="0" i="1" smtClean="0">
                        <a:latin typeface="Cambria Math" panose="02040503050406030204" pitchFamily="18" charset="0"/>
                      </a:rPr>
                      <m:t>(</m:t>
                    </m:r>
                    <m:sSup>
                      <m:sSupPr>
                        <m:ctrlPr>
                          <a:rPr lang="en-US" sz="1000" b="0" i="1" smtClean="0">
                            <a:latin typeface="Cambria Math" panose="02040503050406030204" pitchFamily="18" charset="0"/>
                          </a:rPr>
                        </m:ctrlPr>
                      </m:sSupPr>
                      <m:e>
                        <m:sSup>
                          <m:sSupPr>
                            <m:ctrlPr>
                              <a:rPr lang="en-US" sz="1000" i="1">
                                <a:latin typeface="Cambria Math" panose="02040503050406030204" pitchFamily="18" charset="0"/>
                              </a:rPr>
                            </m:ctrlPr>
                          </m:sSupPr>
                          <m:e>
                            <m:r>
                              <a:rPr lang="en-US" sz="1000" i="1">
                                <a:latin typeface="Cambria Math" panose="02040503050406030204" pitchFamily="18" charset="0"/>
                              </a:rPr>
                              <m:t>𝑐</m:t>
                            </m:r>
                          </m:e>
                          <m:sup>
                            <m:r>
                              <a:rPr lang="en-US" sz="1000" b="0" i="1" smtClean="0">
                                <a:latin typeface="Cambria Math" panose="02040503050406030204" pitchFamily="18" charset="0"/>
                              </a:rPr>
                              <m:t>4</m:t>
                            </m:r>
                          </m:sup>
                        </m:sSup>
                        <m:r>
                          <a:rPr lang="en-US" sz="1000" b="0" i="1" smtClean="0">
                            <a:latin typeface="Cambria Math" panose="02040503050406030204" pitchFamily="18" charset="0"/>
                          </a:rPr>
                          <m:t>)</m:t>
                        </m:r>
                      </m:e>
                      <m:sup>
                        <m:r>
                          <a:rPr lang="en-US" sz="1000" b="0" i="1" smtClean="0">
                            <a:latin typeface="Cambria Math" panose="02040503050406030204" pitchFamily="18" charset="0"/>
                          </a:rPr>
                          <m:t>2</m:t>
                        </m:r>
                      </m:sup>
                    </m:sSup>
                    <m:r>
                      <a:rPr lang="en-US" sz="1000" b="0" i="1" smtClean="0">
                        <a:latin typeface="Cambria Math" panose="02040503050406030204" pitchFamily="18" charset="0"/>
                      </a:rPr>
                      <m:t>=</m:t>
                    </m:r>
                    <m:sSup>
                      <m:sSupPr>
                        <m:ctrlPr>
                          <a:rPr lang="en-US" sz="1000" b="0" i="1" smtClean="0">
                            <a:latin typeface="Cambria Math" panose="02040503050406030204" pitchFamily="18" charset="0"/>
                          </a:rPr>
                        </m:ctrlPr>
                      </m:sSupPr>
                      <m:e>
                        <m:r>
                          <a:rPr lang="en-US" sz="1000" b="0" i="1" smtClean="0">
                            <a:latin typeface="Cambria Math" panose="02040503050406030204" pitchFamily="18" charset="0"/>
                          </a:rPr>
                          <m:t>𝑐</m:t>
                        </m:r>
                      </m:e>
                      <m:sup>
                        <m:r>
                          <a:rPr lang="en-US" sz="1000" b="0" i="1" smtClean="0">
                            <a:latin typeface="Cambria Math" panose="02040503050406030204" pitchFamily="18" charset="0"/>
                          </a:rPr>
                          <m:t>16</m:t>
                        </m:r>
                      </m:sup>
                    </m:sSup>
                    <m:r>
                      <a:rPr lang="en-US" sz="1000" b="0" i="1" smtClean="0">
                        <a:latin typeface="Cambria Math" panose="02040503050406030204" pitchFamily="18" charset="0"/>
                      </a:rPr>
                      <m:t>,</m:t>
                    </m:r>
                  </m:oMath>
                </a14:m>
                <a:r>
                  <a:rPr lang="en-US" sz="1000"/>
                  <a:t> This is a non-example as the powers have been powered</a:t>
                </a:r>
              </a:p>
            </p:txBody>
          </p:sp>
        </mc:Choice>
        <mc:Fallback xmlns="">
          <p:sp>
            <p:nvSpPr>
              <p:cNvPr id="76" name="TextBox 75"/>
              <p:cNvSpPr txBox="1">
                <a:spLocks noRot="1" noChangeAspect="1" noMove="1" noResize="1" noEditPoints="1" noAdjustHandles="1" noChangeArrowheads="1" noChangeShapeType="1" noTextEdit="1"/>
              </p:cNvSpPr>
              <p:nvPr/>
            </p:nvSpPr>
            <p:spPr>
              <a:xfrm>
                <a:off x="3552731" y="3009146"/>
                <a:ext cx="3097490" cy="1017330"/>
              </a:xfrm>
              <a:prstGeom prst="rect">
                <a:avLst/>
              </a:prstGeom>
              <a:blipFill>
                <a:blip r:embed="rId3"/>
                <a:stretch>
                  <a:fillRect b="-2395"/>
                </a:stretch>
              </a:blipFill>
            </p:spPr>
            <p:txBody>
              <a:bodyPr/>
              <a:lstStyle/>
              <a:p>
                <a:r>
                  <a:rPr lang="en-US">
                    <a:noFill/>
                  </a:rPr>
                  <a:t> </a:t>
                </a:r>
              </a:p>
            </p:txBody>
          </p:sp>
        </mc:Fallback>
      </mc:AlternateContent>
      <p:sp>
        <p:nvSpPr>
          <p:cNvPr id="4" name="TextBox 3"/>
          <p:cNvSpPr txBox="1"/>
          <p:nvPr/>
        </p:nvSpPr>
        <p:spPr>
          <a:xfrm>
            <a:off x="231083" y="1857940"/>
            <a:ext cx="3055214" cy="646331"/>
          </a:xfrm>
          <a:prstGeom prst="rect">
            <a:avLst/>
          </a:prstGeom>
          <a:noFill/>
        </p:spPr>
        <p:txBody>
          <a:bodyPr wrap="square" rtlCol="0">
            <a:spAutoFit/>
          </a:bodyPr>
          <a:lstStyle/>
          <a:p>
            <a:pPr marL="171450" indent="-171450">
              <a:buFont typeface="Arial" panose="020B0604020202020204" pitchFamily="34" charset="0"/>
              <a:buChar char="•"/>
            </a:pPr>
            <a:r>
              <a:rPr lang="en-US" sz="1200"/>
              <a:t>Index laws are the rules that we must follow when simplifying algebraic or numerical terms involved indices </a:t>
            </a:r>
            <a:endParaRPr lang="en-GB" sz="1200"/>
          </a:p>
        </p:txBody>
      </p:sp>
      <p:sp>
        <p:nvSpPr>
          <p:cNvPr id="77" name="TextBox 76"/>
          <p:cNvSpPr txBox="1"/>
          <p:nvPr/>
        </p:nvSpPr>
        <p:spPr>
          <a:xfrm>
            <a:off x="3477541" y="1761153"/>
            <a:ext cx="3233709" cy="830997"/>
          </a:xfrm>
          <a:prstGeom prst="rect">
            <a:avLst/>
          </a:prstGeom>
          <a:noFill/>
        </p:spPr>
        <p:txBody>
          <a:bodyPr wrap="square" lIns="91440" tIns="45720" rIns="91440" bIns="45720" rtlCol="0" anchor="t">
            <a:spAutoFit/>
          </a:bodyPr>
          <a:lstStyle/>
          <a:p>
            <a:pPr marL="171450" indent="-171450">
              <a:buFont typeface="Arial" panose="020B0604020202020204" pitchFamily="34" charset="0"/>
              <a:buChar char="•"/>
            </a:pPr>
            <a:r>
              <a:rPr lang="en-US" sz="1200"/>
              <a:t>These can involve negatives addition and subtraction rules</a:t>
            </a:r>
          </a:p>
          <a:p>
            <a:pPr marL="171450" indent="-171450">
              <a:buFont typeface="Arial" panose="020B0604020202020204" pitchFamily="34" charset="0"/>
              <a:buChar char="•"/>
            </a:pPr>
            <a:r>
              <a:rPr lang="en-US" sz="1200"/>
              <a:t>Every different style of number, e.g. integer, fraction, negative, performs a different action</a:t>
            </a:r>
            <a:endParaRPr lang="en-GB" sz="1200"/>
          </a:p>
        </p:txBody>
      </p:sp>
      <mc:AlternateContent xmlns:mc="http://schemas.openxmlformats.org/markup-compatibility/2006" xmlns:a14="http://schemas.microsoft.com/office/drawing/2010/main">
        <mc:Choice Requires="a14">
          <p:graphicFrame>
            <p:nvGraphicFramePr>
              <p:cNvPr id="78" name="Table 77"/>
              <p:cNvGraphicFramePr>
                <a:graphicFrameLocks noGrp="1"/>
              </p:cNvGraphicFramePr>
              <p:nvPr/>
            </p:nvGraphicFramePr>
            <p:xfrm>
              <a:off x="85535" y="4278167"/>
              <a:ext cx="6597056" cy="1859280"/>
            </p:xfrm>
            <a:graphic>
              <a:graphicData uri="http://schemas.openxmlformats.org/drawingml/2006/table">
                <a:tbl>
                  <a:tblPr firstRow="1" bandRow="1">
                    <a:tableStyleId>{5C22544A-7EE6-4342-B048-85BDC9FD1C3A}</a:tableStyleId>
                  </a:tblPr>
                  <a:tblGrid>
                    <a:gridCol w="1497022">
                      <a:extLst>
                        <a:ext uri="{9D8B030D-6E8A-4147-A177-3AD203B41FA5}">
                          <a16:colId xmlns:a16="http://schemas.microsoft.com/office/drawing/2014/main" val="1568142362"/>
                        </a:ext>
                      </a:extLst>
                    </a:gridCol>
                    <a:gridCol w="1684020">
                      <a:extLst>
                        <a:ext uri="{9D8B030D-6E8A-4147-A177-3AD203B41FA5}">
                          <a16:colId xmlns:a16="http://schemas.microsoft.com/office/drawing/2014/main" val="3551711160"/>
                        </a:ext>
                      </a:extLst>
                    </a:gridCol>
                    <a:gridCol w="1766750">
                      <a:extLst>
                        <a:ext uri="{9D8B030D-6E8A-4147-A177-3AD203B41FA5}">
                          <a16:colId xmlns:a16="http://schemas.microsoft.com/office/drawing/2014/main" val="125684145"/>
                        </a:ext>
                      </a:extLst>
                    </a:gridCol>
                    <a:gridCol w="1649264">
                      <a:extLst>
                        <a:ext uri="{9D8B030D-6E8A-4147-A177-3AD203B41FA5}">
                          <a16:colId xmlns:a16="http://schemas.microsoft.com/office/drawing/2014/main" val="3300851661"/>
                        </a:ext>
                      </a:extLst>
                    </a:gridCol>
                  </a:tblGrid>
                  <a:tr h="182597">
                    <a:tc>
                      <a:txBody>
                        <a:bodyPr/>
                        <a:lstStyle/>
                        <a:p>
                          <a:r>
                            <a:rPr lang="en-US" sz="1100">
                              <a:solidFill>
                                <a:schemeClr val="tx1"/>
                              </a:solidFill>
                            </a:rPr>
                            <a:t>Steps</a:t>
                          </a:r>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sz="1100">
                              <a:solidFill>
                                <a:schemeClr val="tx1"/>
                              </a:solidFill>
                            </a:rPr>
                            <a:t>Express </a:t>
                          </a:r>
                          <a:r>
                            <a:rPr lang="en-GB" sz="1100">
                              <a:solidFill>
                                <a:schemeClr val="tx1"/>
                              </a:solidFill>
                            </a:rPr>
                            <a:t>in index notation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sz="1100">
                              <a:solidFill>
                                <a:schemeClr val="tx1"/>
                              </a:solidFill>
                            </a:rPr>
                            <a:t>Express </a:t>
                          </a:r>
                          <a:r>
                            <a:rPr lang="en-GB" sz="1100">
                              <a:solidFill>
                                <a:schemeClr val="tx1"/>
                              </a:solidFill>
                            </a:rPr>
                            <a:t>in index</a:t>
                          </a:r>
                          <a:r>
                            <a:rPr lang="en-GB" sz="1100" baseline="0">
                              <a:solidFill>
                                <a:schemeClr val="tx1"/>
                              </a:solidFill>
                            </a:rPr>
                            <a:t> notation</a:t>
                          </a:r>
                          <a:endParaRPr lang="en-GB" sz="11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sz="1000">
                              <a:solidFill>
                                <a:schemeClr val="tx1"/>
                              </a:solidFill>
                            </a:rPr>
                            <a:t>Express </a:t>
                          </a:r>
                          <a:r>
                            <a:rPr lang="en-US" sz="1000" baseline="0">
                              <a:solidFill>
                                <a:schemeClr val="tx1"/>
                              </a:solidFill>
                            </a:rPr>
                            <a:t>in index notation </a:t>
                          </a:r>
                          <a:endParaRPr lang="en-GB" sz="14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7794082"/>
                      </a:ext>
                    </a:extLst>
                  </a:tr>
                  <a:tr h="774341">
                    <a:tc>
                      <a:txBody>
                        <a:bodyPr/>
                        <a:lstStyle/>
                        <a:p>
                          <a:pPr marL="0" marR="0" indent="0" algn="l" defTabSz="685800" rtl="0" eaLnBrk="1" fontAlgn="auto" latinLnBrk="0" hangingPunct="1">
                            <a:lnSpc>
                              <a:spcPct val="100000"/>
                            </a:lnSpc>
                            <a:spcBef>
                              <a:spcPts val="0"/>
                            </a:spcBef>
                            <a:spcAft>
                              <a:spcPts val="0"/>
                            </a:spcAft>
                            <a:buClrTx/>
                            <a:buSzTx/>
                            <a:buFont typeface="+mj-lt"/>
                            <a:buNone/>
                            <a:tabLst/>
                            <a:defRPr/>
                          </a:pPr>
                          <a:r>
                            <a:rPr lang="en-US" sz="1100">
                              <a:solidFill>
                                <a:schemeClr val="tx1"/>
                              </a:solidFill>
                            </a:rPr>
                            <a:t>1)</a:t>
                          </a:r>
                          <a:r>
                            <a:rPr lang="en-US" sz="1100" baseline="0">
                              <a:solidFill>
                                <a:schemeClr val="tx1"/>
                              </a:solidFill>
                            </a:rPr>
                            <a:t> Count how many of the same base (number or letter) there are.</a:t>
                          </a:r>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14:m>
                            <m:oMath xmlns:m="http://schemas.openxmlformats.org/officeDocument/2006/math">
                              <m:r>
                                <a:rPr lang="en-US" sz="1100" b="0" i="0" smtClean="0">
                                  <a:solidFill>
                                    <a:schemeClr val="tx1"/>
                                  </a:solidFill>
                                  <a:latin typeface="Cambria Math" panose="02040503050406030204" pitchFamily="18" charset="0"/>
                                </a:rPr>
                                <m:t>2×2×2</m:t>
                              </m:r>
                            </m:oMath>
                          </a14:m>
                          <a:r>
                            <a:rPr lang="en-GB" sz="1100" b="0" i="0" dirty="0">
                              <a:solidFill>
                                <a:schemeClr val="tx1"/>
                              </a:solidFill>
                            </a:rPr>
                            <a:t> </a:t>
                          </a:r>
                        </a:p>
                        <a:p>
                          <a:endParaRPr lang="en-GB" sz="1100" b="0" i="0" dirty="0">
                            <a:solidFill>
                              <a:schemeClr val="tx1"/>
                            </a:solidFill>
                          </a:endParaRPr>
                        </a:p>
                        <a:p>
                          <a:endParaRPr lang="en-GB" sz="1100" b="0" i="0" dirty="0">
                            <a:solidFill>
                              <a:schemeClr val="tx1"/>
                            </a:solidFill>
                          </a:endParaRPr>
                        </a:p>
                        <a:p>
                          <a:endParaRPr lang="en-GB" sz="1100" b="0" i="0" dirty="0">
                            <a:solidFill>
                              <a:schemeClr val="tx1"/>
                            </a:solidFill>
                          </a:endParaRPr>
                        </a:p>
                        <a:p>
                          <a:endParaRPr lang="en-GB" sz="1100" b="0" i="0" dirty="0">
                            <a:solidFill>
                              <a:schemeClr val="tx1"/>
                            </a:solidFill>
                          </a:endParaRPr>
                        </a:p>
                        <a:p>
                          <a:pPr/>
                          <a14:m>
                            <m:oMathPara xmlns:m="http://schemas.openxmlformats.org/officeDocument/2006/math">
                              <m:oMathParaPr>
                                <m:jc m:val="left"/>
                              </m:oMathParaPr>
                              <m:oMath xmlns:m="http://schemas.openxmlformats.org/officeDocument/2006/math">
                                <m:r>
                                  <a:rPr lang="en-US" sz="1100" b="0" i="0" smtClean="0">
                                    <a:solidFill>
                                      <a:schemeClr val="tx1"/>
                                    </a:solidFill>
                                    <a:latin typeface="Cambria Math" panose="02040503050406030204" pitchFamily="18" charset="0"/>
                                  </a:rPr>
                                  <m:t>2×2×2×</m:t>
                                </m:r>
                                <m:r>
                                  <a:rPr lang="en-GB" sz="1100" b="0" i="0" smtClean="0">
                                    <a:solidFill>
                                      <a:schemeClr val="tx1"/>
                                    </a:solidFill>
                                    <a:latin typeface="Cambria Math" panose="02040503050406030204" pitchFamily="18" charset="0"/>
                                  </a:rPr>
                                  <m:t>5</m:t>
                                </m:r>
                                <m:r>
                                  <a:rPr lang="en-US" sz="1100" b="0" i="0" smtClean="0">
                                    <a:solidFill>
                                      <a:schemeClr val="tx1"/>
                                    </a:solidFill>
                                    <a:latin typeface="Cambria Math" panose="02040503050406030204" pitchFamily="18" charset="0"/>
                                  </a:rPr>
                                  <m:t>×</m:t>
                                </m:r>
                                <m:r>
                                  <a:rPr lang="en-GB" sz="1100" b="0" i="0" smtClean="0">
                                    <a:solidFill>
                                      <a:schemeClr val="tx1"/>
                                    </a:solidFill>
                                    <a:latin typeface="Cambria Math" panose="02040503050406030204" pitchFamily="18" charset="0"/>
                                  </a:rPr>
                                  <m:t>5</m:t>
                                </m:r>
                              </m:oMath>
                            </m:oMathPara>
                          </a14:m>
                          <a:endParaRPr lang="en-GB" sz="1100" b="0" i="0" dirty="0">
                            <a:solidFill>
                              <a:schemeClr val="tx1"/>
                            </a:solidFill>
                          </a:endParaRPr>
                        </a:p>
                        <a:p>
                          <a:endParaRPr lang="en-GB" sz="1100" b="0" i="0" dirty="0">
                            <a:solidFill>
                              <a:schemeClr val="tx1"/>
                            </a:solidFill>
                          </a:endParaRPr>
                        </a:p>
                        <a:p>
                          <a:endParaRPr lang="en-GB" sz="11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14:m>
                            <m:oMathPara xmlns:m="http://schemas.openxmlformats.org/officeDocument/2006/math">
                              <m:oMathParaPr>
                                <m:jc m:val="left"/>
                              </m:oMathParaPr>
                              <m:oMath xmlns:m="http://schemas.openxmlformats.org/officeDocument/2006/math">
                                <m:r>
                                  <a:rPr lang="en-US" sz="1100" b="0" i="0" smtClean="0">
                                    <a:solidFill>
                                      <a:schemeClr val="tx1"/>
                                    </a:solidFill>
                                    <a:latin typeface="Cambria Math" panose="02040503050406030204" pitchFamily="18" charset="0"/>
                                  </a:rPr>
                                  <m:t>3×3×3×</m:t>
                                </m:r>
                                <m:r>
                                  <a:rPr lang="en-GB" sz="1100" b="0" i="0" smtClean="0">
                                    <a:solidFill>
                                      <a:schemeClr val="tx1"/>
                                    </a:solidFill>
                                    <a:latin typeface="Cambria Math" panose="02040503050406030204" pitchFamily="18" charset="0"/>
                                  </a:rPr>
                                  <m:t>3</m:t>
                                </m:r>
                                <m:r>
                                  <a:rPr lang="en-US" sz="1100" b="0" i="0" smtClean="0">
                                    <a:solidFill>
                                      <a:schemeClr val="tx1"/>
                                    </a:solidFill>
                                    <a:latin typeface="Cambria Math" panose="02040503050406030204" pitchFamily="18" charset="0"/>
                                  </a:rPr>
                                  <m:t>×</m:t>
                                </m:r>
                                <m:r>
                                  <a:rPr lang="en-GB" sz="1100" b="0" i="0" smtClean="0">
                                    <a:solidFill>
                                      <a:schemeClr val="tx1"/>
                                    </a:solidFill>
                                    <a:latin typeface="Cambria Math" panose="02040503050406030204" pitchFamily="18" charset="0"/>
                                  </a:rPr>
                                  <m:t>3</m:t>
                                </m:r>
                              </m:oMath>
                            </m:oMathPara>
                          </a14:m>
                          <a:endParaRPr lang="en-GB" sz="1100" b="0" i="0">
                            <a:solidFill>
                              <a:schemeClr val="tx1"/>
                            </a:solidFill>
                          </a:endParaRPr>
                        </a:p>
                        <a:p>
                          <a:endParaRPr lang="en-GB" sz="1100" b="0" i="0">
                            <a:solidFill>
                              <a:schemeClr val="tx1"/>
                            </a:solidFill>
                          </a:endParaRPr>
                        </a:p>
                        <a:p>
                          <a:endParaRPr lang="en-GB" sz="1100" b="0" i="0">
                            <a:solidFill>
                              <a:schemeClr val="tx1"/>
                            </a:solidFill>
                          </a:endParaRPr>
                        </a:p>
                        <a:p>
                          <a:endParaRPr lang="en-GB" sz="1100" b="0" i="0">
                            <a:solidFill>
                              <a:schemeClr val="tx1"/>
                            </a:solidFill>
                          </a:endParaRPr>
                        </a:p>
                        <a:p>
                          <a:endParaRPr lang="en-GB" sz="1100" b="0" i="0">
                            <a:solidFill>
                              <a:schemeClr val="tx1"/>
                            </a:solidFill>
                          </a:endParaRPr>
                        </a:p>
                        <a:p>
                          <a:pPr/>
                          <a14:m>
                            <m:oMathPara xmlns:m="http://schemas.openxmlformats.org/officeDocument/2006/math">
                              <m:oMathParaPr>
                                <m:jc m:val="left"/>
                              </m:oMathParaPr>
                              <m:oMath xmlns:m="http://schemas.openxmlformats.org/officeDocument/2006/math">
                                <m:r>
                                  <a:rPr lang="en-US" sz="1100" b="0" i="0" smtClean="0">
                                    <a:solidFill>
                                      <a:schemeClr val="tx1"/>
                                    </a:solidFill>
                                    <a:latin typeface="Cambria Math" panose="02040503050406030204" pitchFamily="18" charset="0"/>
                                  </a:rPr>
                                  <m:t>3×3×3×4×4</m:t>
                                </m:r>
                              </m:oMath>
                            </m:oMathPara>
                          </a14:m>
                          <a:endParaRPr lang="en-GB" sz="1100" b="0" i="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14:m>
                            <m:oMathPara xmlns:m="http://schemas.openxmlformats.org/officeDocument/2006/math">
                              <m:oMathParaPr>
                                <m:jc m:val="left"/>
                              </m:oMathParaPr>
                              <m:oMath xmlns:m="http://schemas.openxmlformats.org/officeDocument/2006/math">
                                <m:r>
                                  <a:rPr lang="en-GB" sz="1100" b="0" i="0" smtClean="0">
                                    <a:solidFill>
                                      <a:schemeClr val="tx1"/>
                                    </a:solidFill>
                                    <a:latin typeface="Cambria Math" panose="02040503050406030204" pitchFamily="18" charset="0"/>
                                  </a:rPr>
                                  <m:t>9</m:t>
                                </m:r>
                                <m:r>
                                  <a:rPr lang="en-US" sz="1100" b="0" i="0" smtClean="0">
                                    <a:solidFill>
                                      <a:schemeClr val="tx1"/>
                                    </a:solidFill>
                                    <a:latin typeface="Cambria Math" panose="02040503050406030204" pitchFamily="18" charset="0"/>
                                  </a:rPr>
                                  <m:t>×</m:t>
                                </m:r>
                                <m:r>
                                  <a:rPr lang="en-GB" sz="1100" b="0" i="0" smtClean="0">
                                    <a:solidFill>
                                      <a:schemeClr val="tx1"/>
                                    </a:solidFill>
                                    <a:latin typeface="Cambria Math" panose="02040503050406030204" pitchFamily="18" charset="0"/>
                                  </a:rPr>
                                  <m:t>9</m:t>
                                </m:r>
                                <m:r>
                                  <a:rPr lang="en-US" sz="1100" b="0" i="0" smtClean="0">
                                    <a:solidFill>
                                      <a:schemeClr val="tx1"/>
                                    </a:solidFill>
                                    <a:latin typeface="Cambria Math" panose="02040503050406030204" pitchFamily="18" charset="0"/>
                                  </a:rPr>
                                  <m:t>×9×</m:t>
                                </m:r>
                                <m:r>
                                  <a:rPr lang="en-GB" sz="1100" b="0" i="0" smtClean="0">
                                    <a:solidFill>
                                      <a:schemeClr val="tx1"/>
                                    </a:solidFill>
                                    <a:latin typeface="Cambria Math" panose="02040503050406030204" pitchFamily="18" charset="0"/>
                                  </a:rPr>
                                  <m:t>9</m:t>
                                </m:r>
                              </m:oMath>
                            </m:oMathPara>
                          </a14:m>
                          <a:endParaRPr lang="en-GB" sz="1100" b="0" i="0">
                            <a:solidFill>
                              <a:schemeClr val="tx1"/>
                            </a:solidFill>
                          </a:endParaRPr>
                        </a:p>
                        <a:p>
                          <a:endParaRPr lang="en-GB" sz="1100" b="0" i="0">
                            <a:solidFill>
                              <a:schemeClr val="tx1"/>
                            </a:solidFill>
                          </a:endParaRPr>
                        </a:p>
                        <a:p>
                          <a:endParaRPr lang="en-GB" sz="1100" b="0" i="0">
                            <a:solidFill>
                              <a:schemeClr val="tx1"/>
                            </a:solidFill>
                          </a:endParaRPr>
                        </a:p>
                        <a:p>
                          <a:endParaRPr lang="en-GB" sz="1100" b="0" i="0">
                            <a:solidFill>
                              <a:schemeClr val="tx1"/>
                            </a:solidFill>
                          </a:endParaRPr>
                        </a:p>
                        <a:p>
                          <a:endParaRPr lang="en-GB" sz="1100" b="0" i="0">
                            <a:solidFill>
                              <a:schemeClr val="tx1"/>
                            </a:solidFill>
                          </a:endParaRPr>
                        </a:p>
                        <a:p>
                          <a:pPr/>
                          <a14:m>
                            <m:oMathPara xmlns:m="http://schemas.openxmlformats.org/officeDocument/2006/math">
                              <m:oMathParaPr>
                                <m:jc m:val="left"/>
                              </m:oMathParaPr>
                              <m:oMath xmlns:m="http://schemas.openxmlformats.org/officeDocument/2006/math">
                                <m:r>
                                  <a:rPr lang="en-US" sz="1100" b="0" i="0" smtClean="0">
                                    <a:solidFill>
                                      <a:schemeClr val="tx1"/>
                                    </a:solidFill>
                                    <a:latin typeface="Cambria Math" panose="02040503050406030204" pitchFamily="18" charset="0"/>
                                  </a:rPr>
                                  <m:t>5×5×9×9</m:t>
                                </m:r>
                              </m:oMath>
                            </m:oMathPara>
                          </a14:m>
                          <a:endParaRPr lang="en-GB" sz="1100" b="0" i="0">
                            <a:solidFill>
                              <a:schemeClr val="tx1"/>
                            </a:solidFill>
                          </a:endParaRPr>
                        </a:p>
                        <a:p>
                          <a:endParaRPr lang="en-GB" sz="1100" b="0" i="0">
                            <a:solidFill>
                              <a:schemeClr val="tx1"/>
                            </a:solidFill>
                          </a:endParaRPr>
                        </a:p>
                        <a:p>
                          <a:endParaRPr lang="en-GB" sz="1100" b="0" i="0">
                            <a:solidFill>
                              <a:schemeClr val="tx1"/>
                            </a:solidFill>
                          </a:endParaRPr>
                        </a:p>
                        <a:p>
                          <a:endParaRPr lang="en-GB" sz="1100" b="0" i="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0818243"/>
                      </a:ext>
                    </a:extLst>
                  </a:tr>
                  <a:tr h="462500">
                    <a:tc>
                      <a:txBody>
                        <a:bodyPr/>
                        <a:lstStyle/>
                        <a:p>
                          <a:pPr marL="0" marR="0" indent="0" algn="l" defTabSz="685800" rtl="0" eaLnBrk="1" fontAlgn="auto" latinLnBrk="0" hangingPunct="1">
                            <a:lnSpc>
                              <a:spcPct val="100000"/>
                            </a:lnSpc>
                            <a:spcBef>
                              <a:spcPts val="0"/>
                            </a:spcBef>
                            <a:spcAft>
                              <a:spcPts val="0"/>
                            </a:spcAft>
                            <a:buClrTx/>
                            <a:buSzTx/>
                            <a:buFont typeface="+mj-lt"/>
                            <a:buNone/>
                            <a:tabLst/>
                            <a:defRPr/>
                          </a:pPr>
                          <a:r>
                            <a:rPr lang="en-US" sz="1100" dirty="0">
                              <a:solidFill>
                                <a:schemeClr val="tx1"/>
                              </a:solidFill>
                            </a:rPr>
                            <a:t>2) Write the total amounts</a:t>
                          </a:r>
                          <a:r>
                            <a:rPr lang="en-US" sz="1100" baseline="0" dirty="0">
                              <a:solidFill>
                                <a:schemeClr val="tx1"/>
                              </a:solidFill>
                            </a:rPr>
                            <a:t> of each number or letter as an index of each value.</a:t>
                          </a:r>
                          <a:endParaRPr lang="en-GB"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1176449903"/>
                      </a:ext>
                    </a:extLst>
                  </a:tr>
                </a:tbl>
              </a:graphicData>
            </a:graphic>
          </p:graphicFrame>
        </mc:Choice>
        <mc:Fallback xmlns="">
          <p:graphicFrame>
            <p:nvGraphicFramePr>
              <p:cNvPr id="78" name="Table 77"/>
              <p:cNvGraphicFramePr>
                <a:graphicFrameLocks noGrp="1"/>
              </p:cNvGraphicFramePr>
              <p:nvPr>
                <p:extLst>
                  <p:ext uri="{D42A27DB-BD31-4B8C-83A1-F6EECF244321}">
                    <p14:modId xmlns:p14="http://schemas.microsoft.com/office/powerpoint/2010/main" val="1012481492"/>
                  </p:ext>
                </p:extLst>
              </p:nvPr>
            </p:nvGraphicFramePr>
            <p:xfrm>
              <a:off x="85535" y="4278167"/>
              <a:ext cx="6597056" cy="1859280"/>
            </p:xfrm>
            <a:graphic>
              <a:graphicData uri="http://schemas.openxmlformats.org/drawingml/2006/table">
                <a:tbl>
                  <a:tblPr firstRow="1" bandRow="1">
                    <a:tableStyleId>{5C22544A-7EE6-4342-B048-85BDC9FD1C3A}</a:tableStyleId>
                  </a:tblPr>
                  <a:tblGrid>
                    <a:gridCol w="1497022">
                      <a:extLst>
                        <a:ext uri="{9D8B030D-6E8A-4147-A177-3AD203B41FA5}">
                          <a16:colId xmlns:a16="http://schemas.microsoft.com/office/drawing/2014/main" val="1568142362"/>
                        </a:ext>
                      </a:extLst>
                    </a:gridCol>
                    <a:gridCol w="1684020">
                      <a:extLst>
                        <a:ext uri="{9D8B030D-6E8A-4147-A177-3AD203B41FA5}">
                          <a16:colId xmlns:a16="http://schemas.microsoft.com/office/drawing/2014/main" val="3551711160"/>
                        </a:ext>
                      </a:extLst>
                    </a:gridCol>
                    <a:gridCol w="1766750">
                      <a:extLst>
                        <a:ext uri="{9D8B030D-6E8A-4147-A177-3AD203B41FA5}">
                          <a16:colId xmlns:a16="http://schemas.microsoft.com/office/drawing/2014/main" val="125684145"/>
                        </a:ext>
                      </a:extLst>
                    </a:gridCol>
                    <a:gridCol w="1649264">
                      <a:extLst>
                        <a:ext uri="{9D8B030D-6E8A-4147-A177-3AD203B41FA5}">
                          <a16:colId xmlns:a16="http://schemas.microsoft.com/office/drawing/2014/main" val="3300851661"/>
                        </a:ext>
                      </a:extLst>
                    </a:gridCol>
                  </a:tblGrid>
                  <a:tr h="259080">
                    <a:tc>
                      <a:txBody>
                        <a:bodyPr/>
                        <a:lstStyle/>
                        <a:p>
                          <a:r>
                            <a:rPr lang="en-US" sz="1100">
                              <a:solidFill>
                                <a:schemeClr val="tx1"/>
                              </a:solidFill>
                            </a:rPr>
                            <a:t>Steps</a:t>
                          </a:r>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sz="1100">
                              <a:solidFill>
                                <a:schemeClr val="tx1"/>
                              </a:solidFill>
                            </a:rPr>
                            <a:t>Express </a:t>
                          </a:r>
                          <a:r>
                            <a:rPr lang="en-GB" sz="1100">
                              <a:solidFill>
                                <a:schemeClr val="tx1"/>
                              </a:solidFill>
                            </a:rPr>
                            <a:t>in index notation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sz="1100">
                              <a:solidFill>
                                <a:schemeClr val="tx1"/>
                              </a:solidFill>
                            </a:rPr>
                            <a:t>Express </a:t>
                          </a:r>
                          <a:r>
                            <a:rPr lang="en-GB" sz="1100">
                              <a:solidFill>
                                <a:schemeClr val="tx1"/>
                              </a:solidFill>
                            </a:rPr>
                            <a:t>in index</a:t>
                          </a:r>
                          <a:r>
                            <a:rPr lang="en-GB" sz="1100" baseline="0">
                              <a:solidFill>
                                <a:schemeClr val="tx1"/>
                              </a:solidFill>
                            </a:rPr>
                            <a:t> notation</a:t>
                          </a:r>
                          <a:endParaRPr lang="en-GB" sz="11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sz="1000">
                              <a:solidFill>
                                <a:schemeClr val="tx1"/>
                              </a:solidFill>
                            </a:rPr>
                            <a:t>Express </a:t>
                          </a:r>
                          <a:r>
                            <a:rPr lang="en-US" sz="1000" baseline="0">
                              <a:solidFill>
                                <a:schemeClr val="tx1"/>
                              </a:solidFill>
                            </a:rPr>
                            <a:t>in index notation </a:t>
                          </a:r>
                          <a:endParaRPr lang="en-GB" sz="14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7794082"/>
                      </a:ext>
                    </a:extLst>
                  </a:tr>
                  <a:tr h="774341">
                    <a:tc>
                      <a:txBody>
                        <a:bodyPr/>
                        <a:lstStyle/>
                        <a:p>
                          <a:pPr marL="0" marR="0" indent="0" algn="l" defTabSz="685800" rtl="0" eaLnBrk="1" fontAlgn="auto" latinLnBrk="0" hangingPunct="1">
                            <a:lnSpc>
                              <a:spcPct val="100000"/>
                            </a:lnSpc>
                            <a:spcBef>
                              <a:spcPts val="0"/>
                            </a:spcBef>
                            <a:spcAft>
                              <a:spcPts val="0"/>
                            </a:spcAft>
                            <a:buClrTx/>
                            <a:buSzTx/>
                            <a:buFont typeface="+mj-lt"/>
                            <a:buNone/>
                            <a:tabLst/>
                            <a:defRPr/>
                          </a:pPr>
                          <a:r>
                            <a:rPr lang="en-US" sz="1100">
                              <a:solidFill>
                                <a:schemeClr val="tx1"/>
                              </a:solidFill>
                            </a:rPr>
                            <a:t>1)</a:t>
                          </a:r>
                          <a:r>
                            <a:rPr lang="en-US" sz="1100" baseline="0">
                              <a:solidFill>
                                <a:schemeClr val="tx1"/>
                              </a:solidFill>
                            </a:rPr>
                            <a:t> Count how many of the same base (number or letter) there are.</a:t>
                          </a:r>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89855" t="-16730" r="-203986" b="-760"/>
                          </a:stretch>
                        </a:blipFill>
                      </a:tcPr>
                    </a:tc>
                    <a:tc rowSpan="2">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80690" t="-16730" r="-94138" b="-760"/>
                          </a:stretch>
                        </a:blipFill>
                      </a:tcPr>
                    </a:tc>
                    <a:tc rowSpan="2">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00369" t="-16730" r="-738" b="-760"/>
                          </a:stretch>
                        </a:blipFill>
                      </a:tcPr>
                    </a:tc>
                    <a:extLst>
                      <a:ext uri="{0D108BD9-81ED-4DB2-BD59-A6C34878D82A}">
                        <a16:rowId xmlns:a16="http://schemas.microsoft.com/office/drawing/2014/main" val="2270818243"/>
                      </a:ext>
                    </a:extLst>
                  </a:tr>
                  <a:tr h="825859">
                    <a:tc>
                      <a:txBody>
                        <a:bodyPr/>
                        <a:lstStyle/>
                        <a:p>
                          <a:pPr marL="0" marR="0" indent="0" algn="l" defTabSz="685800" rtl="0" eaLnBrk="1" fontAlgn="auto" latinLnBrk="0" hangingPunct="1">
                            <a:lnSpc>
                              <a:spcPct val="100000"/>
                            </a:lnSpc>
                            <a:spcBef>
                              <a:spcPts val="0"/>
                            </a:spcBef>
                            <a:spcAft>
                              <a:spcPts val="0"/>
                            </a:spcAft>
                            <a:buClrTx/>
                            <a:buSzTx/>
                            <a:buFont typeface="+mj-lt"/>
                            <a:buNone/>
                            <a:tabLst/>
                            <a:defRPr/>
                          </a:pPr>
                          <a:r>
                            <a:rPr lang="en-US" sz="1100">
                              <a:solidFill>
                                <a:schemeClr val="tx1"/>
                              </a:solidFill>
                            </a:rPr>
                            <a:t>2) Write the total amounts</a:t>
                          </a:r>
                          <a:r>
                            <a:rPr lang="en-US" sz="1100" baseline="0">
                              <a:solidFill>
                                <a:schemeClr val="tx1"/>
                              </a:solidFill>
                            </a:rPr>
                            <a:t> of each number or letter as an index of each value.</a:t>
                          </a:r>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1176449903"/>
                      </a:ext>
                    </a:extLst>
                  </a:tr>
                </a:tbl>
              </a:graphicData>
            </a:graphic>
          </p:graphicFrame>
        </mc:Fallback>
      </mc:AlternateContent>
      <p:sp>
        <p:nvSpPr>
          <p:cNvPr id="5" name="Rectangle 4">
            <a:extLst>
              <a:ext uri="{FF2B5EF4-FFF2-40B4-BE49-F238E27FC236}">
                <a16:creationId xmlns:a16="http://schemas.microsoft.com/office/drawing/2014/main" id="{F5EBCE5A-36EF-1C41-1292-0D7F59CAB504}"/>
              </a:ext>
            </a:extLst>
          </p:cNvPr>
          <p:cNvSpPr/>
          <p:nvPr/>
        </p:nvSpPr>
        <p:spPr>
          <a:xfrm>
            <a:off x="70978" y="6179058"/>
            <a:ext cx="1092246" cy="396245"/>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a:t>INDEPENDENT PRACTICE</a:t>
            </a:r>
          </a:p>
        </p:txBody>
      </p:sp>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5622829B-778E-4245-0C27-6C709FC14CB3}"/>
                  </a:ext>
                </a:extLst>
              </p:cNvPr>
              <p:cNvGraphicFramePr>
                <a:graphicFrameLocks noGrp="1"/>
              </p:cNvGraphicFramePr>
              <p:nvPr/>
            </p:nvGraphicFramePr>
            <p:xfrm>
              <a:off x="101292" y="6651810"/>
              <a:ext cx="6648300" cy="3021875"/>
            </p:xfrm>
            <a:graphic>
              <a:graphicData uri="http://schemas.openxmlformats.org/drawingml/2006/table">
                <a:tbl>
                  <a:tblPr>
                    <a:tableStyleId>{5C22544A-7EE6-4342-B048-85BDC9FD1C3A}</a:tableStyleId>
                  </a:tblPr>
                  <a:tblGrid>
                    <a:gridCol w="3324150">
                      <a:extLst>
                        <a:ext uri="{9D8B030D-6E8A-4147-A177-3AD203B41FA5}">
                          <a16:colId xmlns:a16="http://schemas.microsoft.com/office/drawing/2014/main" val="905284259"/>
                        </a:ext>
                      </a:extLst>
                    </a:gridCol>
                    <a:gridCol w="3324150">
                      <a:extLst>
                        <a:ext uri="{9D8B030D-6E8A-4147-A177-3AD203B41FA5}">
                          <a16:colId xmlns:a16="http://schemas.microsoft.com/office/drawing/2014/main" val="1931765034"/>
                        </a:ext>
                      </a:extLst>
                    </a:gridCol>
                  </a:tblGrid>
                  <a:tr h="604375">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a:t>a) </a:t>
                          </a:r>
                          <a14:m>
                            <m:oMath xmlns:m="http://schemas.openxmlformats.org/officeDocument/2006/math">
                              <m:r>
                                <a:rPr lang="en-GB" sz="1200" i="1" dirty="0" smtClean="0">
                                  <a:solidFill>
                                    <a:prstClr val="black"/>
                                  </a:solidFill>
                                  <a:latin typeface="Cambria Math" panose="02040503050406030204" pitchFamily="18" charset="0"/>
                                </a:rPr>
                                <m:t>2 × 2 × 2× 2</m:t>
                              </m:r>
                            </m:oMath>
                          </a14:m>
                          <a:endParaRPr lang="en-GB" sz="1200">
                            <a:solidFill>
                              <a:prstClr val="black"/>
                            </a:solidFill>
                          </a:endParaRPr>
                        </a:p>
                        <a:p>
                          <a:endParaRPr lang="en-GB"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a:t>b) </a:t>
                          </a:r>
                          <a14:m>
                            <m:oMath xmlns:m="http://schemas.openxmlformats.org/officeDocument/2006/math">
                              <m:r>
                                <a:rPr lang="en-GB" sz="1200" i="1" dirty="0" smtClean="0">
                                  <a:solidFill>
                                    <a:prstClr val="black"/>
                                  </a:solidFill>
                                  <a:latin typeface="Cambria Math" panose="02040503050406030204" pitchFamily="18" charset="0"/>
                                </a:rPr>
                                <m:t>3 × 3 × 3 × 3 × 3</m:t>
                              </m:r>
                            </m:oMath>
                          </a14:m>
                          <a:endParaRPr lang="en-GB" sz="1200">
                            <a:solidFill>
                              <a:prstClr val="black"/>
                            </a:solidFill>
                          </a:endParaRPr>
                        </a:p>
                        <a:p>
                          <a:endParaRPr lang="en-GB"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44694840"/>
                      </a:ext>
                    </a:extLst>
                  </a:tr>
                  <a:tr h="604375">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a:t>c) </a:t>
                          </a:r>
                          <a14:m>
                            <m:oMath xmlns:m="http://schemas.openxmlformats.org/officeDocument/2006/math">
                              <m:r>
                                <a:rPr lang="en-GB" sz="1200" i="1" dirty="0" smtClean="0">
                                  <a:solidFill>
                                    <a:prstClr val="black"/>
                                  </a:solidFill>
                                  <a:latin typeface="Cambria Math" panose="02040503050406030204" pitchFamily="18" charset="0"/>
                                </a:rPr>
                                <m:t>7 × 7</m:t>
                              </m:r>
                            </m:oMath>
                          </a14:m>
                          <a:endParaRPr lang="en-GB" sz="1200">
                            <a:solidFill>
                              <a:prstClr val="black"/>
                            </a:solidFill>
                          </a:endParaRPr>
                        </a:p>
                        <a:p>
                          <a:endParaRPr lang="en-GB"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a:t>d) </a:t>
                          </a:r>
                          <a14:m>
                            <m:oMath xmlns:m="http://schemas.openxmlformats.org/officeDocument/2006/math">
                              <m:r>
                                <a:rPr lang="en-US" sz="1200" i="1" dirty="0" smtClean="0">
                                  <a:solidFill>
                                    <a:prstClr val="black"/>
                                  </a:solidFill>
                                  <a:latin typeface="Cambria Math" panose="02040503050406030204" pitchFamily="18" charset="0"/>
                                </a:rPr>
                                <m:t>12</m:t>
                              </m:r>
                              <m:r>
                                <a:rPr lang="en-US" sz="1200" b="0" i="1" dirty="0" smtClean="0">
                                  <a:solidFill>
                                    <a:prstClr val="black"/>
                                  </a:solidFill>
                                  <a:latin typeface="Cambria Math" panose="02040503050406030204" pitchFamily="18" charset="0"/>
                                </a:rPr>
                                <m:t>×</m:t>
                              </m:r>
                              <m:r>
                                <a:rPr lang="en-US" sz="1200" i="1" dirty="0" smtClean="0">
                                  <a:solidFill>
                                    <a:prstClr val="black"/>
                                  </a:solidFill>
                                  <a:latin typeface="Cambria Math" panose="02040503050406030204" pitchFamily="18" charset="0"/>
                                </a:rPr>
                                <m:t> 12</m:t>
                              </m:r>
                              <m:r>
                                <a:rPr lang="en-US" sz="1200" b="0" i="1" dirty="0" smtClean="0">
                                  <a:solidFill>
                                    <a:prstClr val="black"/>
                                  </a:solidFill>
                                  <a:latin typeface="Cambria Math" panose="02040503050406030204" pitchFamily="18" charset="0"/>
                                </a:rPr>
                                <m:t>×</m:t>
                              </m:r>
                              <m:r>
                                <a:rPr lang="en-US" sz="1200" i="1" dirty="0" smtClean="0">
                                  <a:solidFill>
                                    <a:prstClr val="black"/>
                                  </a:solidFill>
                                  <a:latin typeface="Cambria Math" panose="02040503050406030204" pitchFamily="18" charset="0"/>
                                </a:rPr>
                                <m:t> 12</m:t>
                              </m:r>
                            </m:oMath>
                          </a14:m>
                          <a:endParaRPr lang="en-US" sz="1200">
                            <a:solidFill>
                              <a:prstClr val="black"/>
                            </a:solidFill>
                          </a:endParaRPr>
                        </a:p>
                        <a:p>
                          <a:endParaRPr lang="en-GB"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452724"/>
                      </a:ext>
                    </a:extLst>
                  </a:tr>
                  <a:tr h="604375">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a:t>e) </a:t>
                          </a:r>
                          <a14:m>
                            <m:oMath xmlns:m="http://schemas.openxmlformats.org/officeDocument/2006/math">
                              <m:r>
                                <a:rPr lang="en-US" sz="1200" i="1" dirty="0" smtClean="0">
                                  <a:solidFill>
                                    <a:prstClr val="black"/>
                                  </a:solidFill>
                                  <a:latin typeface="Cambria Math" panose="02040503050406030204" pitchFamily="18" charset="0"/>
                                </a:rPr>
                                <m:t>0.7</m:t>
                              </m:r>
                              <m:r>
                                <a:rPr lang="en-US" sz="1200" b="0" i="1" dirty="0" smtClean="0">
                                  <a:solidFill>
                                    <a:prstClr val="black"/>
                                  </a:solidFill>
                                  <a:latin typeface="Cambria Math" panose="02040503050406030204" pitchFamily="18" charset="0"/>
                                </a:rPr>
                                <m:t>×</m:t>
                              </m:r>
                              <m:r>
                                <a:rPr lang="en-US" sz="1200" i="1" dirty="0" smtClean="0">
                                  <a:solidFill>
                                    <a:prstClr val="black"/>
                                  </a:solidFill>
                                  <a:latin typeface="Cambria Math" panose="02040503050406030204" pitchFamily="18" charset="0"/>
                                </a:rPr>
                                <m:t> 0.7</m:t>
                              </m:r>
                              <m:r>
                                <a:rPr lang="en-US" sz="1200" b="0" i="1" dirty="0" smtClean="0">
                                  <a:solidFill>
                                    <a:prstClr val="black"/>
                                  </a:solidFill>
                                  <a:latin typeface="Cambria Math" panose="02040503050406030204" pitchFamily="18" charset="0"/>
                                </a:rPr>
                                <m:t>×</m:t>
                              </m:r>
                              <m:r>
                                <a:rPr lang="en-US" sz="1200" i="1" dirty="0" smtClean="0">
                                  <a:solidFill>
                                    <a:prstClr val="black"/>
                                  </a:solidFill>
                                  <a:latin typeface="Cambria Math" panose="02040503050406030204" pitchFamily="18" charset="0"/>
                                </a:rPr>
                                <m:t> 0.7</m:t>
                              </m:r>
                              <m:r>
                                <a:rPr lang="en-US" sz="1200" b="0" i="1" dirty="0" smtClean="0">
                                  <a:solidFill>
                                    <a:prstClr val="black"/>
                                  </a:solidFill>
                                  <a:latin typeface="Cambria Math" panose="02040503050406030204" pitchFamily="18" charset="0"/>
                                </a:rPr>
                                <m:t>×</m:t>
                              </m:r>
                              <m:r>
                                <a:rPr lang="en-US" sz="1200" i="1" dirty="0" smtClean="0">
                                  <a:solidFill>
                                    <a:prstClr val="black"/>
                                  </a:solidFill>
                                  <a:latin typeface="Cambria Math" panose="02040503050406030204" pitchFamily="18" charset="0"/>
                                </a:rPr>
                                <m:t> 0.7</m:t>
                              </m:r>
                            </m:oMath>
                          </a14:m>
                          <a:endParaRPr lang="en-GB" sz="1200">
                            <a:solidFill>
                              <a:prstClr val="black"/>
                            </a:solidFill>
                          </a:endParaRPr>
                        </a:p>
                        <a:p>
                          <a:endParaRPr lang="en-GB"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a:t>f) </a:t>
                          </a:r>
                          <a14:m>
                            <m:oMath xmlns:m="http://schemas.openxmlformats.org/officeDocument/2006/math">
                              <m:r>
                                <a:rPr lang="en-GB" sz="1200" i="1" dirty="0" smtClean="0">
                                  <a:solidFill>
                                    <a:prstClr val="black"/>
                                  </a:solidFill>
                                  <a:latin typeface="Cambria Math" panose="02040503050406030204" pitchFamily="18" charset="0"/>
                                </a:rPr>
                                <m:t>2</m:t>
                              </m:r>
                              <m:r>
                                <a:rPr lang="en-US" sz="1200" b="0" i="1" dirty="0" smtClean="0">
                                  <a:solidFill>
                                    <a:prstClr val="black"/>
                                  </a:solidFill>
                                  <a:latin typeface="Cambria Math" panose="02040503050406030204" pitchFamily="18" charset="0"/>
                                </a:rPr>
                                <m:t>×2×3×3</m:t>
                              </m:r>
                            </m:oMath>
                          </a14:m>
                          <a:endParaRPr lang="en-GB" sz="1200">
                            <a:solidFill>
                              <a:prstClr val="black"/>
                            </a:solidFill>
                          </a:endParaRPr>
                        </a:p>
                        <a:p>
                          <a:endParaRPr lang="en-GB"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81680408"/>
                      </a:ext>
                    </a:extLst>
                  </a:tr>
                  <a:tr h="604375">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a:t>g) </a:t>
                          </a:r>
                          <a14:m>
                            <m:oMath xmlns:m="http://schemas.openxmlformats.org/officeDocument/2006/math">
                              <m:r>
                                <a:rPr lang="en-GB" sz="1200" i="1" dirty="0" smtClean="0">
                                  <a:solidFill>
                                    <a:prstClr val="black"/>
                                  </a:solidFill>
                                  <a:latin typeface="Cambria Math" panose="02040503050406030204" pitchFamily="18" charset="0"/>
                                </a:rPr>
                                <m:t>3 × 3 × 3</m:t>
                              </m:r>
                              <m:r>
                                <a:rPr lang="en-US" sz="1200" b="0" i="1" dirty="0" smtClean="0">
                                  <a:solidFill>
                                    <a:prstClr val="black"/>
                                  </a:solidFill>
                                  <a:latin typeface="Cambria Math" panose="02040503050406030204" pitchFamily="18" charset="0"/>
                                </a:rPr>
                                <m:t>×</m:t>
                              </m:r>
                              <m:r>
                                <a:rPr lang="en-GB" sz="1200" i="1" dirty="0" smtClean="0">
                                  <a:solidFill>
                                    <a:prstClr val="black"/>
                                  </a:solidFill>
                                  <a:latin typeface="Cambria Math" panose="02040503050406030204" pitchFamily="18" charset="0"/>
                                </a:rPr>
                                <m:t>7 × 7</m:t>
                              </m:r>
                            </m:oMath>
                          </a14:m>
                          <a:endParaRPr lang="en-GB" sz="1200">
                            <a:solidFill>
                              <a:prstClr val="black"/>
                            </a:solidFill>
                          </a:endParaRPr>
                        </a:p>
                        <a:p>
                          <a:endParaRPr lang="en-GB"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a:t>h) </a:t>
                          </a:r>
                          <a14:m>
                            <m:oMath xmlns:m="http://schemas.openxmlformats.org/officeDocument/2006/math">
                              <m:r>
                                <a:rPr lang="en-US" sz="1200" b="0" i="1" smtClean="0">
                                  <a:solidFill>
                                    <a:prstClr val="black"/>
                                  </a:solidFill>
                                  <a:latin typeface="Cambria Math" panose="02040503050406030204" pitchFamily="18" charset="0"/>
                                </a:rPr>
                                <m:t>7×7×7×7×12×12×12×15×15</m:t>
                              </m:r>
                            </m:oMath>
                          </a14:m>
                          <a:endParaRPr lang="en-GB" sz="1200">
                            <a:solidFill>
                              <a:prstClr val="black"/>
                            </a:solidFill>
                          </a:endParaRPr>
                        </a:p>
                        <a:p>
                          <a:endParaRPr lang="en-GB"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38333249"/>
                      </a:ext>
                    </a:extLst>
                  </a:tr>
                  <a:tr h="604375">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err="1"/>
                            <a:t>i</a:t>
                          </a:r>
                          <a:r>
                            <a:rPr lang="en-GB" sz="1200"/>
                            <a:t>) </a:t>
                          </a:r>
                          <a14:m>
                            <m:oMath xmlns:m="http://schemas.openxmlformats.org/officeDocument/2006/math">
                              <m:r>
                                <a:rPr lang="en-US" sz="1200" i="1" dirty="0" smtClean="0">
                                  <a:solidFill>
                                    <a:prstClr val="black"/>
                                  </a:solidFill>
                                  <a:latin typeface="Cambria Math" panose="02040503050406030204" pitchFamily="18" charset="0"/>
                                </a:rPr>
                                <m:t>12</m:t>
                              </m:r>
                              <m:r>
                                <a:rPr lang="en-US" sz="1200" b="0" i="1" dirty="0" smtClean="0">
                                  <a:solidFill>
                                    <a:prstClr val="black"/>
                                  </a:solidFill>
                                  <a:latin typeface="Cambria Math" panose="02040503050406030204" pitchFamily="18" charset="0"/>
                                </a:rPr>
                                <m:t>×</m:t>
                              </m:r>
                              <m:r>
                                <a:rPr lang="en-US" sz="1200" i="1" dirty="0" smtClean="0">
                                  <a:solidFill>
                                    <a:prstClr val="black"/>
                                  </a:solidFill>
                                  <a:latin typeface="Cambria Math" panose="02040503050406030204" pitchFamily="18" charset="0"/>
                                </a:rPr>
                                <m:t> 12</m:t>
                              </m:r>
                              <m:r>
                                <a:rPr lang="en-US" sz="1200" b="0" i="1" dirty="0" smtClean="0">
                                  <a:solidFill>
                                    <a:prstClr val="black"/>
                                  </a:solidFill>
                                  <a:latin typeface="Cambria Math" panose="02040503050406030204" pitchFamily="18" charset="0"/>
                                </a:rPr>
                                <m:t>×</m:t>
                              </m:r>
                              <m:r>
                                <a:rPr lang="en-US" sz="1200" i="1" dirty="0" smtClean="0">
                                  <a:solidFill>
                                    <a:prstClr val="black"/>
                                  </a:solidFill>
                                  <a:latin typeface="Cambria Math" panose="02040503050406030204" pitchFamily="18" charset="0"/>
                                </a:rPr>
                                <m:t> 12</m:t>
                              </m:r>
                              <m:r>
                                <a:rPr lang="en-US" sz="1200" b="0" i="1" dirty="0" smtClean="0">
                                  <a:solidFill>
                                    <a:prstClr val="black"/>
                                  </a:solidFill>
                                  <a:latin typeface="Cambria Math" panose="02040503050406030204" pitchFamily="18" charset="0"/>
                                </a:rPr>
                                <m:t>×0.7×0.7</m:t>
                              </m:r>
                            </m:oMath>
                          </a14:m>
                          <a:endParaRPr lang="en-US" sz="1200">
                            <a:solidFill>
                              <a:prstClr val="black"/>
                            </a:solidFill>
                          </a:endParaRPr>
                        </a:p>
                        <a:p>
                          <a:endParaRPr lang="en-GB"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a:t>j) </a:t>
                          </a:r>
                          <a14:m>
                            <m:oMath xmlns:m="http://schemas.openxmlformats.org/officeDocument/2006/math">
                              <m:r>
                                <a:rPr lang="en-US" sz="1200" i="1" dirty="0" smtClean="0">
                                  <a:solidFill>
                                    <a:prstClr val="black"/>
                                  </a:solidFill>
                                  <a:latin typeface="Cambria Math" panose="02040503050406030204" pitchFamily="18" charset="0"/>
                                </a:rPr>
                                <m:t>0.7</m:t>
                              </m:r>
                              <m:r>
                                <a:rPr lang="en-US" sz="1200" b="0" i="1" dirty="0" smtClean="0">
                                  <a:solidFill>
                                    <a:prstClr val="black"/>
                                  </a:solidFill>
                                  <a:latin typeface="Cambria Math" panose="02040503050406030204" pitchFamily="18" charset="0"/>
                                </a:rPr>
                                <m:t>×</m:t>
                              </m:r>
                              <m:r>
                                <a:rPr lang="en-US" sz="1200" i="1" dirty="0" smtClean="0">
                                  <a:solidFill>
                                    <a:prstClr val="black"/>
                                  </a:solidFill>
                                  <a:latin typeface="Cambria Math" panose="02040503050406030204" pitchFamily="18" charset="0"/>
                                </a:rPr>
                                <m:t> 0.7</m:t>
                              </m:r>
                              <m:r>
                                <a:rPr lang="en-US" sz="1200" b="0" i="1" dirty="0" smtClean="0">
                                  <a:solidFill>
                                    <a:prstClr val="black"/>
                                  </a:solidFill>
                                  <a:latin typeface="Cambria Math" panose="02040503050406030204" pitchFamily="18" charset="0"/>
                                </a:rPr>
                                <m:t>×</m:t>
                              </m:r>
                              <m:r>
                                <a:rPr lang="en-US" sz="1200" i="1" dirty="0" smtClean="0">
                                  <a:solidFill>
                                    <a:prstClr val="black"/>
                                  </a:solidFill>
                                  <a:latin typeface="Cambria Math" panose="02040503050406030204" pitchFamily="18" charset="0"/>
                                </a:rPr>
                                <m:t> 0.7</m:t>
                              </m:r>
                              <m:r>
                                <a:rPr lang="en-US" sz="1200" b="0" i="1" dirty="0" smtClean="0">
                                  <a:solidFill>
                                    <a:prstClr val="black"/>
                                  </a:solidFill>
                                  <a:latin typeface="Cambria Math" panose="02040503050406030204" pitchFamily="18" charset="0"/>
                                </a:rPr>
                                <m:t>×</m:t>
                              </m:r>
                              <m:r>
                                <a:rPr lang="en-US" sz="1200" i="1" dirty="0" smtClean="0">
                                  <a:solidFill>
                                    <a:prstClr val="black"/>
                                  </a:solidFill>
                                  <a:latin typeface="Cambria Math" panose="02040503050406030204" pitchFamily="18" charset="0"/>
                                </a:rPr>
                                <m:t> 0.7</m:t>
                              </m:r>
                              <m:r>
                                <a:rPr lang="en-US" sz="1200" b="0" i="1" dirty="0" smtClean="0">
                                  <a:solidFill>
                                    <a:prstClr val="black"/>
                                  </a:solidFill>
                                  <a:latin typeface="Cambria Math" panose="02040503050406030204" pitchFamily="18" charset="0"/>
                                </a:rPr>
                                <m:t>×0.3×0.3</m:t>
                              </m:r>
                            </m:oMath>
                          </a14:m>
                          <a:endParaRPr lang="en-GB" sz="1200">
                            <a:solidFill>
                              <a:prstClr val="black"/>
                            </a:solidFill>
                          </a:endParaRPr>
                        </a:p>
                        <a:p>
                          <a:endParaRPr lang="en-GB"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71662202"/>
                      </a:ext>
                    </a:extLst>
                  </a:tr>
                </a:tbl>
              </a:graphicData>
            </a:graphic>
          </p:graphicFrame>
        </mc:Choice>
        <mc:Fallback xmlns="">
          <p:graphicFrame>
            <p:nvGraphicFramePr>
              <p:cNvPr id="6" name="Table 5">
                <a:extLst>
                  <a:ext uri="{FF2B5EF4-FFF2-40B4-BE49-F238E27FC236}">
                    <a16:creationId xmlns:a16="http://schemas.microsoft.com/office/drawing/2014/main" id="{5622829B-778E-4245-0C27-6C709FC14CB3}"/>
                  </a:ext>
                </a:extLst>
              </p:cNvPr>
              <p:cNvGraphicFramePr>
                <a:graphicFrameLocks noGrp="1"/>
              </p:cNvGraphicFramePr>
              <p:nvPr>
                <p:extLst>
                  <p:ext uri="{D42A27DB-BD31-4B8C-83A1-F6EECF244321}">
                    <p14:modId xmlns:p14="http://schemas.microsoft.com/office/powerpoint/2010/main" val="1716874608"/>
                  </p:ext>
                </p:extLst>
              </p:nvPr>
            </p:nvGraphicFramePr>
            <p:xfrm>
              <a:off x="101292" y="6651810"/>
              <a:ext cx="6648300" cy="3021875"/>
            </p:xfrm>
            <a:graphic>
              <a:graphicData uri="http://schemas.openxmlformats.org/drawingml/2006/table">
                <a:tbl>
                  <a:tblPr>
                    <a:tableStyleId>{5C22544A-7EE6-4342-B048-85BDC9FD1C3A}</a:tableStyleId>
                  </a:tblPr>
                  <a:tblGrid>
                    <a:gridCol w="3324150">
                      <a:extLst>
                        <a:ext uri="{9D8B030D-6E8A-4147-A177-3AD203B41FA5}">
                          <a16:colId xmlns:a16="http://schemas.microsoft.com/office/drawing/2014/main" val="905284259"/>
                        </a:ext>
                      </a:extLst>
                    </a:gridCol>
                    <a:gridCol w="3324150">
                      <a:extLst>
                        <a:ext uri="{9D8B030D-6E8A-4147-A177-3AD203B41FA5}">
                          <a16:colId xmlns:a16="http://schemas.microsoft.com/office/drawing/2014/main" val="1931765034"/>
                        </a:ext>
                      </a:extLst>
                    </a:gridCol>
                  </a:tblGrid>
                  <a:tr h="604375">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83" t="-1010" r="-100366" b="-40303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0183" t="-1010" r="-366" b="-403030"/>
                          </a:stretch>
                        </a:blipFill>
                      </a:tcPr>
                    </a:tc>
                    <a:extLst>
                      <a:ext uri="{0D108BD9-81ED-4DB2-BD59-A6C34878D82A}">
                        <a16:rowId xmlns:a16="http://schemas.microsoft.com/office/drawing/2014/main" val="2944694840"/>
                      </a:ext>
                    </a:extLst>
                  </a:tr>
                  <a:tr h="604375">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83" t="-101010" r="-100366" b="-30303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0183" t="-101010" r="-366" b="-303030"/>
                          </a:stretch>
                        </a:blipFill>
                      </a:tcPr>
                    </a:tc>
                    <a:extLst>
                      <a:ext uri="{0D108BD9-81ED-4DB2-BD59-A6C34878D82A}">
                        <a16:rowId xmlns:a16="http://schemas.microsoft.com/office/drawing/2014/main" val="12452724"/>
                      </a:ext>
                    </a:extLst>
                  </a:tr>
                  <a:tr h="604375">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83" t="-199000" r="-100366" b="-20000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0183" t="-199000" r="-366" b="-200000"/>
                          </a:stretch>
                        </a:blipFill>
                      </a:tcPr>
                    </a:tc>
                    <a:extLst>
                      <a:ext uri="{0D108BD9-81ED-4DB2-BD59-A6C34878D82A}">
                        <a16:rowId xmlns:a16="http://schemas.microsoft.com/office/drawing/2014/main" val="2181680408"/>
                      </a:ext>
                    </a:extLst>
                  </a:tr>
                  <a:tr h="604375">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83" t="-302020" r="-100366" b="-10202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0183" t="-302020" r="-366" b="-102020"/>
                          </a:stretch>
                        </a:blipFill>
                      </a:tcPr>
                    </a:tc>
                    <a:extLst>
                      <a:ext uri="{0D108BD9-81ED-4DB2-BD59-A6C34878D82A}">
                        <a16:rowId xmlns:a16="http://schemas.microsoft.com/office/drawing/2014/main" val="438333249"/>
                      </a:ext>
                    </a:extLst>
                  </a:tr>
                  <a:tr h="604375">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83" t="-402020" r="-100366" b="-202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0183" t="-402020" r="-366" b="-2020"/>
                          </a:stretch>
                        </a:blipFill>
                      </a:tcPr>
                    </a:tc>
                    <a:extLst>
                      <a:ext uri="{0D108BD9-81ED-4DB2-BD59-A6C34878D82A}">
                        <a16:rowId xmlns:a16="http://schemas.microsoft.com/office/drawing/2014/main" val="2371662202"/>
                      </a:ext>
                    </a:extLst>
                  </a:tr>
                </a:tbl>
              </a:graphicData>
            </a:graphic>
          </p:graphicFrame>
        </mc:Fallback>
      </mc:AlternateContent>
      <p:sp>
        <p:nvSpPr>
          <p:cNvPr id="7" name="TextBox 6">
            <a:extLst>
              <a:ext uri="{FF2B5EF4-FFF2-40B4-BE49-F238E27FC236}">
                <a16:creationId xmlns:a16="http://schemas.microsoft.com/office/drawing/2014/main" id="{02211832-3197-C960-14F9-D70B54C235F5}"/>
              </a:ext>
            </a:extLst>
          </p:cNvPr>
          <p:cNvSpPr txBox="1"/>
          <p:nvPr/>
        </p:nvSpPr>
        <p:spPr>
          <a:xfrm>
            <a:off x="1195852" y="6250638"/>
            <a:ext cx="3080026" cy="276999"/>
          </a:xfrm>
          <a:prstGeom prst="rect">
            <a:avLst/>
          </a:prstGeom>
          <a:noFill/>
        </p:spPr>
        <p:txBody>
          <a:bodyPr wrap="square">
            <a:spAutoFit/>
          </a:bodyPr>
          <a:lstStyle/>
          <a:p>
            <a:pPr marL="222250" lvl="0" indent="-222250">
              <a:defRPr/>
            </a:pPr>
            <a:r>
              <a:rPr lang="en-GB" sz="1200">
                <a:solidFill>
                  <a:prstClr val="black"/>
                </a:solidFill>
              </a:rPr>
              <a:t>1. Write these expressions in index notation.</a:t>
            </a:r>
          </a:p>
        </p:txBody>
      </p:sp>
      <p:sp>
        <p:nvSpPr>
          <p:cNvPr id="10" name="Slide Number Placeholder 9">
            <a:extLst>
              <a:ext uri="{FF2B5EF4-FFF2-40B4-BE49-F238E27FC236}">
                <a16:creationId xmlns:a16="http://schemas.microsoft.com/office/drawing/2014/main" id="{1A4A9A4A-5E53-5A38-53C0-4AA38848E0BD}"/>
              </a:ext>
            </a:extLst>
          </p:cNvPr>
          <p:cNvSpPr>
            <a:spLocks noGrp="1"/>
          </p:cNvSpPr>
          <p:nvPr>
            <p:ph type="sldNum" sz="quarter" idx="12"/>
          </p:nvPr>
        </p:nvSpPr>
        <p:spPr>
          <a:xfrm>
            <a:off x="5213658" y="9534156"/>
            <a:ext cx="1543050" cy="527403"/>
          </a:xfrm>
        </p:spPr>
        <p:txBody>
          <a:bodyPr/>
          <a:lstStyle/>
          <a:p>
            <a:fld id="{DFE403A4-BF53-4A18-A219-2FCD9C5F3F46}" type="slidenum">
              <a:rPr lang="en-GB" smtClean="0"/>
              <a:t>46</a:t>
            </a:fld>
            <a:endParaRPr lang="en-GB" dirty="0"/>
          </a:p>
        </p:txBody>
      </p:sp>
    </p:spTree>
    <p:extLst>
      <p:ext uri="{BB962C8B-B14F-4D97-AF65-F5344CB8AC3E}">
        <p14:creationId xmlns:p14="http://schemas.microsoft.com/office/powerpoint/2010/main" val="261598759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62" name="Table 61"/>
              <p:cNvGraphicFramePr>
                <a:graphicFrameLocks noGrp="1"/>
              </p:cNvGraphicFramePr>
              <p:nvPr/>
            </p:nvGraphicFramePr>
            <p:xfrm>
              <a:off x="120568" y="301462"/>
              <a:ext cx="6658099" cy="2267117"/>
            </p:xfrm>
            <a:graphic>
              <a:graphicData uri="http://schemas.openxmlformats.org/drawingml/2006/table">
                <a:tbl>
                  <a:tblPr firstRow="1" bandRow="1">
                    <a:tableStyleId>{5C22544A-7EE6-4342-B048-85BDC9FD1C3A}</a:tableStyleId>
                  </a:tblPr>
                  <a:tblGrid>
                    <a:gridCol w="1510874">
                      <a:extLst>
                        <a:ext uri="{9D8B030D-6E8A-4147-A177-3AD203B41FA5}">
                          <a16:colId xmlns:a16="http://schemas.microsoft.com/office/drawing/2014/main" val="1568142362"/>
                        </a:ext>
                      </a:extLst>
                    </a:gridCol>
                    <a:gridCol w="1699602">
                      <a:extLst>
                        <a:ext uri="{9D8B030D-6E8A-4147-A177-3AD203B41FA5}">
                          <a16:colId xmlns:a16="http://schemas.microsoft.com/office/drawing/2014/main" val="3551711160"/>
                        </a:ext>
                      </a:extLst>
                    </a:gridCol>
                    <a:gridCol w="1783098">
                      <a:extLst>
                        <a:ext uri="{9D8B030D-6E8A-4147-A177-3AD203B41FA5}">
                          <a16:colId xmlns:a16="http://schemas.microsoft.com/office/drawing/2014/main" val="125684145"/>
                        </a:ext>
                      </a:extLst>
                    </a:gridCol>
                    <a:gridCol w="1664525">
                      <a:extLst>
                        <a:ext uri="{9D8B030D-6E8A-4147-A177-3AD203B41FA5}">
                          <a16:colId xmlns:a16="http://schemas.microsoft.com/office/drawing/2014/main" val="3300851661"/>
                        </a:ext>
                      </a:extLst>
                    </a:gridCol>
                  </a:tblGrid>
                  <a:tr h="353612">
                    <a:tc>
                      <a:txBody>
                        <a:bodyPr/>
                        <a:lstStyle/>
                        <a:p>
                          <a:r>
                            <a:rPr lang="en-US" sz="1100">
                              <a:solidFill>
                                <a:schemeClr val="tx1"/>
                              </a:solidFill>
                            </a:rPr>
                            <a:t>Steps</a:t>
                          </a:r>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sz="1100">
                              <a:solidFill>
                                <a:schemeClr val="tx1"/>
                              </a:solidFill>
                            </a:rPr>
                            <a:t>Express </a:t>
                          </a:r>
                          <a:r>
                            <a:rPr lang="en-GB" sz="1100">
                              <a:solidFill>
                                <a:schemeClr val="tx1"/>
                              </a:solidFill>
                            </a:rPr>
                            <a:t>in</a:t>
                          </a:r>
                          <a:r>
                            <a:rPr lang="en-GB" sz="1100" baseline="0">
                              <a:solidFill>
                                <a:schemeClr val="tx1"/>
                              </a:solidFill>
                            </a:rPr>
                            <a:t> expanded form</a:t>
                          </a:r>
                          <a:endParaRPr lang="en-GB" sz="11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en-GB" sz="11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en-GB" sz="14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7794082"/>
                      </a:ext>
                    </a:extLst>
                  </a:tr>
                  <a:tr h="1913505">
                    <a:tc>
                      <a:txBody>
                        <a:bodyPr/>
                        <a:lstStyle/>
                        <a:p>
                          <a:pPr marL="0" marR="0" lvl="0" indent="0" algn="l" defTabSz="685800" rtl="0" eaLnBrk="1" fontAlgn="auto" latinLnBrk="0" hangingPunct="1">
                            <a:lnSpc>
                              <a:spcPct val="100000"/>
                            </a:lnSpc>
                            <a:spcBef>
                              <a:spcPts val="0"/>
                            </a:spcBef>
                            <a:spcAft>
                              <a:spcPts val="0"/>
                            </a:spcAft>
                            <a:buClrTx/>
                            <a:buSzTx/>
                            <a:buFont typeface="+mj-lt"/>
                            <a:buNone/>
                            <a:tabLst/>
                            <a:defRPr/>
                          </a:pPr>
                          <a:r>
                            <a:rPr lang="en-US" sz="1100">
                              <a:solidFill>
                                <a:schemeClr val="tx1"/>
                              </a:solidFill>
                            </a:rPr>
                            <a:t>1)</a:t>
                          </a:r>
                          <a:r>
                            <a:rPr lang="en-US" sz="1100" baseline="0">
                              <a:solidFill>
                                <a:schemeClr val="tx1"/>
                              </a:solidFill>
                            </a:rPr>
                            <a:t> Look at the index of each base number or letter, </a:t>
                          </a:r>
                          <a:r>
                            <a:rPr lang="en-GB" sz="1100" baseline="0">
                              <a:solidFill>
                                <a:schemeClr val="tx1"/>
                              </a:solidFill>
                            </a:rPr>
                            <a:t>write out that many of the value as a product</a:t>
                          </a:r>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14:m>
                            <m:oMathPara xmlns:m="http://schemas.openxmlformats.org/officeDocument/2006/math">
                              <m:oMathParaPr>
                                <m:jc m:val="left"/>
                              </m:oMathParaPr>
                              <m:oMath xmlns:m="http://schemas.openxmlformats.org/officeDocument/2006/math">
                                <m:sSup>
                                  <m:sSupPr>
                                    <m:ctrlPr>
                                      <a:rPr lang="en-US" sz="1100" b="0" i="1" smtClean="0">
                                        <a:solidFill>
                                          <a:schemeClr val="tx1"/>
                                        </a:solidFill>
                                        <a:latin typeface="Cambria Math" panose="02040503050406030204" pitchFamily="18" charset="0"/>
                                      </a:rPr>
                                    </m:ctrlPr>
                                  </m:sSupPr>
                                  <m:e>
                                    <m:r>
                                      <a:rPr lang="en-GB" sz="1100" b="0" i="1" smtClean="0">
                                        <a:solidFill>
                                          <a:schemeClr val="tx1"/>
                                        </a:solidFill>
                                        <a:latin typeface="Cambria Math" panose="02040503050406030204" pitchFamily="18" charset="0"/>
                                      </a:rPr>
                                      <m:t>4</m:t>
                                    </m:r>
                                  </m:e>
                                  <m:sup>
                                    <m:r>
                                      <a:rPr lang="en-US" sz="1100" b="0" i="1" smtClean="0">
                                        <a:solidFill>
                                          <a:schemeClr val="tx1"/>
                                        </a:solidFill>
                                        <a:latin typeface="Cambria Math" panose="02040503050406030204" pitchFamily="18" charset="0"/>
                                      </a:rPr>
                                      <m:t>5</m:t>
                                    </m:r>
                                  </m:sup>
                                </m:sSup>
                              </m:oMath>
                            </m:oMathPara>
                          </a14:m>
                          <a:endParaRPr lang="en-GB" sz="1100" b="0">
                            <a:solidFill>
                              <a:schemeClr val="tx1"/>
                            </a:solidFill>
                          </a:endParaRPr>
                        </a:p>
                        <a:p>
                          <a:pPr algn="l"/>
                          <a:endParaRPr lang="en-GB" sz="1100" b="0">
                            <a:solidFill>
                              <a:schemeClr val="tx1"/>
                            </a:solidFill>
                          </a:endParaRPr>
                        </a:p>
                        <a:p>
                          <a:pPr algn="l"/>
                          <a:endParaRPr lang="en-GB" sz="1100" b="0">
                            <a:solidFill>
                              <a:schemeClr val="tx1"/>
                            </a:solidFill>
                          </a:endParaRPr>
                        </a:p>
                        <a:p>
                          <a:pPr algn="l"/>
                          <a:endParaRPr lang="en-GB" sz="1100" b="0">
                            <a:solidFill>
                              <a:schemeClr val="tx1"/>
                            </a:solidFill>
                          </a:endParaRPr>
                        </a:p>
                        <a:p>
                          <a:pPr algn="l"/>
                          <a:endParaRPr lang="en-GB" sz="1100" b="0">
                            <a:solidFill>
                              <a:schemeClr val="tx1"/>
                            </a:solidFill>
                          </a:endParaRPr>
                        </a:p>
                        <a:p>
                          <a:pPr algn="l"/>
                          <a14:m>
                            <m:oMathPara xmlns:m="http://schemas.openxmlformats.org/officeDocument/2006/math">
                              <m:oMathParaPr>
                                <m:jc m:val="left"/>
                              </m:oMathParaPr>
                              <m:oMath xmlns:m="http://schemas.openxmlformats.org/officeDocument/2006/math">
                                <m:sSup>
                                  <m:sSupPr>
                                    <m:ctrlPr>
                                      <a:rPr lang="en-US" sz="1100" b="0" i="1" smtClean="0">
                                        <a:solidFill>
                                          <a:schemeClr val="tx1"/>
                                        </a:solidFill>
                                        <a:latin typeface="Cambria Math" panose="02040503050406030204" pitchFamily="18" charset="0"/>
                                      </a:rPr>
                                    </m:ctrlPr>
                                  </m:sSupPr>
                                  <m:e>
                                    <m:r>
                                      <a:rPr lang="en-GB" sz="1100" b="0" i="1" smtClean="0">
                                        <a:solidFill>
                                          <a:schemeClr val="tx1"/>
                                        </a:solidFill>
                                        <a:latin typeface="Cambria Math" panose="02040503050406030204" pitchFamily="18" charset="0"/>
                                      </a:rPr>
                                      <m:t>4</m:t>
                                    </m:r>
                                  </m:e>
                                  <m:sup>
                                    <m:r>
                                      <a:rPr lang="en-GB" sz="1100" b="0" i="1" smtClean="0">
                                        <a:solidFill>
                                          <a:schemeClr val="tx1"/>
                                        </a:solidFill>
                                        <a:latin typeface="Cambria Math" panose="02040503050406030204" pitchFamily="18" charset="0"/>
                                      </a:rPr>
                                      <m:t>5</m:t>
                                    </m:r>
                                  </m:sup>
                                </m:sSup>
                                <m:r>
                                  <a:rPr lang="en-US" sz="1100" b="0" i="1" smtClean="0">
                                    <a:solidFill>
                                      <a:schemeClr val="tx1"/>
                                    </a:solidFill>
                                    <a:latin typeface="Cambria Math" panose="02040503050406030204" pitchFamily="18" charset="0"/>
                                  </a:rPr>
                                  <m:t>×</m:t>
                                </m:r>
                                <m:sSup>
                                  <m:sSupPr>
                                    <m:ctrlPr>
                                      <a:rPr lang="en-US" sz="1100" b="0" i="1" smtClean="0">
                                        <a:solidFill>
                                          <a:schemeClr val="tx1"/>
                                        </a:solidFill>
                                        <a:latin typeface="Cambria Math" panose="02040503050406030204" pitchFamily="18" charset="0"/>
                                      </a:rPr>
                                    </m:ctrlPr>
                                  </m:sSupPr>
                                  <m:e>
                                    <m:r>
                                      <a:rPr lang="en-US" sz="1100" b="0" i="1" smtClean="0">
                                        <a:solidFill>
                                          <a:schemeClr val="tx1"/>
                                        </a:solidFill>
                                        <a:latin typeface="Cambria Math" panose="02040503050406030204" pitchFamily="18" charset="0"/>
                                      </a:rPr>
                                      <m:t>8</m:t>
                                    </m:r>
                                  </m:e>
                                  <m:sup>
                                    <m:r>
                                      <a:rPr lang="en-US" sz="1100" b="0" i="1" smtClean="0">
                                        <a:solidFill>
                                          <a:schemeClr val="tx1"/>
                                        </a:solidFill>
                                        <a:latin typeface="Cambria Math" panose="02040503050406030204" pitchFamily="18" charset="0"/>
                                      </a:rPr>
                                      <m:t>2</m:t>
                                    </m:r>
                                  </m:sup>
                                </m:sSup>
                                <m:r>
                                  <a:rPr lang="en-US" sz="1100" b="0" i="1" smtClean="0">
                                    <a:solidFill>
                                      <a:schemeClr val="tx1"/>
                                    </a:solidFill>
                                    <a:latin typeface="Cambria Math" panose="02040503050406030204" pitchFamily="18" charset="0"/>
                                  </a:rPr>
                                  <m:t> </m:t>
                                </m:r>
                              </m:oMath>
                            </m:oMathPara>
                          </a14:m>
                          <a:endParaRPr lang="en-GB" sz="11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14:m>
                            <m:oMathPara xmlns:m="http://schemas.openxmlformats.org/officeDocument/2006/math">
                              <m:oMathParaPr>
                                <m:jc m:val="left"/>
                              </m:oMathParaPr>
                              <m:oMath xmlns:m="http://schemas.openxmlformats.org/officeDocument/2006/math">
                                <m:sSup>
                                  <m:sSupPr>
                                    <m:ctrlPr>
                                      <a:rPr lang="en-US" sz="1100" b="0" i="1" smtClean="0">
                                        <a:solidFill>
                                          <a:schemeClr val="tx1"/>
                                        </a:solidFill>
                                        <a:latin typeface="Cambria Math" panose="02040503050406030204" pitchFamily="18" charset="0"/>
                                      </a:rPr>
                                    </m:ctrlPr>
                                  </m:sSupPr>
                                  <m:e>
                                    <m:r>
                                      <a:rPr lang="en-US" sz="1100" b="0" i="1" smtClean="0">
                                        <a:solidFill>
                                          <a:schemeClr val="tx1"/>
                                        </a:solidFill>
                                        <a:latin typeface="Cambria Math" panose="02040503050406030204" pitchFamily="18" charset="0"/>
                                      </a:rPr>
                                      <m:t>6</m:t>
                                    </m:r>
                                  </m:e>
                                  <m:sup>
                                    <m:r>
                                      <a:rPr lang="en-US" sz="1100" b="0" i="1" smtClean="0">
                                        <a:solidFill>
                                          <a:schemeClr val="tx1"/>
                                        </a:solidFill>
                                        <a:latin typeface="Cambria Math" panose="02040503050406030204" pitchFamily="18" charset="0"/>
                                      </a:rPr>
                                      <m:t>2</m:t>
                                    </m:r>
                                  </m:sup>
                                </m:sSup>
                              </m:oMath>
                            </m:oMathPara>
                          </a14:m>
                          <a:endParaRPr lang="en-GB" sz="1100" b="0">
                            <a:solidFill>
                              <a:schemeClr val="tx1"/>
                            </a:solidFill>
                          </a:endParaRPr>
                        </a:p>
                        <a:p>
                          <a:pPr algn="l"/>
                          <a:endParaRPr lang="en-GB" sz="1100" b="0">
                            <a:solidFill>
                              <a:schemeClr val="tx1"/>
                            </a:solidFill>
                          </a:endParaRPr>
                        </a:p>
                        <a:p>
                          <a:pPr algn="l"/>
                          <a:endParaRPr lang="en-GB" sz="1100" b="0">
                            <a:solidFill>
                              <a:schemeClr val="tx1"/>
                            </a:solidFill>
                          </a:endParaRPr>
                        </a:p>
                        <a:p>
                          <a:pPr algn="l"/>
                          <a:endParaRPr lang="en-GB" sz="1100" b="0">
                            <a:solidFill>
                              <a:schemeClr val="tx1"/>
                            </a:solidFill>
                          </a:endParaRPr>
                        </a:p>
                        <a:p>
                          <a:pPr algn="l"/>
                          <a:endParaRPr lang="en-GB" sz="1100" b="0">
                            <a:solidFill>
                              <a:schemeClr val="tx1"/>
                            </a:solidFill>
                          </a:endParaRPr>
                        </a:p>
                        <a:p>
                          <a:pPr algn="l"/>
                          <a14:m>
                            <m:oMathPara xmlns:m="http://schemas.openxmlformats.org/officeDocument/2006/math">
                              <m:oMathParaPr>
                                <m:jc m:val="left"/>
                              </m:oMathParaPr>
                              <m:oMath xmlns:m="http://schemas.openxmlformats.org/officeDocument/2006/math">
                                <m:sSup>
                                  <m:sSupPr>
                                    <m:ctrlPr>
                                      <a:rPr lang="en-US" sz="1100" b="0" i="1" smtClean="0">
                                        <a:solidFill>
                                          <a:schemeClr val="tx1"/>
                                        </a:solidFill>
                                        <a:latin typeface="Cambria Math" panose="02040503050406030204" pitchFamily="18" charset="0"/>
                                      </a:rPr>
                                    </m:ctrlPr>
                                  </m:sSupPr>
                                  <m:e>
                                    <m:r>
                                      <a:rPr lang="en-US" sz="1100" b="0" i="1" smtClean="0">
                                        <a:solidFill>
                                          <a:schemeClr val="tx1"/>
                                        </a:solidFill>
                                        <a:latin typeface="Cambria Math" panose="02040503050406030204" pitchFamily="18" charset="0"/>
                                      </a:rPr>
                                      <m:t>6</m:t>
                                    </m:r>
                                  </m:e>
                                  <m:sup>
                                    <m:r>
                                      <a:rPr lang="en-US" sz="1100" b="0" i="1" smtClean="0">
                                        <a:solidFill>
                                          <a:schemeClr val="tx1"/>
                                        </a:solidFill>
                                        <a:latin typeface="Cambria Math" panose="02040503050406030204" pitchFamily="18" charset="0"/>
                                      </a:rPr>
                                      <m:t>2</m:t>
                                    </m:r>
                                  </m:sup>
                                </m:sSup>
                                <m:r>
                                  <a:rPr lang="en-US" sz="1100" b="0" i="1" smtClean="0">
                                    <a:solidFill>
                                      <a:schemeClr val="tx1"/>
                                    </a:solidFill>
                                    <a:latin typeface="Cambria Math" panose="02040503050406030204" pitchFamily="18" charset="0"/>
                                  </a:rPr>
                                  <m:t>×</m:t>
                                </m:r>
                                <m:sSup>
                                  <m:sSupPr>
                                    <m:ctrlPr>
                                      <a:rPr lang="en-US" sz="1100" b="0" i="1" smtClean="0">
                                        <a:solidFill>
                                          <a:schemeClr val="tx1"/>
                                        </a:solidFill>
                                        <a:latin typeface="Cambria Math" panose="02040503050406030204" pitchFamily="18" charset="0"/>
                                      </a:rPr>
                                    </m:ctrlPr>
                                  </m:sSupPr>
                                  <m:e>
                                    <m:r>
                                      <a:rPr lang="en-GB" sz="1100" b="0" i="1" smtClean="0">
                                        <a:solidFill>
                                          <a:schemeClr val="tx1"/>
                                        </a:solidFill>
                                        <a:latin typeface="Cambria Math" panose="02040503050406030204" pitchFamily="18" charset="0"/>
                                      </a:rPr>
                                      <m:t>7</m:t>
                                    </m:r>
                                  </m:e>
                                  <m:sup>
                                    <m:r>
                                      <a:rPr lang="en-GB" sz="1100" b="0" i="1" smtClean="0">
                                        <a:solidFill>
                                          <a:schemeClr val="tx1"/>
                                        </a:solidFill>
                                        <a:latin typeface="Cambria Math" panose="02040503050406030204" pitchFamily="18" charset="0"/>
                                      </a:rPr>
                                      <m:t>3</m:t>
                                    </m:r>
                                  </m:sup>
                                </m:sSup>
                                <m:r>
                                  <a:rPr lang="en-US" sz="1100" b="0" i="1" smtClean="0">
                                    <a:solidFill>
                                      <a:schemeClr val="tx1"/>
                                    </a:solidFill>
                                    <a:latin typeface="Cambria Math" panose="02040503050406030204" pitchFamily="18" charset="0"/>
                                  </a:rPr>
                                  <m:t> </m:t>
                                </m:r>
                              </m:oMath>
                            </m:oMathPara>
                          </a14:m>
                          <a:endParaRPr lang="en-GB" sz="11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14:m>
                            <m:oMathPara xmlns:m="http://schemas.openxmlformats.org/officeDocument/2006/math">
                              <m:oMathParaPr>
                                <m:jc m:val="left"/>
                              </m:oMathParaPr>
                              <m:oMath xmlns:m="http://schemas.openxmlformats.org/officeDocument/2006/math">
                                <m:sSup>
                                  <m:sSupPr>
                                    <m:ctrlPr>
                                      <a:rPr lang="en-US" sz="1100" b="0" i="1" smtClean="0">
                                        <a:solidFill>
                                          <a:schemeClr val="tx1"/>
                                        </a:solidFill>
                                        <a:latin typeface="Cambria Math" panose="02040503050406030204" pitchFamily="18" charset="0"/>
                                      </a:rPr>
                                    </m:ctrlPr>
                                  </m:sSupPr>
                                  <m:e>
                                    <m:r>
                                      <a:rPr lang="en-US" sz="1100" b="0" i="1" smtClean="0">
                                        <a:solidFill>
                                          <a:schemeClr val="tx1"/>
                                        </a:solidFill>
                                        <a:latin typeface="Cambria Math" panose="02040503050406030204" pitchFamily="18" charset="0"/>
                                      </a:rPr>
                                      <m:t>9</m:t>
                                    </m:r>
                                  </m:e>
                                  <m:sup>
                                    <m:r>
                                      <a:rPr lang="en-US" sz="1100" b="0" i="1" smtClean="0">
                                        <a:solidFill>
                                          <a:schemeClr val="tx1"/>
                                        </a:solidFill>
                                        <a:latin typeface="Cambria Math" panose="02040503050406030204" pitchFamily="18" charset="0"/>
                                      </a:rPr>
                                      <m:t>3</m:t>
                                    </m:r>
                                  </m:sup>
                                </m:sSup>
                              </m:oMath>
                            </m:oMathPara>
                          </a14:m>
                          <a:endParaRPr lang="en-GB" sz="1100" b="0">
                            <a:solidFill>
                              <a:schemeClr val="tx1"/>
                            </a:solidFill>
                          </a:endParaRPr>
                        </a:p>
                        <a:p>
                          <a:pPr algn="l"/>
                          <a:endParaRPr lang="en-GB" sz="1100" b="0">
                            <a:solidFill>
                              <a:schemeClr val="tx1"/>
                            </a:solidFill>
                          </a:endParaRPr>
                        </a:p>
                        <a:p>
                          <a:pPr algn="l"/>
                          <a:endParaRPr lang="en-GB" sz="1100" b="0">
                            <a:solidFill>
                              <a:schemeClr val="tx1"/>
                            </a:solidFill>
                          </a:endParaRPr>
                        </a:p>
                        <a:p>
                          <a:pPr algn="l"/>
                          <a:endParaRPr lang="en-GB" sz="1100" b="0">
                            <a:solidFill>
                              <a:schemeClr val="tx1"/>
                            </a:solidFill>
                          </a:endParaRPr>
                        </a:p>
                        <a:p>
                          <a:pPr algn="l"/>
                          <a:endParaRPr lang="en-GB" sz="1100" b="0">
                            <a:solidFill>
                              <a:schemeClr val="tx1"/>
                            </a:solidFill>
                          </a:endParaRPr>
                        </a:p>
                        <a:p>
                          <a:pPr algn="l"/>
                          <a14:m>
                            <m:oMathPara xmlns:m="http://schemas.openxmlformats.org/officeDocument/2006/math">
                              <m:oMathParaPr>
                                <m:jc m:val="left"/>
                              </m:oMathParaPr>
                              <m:oMath xmlns:m="http://schemas.openxmlformats.org/officeDocument/2006/math">
                                <m:sSup>
                                  <m:sSupPr>
                                    <m:ctrlPr>
                                      <a:rPr lang="en-US" sz="1100" b="0" i="1" smtClean="0">
                                        <a:solidFill>
                                          <a:schemeClr val="tx1"/>
                                        </a:solidFill>
                                        <a:latin typeface="Cambria Math" panose="02040503050406030204" pitchFamily="18" charset="0"/>
                                      </a:rPr>
                                    </m:ctrlPr>
                                  </m:sSupPr>
                                  <m:e>
                                    <m:r>
                                      <a:rPr lang="en-US" sz="1100" b="0" i="1" smtClean="0">
                                        <a:solidFill>
                                          <a:schemeClr val="tx1"/>
                                        </a:solidFill>
                                        <a:latin typeface="Cambria Math" panose="02040503050406030204" pitchFamily="18" charset="0"/>
                                      </a:rPr>
                                      <m:t>9</m:t>
                                    </m:r>
                                  </m:e>
                                  <m:sup>
                                    <m:r>
                                      <a:rPr lang="en-GB" sz="1100" b="0" i="1" smtClean="0">
                                        <a:solidFill>
                                          <a:schemeClr val="tx1"/>
                                        </a:solidFill>
                                        <a:latin typeface="Cambria Math" panose="02040503050406030204" pitchFamily="18" charset="0"/>
                                      </a:rPr>
                                      <m:t>4</m:t>
                                    </m:r>
                                  </m:sup>
                                </m:sSup>
                                <m:r>
                                  <a:rPr lang="en-US" sz="1100" b="0" i="1" smtClean="0">
                                    <a:solidFill>
                                      <a:schemeClr val="tx1"/>
                                    </a:solidFill>
                                    <a:latin typeface="Cambria Math" panose="02040503050406030204" pitchFamily="18" charset="0"/>
                                  </a:rPr>
                                  <m:t>×1</m:t>
                                </m:r>
                                <m:sSup>
                                  <m:sSupPr>
                                    <m:ctrlPr>
                                      <a:rPr lang="en-US" sz="1100" b="0" i="1" smtClean="0">
                                        <a:solidFill>
                                          <a:schemeClr val="tx1"/>
                                        </a:solidFill>
                                        <a:latin typeface="Cambria Math" panose="02040503050406030204" pitchFamily="18" charset="0"/>
                                      </a:rPr>
                                    </m:ctrlPr>
                                  </m:sSupPr>
                                  <m:e>
                                    <m:r>
                                      <a:rPr lang="en-US" sz="1100" b="0" i="1" smtClean="0">
                                        <a:solidFill>
                                          <a:schemeClr val="tx1"/>
                                        </a:solidFill>
                                        <a:latin typeface="Cambria Math" panose="02040503050406030204" pitchFamily="18" charset="0"/>
                                      </a:rPr>
                                      <m:t>1</m:t>
                                    </m:r>
                                  </m:e>
                                  <m:sup>
                                    <m:r>
                                      <a:rPr lang="en-GB" sz="1100" b="0" i="1" smtClean="0">
                                        <a:solidFill>
                                          <a:schemeClr val="tx1"/>
                                        </a:solidFill>
                                        <a:latin typeface="Cambria Math" panose="02040503050406030204" pitchFamily="18" charset="0"/>
                                      </a:rPr>
                                      <m:t>3</m:t>
                                    </m:r>
                                  </m:sup>
                                </m:sSup>
                              </m:oMath>
                            </m:oMathPara>
                          </a14:m>
                          <a:endParaRPr lang="en-GB" sz="11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0818243"/>
                      </a:ext>
                    </a:extLst>
                  </a:tr>
                </a:tbl>
              </a:graphicData>
            </a:graphic>
          </p:graphicFrame>
        </mc:Choice>
        <mc:Fallback xmlns="">
          <p:graphicFrame>
            <p:nvGraphicFramePr>
              <p:cNvPr id="62" name="Table 61"/>
              <p:cNvGraphicFramePr>
                <a:graphicFrameLocks noGrp="1"/>
              </p:cNvGraphicFramePr>
              <p:nvPr>
                <p:extLst>
                  <p:ext uri="{D42A27DB-BD31-4B8C-83A1-F6EECF244321}">
                    <p14:modId xmlns:p14="http://schemas.microsoft.com/office/powerpoint/2010/main" val="3833104043"/>
                  </p:ext>
                </p:extLst>
              </p:nvPr>
            </p:nvGraphicFramePr>
            <p:xfrm>
              <a:off x="120568" y="301462"/>
              <a:ext cx="6658099" cy="2267117"/>
            </p:xfrm>
            <a:graphic>
              <a:graphicData uri="http://schemas.openxmlformats.org/drawingml/2006/table">
                <a:tbl>
                  <a:tblPr firstRow="1" bandRow="1">
                    <a:tableStyleId>{5C22544A-7EE6-4342-B048-85BDC9FD1C3A}</a:tableStyleId>
                  </a:tblPr>
                  <a:tblGrid>
                    <a:gridCol w="1510874">
                      <a:extLst>
                        <a:ext uri="{9D8B030D-6E8A-4147-A177-3AD203B41FA5}">
                          <a16:colId xmlns:a16="http://schemas.microsoft.com/office/drawing/2014/main" val="1568142362"/>
                        </a:ext>
                      </a:extLst>
                    </a:gridCol>
                    <a:gridCol w="1699602">
                      <a:extLst>
                        <a:ext uri="{9D8B030D-6E8A-4147-A177-3AD203B41FA5}">
                          <a16:colId xmlns:a16="http://schemas.microsoft.com/office/drawing/2014/main" val="3551711160"/>
                        </a:ext>
                      </a:extLst>
                    </a:gridCol>
                    <a:gridCol w="1783098">
                      <a:extLst>
                        <a:ext uri="{9D8B030D-6E8A-4147-A177-3AD203B41FA5}">
                          <a16:colId xmlns:a16="http://schemas.microsoft.com/office/drawing/2014/main" val="125684145"/>
                        </a:ext>
                      </a:extLst>
                    </a:gridCol>
                    <a:gridCol w="1664525">
                      <a:extLst>
                        <a:ext uri="{9D8B030D-6E8A-4147-A177-3AD203B41FA5}">
                          <a16:colId xmlns:a16="http://schemas.microsoft.com/office/drawing/2014/main" val="3300851661"/>
                        </a:ext>
                      </a:extLst>
                    </a:gridCol>
                  </a:tblGrid>
                  <a:tr h="353612">
                    <a:tc>
                      <a:txBody>
                        <a:bodyPr/>
                        <a:lstStyle/>
                        <a:p>
                          <a:r>
                            <a:rPr lang="en-US" sz="1100">
                              <a:solidFill>
                                <a:schemeClr val="tx1"/>
                              </a:solidFill>
                            </a:rPr>
                            <a:t>Steps</a:t>
                          </a:r>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sz="1100">
                              <a:solidFill>
                                <a:schemeClr val="tx1"/>
                              </a:solidFill>
                            </a:rPr>
                            <a:t>Express </a:t>
                          </a:r>
                          <a:r>
                            <a:rPr lang="en-GB" sz="1100">
                              <a:solidFill>
                                <a:schemeClr val="tx1"/>
                              </a:solidFill>
                            </a:rPr>
                            <a:t>in</a:t>
                          </a:r>
                          <a:r>
                            <a:rPr lang="en-GB" sz="1100" baseline="0">
                              <a:solidFill>
                                <a:schemeClr val="tx1"/>
                              </a:solidFill>
                            </a:rPr>
                            <a:t> expanded form</a:t>
                          </a:r>
                          <a:endParaRPr lang="en-GB" sz="11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en-GB" sz="11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en-GB" sz="14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7794082"/>
                      </a:ext>
                    </a:extLst>
                  </a:tr>
                  <a:tr h="1913505">
                    <a:tc>
                      <a:txBody>
                        <a:bodyPr/>
                        <a:lstStyle/>
                        <a:p>
                          <a:pPr marL="0" marR="0" lvl="0" indent="0" algn="l" defTabSz="685800" rtl="0" eaLnBrk="1" fontAlgn="auto" latinLnBrk="0" hangingPunct="1">
                            <a:lnSpc>
                              <a:spcPct val="100000"/>
                            </a:lnSpc>
                            <a:spcBef>
                              <a:spcPts val="0"/>
                            </a:spcBef>
                            <a:spcAft>
                              <a:spcPts val="0"/>
                            </a:spcAft>
                            <a:buClrTx/>
                            <a:buSzTx/>
                            <a:buFont typeface="+mj-lt"/>
                            <a:buNone/>
                            <a:tabLst/>
                            <a:defRPr/>
                          </a:pPr>
                          <a:r>
                            <a:rPr lang="en-US" sz="1100">
                              <a:solidFill>
                                <a:schemeClr val="tx1"/>
                              </a:solidFill>
                            </a:rPr>
                            <a:t>1)</a:t>
                          </a:r>
                          <a:r>
                            <a:rPr lang="en-US" sz="1100" baseline="0">
                              <a:solidFill>
                                <a:schemeClr val="tx1"/>
                              </a:solidFill>
                            </a:rPr>
                            <a:t> Look at the index of each base number or letter, </a:t>
                          </a:r>
                          <a:r>
                            <a:rPr lang="en-GB" sz="1100" baseline="0">
                              <a:solidFill>
                                <a:schemeClr val="tx1"/>
                              </a:solidFill>
                            </a:rPr>
                            <a:t>write out that many of the value as a product</a:t>
                          </a:r>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89247" t="-18730" r="-203943" b="-635"/>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80205" t="-18730" r="-94198" b="-635"/>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00733" t="-18730" r="-1099" b="-635"/>
                          </a:stretch>
                        </a:blipFill>
                      </a:tcPr>
                    </a:tc>
                    <a:extLst>
                      <a:ext uri="{0D108BD9-81ED-4DB2-BD59-A6C34878D82A}">
                        <a16:rowId xmlns:a16="http://schemas.microsoft.com/office/drawing/2014/main" val="2270818243"/>
                      </a:ext>
                    </a:extLst>
                  </a:tr>
                </a:tbl>
              </a:graphicData>
            </a:graphic>
          </p:graphicFrame>
        </mc:Fallback>
      </mc:AlternateContent>
      <p:sp>
        <p:nvSpPr>
          <p:cNvPr id="63" name="TextBox 62">
            <a:extLst>
              <a:ext uri="{FF2B5EF4-FFF2-40B4-BE49-F238E27FC236}">
                <a16:creationId xmlns:a16="http://schemas.microsoft.com/office/drawing/2014/main" id="{80A693D5-6258-D74B-84C5-A236BB50860A}"/>
              </a:ext>
            </a:extLst>
          </p:cNvPr>
          <p:cNvSpPr txBox="1"/>
          <p:nvPr/>
        </p:nvSpPr>
        <p:spPr>
          <a:xfrm>
            <a:off x="1720299" y="60284"/>
            <a:ext cx="1212191" cy="261610"/>
          </a:xfrm>
          <a:prstGeom prst="rect">
            <a:avLst/>
          </a:prstGeom>
          <a:noFill/>
          <a:ln>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1" u="none" strike="noStrike" kern="1200" cap="none" spc="0" normalizeH="0" baseline="0" noProof="0" dirty="0">
                <a:ln>
                  <a:noFill/>
                </a:ln>
                <a:solidFill>
                  <a:srgbClr val="FF0000"/>
                </a:solidFill>
                <a:effectLst/>
                <a:uLnTx/>
                <a:uFillTx/>
                <a:latin typeface="Calibri" panose="020F0502020204030204"/>
                <a:ea typeface="+mn-ea"/>
                <a:cs typeface="+mn-cs"/>
              </a:rPr>
              <a:t>Example 4 - I do…</a:t>
            </a:r>
          </a:p>
        </p:txBody>
      </p:sp>
      <p:sp>
        <p:nvSpPr>
          <p:cNvPr id="64" name="TextBox 63">
            <a:extLst>
              <a:ext uri="{FF2B5EF4-FFF2-40B4-BE49-F238E27FC236}">
                <a16:creationId xmlns:a16="http://schemas.microsoft.com/office/drawing/2014/main" id="{492ABF69-E136-E845-9F1A-FA4ABBE4CC08}"/>
              </a:ext>
            </a:extLst>
          </p:cNvPr>
          <p:cNvSpPr txBox="1"/>
          <p:nvPr/>
        </p:nvSpPr>
        <p:spPr>
          <a:xfrm>
            <a:off x="3627263" y="32360"/>
            <a:ext cx="1372492" cy="261610"/>
          </a:xfrm>
          <a:prstGeom prst="rect">
            <a:avLst/>
          </a:prstGeom>
          <a:noFill/>
          <a:ln>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1" u="none" strike="noStrike" kern="1200" cap="none" spc="0" normalizeH="0" baseline="0" noProof="0" dirty="0">
                <a:ln>
                  <a:noFill/>
                </a:ln>
                <a:solidFill>
                  <a:srgbClr val="FF8601"/>
                </a:solidFill>
                <a:effectLst/>
                <a:uLnTx/>
                <a:uFillTx/>
                <a:latin typeface="Calibri" panose="020F0502020204030204"/>
                <a:ea typeface="+mn-ea"/>
                <a:cs typeface="+mn-cs"/>
              </a:rPr>
              <a:t>Example 5 - We do…</a:t>
            </a:r>
          </a:p>
        </p:txBody>
      </p:sp>
      <p:sp>
        <p:nvSpPr>
          <p:cNvPr id="65" name="TextBox 64">
            <a:extLst>
              <a:ext uri="{FF2B5EF4-FFF2-40B4-BE49-F238E27FC236}">
                <a16:creationId xmlns:a16="http://schemas.microsoft.com/office/drawing/2014/main" id="{492ABF69-E136-E845-9F1A-FA4ABBE4CC08}"/>
              </a:ext>
            </a:extLst>
          </p:cNvPr>
          <p:cNvSpPr txBox="1"/>
          <p:nvPr/>
        </p:nvSpPr>
        <p:spPr>
          <a:xfrm>
            <a:off x="5291153" y="28103"/>
            <a:ext cx="1396536" cy="261610"/>
          </a:xfrm>
          <a:prstGeom prst="rect">
            <a:avLst/>
          </a:prstGeom>
          <a:noFill/>
          <a:ln>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1" u="none" strike="noStrike" kern="1200" cap="none" spc="0" normalizeH="0" baseline="0" noProof="0">
                <a:ln>
                  <a:noFill/>
                </a:ln>
                <a:solidFill>
                  <a:srgbClr val="00B050"/>
                </a:solidFill>
                <a:effectLst/>
                <a:uLnTx/>
                <a:uFillTx/>
                <a:latin typeface="Calibri" panose="020F0502020204030204"/>
                <a:ea typeface="+mn-ea"/>
                <a:cs typeface="+mn-cs"/>
              </a:rPr>
              <a:t>Example </a:t>
            </a:r>
            <a:r>
              <a:rPr lang="en-GB" sz="1100" b="1" i="1">
                <a:solidFill>
                  <a:srgbClr val="00B050"/>
                </a:solidFill>
                <a:latin typeface="Calibri" panose="020F0502020204030204"/>
              </a:rPr>
              <a:t>6</a:t>
            </a:r>
            <a:r>
              <a:rPr kumimoji="0" lang="en-GB" sz="1100" b="1" i="1" u="none" strike="noStrike" kern="1200" cap="none" spc="0" normalizeH="0" baseline="0" noProof="0">
                <a:ln>
                  <a:noFill/>
                </a:ln>
                <a:solidFill>
                  <a:srgbClr val="00B050"/>
                </a:solidFill>
                <a:effectLst/>
                <a:uLnTx/>
                <a:uFillTx/>
                <a:latin typeface="Calibri" panose="020F0502020204030204"/>
                <a:ea typeface="+mn-ea"/>
                <a:cs typeface="+mn-cs"/>
              </a:rPr>
              <a:t> - </a:t>
            </a:r>
            <a:r>
              <a:rPr lang="en-GB" sz="1100" b="1" i="1">
                <a:solidFill>
                  <a:srgbClr val="00B050"/>
                </a:solidFill>
                <a:latin typeface="Calibri" panose="020F0502020204030204"/>
              </a:rPr>
              <a:t>You</a:t>
            </a:r>
            <a:r>
              <a:rPr kumimoji="0" lang="en-GB" sz="1100" b="1" i="1" u="none" strike="noStrike" kern="1200" cap="none" spc="0" normalizeH="0" baseline="0" noProof="0">
                <a:ln>
                  <a:noFill/>
                </a:ln>
                <a:solidFill>
                  <a:srgbClr val="00B050"/>
                </a:solidFill>
                <a:effectLst/>
                <a:uLnTx/>
                <a:uFillTx/>
                <a:latin typeface="Calibri" panose="020F0502020204030204"/>
                <a:ea typeface="+mn-ea"/>
                <a:cs typeface="+mn-cs"/>
              </a:rPr>
              <a:t> do…</a:t>
            </a:r>
          </a:p>
        </p:txBody>
      </p:sp>
      <mc:AlternateContent xmlns:mc="http://schemas.openxmlformats.org/markup-compatibility/2006" xmlns:a14="http://schemas.microsoft.com/office/drawing/2010/main">
        <mc:Choice Requires="a14">
          <p:graphicFrame>
            <p:nvGraphicFramePr>
              <p:cNvPr id="79" name="Table 78"/>
              <p:cNvGraphicFramePr>
                <a:graphicFrameLocks noGrp="1"/>
              </p:cNvGraphicFramePr>
              <p:nvPr/>
            </p:nvGraphicFramePr>
            <p:xfrm>
              <a:off x="120568" y="6423550"/>
              <a:ext cx="6603867" cy="3258930"/>
            </p:xfrm>
            <a:graphic>
              <a:graphicData uri="http://schemas.openxmlformats.org/drawingml/2006/table">
                <a:tbl>
                  <a:tblPr firstRow="1" bandRow="1">
                    <a:tableStyleId>{5C22544A-7EE6-4342-B048-85BDC9FD1C3A}</a:tableStyleId>
                  </a:tblPr>
                  <a:tblGrid>
                    <a:gridCol w="1498568">
                      <a:extLst>
                        <a:ext uri="{9D8B030D-6E8A-4147-A177-3AD203B41FA5}">
                          <a16:colId xmlns:a16="http://schemas.microsoft.com/office/drawing/2014/main" val="1568142362"/>
                        </a:ext>
                      </a:extLst>
                    </a:gridCol>
                    <a:gridCol w="1533623">
                      <a:extLst>
                        <a:ext uri="{9D8B030D-6E8A-4147-A177-3AD203B41FA5}">
                          <a16:colId xmlns:a16="http://schemas.microsoft.com/office/drawing/2014/main" val="3551711160"/>
                        </a:ext>
                      </a:extLst>
                    </a:gridCol>
                    <a:gridCol w="2027661">
                      <a:extLst>
                        <a:ext uri="{9D8B030D-6E8A-4147-A177-3AD203B41FA5}">
                          <a16:colId xmlns:a16="http://schemas.microsoft.com/office/drawing/2014/main" val="125684145"/>
                        </a:ext>
                      </a:extLst>
                    </a:gridCol>
                    <a:gridCol w="1544015">
                      <a:extLst>
                        <a:ext uri="{9D8B030D-6E8A-4147-A177-3AD203B41FA5}">
                          <a16:colId xmlns:a16="http://schemas.microsoft.com/office/drawing/2014/main" val="3300851661"/>
                        </a:ext>
                      </a:extLst>
                    </a:gridCol>
                  </a:tblGrid>
                  <a:tr h="313470">
                    <a:tc>
                      <a:txBody>
                        <a:bodyPr/>
                        <a:lstStyle/>
                        <a:p>
                          <a:r>
                            <a:rPr lang="en-US" sz="1100">
                              <a:solidFill>
                                <a:schemeClr val="tx1"/>
                              </a:solidFill>
                            </a:rPr>
                            <a:t>Steps</a:t>
                          </a:r>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100">
                              <a:solidFill>
                                <a:schemeClr val="tx1"/>
                              </a:solidFill>
                            </a:rPr>
                            <a:t>Express </a:t>
                          </a:r>
                          <a:r>
                            <a:rPr lang="en-GB" sz="1100">
                              <a:solidFill>
                                <a:schemeClr val="tx1"/>
                              </a:solidFill>
                            </a:rPr>
                            <a:t>in index notation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en-GB" sz="11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en-GB" sz="14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7794082"/>
                      </a:ext>
                    </a:extLst>
                  </a:tr>
                  <a:tr h="1265449">
                    <a:tc>
                      <a:txBody>
                        <a:bodyPr/>
                        <a:lstStyle/>
                        <a:p>
                          <a:pPr marL="0" marR="0" indent="0" algn="l" defTabSz="685800" rtl="0" eaLnBrk="1" fontAlgn="auto" latinLnBrk="0" hangingPunct="1">
                            <a:lnSpc>
                              <a:spcPct val="100000"/>
                            </a:lnSpc>
                            <a:spcBef>
                              <a:spcPts val="0"/>
                            </a:spcBef>
                            <a:spcAft>
                              <a:spcPts val="0"/>
                            </a:spcAft>
                            <a:buClrTx/>
                            <a:buSzTx/>
                            <a:buFont typeface="+mj-lt"/>
                            <a:buNone/>
                            <a:tabLst/>
                            <a:defRPr/>
                          </a:pPr>
                          <a:r>
                            <a:rPr lang="en-US" sz="1100">
                              <a:solidFill>
                                <a:schemeClr val="tx1"/>
                              </a:solidFill>
                            </a:rPr>
                            <a:t>1)</a:t>
                          </a:r>
                          <a:r>
                            <a:rPr lang="en-US" sz="1100" baseline="0">
                              <a:solidFill>
                                <a:schemeClr val="tx1"/>
                              </a:solidFill>
                            </a:rPr>
                            <a:t> Count how many of the same base (number or letter) there are.</a:t>
                          </a:r>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l"/>
                          <a14:m>
                            <m:oMathPara xmlns:m="http://schemas.openxmlformats.org/officeDocument/2006/math">
                              <m:oMathParaPr>
                                <m:jc m:val="left"/>
                              </m:oMathParaPr>
                              <m:oMath xmlns:m="http://schemas.openxmlformats.org/officeDocument/2006/math">
                                <m:r>
                                  <a:rPr lang="en-US" sz="1100" b="0" i="1" smtClean="0">
                                    <a:solidFill>
                                      <a:schemeClr val="tx1"/>
                                    </a:solidFill>
                                    <a:latin typeface="Cambria Math" panose="02040503050406030204" pitchFamily="18" charset="0"/>
                                  </a:rPr>
                                  <m:t>𝑥</m:t>
                                </m:r>
                                <m:r>
                                  <a:rPr lang="en-US" sz="1100" b="0" i="1" smtClean="0">
                                    <a:solidFill>
                                      <a:schemeClr val="tx1"/>
                                    </a:solidFill>
                                    <a:latin typeface="Cambria Math" panose="02040503050406030204" pitchFamily="18" charset="0"/>
                                  </a:rPr>
                                  <m:t>×</m:t>
                                </m:r>
                                <m:r>
                                  <a:rPr lang="en-US" sz="1100" b="0" i="1" smtClean="0">
                                    <a:solidFill>
                                      <a:schemeClr val="tx1"/>
                                    </a:solidFill>
                                    <a:latin typeface="Cambria Math" panose="02040503050406030204" pitchFamily="18" charset="0"/>
                                  </a:rPr>
                                  <m:t>𝑥</m:t>
                                </m:r>
                                <m:r>
                                  <a:rPr lang="en-US" sz="1100" b="0" i="1" smtClean="0">
                                    <a:solidFill>
                                      <a:schemeClr val="tx1"/>
                                    </a:solidFill>
                                    <a:latin typeface="Cambria Math" panose="02040503050406030204" pitchFamily="18" charset="0"/>
                                  </a:rPr>
                                  <m:t>×</m:t>
                                </m:r>
                                <m:r>
                                  <a:rPr lang="en-US" sz="1100" b="0" i="1" smtClean="0">
                                    <a:solidFill>
                                      <a:schemeClr val="tx1"/>
                                    </a:solidFill>
                                    <a:latin typeface="Cambria Math" panose="02040503050406030204" pitchFamily="18" charset="0"/>
                                  </a:rPr>
                                  <m:t>𝑥</m:t>
                                </m:r>
                              </m:oMath>
                            </m:oMathPara>
                          </a14:m>
                          <a:endParaRPr lang="en-GB" sz="1100" b="0">
                            <a:solidFill>
                              <a:schemeClr val="tx1"/>
                            </a:solidFill>
                          </a:endParaRPr>
                        </a:p>
                        <a:p>
                          <a:pPr algn="l"/>
                          <a:r>
                            <a:rPr lang="en-GB" sz="1100" b="0">
                              <a:solidFill>
                                <a:schemeClr val="tx1"/>
                              </a:solidFill>
                            </a:rPr>
                            <a:t> </a:t>
                          </a:r>
                        </a:p>
                        <a:p>
                          <a:pPr algn="l"/>
                          <a:endParaRPr lang="en-GB" sz="1100" b="0">
                            <a:solidFill>
                              <a:schemeClr val="tx1"/>
                            </a:solidFill>
                          </a:endParaRPr>
                        </a:p>
                        <a:p>
                          <a:pPr algn="l"/>
                          <a:endParaRPr lang="en-GB" sz="1100" b="0">
                            <a:solidFill>
                              <a:schemeClr val="tx1"/>
                            </a:solidFill>
                          </a:endParaRPr>
                        </a:p>
                        <a:p>
                          <a:pPr algn="l"/>
                          <a:endParaRPr lang="en-GB" sz="1100" b="0">
                            <a:solidFill>
                              <a:schemeClr val="tx1"/>
                            </a:solidFill>
                          </a:endParaRPr>
                        </a:p>
                        <a:p>
                          <a:pPr algn="l"/>
                          <a:endParaRPr lang="en-GB" sz="1100" b="0">
                            <a:solidFill>
                              <a:schemeClr val="tx1"/>
                            </a:solidFill>
                          </a:endParaRPr>
                        </a:p>
                        <a:p>
                          <a:pPr algn="l"/>
                          <a:endParaRPr lang="en-GB" sz="1100" b="0">
                            <a:solidFill>
                              <a:schemeClr val="tx1"/>
                            </a:solidFill>
                          </a:endParaRPr>
                        </a:p>
                        <a:p>
                          <a:pPr algn="l"/>
                          <a:endParaRPr lang="en-GB" sz="1100" b="0">
                            <a:solidFill>
                              <a:schemeClr val="tx1"/>
                            </a:solidFill>
                          </a:endParaRPr>
                        </a:p>
                        <a:p>
                          <a:pPr algn="l"/>
                          <a14:m>
                            <m:oMathPara xmlns:m="http://schemas.openxmlformats.org/officeDocument/2006/math">
                              <m:oMathParaPr>
                                <m:jc m:val="left"/>
                              </m:oMathParaPr>
                              <m:oMath xmlns:m="http://schemas.openxmlformats.org/officeDocument/2006/math">
                                <m:r>
                                  <a:rPr lang="en-GB" sz="1100" b="0" i="1" smtClean="0">
                                    <a:solidFill>
                                      <a:schemeClr val="tx1"/>
                                    </a:solidFill>
                                    <a:latin typeface="Cambria Math" panose="02040503050406030204" pitchFamily="18" charset="0"/>
                                  </a:rPr>
                                  <m:t>𝑐</m:t>
                                </m:r>
                                <m:r>
                                  <a:rPr lang="en-US" sz="1100" b="0" i="1" smtClean="0">
                                    <a:solidFill>
                                      <a:schemeClr val="tx1"/>
                                    </a:solidFill>
                                    <a:latin typeface="Cambria Math" panose="02040503050406030204" pitchFamily="18" charset="0"/>
                                  </a:rPr>
                                  <m:t>×</m:t>
                                </m:r>
                                <m:r>
                                  <a:rPr lang="en-GB" sz="1100" b="0" i="1" smtClean="0">
                                    <a:solidFill>
                                      <a:schemeClr val="tx1"/>
                                    </a:solidFill>
                                    <a:latin typeface="Cambria Math" panose="02040503050406030204" pitchFamily="18" charset="0"/>
                                  </a:rPr>
                                  <m:t>𝑐</m:t>
                                </m:r>
                                <m:r>
                                  <a:rPr lang="en-US" sz="1100" b="0" i="1" smtClean="0">
                                    <a:solidFill>
                                      <a:schemeClr val="tx1"/>
                                    </a:solidFill>
                                    <a:latin typeface="Cambria Math" panose="02040503050406030204" pitchFamily="18" charset="0"/>
                                  </a:rPr>
                                  <m:t>×</m:t>
                                </m:r>
                                <m:r>
                                  <a:rPr lang="en-GB" sz="1100" b="0" i="1" smtClean="0">
                                    <a:solidFill>
                                      <a:schemeClr val="tx1"/>
                                    </a:solidFill>
                                    <a:latin typeface="Cambria Math" panose="02040503050406030204" pitchFamily="18" charset="0"/>
                                  </a:rPr>
                                  <m:t>𝑑</m:t>
                                </m:r>
                                <m:r>
                                  <a:rPr lang="en-US" sz="1100" b="0" i="1" smtClean="0">
                                    <a:solidFill>
                                      <a:schemeClr val="tx1"/>
                                    </a:solidFill>
                                    <a:latin typeface="Cambria Math" panose="02040503050406030204" pitchFamily="18" charset="0"/>
                                  </a:rPr>
                                  <m:t>×</m:t>
                                </m:r>
                                <m:r>
                                  <a:rPr lang="en-GB" sz="1100" b="0" i="1" smtClean="0">
                                    <a:solidFill>
                                      <a:schemeClr val="tx1"/>
                                    </a:solidFill>
                                    <a:latin typeface="Cambria Math" panose="02040503050406030204" pitchFamily="18" charset="0"/>
                                  </a:rPr>
                                  <m:t>𝑑</m:t>
                                </m:r>
                                <m:r>
                                  <a:rPr lang="en-US" sz="1100" b="0" i="1" smtClean="0">
                                    <a:solidFill>
                                      <a:schemeClr val="tx1"/>
                                    </a:solidFill>
                                    <a:latin typeface="Cambria Math" panose="02040503050406030204" pitchFamily="18" charset="0"/>
                                  </a:rPr>
                                  <m:t>×</m:t>
                                </m:r>
                                <m:r>
                                  <a:rPr lang="en-GB" sz="1100" b="0" i="1" smtClean="0">
                                    <a:solidFill>
                                      <a:schemeClr val="tx1"/>
                                    </a:solidFill>
                                    <a:latin typeface="Cambria Math" panose="02040503050406030204" pitchFamily="18" charset="0"/>
                                  </a:rPr>
                                  <m:t>𝑑</m:t>
                                </m:r>
                                <m:r>
                                  <a:rPr lang="en-US" sz="1100" b="0" i="1" smtClean="0">
                                    <a:solidFill>
                                      <a:schemeClr val="tx1"/>
                                    </a:solidFill>
                                    <a:latin typeface="Cambria Math" panose="02040503050406030204" pitchFamily="18" charset="0"/>
                                  </a:rPr>
                                  <m:t>×</m:t>
                                </m:r>
                                <m:r>
                                  <a:rPr lang="en-GB" sz="1100" b="0" i="1" smtClean="0">
                                    <a:solidFill>
                                      <a:schemeClr val="tx1"/>
                                    </a:solidFill>
                                    <a:latin typeface="Cambria Math" panose="02040503050406030204" pitchFamily="18" charset="0"/>
                                  </a:rPr>
                                  <m:t>𝑑</m:t>
                                </m:r>
                              </m:oMath>
                            </m:oMathPara>
                          </a14:m>
                          <a:endParaRPr lang="en-GB" sz="1100" b="0">
                            <a:solidFill>
                              <a:schemeClr val="tx1"/>
                            </a:solidFill>
                          </a:endParaRPr>
                        </a:p>
                        <a:p>
                          <a:pPr algn="l"/>
                          <a:endParaRPr lang="en-GB" sz="1100" b="0">
                            <a:solidFill>
                              <a:schemeClr val="tx1"/>
                            </a:solidFill>
                          </a:endParaRPr>
                        </a:p>
                        <a:p>
                          <a:pPr algn="l"/>
                          <a:endParaRPr lang="en-GB" sz="1100" b="0">
                            <a:solidFill>
                              <a:schemeClr val="tx1"/>
                            </a:solidFill>
                          </a:endParaRPr>
                        </a:p>
                        <a:p>
                          <a:pPr algn="l"/>
                          <a:endParaRPr lang="en-GB" sz="11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l"/>
                          <a14:m>
                            <m:oMathPara xmlns:m="http://schemas.openxmlformats.org/officeDocument/2006/math">
                              <m:oMathParaPr>
                                <m:jc m:val="left"/>
                              </m:oMathParaPr>
                              <m:oMath xmlns:m="http://schemas.openxmlformats.org/officeDocument/2006/math">
                                <m:r>
                                  <a:rPr lang="en-US" sz="1100" b="0" i="1" smtClean="0">
                                    <a:solidFill>
                                      <a:schemeClr val="tx1"/>
                                    </a:solidFill>
                                    <a:latin typeface="Cambria Math" panose="02040503050406030204" pitchFamily="18" charset="0"/>
                                  </a:rPr>
                                  <m:t>𝑦</m:t>
                                </m:r>
                                <m:r>
                                  <a:rPr lang="en-US" sz="1100" b="0" i="1" smtClean="0">
                                    <a:solidFill>
                                      <a:schemeClr val="tx1"/>
                                    </a:solidFill>
                                    <a:latin typeface="Cambria Math" panose="02040503050406030204" pitchFamily="18" charset="0"/>
                                  </a:rPr>
                                  <m:t>×</m:t>
                                </m:r>
                                <m:r>
                                  <a:rPr lang="en-US" sz="1100" b="0" i="1" smtClean="0">
                                    <a:solidFill>
                                      <a:schemeClr val="tx1"/>
                                    </a:solidFill>
                                    <a:latin typeface="Cambria Math" panose="02040503050406030204" pitchFamily="18" charset="0"/>
                                  </a:rPr>
                                  <m:t>𝑦</m:t>
                                </m:r>
                                <m:r>
                                  <a:rPr lang="en-US" sz="1100" b="0" i="1" smtClean="0">
                                    <a:solidFill>
                                      <a:schemeClr val="tx1"/>
                                    </a:solidFill>
                                    <a:latin typeface="Cambria Math" panose="02040503050406030204" pitchFamily="18" charset="0"/>
                                  </a:rPr>
                                  <m:t>×</m:t>
                                </m:r>
                                <m:r>
                                  <a:rPr lang="en-US" sz="1100" b="0" i="1" smtClean="0">
                                    <a:solidFill>
                                      <a:schemeClr val="tx1"/>
                                    </a:solidFill>
                                    <a:latin typeface="Cambria Math" panose="02040503050406030204" pitchFamily="18" charset="0"/>
                                  </a:rPr>
                                  <m:t>𝑦</m:t>
                                </m:r>
                                <m:r>
                                  <a:rPr lang="en-US" sz="1100" b="0" i="1" smtClean="0">
                                    <a:solidFill>
                                      <a:schemeClr val="tx1"/>
                                    </a:solidFill>
                                    <a:latin typeface="Cambria Math" panose="02040503050406030204" pitchFamily="18" charset="0"/>
                                  </a:rPr>
                                  <m:t>×</m:t>
                                </m:r>
                                <m:r>
                                  <a:rPr lang="en-US" sz="1100" b="0" i="1" smtClean="0">
                                    <a:solidFill>
                                      <a:schemeClr val="tx1"/>
                                    </a:solidFill>
                                    <a:latin typeface="Cambria Math" panose="02040503050406030204" pitchFamily="18" charset="0"/>
                                  </a:rPr>
                                  <m:t>𝑦</m:t>
                                </m:r>
                                <m:r>
                                  <a:rPr lang="en-US" sz="1100" b="0" i="1" smtClean="0">
                                    <a:solidFill>
                                      <a:schemeClr val="tx1"/>
                                    </a:solidFill>
                                    <a:latin typeface="Cambria Math" panose="02040503050406030204" pitchFamily="18" charset="0"/>
                                  </a:rPr>
                                  <m:t>×</m:t>
                                </m:r>
                                <m:r>
                                  <a:rPr lang="en-GB" sz="1100" b="0" i="1" smtClean="0">
                                    <a:solidFill>
                                      <a:schemeClr val="tx1"/>
                                    </a:solidFill>
                                    <a:latin typeface="Cambria Math" panose="02040503050406030204" pitchFamily="18" charset="0"/>
                                  </a:rPr>
                                  <m:t>𝑦</m:t>
                                </m:r>
                              </m:oMath>
                            </m:oMathPara>
                          </a14:m>
                          <a:endParaRPr lang="en-GB" sz="1100" b="0">
                            <a:solidFill>
                              <a:schemeClr val="tx1"/>
                            </a:solidFill>
                          </a:endParaRPr>
                        </a:p>
                        <a:p>
                          <a:pPr algn="l"/>
                          <a:endParaRPr lang="en-GB" sz="1100" b="0">
                            <a:solidFill>
                              <a:schemeClr val="tx1"/>
                            </a:solidFill>
                          </a:endParaRPr>
                        </a:p>
                        <a:p>
                          <a:pPr algn="l"/>
                          <a:endParaRPr lang="en-GB" sz="1100" b="0">
                            <a:solidFill>
                              <a:schemeClr val="tx1"/>
                            </a:solidFill>
                          </a:endParaRPr>
                        </a:p>
                        <a:p>
                          <a:pPr algn="l"/>
                          <a:endParaRPr lang="en-GB" sz="1100" b="0">
                            <a:solidFill>
                              <a:schemeClr val="tx1"/>
                            </a:solidFill>
                          </a:endParaRPr>
                        </a:p>
                        <a:p>
                          <a:pPr algn="l"/>
                          <a:endParaRPr lang="en-GB" sz="1100" b="0">
                            <a:solidFill>
                              <a:schemeClr val="tx1"/>
                            </a:solidFill>
                          </a:endParaRPr>
                        </a:p>
                        <a:p>
                          <a:pPr algn="l"/>
                          <a:endParaRPr lang="en-GB" sz="1100" b="0">
                            <a:solidFill>
                              <a:schemeClr val="tx1"/>
                            </a:solidFill>
                          </a:endParaRPr>
                        </a:p>
                        <a:p>
                          <a:pPr algn="l"/>
                          <a:endParaRPr lang="en-GB" sz="1100" b="0">
                            <a:solidFill>
                              <a:schemeClr val="tx1"/>
                            </a:solidFill>
                          </a:endParaRPr>
                        </a:p>
                        <a:p>
                          <a:pPr algn="l"/>
                          <a:endParaRPr lang="en-GB" sz="1100" b="0">
                            <a:solidFill>
                              <a:schemeClr val="tx1"/>
                            </a:solidFill>
                          </a:endParaRPr>
                        </a:p>
                        <a:p>
                          <a:pPr algn="l"/>
                          <a14:m>
                            <m:oMathPara xmlns:m="http://schemas.openxmlformats.org/officeDocument/2006/math">
                              <m:oMathParaPr>
                                <m:jc m:val="left"/>
                              </m:oMathParaPr>
                              <m:oMath xmlns:m="http://schemas.openxmlformats.org/officeDocument/2006/math">
                                <m:r>
                                  <a:rPr lang="en-US" sz="1100" b="0" i="1" smtClean="0">
                                    <a:solidFill>
                                      <a:schemeClr val="tx1"/>
                                    </a:solidFill>
                                    <a:latin typeface="Cambria Math" panose="02040503050406030204" pitchFamily="18" charset="0"/>
                                  </a:rPr>
                                  <m:t>𝑦</m:t>
                                </m:r>
                                <m:r>
                                  <a:rPr lang="en-US" sz="1100" b="0" i="1" smtClean="0">
                                    <a:solidFill>
                                      <a:schemeClr val="tx1"/>
                                    </a:solidFill>
                                    <a:latin typeface="Cambria Math" panose="02040503050406030204" pitchFamily="18" charset="0"/>
                                  </a:rPr>
                                  <m:t>×</m:t>
                                </m:r>
                                <m:r>
                                  <a:rPr lang="en-US" sz="1100" b="0" i="1" smtClean="0">
                                    <a:solidFill>
                                      <a:schemeClr val="tx1"/>
                                    </a:solidFill>
                                    <a:latin typeface="Cambria Math" panose="02040503050406030204" pitchFamily="18" charset="0"/>
                                  </a:rPr>
                                  <m:t>𝑦</m:t>
                                </m:r>
                                <m:r>
                                  <a:rPr lang="en-US" sz="1100" b="0" i="1" smtClean="0">
                                    <a:solidFill>
                                      <a:schemeClr val="tx1"/>
                                    </a:solidFill>
                                    <a:latin typeface="Cambria Math" panose="02040503050406030204" pitchFamily="18" charset="0"/>
                                  </a:rPr>
                                  <m:t>×</m:t>
                                </m:r>
                                <m:r>
                                  <a:rPr lang="en-US" sz="1100" b="0" i="1" smtClean="0">
                                    <a:solidFill>
                                      <a:schemeClr val="tx1"/>
                                    </a:solidFill>
                                    <a:latin typeface="Cambria Math" panose="02040503050406030204" pitchFamily="18" charset="0"/>
                                  </a:rPr>
                                  <m:t>𝑦</m:t>
                                </m:r>
                                <m:r>
                                  <a:rPr lang="en-US" sz="1100" b="0" i="1" smtClean="0">
                                    <a:solidFill>
                                      <a:schemeClr val="tx1"/>
                                    </a:solidFill>
                                    <a:latin typeface="Cambria Math" panose="02040503050406030204" pitchFamily="18" charset="0"/>
                                  </a:rPr>
                                  <m:t>×</m:t>
                                </m:r>
                                <m:r>
                                  <a:rPr lang="en-US" sz="1100" b="0" i="1" smtClean="0">
                                    <a:solidFill>
                                      <a:schemeClr val="tx1"/>
                                    </a:solidFill>
                                    <a:latin typeface="Cambria Math" panose="02040503050406030204" pitchFamily="18" charset="0"/>
                                  </a:rPr>
                                  <m:t>𝑦</m:t>
                                </m:r>
                                <m:r>
                                  <a:rPr lang="en-US" sz="1100" b="0" i="1" smtClean="0">
                                    <a:solidFill>
                                      <a:schemeClr val="tx1"/>
                                    </a:solidFill>
                                    <a:latin typeface="Cambria Math" panose="02040503050406030204" pitchFamily="18" charset="0"/>
                                  </a:rPr>
                                  <m:t>×</m:t>
                                </m:r>
                                <m:r>
                                  <a:rPr lang="en-US" sz="1100" b="0" i="1" smtClean="0">
                                    <a:solidFill>
                                      <a:schemeClr val="tx1"/>
                                    </a:solidFill>
                                    <a:latin typeface="Cambria Math" panose="02040503050406030204" pitchFamily="18" charset="0"/>
                                  </a:rPr>
                                  <m:t>𝑧</m:t>
                                </m:r>
                                <m:r>
                                  <a:rPr lang="en-US" sz="1100" b="0" i="1" smtClean="0">
                                    <a:solidFill>
                                      <a:schemeClr val="tx1"/>
                                    </a:solidFill>
                                    <a:latin typeface="Cambria Math" panose="02040503050406030204" pitchFamily="18" charset="0"/>
                                  </a:rPr>
                                  <m:t>×</m:t>
                                </m:r>
                                <m:r>
                                  <a:rPr lang="en-US" sz="1100" b="0" i="1" smtClean="0">
                                    <a:solidFill>
                                      <a:schemeClr val="tx1"/>
                                    </a:solidFill>
                                    <a:latin typeface="Cambria Math" panose="02040503050406030204" pitchFamily="18" charset="0"/>
                                  </a:rPr>
                                  <m:t>𝑧</m:t>
                                </m:r>
                              </m:oMath>
                            </m:oMathPara>
                          </a14:m>
                          <a:endParaRPr lang="en-GB" sz="11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l"/>
                          <a14:m>
                            <m:oMathPara xmlns:m="http://schemas.openxmlformats.org/officeDocument/2006/math">
                              <m:oMathParaPr>
                                <m:jc m:val="left"/>
                              </m:oMathParaPr>
                              <m:oMath xmlns:m="http://schemas.openxmlformats.org/officeDocument/2006/math">
                                <m:r>
                                  <a:rPr lang="en-US" sz="1100" b="0" i="1" smtClean="0">
                                    <a:solidFill>
                                      <a:schemeClr val="tx1"/>
                                    </a:solidFill>
                                    <a:latin typeface="Cambria Math" panose="02040503050406030204" pitchFamily="18" charset="0"/>
                                  </a:rPr>
                                  <m:t>𝑎</m:t>
                                </m:r>
                                <m:r>
                                  <a:rPr lang="en-US" sz="1100" b="0" i="1" smtClean="0">
                                    <a:solidFill>
                                      <a:schemeClr val="tx1"/>
                                    </a:solidFill>
                                    <a:latin typeface="Cambria Math" panose="02040503050406030204" pitchFamily="18" charset="0"/>
                                  </a:rPr>
                                  <m:t>×</m:t>
                                </m:r>
                                <m:r>
                                  <a:rPr lang="en-US" sz="1100" b="0" i="1" smtClean="0">
                                    <a:solidFill>
                                      <a:schemeClr val="tx1"/>
                                    </a:solidFill>
                                    <a:latin typeface="Cambria Math" panose="02040503050406030204" pitchFamily="18" charset="0"/>
                                  </a:rPr>
                                  <m:t>𝑎</m:t>
                                </m:r>
                              </m:oMath>
                            </m:oMathPara>
                          </a14:m>
                          <a:endParaRPr lang="en-US" sz="1100" b="0">
                            <a:solidFill>
                              <a:schemeClr val="tx1"/>
                            </a:solidFill>
                          </a:endParaRPr>
                        </a:p>
                        <a:p>
                          <a:pPr algn="l"/>
                          <a:endParaRPr lang="en-US" sz="1100" b="0">
                            <a:solidFill>
                              <a:schemeClr val="tx1"/>
                            </a:solidFill>
                          </a:endParaRPr>
                        </a:p>
                        <a:p>
                          <a:pPr algn="l"/>
                          <a:endParaRPr lang="en-US" sz="1100" b="0">
                            <a:solidFill>
                              <a:schemeClr val="tx1"/>
                            </a:solidFill>
                          </a:endParaRPr>
                        </a:p>
                        <a:p>
                          <a:pPr algn="l"/>
                          <a:endParaRPr lang="en-US" sz="1100" b="0">
                            <a:solidFill>
                              <a:schemeClr val="tx1"/>
                            </a:solidFill>
                          </a:endParaRPr>
                        </a:p>
                        <a:p>
                          <a:pPr algn="l"/>
                          <a:endParaRPr lang="en-US" sz="1100" b="0">
                            <a:solidFill>
                              <a:schemeClr val="tx1"/>
                            </a:solidFill>
                          </a:endParaRPr>
                        </a:p>
                        <a:p>
                          <a:pPr algn="l"/>
                          <a:endParaRPr lang="en-US" sz="1100" b="0">
                            <a:solidFill>
                              <a:schemeClr val="tx1"/>
                            </a:solidFill>
                          </a:endParaRPr>
                        </a:p>
                        <a:p>
                          <a:pPr algn="l"/>
                          <a:endParaRPr lang="en-US" sz="1100" b="0">
                            <a:solidFill>
                              <a:schemeClr val="tx1"/>
                            </a:solidFill>
                          </a:endParaRPr>
                        </a:p>
                        <a:p>
                          <a:pPr algn="l"/>
                          <a:endParaRPr lang="en-US" sz="1100" b="0">
                            <a:solidFill>
                              <a:schemeClr val="tx1"/>
                            </a:solidFill>
                          </a:endParaRPr>
                        </a:p>
                        <a:p>
                          <a:pPr algn="l"/>
                          <a14:m>
                            <m:oMathPara xmlns:m="http://schemas.openxmlformats.org/officeDocument/2006/math">
                              <m:oMathParaPr>
                                <m:jc m:val="left"/>
                              </m:oMathParaPr>
                              <m:oMath xmlns:m="http://schemas.openxmlformats.org/officeDocument/2006/math">
                                <m:r>
                                  <a:rPr lang="en-US" sz="1100" b="0" i="1" smtClean="0">
                                    <a:solidFill>
                                      <a:schemeClr val="tx1"/>
                                    </a:solidFill>
                                    <a:latin typeface="Cambria Math" panose="02040503050406030204" pitchFamily="18" charset="0"/>
                                  </a:rPr>
                                  <m:t>𝑎</m:t>
                                </m:r>
                                <m:r>
                                  <a:rPr lang="en-US" sz="1100" b="0" i="1" smtClean="0">
                                    <a:solidFill>
                                      <a:schemeClr val="tx1"/>
                                    </a:solidFill>
                                    <a:latin typeface="Cambria Math" panose="02040503050406030204" pitchFamily="18" charset="0"/>
                                  </a:rPr>
                                  <m:t>×</m:t>
                                </m:r>
                                <m:r>
                                  <a:rPr lang="en-US" sz="1100" b="0" i="1" smtClean="0">
                                    <a:solidFill>
                                      <a:schemeClr val="tx1"/>
                                    </a:solidFill>
                                    <a:latin typeface="Cambria Math" panose="02040503050406030204" pitchFamily="18" charset="0"/>
                                  </a:rPr>
                                  <m:t>𝑎</m:t>
                                </m:r>
                                <m:r>
                                  <a:rPr lang="en-US" sz="1100" b="0" i="1" smtClean="0">
                                    <a:solidFill>
                                      <a:schemeClr val="tx1"/>
                                    </a:solidFill>
                                    <a:latin typeface="Cambria Math" panose="02040503050406030204" pitchFamily="18" charset="0"/>
                                  </a:rPr>
                                  <m:t>×</m:t>
                                </m:r>
                                <m:r>
                                  <a:rPr lang="en-US" sz="1100" b="0" i="1" smtClean="0">
                                    <a:solidFill>
                                      <a:schemeClr val="tx1"/>
                                    </a:solidFill>
                                    <a:latin typeface="Cambria Math" panose="02040503050406030204" pitchFamily="18" charset="0"/>
                                  </a:rPr>
                                  <m:t>𝑏</m:t>
                                </m:r>
                                <m:r>
                                  <a:rPr lang="en-US" sz="1100" b="0" i="1" smtClean="0">
                                    <a:solidFill>
                                      <a:schemeClr val="tx1"/>
                                    </a:solidFill>
                                    <a:latin typeface="Cambria Math" panose="02040503050406030204" pitchFamily="18" charset="0"/>
                                  </a:rPr>
                                  <m:t>×</m:t>
                                </m:r>
                                <m:r>
                                  <a:rPr lang="en-US" sz="1100" b="0" i="1" smtClean="0">
                                    <a:solidFill>
                                      <a:schemeClr val="tx1"/>
                                    </a:solidFill>
                                    <a:latin typeface="Cambria Math" panose="02040503050406030204" pitchFamily="18" charset="0"/>
                                  </a:rPr>
                                  <m:t>𝑏</m:t>
                                </m:r>
                                <m:r>
                                  <a:rPr lang="en-US" sz="1100" b="0" i="1" smtClean="0">
                                    <a:solidFill>
                                      <a:schemeClr val="tx1"/>
                                    </a:solidFill>
                                    <a:latin typeface="Cambria Math" panose="02040503050406030204" pitchFamily="18" charset="0"/>
                                  </a:rPr>
                                  <m:t>×</m:t>
                                </m:r>
                                <m:r>
                                  <a:rPr lang="en-US" sz="1100" b="0" i="1" smtClean="0">
                                    <a:solidFill>
                                      <a:schemeClr val="tx1"/>
                                    </a:solidFill>
                                    <a:latin typeface="Cambria Math" panose="02040503050406030204" pitchFamily="18" charset="0"/>
                                  </a:rPr>
                                  <m:t>𝑏</m:t>
                                </m:r>
                              </m:oMath>
                            </m:oMathPara>
                          </a14:m>
                          <a:endParaRPr lang="en-GB" sz="11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0818243"/>
                      </a:ext>
                    </a:extLst>
                  </a:tr>
                  <a:tr h="1680011">
                    <a:tc>
                      <a:txBody>
                        <a:bodyPr/>
                        <a:lstStyle/>
                        <a:p>
                          <a:pPr marL="0" marR="0" indent="0" algn="l" defTabSz="685800" rtl="0" eaLnBrk="1" fontAlgn="auto" latinLnBrk="0" hangingPunct="1">
                            <a:lnSpc>
                              <a:spcPct val="100000"/>
                            </a:lnSpc>
                            <a:spcBef>
                              <a:spcPts val="0"/>
                            </a:spcBef>
                            <a:spcAft>
                              <a:spcPts val="0"/>
                            </a:spcAft>
                            <a:buClrTx/>
                            <a:buSzTx/>
                            <a:buFont typeface="+mj-lt"/>
                            <a:buNone/>
                            <a:tabLst/>
                            <a:defRPr/>
                          </a:pPr>
                          <a:r>
                            <a:rPr lang="en-US" sz="1100">
                              <a:solidFill>
                                <a:schemeClr val="tx1"/>
                              </a:solidFill>
                            </a:rPr>
                            <a:t>2) Write the total amounts</a:t>
                          </a:r>
                          <a:r>
                            <a:rPr lang="en-US" sz="1100" baseline="0">
                              <a:solidFill>
                                <a:schemeClr val="tx1"/>
                              </a:solidFill>
                            </a:rPr>
                            <a:t> of each number or letter as an index of each value.</a:t>
                          </a:r>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algn="l"/>
                          <a14:m>
                            <m:oMathPara xmlns:m="http://schemas.openxmlformats.org/officeDocument/2006/math">
                              <m:oMathParaPr>
                                <m:jc m:val="left"/>
                              </m:oMathParaPr>
                              <m:oMath xmlns:m="http://schemas.openxmlformats.org/officeDocument/2006/math">
                                <m:r>
                                  <a:rPr lang="en-GB" sz="1100" b="1" i="1" smtClean="0">
                                    <a:solidFill>
                                      <a:schemeClr val="tx1"/>
                                    </a:solidFill>
                                    <a:latin typeface="Cambria Math" panose="02040503050406030204" pitchFamily="18" charset="0"/>
                                  </a:rPr>
                                  <m:t>𝒄</m:t>
                                </m:r>
                                <m:r>
                                  <a:rPr lang="en-US" sz="1100" b="1" i="1" smtClean="0">
                                    <a:solidFill>
                                      <a:schemeClr val="tx1"/>
                                    </a:solidFill>
                                    <a:latin typeface="Cambria Math" panose="02040503050406030204" pitchFamily="18" charset="0"/>
                                  </a:rPr>
                                  <m:t>×</m:t>
                                </m:r>
                                <m:r>
                                  <a:rPr lang="en-GB" sz="1100" b="1" i="1" smtClean="0">
                                    <a:solidFill>
                                      <a:schemeClr val="tx1"/>
                                    </a:solidFill>
                                    <a:latin typeface="Cambria Math" panose="02040503050406030204" pitchFamily="18" charset="0"/>
                                  </a:rPr>
                                  <m:t>𝒄</m:t>
                                </m:r>
                                <m:r>
                                  <a:rPr lang="en-US" sz="1100" b="1" i="1" smtClean="0">
                                    <a:solidFill>
                                      <a:schemeClr val="tx1"/>
                                    </a:solidFill>
                                    <a:latin typeface="Cambria Math" panose="02040503050406030204" pitchFamily="18" charset="0"/>
                                  </a:rPr>
                                  <m:t>×</m:t>
                                </m:r>
                                <m:r>
                                  <a:rPr lang="en-GB" sz="1100" b="1" i="1" smtClean="0">
                                    <a:solidFill>
                                      <a:schemeClr val="tx1"/>
                                    </a:solidFill>
                                    <a:latin typeface="Cambria Math" panose="02040503050406030204" pitchFamily="18" charset="0"/>
                                  </a:rPr>
                                  <m:t>𝒅</m:t>
                                </m:r>
                                <m:r>
                                  <a:rPr lang="en-US" sz="1100" b="1" i="1" smtClean="0">
                                    <a:solidFill>
                                      <a:schemeClr val="tx1"/>
                                    </a:solidFill>
                                    <a:latin typeface="Cambria Math" panose="02040503050406030204" pitchFamily="18" charset="0"/>
                                  </a:rPr>
                                  <m:t>×</m:t>
                                </m:r>
                                <m:r>
                                  <a:rPr lang="en-GB" sz="1100" b="1" i="1" smtClean="0">
                                    <a:solidFill>
                                      <a:schemeClr val="tx1"/>
                                    </a:solidFill>
                                    <a:latin typeface="Cambria Math" panose="02040503050406030204" pitchFamily="18" charset="0"/>
                                  </a:rPr>
                                  <m:t>𝒅</m:t>
                                </m:r>
                                <m:r>
                                  <a:rPr lang="en-US" sz="1100" b="1" i="1" smtClean="0">
                                    <a:solidFill>
                                      <a:schemeClr val="tx1"/>
                                    </a:solidFill>
                                    <a:latin typeface="Cambria Math" panose="02040503050406030204" pitchFamily="18" charset="0"/>
                                  </a:rPr>
                                  <m:t>×</m:t>
                                </m:r>
                                <m:r>
                                  <a:rPr lang="en-GB" sz="1100" b="1" i="1" smtClean="0">
                                    <a:solidFill>
                                      <a:schemeClr val="tx1"/>
                                    </a:solidFill>
                                    <a:latin typeface="Cambria Math" panose="02040503050406030204" pitchFamily="18" charset="0"/>
                                  </a:rPr>
                                  <m:t>𝒅</m:t>
                                </m:r>
                                <m:r>
                                  <a:rPr lang="en-US" sz="1100" b="1" i="1" smtClean="0">
                                    <a:solidFill>
                                      <a:schemeClr val="tx1"/>
                                    </a:solidFill>
                                    <a:latin typeface="Cambria Math" panose="02040503050406030204" pitchFamily="18" charset="0"/>
                                  </a:rPr>
                                  <m:t>×</m:t>
                                </m:r>
                                <m:r>
                                  <a:rPr lang="en-GB" sz="1100" b="1" i="1" smtClean="0">
                                    <a:solidFill>
                                      <a:schemeClr val="tx1"/>
                                    </a:solidFill>
                                    <a:latin typeface="Cambria Math" panose="02040503050406030204" pitchFamily="18" charset="0"/>
                                  </a:rPr>
                                  <m:t>𝒅</m:t>
                                </m:r>
                              </m:oMath>
                            </m:oMathPara>
                          </a14:m>
                          <a:endParaRPr lang="en-GB" sz="1100" b="1">
                            <a:solidFill>
                              <a:schemeClr val="tx1"/>
                            </a:solidFill>
                          </a:endParaRPr>
                        </a:p>
                        <a:p>
                          <a:pPr algn="l"/>
                          <a:endParaRPr lang="en-GB" sz="1100">
                            <a:solidFill>
                              <a:schemeClr val="tx1"/>
                            </a:solidFill>
                          </a:endParaRPr>
                        </a:p>
                        <a:p>
                          <a:pPr algn="l"/>
                          <a:endParaRPr lang="en-GB" sz="1100">
                            <a:solidFill>
                              <a:schemeClr val="tx1"/>
                            </a:solidFill>
                          </a:endParaRPr>
                        </a:p>
                        <a:p>
                          <a:pPr algn="l"/>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algn="l"/>
                          <a14:m>
                            <m:oMathPara xmlns:m="http://schemas.openxmlformats.org/officeDocument/2006/math">
                              <m:oMathParaPr>
                                <m:jc m:val="left"/>
                              </m:oMathParaPr>
                              <m:oMath xmlns:m="http://schemas.openxmlformats.org/officeDocument/2006/math">
                                <m:r>
                                  <a:rPr lang="en-US" sz="1100" b="1" i="1" smtClean="0">
                                    <a:solidFill>
                                      <a:schemeClr val="tx1"/>
                                    </a:solidFill>
                                    <a:latin typeface="Cambria Math" panose="02040503050406030204" pitchFamily="18" charset="0"/>
                                  </a:rPr>
                                  <m:t>𝒚</m:t>
                                </m:r>
                                <m:r>
                                  <a:rPr lang="en-US" sz="1100" b="1" i="1" smtClean="0">
                                    <a:solidFill>
                                      <a:schemeClr val="tx1"/>
                                    </a:solidFill>
                                    <a:latin typeface="Cambria Math" panose="02040503050406030204" pitchFamily="18" charset="0"/>
                                  </a:rPr>
                                  <m:t>×</m:t>
                                </m:r>
                                <m:r>
                                  <a:rPr lang="en-US" sz="1100" b="1" i="1" smtClean="0">
                                    <a:solidFill>
                                      <a:schemeClr val="tx1"/>
                                    </a:solidFill>
                                    <a:latin typeface="Cambria Math" panose="02040503050406030204" pitchFamily="18" charset="0"/>
                                  </a:rPr>
                                  <m:t>𝒚</m:t>
                                </m:r>
                                <m:r>
                                  <a:rPr lang="en-US" sz="1100" b="1" i="1" smtClean="0">
                                    <a:solidFill>
                                      <a:schemeClr val="tx1"/>
                                    </a:solidFill>
                                    <a:latin typeface="Cambria Math" panose="02040503050406030204" pitchFamily="18" charset="0"/>
                                  </a:rPr>
                                  <m:t>×</m:t>
                                </m:r>
                                <m:r>
                                  <a:rPr lang="en-US" sz="1100" b="1" i="1" smtClean="0">
                                    <a:solidFill>
                                      <a:schemeClr val="tx1"/>
                                    </a:solidFill>
                                    <a:latin typeface="Cambria Math" panose="02040503050406030204" pitchFamily="18" charset="0"/>
                                  </a:rPr>
                                  <m:t>𝒚</m:t>
                                </m:r>
                                <m:r>
                                  <a:rPr lang="en-US" sz="1100" b="1" i="1" smtClean="0">
                                    <a:solidFill>
                                      <a:schemeClr val="tx1"/>
                                    </a:solidFill>
                                    <a:latin typeface="Cambria Math" panose="02040503050406030204" pitchFamily="18" charset="0"/>
                                  </a:rPr>
                                  <m:t>×</m:t>
                                </m:r>
                                <m:r>
                                  <a:rPr lang="en-US" sz="1100" b="1" i="1" smtClean="0">
                                    <a:solidFill>
                                      <a:schemeClr val="tx1"/>
                                    </a:solidFill>
                                    <a:latin typeface="Cambria Math" panose="02040503050406030204" pitchFamily="18" charset="0"/>
                                  </a:rPr>
                                  <m:t>𝒚</m:t>
                                </m:r>
                                <m:r>
                                  <a:rPr lang="en-US" sz="1100" b="1" i="1" smtClean="0">
                                    <a:solidFill>
                                      <a:schemeClr val="tx1"/>
                                    </a:solidFill>
                                    <a:latin typeface="Cambria Math" panose="02040503050406030204" pitchFamily="18" charset="0"/>
                                  </a:rPr>
                                  <m:t>×</m:t>
                                </m:r>
                                <m:r>
                                  <a:rPr lang="en-US" sz="1100" b="1" i="1" smtClean="0">
                                    <a:solidFill>
                                      <a:schemeClr val="tx1"/>
                                    </a:solidFill>
                                    <a:latin typeface="Cambria Math" panose="02040503050406030204" pitchFamily="18" charset="0"/>
                                  </a:rPr>
                                  <m:t>𝒛</m:t>
                                </m:r>
                                <m:r>
                                  <a:rPr lang="en-US" sz="1100" b="1" i="1" smtClean="0">
                                    <a:solidFill>
                                      <a:schemeClr val="tx1"/>
                                    </a:solidFill>
                                    <a:latin typeface="Cambria Math" panose="02040503050406030204" pitchFamily="18" charset="0"/>
                                  </a:rPr>
                                  <m:t>×</m:t>
                                </m:r>
                                <m:r>
                                  <a:rPr lang="en-US" sz="1100" b="1" i="1" smtClean="0">
                                    <a:solidFill>
                                      <a:schemeClr val="tx1"/>
                                    </a:solidFill>
                                    <a:latin typeface="Cambria Math" panose="02040503050406030204" pitchFamily="18" charset="0"/>
                                  </a:rPr>
                                  <m:t>𝒛</m:t>
                                </m:r>
                              </m:oMath>
                            </m:oMathPara>
                          </a14:m>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algn="l"/>
                          <a14:m>
                            <m:oMathPara xmlns:m="http://schemas.openxmlformats.org/officeDocument/2006/math">
                              <m:oMathParaPr>
                                <m:jc m:val="left"/>
                              </m:oMathParaPr>
                              <m:oMath xmlns:m="http://schemas.openxmlformats.org/officeDocument/2006/math">
                                <m:r>
                                  <a:rPr lang="en-US" sz="1100" b="1" i="1" smtClean="0">
                                    <a:solidFill>
                                      <a:schemeClr val="tx1"/>
                                    </a:solidFill>
                                    <a:latin typeface="Cambria Math" panose="02040503050406030204" pitchFamily="18" charset="0"/>
                                  </a:rPr>
                                  <m:t>𝒂</m:t>
                                </m:r>
                                <m:r>
                                  <a:rPr lang="en-US" sz="1100" b="1" i="1" smtClean="0">
                                    <a:solidFill>
                                      <a:schemeClr val="tx1"/>
                                    </a:solidFill>
                                    <a:latin typeface="Cambria Math" panose="02040503050406030204" pitchFamily="18" charset="0"/>
                                  </a:rPr>
                                  <m:t>×</m:t>
                                </m:r>
                                <m:r>
                                  <a:rPr lang="en-US" sz="1100" b="1" i="1" smtClean="0">
                                    <a:solidFill>
                                      <a:schemeClr val="tx1"/>
                                    </a:solidFill>
                                    <a:latin typeface="Cambria Math" panose="02040503050406030204" pitchFamily="18" charset="0"/>
                                  </a:rPr>
                                  <m:t>𝒂</m:t>
                                </m:r>
                                <m:r>
                                  <a:rPr lang="en-US" sz="1100" b="1" i="1" smtClean="0">
                                    <a:solidFill>
                                      <a:schemeClr val="tx1"/>
                                    </a:solidFill>
                                    <a:latin typeface="Cambria Math" panose="02040503050406030204" pitchFamily="18" charset="0"/>
                                  </a:rPr>
                                  <m:t>×</m:t>
                                </m:r>
                                <m:r>
                                  <a:rPr lang="en-US" sz="1100" b="1" i="1" smtClean="0">
                                    <a:solidFill>
                                      <a:schemeClr val="tx1"/>
                                    </a:solidFill>
                                    <a:latin typeface="Cambria Math" panose="02040503050406030204" pitchFamily="18" charset="0"/>
                                  </a:rPr>
                                  <m:t>𝒃</m:t>
                                </m:r>
                                <m:r>
                                  <a:rPr lang="en-US" sz="1100" b="1" i="1" smtClean="0">
                                    <a:solidFill>
                                      <a:schemeClr val="tx1"/>
                                    </a:solidFill>
                                    <a:latin typeface="Cambria Math" panose="02040503050406030204" pitchFamily="18" charset="0"/>
                                  </a:rPr>
                                  <m:t>×</m:t>
                                </m:r>
                                <m:r>
                                  <a:rPr lang="en-US" sz="1100" b="1" i="1" smtClean="0">
                                    <a:solidFill>
                                      <a:schemeClr val="tx1"/>
                                    </a:solidFill>
                                    <a:latin typeface="Cambria Math" panose="02040503050406030204" pitchFamily="18" charset="0"/>
                                  </a:rPr>
                                  <m:t>𝒃</m:t>
                                </m:r>
                                <m:r>
                                  <a:rPr lang="en-US" sz="1100" b="1" i="1" smtClean="0">
                                    <a:solidFill>
                                      <a:schemeClr val="tx1"/>
                                    </a:solidFill>
                                    <a:latin typeface="Cambria Math" panose="02040503050406030204" pitchFamily="18" charset="0"/>
                                  </a:rPr>
                                  <m:t>×</m:t>
                                </m:r>
                                <m:r>
                                  <a:rPr lang="en-US" sz="1100" b="1" i="1" smtClean="0">
                                    <a:solidFill>
                                      <a:schemeClr val="tx1"/>
                                    </a:solidFill>
                                    <a:latin typeface="Cambria Math" panose="02040503050406030204" pitchFamily="18" charset="0"/>
                                  </a:rPr>
                                  <m:t>𝒃</m:t>
                                </m:r>
                              </m:oMath>
                            </m:oMathPara>
                          </a14:m>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76449903"/>
                      </a:ext>
                    </a:extLst>
                  </a:tr>
                </a:tbl>
              </a:graphicData>
            </a:graphic>
          </p:graphicFrame>
        </mc:Choice>
        <mc:Fallback xmlns="">
          <p:graphicFrame>
            <p:nvGraphicFramePr>
              <p:cNvPr id="79" name="Table 78"/>
              <p:cNvGraphicFramePr>
                <a:graphicFrameLocks noGrp="1"/>
              </p:cNvGraphicFramePr>
              <p:nvPr>
                <p:extLst>
                  <p:ext uri="{D42A27DB-BD31-4B8C-83A1-F6EECF244321}">
                    <p14:modId xmlns:p14="http://schemas.microsoft.com/office/powerpoint/2010/main" val="2591787998"/>
                  </p:ext>
                </p:extLst>
              </p:nvPr>
            </p:nvGraphicFramePr>
            <p:xfrm>
              <a:off x="120568" y="6423550"/>
              <a:ext cx="6603867" cy="3258930"/>
            </p:xfrm>
            <a:graphic>
              <a:graphicData uri="http://schemas.openxmlformats.org/drawingml/2006/table">
                <a:tbl>
                  <a:tblPr firstRow="1" bandRow="1">
                    <a:tableStyleId>{5C22544A-7EE6-4342-B048-85BDC9FD1C3A}</a:tableStyleId>
                  </a:tblPr>
                  <a:tblGrid>
                    <a:gridCol w="1498568">
                      <a:extLst>
                        <a:ext uri="{9D8B030D-6E8A-4147-A177-3AD203B41FA5}">
                          <a16:colId xmlns:a16="http://schemas.microsoft.com/office/drawing/2014/main" val="1568142362"/>
                        </a:ext>
                      </a:extLst>
                    </a:gridCol>
                    <a:gridCol w="1533623">
                      <a:extLst>
                        <a:ext uri="{9D8B030D-6E8A-4147-A177-3AD203B41FA5}">
                          <a16:colId xmlns:a16="http://schemas.microsoft.com/office/drawing/2014/main" val="3551711160"/>
                        </a:ext>
                      </a:extLst>
                    </a:gridCol>
                    <a:gridCol w="2027661">
                      <a:extLst>
                        <a:ext uri="{9D8B030D-6E8A-4147-A177-3AD203B41FA5}">
                          <a16:colId xmlns:a16="http://schemas.microsoft.com/office/drawing/2014/main" val="125684145"/>
                        </a:ext>
                      </a:extLst>
                    </a:gridCol>
                    <a:gridCol w="1544015">
                      <a:extLst>
                        <a:ext uri="{9D8B030D-6E8A-4147-A177-3AD203B41FA5}">
                          <a16:colId xmlns:a16="http://schemas.microsoft.com/office/drawing/2014/main" val="3300851661"/>
                        </a:ext>
                      </a:extLst>
                    </a:gridCol>
                  </a:tblGrid>
                  <a:tr h="313470">
                    <a:tc>
                      <a:txBody>
                        <a:bodyPr/>
                        <a:lstStyle/>
                        <a:p>
                          <a:r>
                            <a:rPr lang="en-US" sz="1100">
                              <a:solidFill>
                                <a:schemeClr val="tx1"/>
                              </a:solidFill>
                            </a:rPr>
                            <a:t>Steps</a:t>
                          </a:r>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100">
                              <a:solidFill>
                                <a:schemeClr val="tx1"/>
                              </a:solidFill>
                            </a:rPr>
                            <a:t>Express </a:t>
                          </a:r>
                          <a:r>
                            <a:rPr lang="en-GB" sz="1100">
                              <a:solidFill>
                                <a:schemeClr val="tx1"/>
                              </a:solidFill>
                            </a:rPr>
                            <a:t>in index notation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en-GB" sz="11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en-GB" sz="14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7794082"/>
                      </a:ext>
                    </a:extLst>
                  </a:tr>
                  <a:tr h="1265449">
                    <a:tc>
                      <a:txBody>
                        <a:bodyPr/>
                        <a:lstStyle/>
                        <a:p>
                          <a:pPr marL="0" marR="0" indent="0" algn="l" defTabSz="685800" rtl="0" eaLnBrk="1" fontAlgn="auto" latinLnBrk="0" hangingPunct="1">
                            <a:lnSpc>
                              <a:spcPct val="100000"/>
                            </a:lnSpc>
                            <a:spcBef>
                              <a:spcPts val="0"/>
                            </a:spcBef>
                            <a:spcAft>
                              <a:spcPts val="0"/>
                            </a:spcAft>
                            <a:buClrTx/>
                            <a:buSzTx/>
                            <a:buFont typeface="+mj-lt"/>
                            <a:buNone/>
                            <a:tabLst/>
                            <a:defRPr/>
                          </a:pPr>
                          <a:r>
                            <a:rPr lang="en-US" sz="1100">
                              <a:solidFill>
                                <a:schemeClr val="tx1"/>
                              </a:solidFill>
                            </a:rPr>
                            <a:t>1)</a:t>
                          </a:r>
                          <a:r>
                            <a:rPr lang="en-US" sz="1100" baseline="0">
                              <a:solidFill>
                                <a:schemeClr val="tx1"/>
                              </a:solidFill>
                            </a:rPr>
                            <a:t> Count how many of the same base (number or letter) there are.</a:t>
                          </a:r>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8016" t="-10950" r="-233730" b="-413"/>
                          </a:stretch>
                        </a:blipFill>
                      </a:tcPr>
                    </a:tc>
                    <a:tc rowSpan="2">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49850" t="-10950" r="-76877" b="-413"/>
                          </a:stretch>
                        </a:blipFill>
                      </a:tcPr>
                    </a:tc>
                    <a:tc rowSpan="2">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27559" t="-10950" r="-787" b="-413"/>
                          </a:stretch>
                        </a:blipFill>
                      </a:tcPr>
                    </a:tc>
                    <a:extLst>
                      <a:ext uri="{0D108BD9-81ED-4DB2-BD59-A6C34878D82A}">
                        <a16:rowId xmlns:a16="http://schemas.microsoft.com/office/drawing/2014/main" val="2270818243"/>
                      </a:ext>
                    </a:extLst>
                  </a:tr>
                  <a:tr h="1680011">
                    <a:tc>
                      <a:txBody>
                        <a:bodyPr/>
                        <a:lstStyle/>
                        <a:p>
                          <a:pPr marL="0" marR="0" indent="0" algn="l" defTabSz="685800" rtl="0" eaLnBrk="1" fontAlgn="auto" latinLnBrk="0" hangingPunct="1">
                            <a:lnSpc>
                              <a:spcPct val="100000"/>
                            </a:lnSpc>
                            <a:spcBef>
                              <a:spcPts val="0"/>
                            </a:spcBef>
                            <a:spcAft>
                              <a:spcPts val="0"/>
                            </a:spcAft>
                            <a:buClrTx/>
                            <a:buSzTx/>
                            <a:buFont typeface="+mj-lt"/>
                            <a:buNone/>
                            <a:tabLst/>
                            <a:defRPr/>
                          </a:pPr>
                          <a:r>
                            <a:rPr lang="en-US" sz="1100">
                              <a:solidFill>
                                <a:schemeClr val="tx1"/>
                              </a:solidFill>
                            </a:rPr>
                            <a:t>2) Write the total amounts</a:t>
                          </a:r>
                          <a:r>
                            <a:rPr lang="en-US" sz="1100" baseline="0">
                              <a:solidFill>
                                <a:schemeClr val="tx1"/>
                              </a:solidFill>
                            </a:rPr>
                            <a:t> of each number or letter as an index of each value.</a:t>
                          </a:r>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algn="l"/>
                          <a14:m xmlns:a14="http://schemas.microsoft.com/office/drawing/2010/main">
                            <m:oMathPara xmlns:m="http://schemas.openxmlformats.org/officeDocument/2006/math">
                              <m:oMathParaPr>
                                <m:jc m:val="left"/>
                              </m:oMathParaPr>
                              <m:oMath xmlns:m="http://schemas.openxmlformats.org/officeDocument/2006/math">
                                <m:r>
                                  <a:rPr lang="en-GB" sz="1100" b="1" i="1" smtClean="0">
                                    <a:solidFill>
                                      <a:schemeClr val="tx1"/>
                                    </a:solidFill>
                                    <a:latin typeface="Cambria Math" panose="02040503050406030204" pitchFamily="18" charset="0"/>
                                  </a:rPr>
                                  <m:t>𝒄</m:t>
                                </m:r>
                                <m:r>
                                  <a:rPr lang="en-US" sz="1100" b="1" i="1" smtClean="0">
                                    <a:solidFill>
                                      <a:schemeClr val="tx1"/>
                                    </a:solidFill>
                                    <a:latin typeface="Cambria Math" panose="02040503050406030204" pitchFamily="18" charset="0"/>
                                  </a:rPr>
                                  <m:t>×</m:t>
                                </m:r>
                                <m:r>
                                  <a:rPr lang="en-GB" sz="1100" b="1" i="1" smtClean="0">
                                    <a:solidFill>
                                      <a:schemeClr val="tx1"/>
                                    </a:solidFill>
                                    <a:latin typeface="Cambria Math" panose="02040503050406030204" pitchFamily="18" charset="0"/>
                                  </a:rPr>
                                  <m:t>𝒄</m:t>
                                </m:r>
                                <m:r>
                                  <a:rPr lang="en-US" sz="1100" b="1" i="1" smtClean="0">
                                    <a:solidFill>
                                      <a:schemeClr val="tx1"/>
                                    </a:solidFill>
                                    <a:latin typeface="Cambria Math" panose="02040503050406030204" pitchFamily="18" charset="0"/>
                                  </a:rPr>
                                  <m:t>×</m:t>
                                </m:r>
                                <m:r>
                                  <a:rPr lang="en-GB" sz="1100" b="1" i="1" smtClean="0">
                                    <a:solidFill>
                                      <a:schemeClr val="tx1"/>
                                    </a:solidFill>
                                    <a:latin typeface="Cambria Math" panose="02040503050406030204" pitchFamily="18" charset="0"/>
                                  </a:rPr>
                                  <m:t>𝒅</m:t>
                                </m:r>
                                <m:r>
                                  <a:rPr lang="en-US" sz="1100" b="1" i="1" smtClean="0">
                                    <a:solidFill>
                                      <a:schemeClr val="tx1"/>
                                    </a:solidFill>
                                    <a:latin typeface="Cambria Math" panose="02040503050406030204" pitchFamily="18" charset="0"/>
                                  </a:rPr>
                                  <m:t>×</m:t>
                                </m:r>
                                <m:r>
                                  <a:rPr lang="en-GB" sz="1100" b="1" i="1" smtClean="0">
                                    <a:solidFill>
                                      <a:schemeClr val="tx1"/>
                                    </a:solidFill>
                                    <a:latin typeface="Cambria Math" panose="02040503050406030204" pitchFamily="18" charset="0"/>
                                  </a:rPr>
                                  <m:t>𝒅</m:t>
                                </m:r>
                                <m:r>
                                  <a:rPr lang="en-US" sz="1100" b="1" i="1" smtClean="0">
                                    <a:solidFill>
                                      <a:schemeClr val="tx1"/>
                                    </a:solidFill>
                                    <a:latin typeface="Cambria Math" panose="02040503050406030204" pitchFamily="18" charset="0"/>
                                  </a:rPr>
                                  <m:t>×</m:t>
                                </m:r>
                                <m:r>
                                  <a:rPr lang="en-GB" sz="1100" b="1" i="1" smtClean="0">
                                    <a:solidFill>
                                      <a:schemeClr val="tx1"/>
                                    </a:solidFill>
                                    <a:latin typeface="Cambria Math" panose="02040503050406030204" pitchFamily="18" charset="0"/>
                                  </a:rPr>
                                  <m:t>𝒅</m:t>
                                </m:r>
                                <m:r>
                                  <a:rPr lang="en-US" sz="1100" b="1" i="1" smtClean="0">
                                    <a:solidFill>
                                      <a:schemeClr val="tx1"/>
                                    </a:solidFill>
                                    <a:latin typeface="Cambria Math" panose="02040503050406030204" pitchFamily="18" charset="0"/>
                                  </a:rPr>
                                  <m:t>×</m:t>
                                </m:r>
                                <m:r>
                                  <a:rPr lang="en-GB" sz="1100" b="1" i="1" smtClean="0">
                                    <a:solidFill>
                                      <a:schemeClr val="tx1"/>
                                    </a:solidFill>
                                    <a:latin typeface="Cambria Math" panose="02040503050406030204" pitchFamily="18" charset="0"/>
                                  </a:rPr>
                                  <m:t>𝒅</m:t>
                                </m:r>
                              </m:oMath>
                            </m:oMathPara>
                          </a14:m>
                          <a:endParaRPr lang="en-GB" sz="1100" b="1">
                            <a:solidFill>
                              <a:schemeClr val="tx1"/>
                            </a:solidFill>
                          </a:endParaRPr>
                        </a:p>
                        <a:p>
                          <a:pPr algn="l"/>
                          <a:endParaRPr lang="en-GB" sz="1100">
                            <a:solidFill>
                              <a:schemeClr val="tx1"/>
                            </a:solidFill>
                          </a:endParaRPr>
                        </a:p>
                        <a:p>
                          <a:pPr algn="l"/>
                          <a:endParaRPr lang="en-GB" sz="1100">
                            <a:solidFill>
                              <a:schemeClr val="tx1"/>
                            </a:solidFill>
                          </a:endParaRPr>
                        </a:p>
                        <a:p>
                          <a:pPr algn="l"/>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algn="l"/>
                          <a14:m xmlns:a14="http://schemas.microsoft.com/office/drawing/2010/main">
                            <m:oMathPara xmlns:m="http://schemas.openxmlformats.org/officeDocument/2006/math">
                              <m:oMathParaPr>
                                <m:jc m:val="left"/>
                              </m:oMathParaPr>
                              <m:oMath xmlns:m="http://schemas.openxmlformats.org/officeDocument/2006/math">
                                <m:r>
                                  <a:rPr lang="en-US" sz="1100" b="1" i="1" smtClean="0">
                                    <a:solidFill>
                                      <a:schemeClr val="tx1"/>
                                    </a:solidFill>
                                    <a:latin typeface="Cambria Math" panose="02040503050406030204" pitchFamily="18" charset="0"/>
                                  </a:rPr>
                                  <m:t>𝒚</m:t>
                                </m:r>
                                <m:r>
                                  <a:rPr lang="en-US" sz="1100" b="1" i="1" smtClean="0">
                                    <a:solidFill>
                                      <a:schemeClr val="tx1"/>
                                    </a:solidFill>
                                    <a:latin typeface="Cambria Math" panose="02040503050406030204" pitchFamily="18" charset="0"/>
                                  </a:rPr>
                                  <m:t>×</m:t>
                                </m:r>
                                <m:r>
                                  <a:rPr lang="en-US" sz="1100" b="1" i="1" smtClean="0">
                                    <a:solidFill>
                                      <a:schemeClr val="tx1"/>
                                    </a:solidFill>
                                    <a:latin typeface="Cambria Math" panose="02040503050406030204" pitchFamily="18" charset="0"/>
                                  </a:rPr>
                                  <m:t>𝒚</m:t>
                                </m:r>
                                <m:r>
                                  <a:rPr lang="en-US" sz="1100" b="1" i="1" smtClean="0">
                                    <a:solidFill>
                                      <a:schemeClr val="tx1"/>
                                    </a:solidFill>
                                    <a:latin typeface="Cambria Math" panose="02040503050406030204" pitchFamily="18" charset="0"/>
                                  </a:rPr>
                                  <m:t>×</m:t>
                                </m:r>
                                <m:r>
                                  <a:rPr lang="en-US" sz="1100" b="1" i="1" smtClean="0">
                                    <a:solidFill>
                                      <a:schemeClr val="tx1"/>
                                    </a:solidFill>
                                    <a:latin typeface="Cambria Math" panose="02040503050406030204" pitchFamily="18" charset="0"/>
                                  </a:rPr>
                                  <m:t>𝒚</m:t>
                                </m:r>
                                <m:r>
                                  <a:rPr lang="en-US" sz="1100" b="1" i="1" smtClean="0">
                                    <a:solidFill>
                                      <a:schemeClr val="tx1"/>
                                    </a:solidFill>
                                    <a:latin typeface="Cambria Math" panose="02040503050406030204" pitchFamily="18" charset="0"/>
                                  </a:rPr>
                                  <m:t>×</m:t>
                                </m:r>
                                <m:r>
                                  <a:rPr lang="en-US" sz="1100" b="1" i="1" smtClean="0">
                                    <a:solidFill>
                                      <a:schemeClr val="tx1"/>
                                    </a:solidFill>
                                    <a:latin typeface="Cambria Math" panose="02040503050406030204" pitchFamily="18" charset="0"/>
                                  </a:rPr>
                                  <m:t>𝒚</m:t>
                                </m:r>
                                <m:r>
                                  <a:rPr lang="en-US" sz="1100" b="1" i="1" smtClean="0">
                                    <a:solidFill>
                                      <a:schemeClr val="tx1"/>
                                    </a:solidFill>
                                    <a:latin typeface="Cambria Math" panose="02040503050406030204" pitchFamily="18" charset="0"/>
                                  </a:rPr>
                                  <m:t>×</m:t>
                                </m:r>
                                <m:r>
                                  <a:rPr lang="en-US" sz="1100" b="1" i="1" smtClean="0">
                                    <a:solidFill>
                                      <a:schemeClr val="tx1"/>
                                    </a:solidFill>
                                    <a:latin typeface="Cambria Math" panose="02040503050406030204" pitchFamily="18" charset="0"/>
                                  </a:rPr>
                                  <m:t>𝒛</m:t>
                                </m:r>
                                <m:r>
                                  <a:rPr lang="en-US" sz="1100" b="1" i="1" smtClean="0">
                                    <a:solidFill>
                                      <a:schemeClr val="tx1"/>
                                    </a:solidFill>
                                    <a:latin typeface="Cambria Math" panose="02040503050406030204" pitchFamily="18" charset="0"/>
                                  </a:rPr>
                                  <m:t>×</m:t>
                                </m:r>
                                <m:r>
                                  <a:rPr lang="en-US" sz="1100" b="1" i="1" smtClean="0">
                                    <a:solidFill>
                                      <a:schemeClr val="tx1"/>
                                    </a:solidFill>
                                    <a:latin typeface="Cambria Math" panose="02040503050406030204" pitchFamily="18" charset="0"/>
                                  </a:rPr>
                                  <m:t>𝒛</m:t>
                                </m:r>
                              </m:oMath>
                            </m:oMathPara>
                          </a14:m>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algn="l"/>
                          <a14:m xmlns:a14="http://schemas.microsoft.com/office/drawing/2010/main">
                            <m:oMathPara xmlns:m="http://schemas.openxmlformats.org/officeDocument/2006/math">
                              <m:oMathParaPr>
                                <m:jc m:val="left"/>
                              </m:oMathParaPr>
                              <m:oMath xmlns:m="http://schemas.openxmlformats.org/officeDocument/2006/math">
                                <m:r>
                                  <a:rPr lang="en-US" sz="1100" b="1" i="1" smtClean="0">
                                    <a:solidFill>
                                      <a:schemeClr val="tx1"/>
                                    </a:solidFill>
                                    <a:latin typeface="Cambria Math" panose="02040503050406030204" pitchFamily="18" charset="0"/>
                                  </a:rPr>
                                  <m:t>𝒂</m:t>
                                </m:r>
                                <m:r>
                                  <a:rPr lang="en-US" sz="1100" b="1" i="1" smtClean="0">
                                    <a:solidFill>
                                      <a:schemeClr val="tx1"/>
                                    </a:solidFill>
                                    <a:latin typeface="Cambria Math" panose="02040503050406030204" pitchFamily="18" charset="0"/>
                                  </a:rPr>
                                  <m:t>×</m:t>
                                </m:r>
                                <m:r>
                                  <a:rPr lang="en-US" sz="1100" b="1" i="1" smtClean="0">
                                    <a:solidFill>
                                      <a:schemeClr val="tx1"/>
                                    </a:solidFill>
                                    <a:latin typeface="Cambria Math" panose="02040503050406030204" pitchFamily="18" charset="0"/>
                                  </a:rPr>
                                  <m:t>𝒂</m:t>
                                </m:r>
                                <m:r>
                                  <a:rPr lang="en-US" sz="1100" b="1" i="1" smtClean="0">
                                    <a:solidFill>
                                      <a:schemeClr val="tx1"/>
                                    </a:solidFill>
                                    <a:latin typeface="Cambria Math" panose="02040503050406030204" pitchFamily="18" charset="0"/>
                                  </a:rPr>
                                  <m:t>×</m:t>
                                </m:r>
                                <m:r>
                                  <a:rPr lang="en-US" sz="1100" b="1" i="1" smtClean="0">
                                    <a:solidFill>
                                      <a:schemeClr val="tx1"/>
                                    </a:solidFill>
                                    <a:latin typeface="Cambria Math" panose="02040503050406030204" pitchFamily="18" charset="0"/>
                                  </a:rPr>
                                  <m:t>𝒃</m:t>
                                </m:r>
                                <m:r>
                                  <a:rPr lang="en-US" sz="1100" b="1" i="1" smtClean="0">
                                    <a:solidFill>
                                      <a:schemeClr val="tx1"/>
                                    </a:solidFill>
                                    <a:latin typeface="Cambria Math" panose="02040503050406030204" pitchFamily="18" charset="0"/>
                                  </a:rPr>
                                  <m:t>×</m:t>
                                </m:r>
                                <m:r>
                                  <a:rPr lang="en-US" sz="1100" b="1" i="1" smtClean="0">
                                    <a:solidFill>
                                      <a:schemeClr val="tx1"/>
                                    </a:solidFill>
                                    <a:latin typeface="Cambria Math" panose="02040503050406030204" pitchFamily="18" charset="0"/>
                                  </a:rPr>
                                  <m:t>𝒃</m:t>
                                </m:r>
                                <m:r>
                                  <a:rPr lang="en-US" sz="1100" b="1" i="1" smtClean="0">
                                    <a:solidFill>
                                      <a:schemeClr val="tx1"/>
                                    </a:solidFill>
                                    <a:latin typeface="Cambria Math" panose="02040503050406030204" pitchFamily="18" charset="0"/>
                                  </a:rPr>
                                  <m:t>×</m:t>
                                </m:r>
                                <m:r>
                                  <a:rPr lang="en-US" sz="1100" b="1" i="1" smtClean="0">
                                    <a:solidFill>
                                      <a:schemeClr val="tx1"/>
                                    </a:solidFill>
                                    <a:latin typeface="Cambria Math" panose="02040503050406030204" pitchFamily="18" charset="0"/>
                                  </a:rPr>
                                  <m:t>𝒃</m:t>
                                </m:r>
                              </m:oMath>
                            </m:oMathPara>
                          </a14:m>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76449903"/>
                      </a:ext>
                    </a:extLst>
                  </a:tr>
                </a:tbl>
              </a:graphicData>
            </a:graphic>
          </p:graphicFrame>
        </mc:Fallback>
      </mc:AlternateContent>
      <p:sp>
        <p:nvSpPr>
          <p:cNvPr id="84" name="TextBox 83">
            <a:extLst>
              <a:ext uri="{FF2B5EF4-FFF2-40B4-BE49-F238E27FC236}">
                <a16:creationId xmlns:a16="http://schemas.microsoft.com/office/drawing/2014/main" id="{80A693D5-6258-D74B-84C5-A236BB50860A}"/>
              </a:ext>
            </a:extLst>
          </p:cNvPr>
          <p:cNvSpPr txBox="1"/>
          <p:nvPr/>
        </p:nvSpPr>
        <p:spPr>
          <a:xfrm>
            <a:off x="1888655" y="6154717"/>
            <a:ext cx="1212191" cy="261610"/>
          </a:xfrm>
          <a:prstGeom prst="rect">
            <a:avLst/>
          </a:prstGeom>
          <a:noFill/>
          <a:ln>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1" u="none" strike="noStrike" kern="1200" cap="none" spc="0" normalizeH="0" baseline="0" noProof="0">
                <a:ln>
                  <a:noFill/>
                </a:ln>
                <a:solidFill>
                  <a:srgbClr val="FF0000"/>
                </a:solidFill>
                <a:effectLst/>
                <a:uLnTx/>
                <a:uFillTx/>
                <a:latin typeface="Calibri" panose="020F0502020204030204"/>
                <a:ea typeface="+mn-ea"/>
                <a:cs typeface="+mn-cs"/>
              </a:rPr>
              <a:t>Example 7 - I do…</a:t>
            </a:r>
          </a:p>
        </p:txBody>
      </p:sp>
      <p:sp>
        <p:nvSpPr>
          <p:cNvPr id="85" name="TextBox 84">
            <a:extLst>
              <a:ext uri="{FF2B5EF4-FFF2-40B4-BE49-F238E27FC236}">
                <a16:creationId xmlns:a16="http://schemas.microsoft.com/office/drawing/2014/main" id="{492ABF69-E136-E845-9F1A-FA4ABBE4CC08}"/>
              </a:ext>
            </a:extLst>
          </p:cNvPr>
          <p:cNvSpPr txBox="1"/>
          <p:nvPr/>
        </p:nvSpPr>
        <p:spPr>
          <a:xfrm>
            <a:off x="3419574" y="6161940"/>
            <a:ext cx="1372492" cy="261610"/>
          </a:xfrm>
          <a:prstGeom prst="rect">
            <a:avLst/>
          </a:prstGeom>
          <a:noFill/>
          <a:ln>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1" u="none" strike="noStrike" kern="1200" cap="none" spc="0" normalizeH="0" baseline="0" noProof="0">
                <a:ln>
                  <a:noFill/>
                </a:ln>
                <a:solidFill>
                  <a:srgbClr val="FF8601"/>
                </a:solidFill>
                <a:effectLst/>
                <a:uLnTx/>
                <a:uFillTx/>
                <a:latin typeface="Calibri" panose="020F0502020204030204"/>
                <a:ea typeface="+mn-ea"/>
                <a:cs typeface="+mn-cs"/>
              </a:rPr>
              <a:t>Example 8 - We do…</a:t>
            </a:r>
          </a:p>
        </p:txBody>
      </p:sp>
      <p:sp>
        <p:nvSpPr>
          <p:cNvPr id="86" name="TextBox 85">
            <a:extLst>
              <a:ext uri="{FF2B5EF4-FFF2-40B4-BE49-F238E27FC236}">
                <a16:creationId xmlns:a16="http://schemas.microsoft.com/office/drawing/2014/main" id="{492ABF69-E136-E845-9F1A-FA4ABBE4CC08}"/>
              </a:ext>
            </a:extLst>
          </p:cNvPr>
          <p:cNvSpPr txBox="1"/>
          <p:nvPr/>
        </p:nvSpPr>
        <p:spPr>
          <a:xfrm>
            <a:off x="5177262" y="6154717"/>
            <a:ext cx="1396536" cy="261610"/>
          </a:xfrm>
          <a:prstGeom prst="rect">
            <a:avLst/>
          </a:prstGeom>
          <a:noFill/>
          <a:ln>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1" u="none" strike="noStrike" kern="1200" cap="none" spc="0" normalizeH="0" baseline="0" noProof="0">
                <a:ln>
                  <a:noFill/>
                </a:ln>
                <a:solidFill>
                  <a:srgbClr val="00B050"/>
                </a:solidFill>
                <a:effectLst/>
                <a:uLnTx/>
                <a:uFillTx/>
                <a:latin typeface="Calibri" panose="020F0502020204030204"/>
                <a:ea typeface="+mn-ea"/>
                <a:cs typeface="+mn-cs"/>
              </a:rPr>
              <a:t>Example </a:t>
            </a:r>
            <a:r>
              <a:rPr lang="en-GB" sz="1100" b="1" i="1">
                <a:solidFill>
                  <a:srgbClr val="00B050"/>
                </a:solidFill>
                <a:latin typeface="Calibri" panose="020F0502020204030204"/>
              </a:rPr>
              <a:t>9</a:t>
            </a:r>
            <a:r>
              <a:rPr kumimoji="0" lang="en-GB" sz="1100" b="1" i="1" u="none" strike="noStrike" kern="1200" cap="none" spc="0" normalizeH="0" baseline="0" noProof="0">
                <a:ln>
                  <a:noFill/>
                </a:ln>
                <a:solidFill>
                  <a:srgbClr val="00B050"/>
                </a:solidFill>
                <a:effectLst/>
                <a:uLnTx/>
                <a:uFillTx/>
                <a:latin typeface="Calibri" panose="020F0502020204030204"/>
                <a:ea typeface="+mn-ea"/>
                <a:cs typeface="+mn-cs"/>
              </a:rPr>
              <a:t> - </a:t>
            </a:r>
            <a:r>
              <a:rPr lang="en-GB" sz="1100" b="1" i="1">
                <a:solidFill>
                  <a:srgbClr val="00B050"/>
                </a:solidFill>
                <a:latin typeface="Calibri" panose="020F0502020204030204"/>
              </a:rPr>
              <a:t>You</a:t>
            </a:r>
            <a:r>
              <a:rPr kumimoji="0" lang="en-GB" sz="1100" b="1" i="1" u="none" strike="noStrike" kern="1200" cap="none" spc="0" normalizeH="0" baseline="0" noProof="0">
                <a:ln>
                  <a:noFill/>
                </a:ln>
                <a:solidFill>
                  <a:srgbClr val="00B050"/>
                </a:solidFill>
                <a:effectLst/>
                <a:uLnTx/>
                <a:uFillTx/>
                <a:latin typeface="Calibri" panose="020F0502020204030204"/>
                <a:ea typeface="+mn-ea"/>
                <a:cs typeface="+mn-cs"/>
              </a:rPr>
              <a:t> do…</a:t>
            </a:r>
          </a:p>
        </p:txBody>
      </p:sp>
      <p:sp>
        <p:nvSpPr>
          <p:cNvPr id="3" name="Rectangle 2">
            <a:extLst>
              <a:ext uri="{FF2B5EF4-FFF2-40B4-BE49-F238E27FC236}">
                <a16:creationId xmlns:a16="http://schemas.microsoft.com/office/drawing/2014/main" id="{DBE01365-24BA-2AEA-2E06-8FEFCC9707EA}"/>
              </a:ext>
            </a:extLst>
          </p:cNvPr>
          <p:cNvSpPr/>
          <p:nvPr/>
        </p:nvSpPr>
        <p:spPr>
          <a:xfrm>
            <a:off x="120568" y="2622022"/>
            <a:ext cx="1064816" cy="353890"/>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100"/>
              <a:t>INDEPENDENT PRACTICE</a:t>
            </a:r>
          </a:p>
        </p:txBody>
      </p:sp>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A86012BD-8457-7CDF-A364-0199BC0EF182}"/>
                  </a:ext>
                </a:extLst>
              </p:cNvPr>
              <p:cNvGraphicFramePr>
                <a:graphicFrameLocks noGrp="1"/>
              </p:cNvGraphicFramePr>
              <p:nvPr>
                <p:extLst>
                  <p:ext uri="{D42A27DB-BD31-4B8C-83A1-F6EECF244321}">
                    <p14:modId xmlns:p14="http://schemas.microsoft.com/office/powerpoint/2010/main" val="590581038"/>
                  </p:ext>
                </p:extLst>
              </p:nvPr>
            </p:nvGraphicFramePr>
            <p:xfrm>
              <a:off x="120568" y="3058160"/>
              <a:ext cx="6648300" cy="3057600"/>
            </p:xfrm>
            <a:graphic>
              <a:graphicData uri="http://schemas.openxmlformats.org/drawingml/2006/table">
                <a:tbl>
                  <a:tblPr>
                    <a:tableStyleId>{5C22544A-7EE6-4342-B048-85BDC9FD1C3A}</a:tableStyleId>
                  </a:tblPr>
                  <a:tblGrid>
                    <a:gridCol w="3324150">
                      <a:extLst>
                        <a:ext uri="{9D8B030D-6E8A-4147-A177-3AD203B41FA5}">
                          <a16:colId xmlns:a16="http://schemas.microsoft.com/office/drawing/2014/main" val="905284259"/>
                        </a:ext>
                      </a:extLst>
                    </a:gridCol>
                    <a:gridCol w="3324150">
                      <a:extLst>
                        <a:ext uri="{9D8B030D-6E8A-4147-A177-3AD203B41FA5}">
                          <a16:colId xmlns:a16="http://schemas.microsoft.com/office/drawing/2014/main" val="1931765034"/>
                        </a:ext>
                      </a:extLst>
                    </a:gridCol>
                  </a:tblGrid>
                  <a:tr h="512416">
                    <a:tc>
                      <a:txBody>
                        <a:bodyPr/>
                        <a:lstStyle/>
                        <a:p>
                          <a:pPr marL="0" marR="0" lvl="0" indent="0" algn="l" rtl="0" eaLnBrk="1" fontAlgn="auto" latinLnBrk="0" hangingPunct="1">
                            <a:lnSpc>
                              <a:spcPct val="100000"/>
                            </a:lnSpc>
                            <a:spcBef>
                              <a:spcPts val="0"/>
                            </a:spcBef>
                            <a:spcAft>
                              <a:spcPts val="0"/>
                            </a:spcAft>
                            <a:buClrTx/>
                            <a:buSzTx/>
                            <a:buFontTx/>
                            <a:buNone/>
                          </a:pPr>
                          <a:r>
                            <a:rPr lang="en-GB" sz="1200" b="1" dirty="0">
                              <a:solidFill>
                                <a:schemeClr val="tx1"/>
                              </a:solidFill>
                            </a:rPr>
                            <a:t>a)  </a:t>
                          </a:r>
                          <a:r>
                            <a:rPr lang="en-GB" sz="1200" b="1" baseline="0" dirty="0">
                              <a:solidFill>
                                <a:schemeClr val="tx1"/>
                              </a:solidFill>
                            </a:rPr>
                            <a:t>                    </a:t>
                          </a:r>
                          <a14:m>
                            <m:oMath xmlns:m="http://schemas.openxmlformats.org/officeDocument/2006/math">
                              <m:sSup>
                                <m:sSupPr>
                                  <m:ctrlPr>
                                    <a:rPr lang="en-GB" sz="1200" b="0" i="1" dirty="0" smtClean="0">
                                      <a:solidFill>
                                        <a:schemeClr val="tx1"/>
                                      </a:solidFill>
                                      <a:latin typeface="Cambria Math" panose="02040503050406030204" pitchFamily="18" charset="0"/>
                                    </a:rPr>
                                  </m:ctrlPr>
                                </m:sSupPr>
                                <m:e>
                                  <m:r>
                                    <a:rPr lang="en-GB" sz="1200" b="0" i="1" dirty="0" smtClean="0">
                                      <a:solidFill>
                                        <a:schemeClr val="tx1"/>
                                      </a:solidFill>
                                      <a:latin typeface="Cambria Math" panose="02040503050406030204" pitchFamily="18" charset="0"/>
                                    </a:rPr>
                                    <m:t>   =  </m:t>
                                  </m:r>
                                  <m:r>
                                    <a:rPr lang="en-US" sz="1200" b="0" i="1" dirty="0" smtClean="0">
                                      <a:solidFill>
                                        <a:schemeClr val="tx1"/>
                                      </a:solidFill>
                                      <a:latin typeface="Cambria Math" panose="02040503050406030204" pitchFamily="18" charset="0"/>
                                    </a:rPr>
                                    <m:t>3</m:t>
                                  </m:r>
                                </m:e>
                                <m:sup>
                                  <m:r>
                                    <a:rPr lang="en-US" sz="1200" b="0" i="1" dirty="0" smtClean="0">
                                      <a:solidFill>
                                        <a:schemeClr val="tx1"/>
                                      </a:solidFill>
                                      <a:latin typeface="Cambria Math" panose="02040503050406030204" pitchFamily="18" charset="0"/>
                                    </a:rPr>
                                    <m:t>4</m:t>
                                  </m:r>
                                </m:sup>
                              </m:sSup>
                            </m:oMath>
                          </a14:m>
                          <a:endParaRPr lang="en-GB" sz="12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GB" sz="1200" b="1" dirty="0">
                              <a:solidFill>
                                <a:schemeClr val="tx1"/>
                              </a:solidFill>
                            </a:rPr>
                            <a:t>b) </a:t>
                          </a:r>
                          <a14:m>
                            <m:oMath xmlns:m="http://schemas.openxmlformats.org/officeDocument/2006/math">
                              <m:sSup>
                                <m:sSupPr>
                                  <m:ctrlPr>
                                    <a:rPr lang="en-GB" sz="1200" b="1" i="1" dirty="0" smtClean="0">
                                      <a:solidFill>
                                        <a:schemeClr val="tx1"/>
                                      </a:solidFill>
                                      <a:latin typeface="Cambria Math" panose="02040503050406030204" pitchFamily="18" charset="0"/>
                                    </a:rPr>
                                  </m:ctrlPr>
                                </m:sSupPr>
                                <m:e>
                                  <m:r>
                                    <a:rPr lang="en-GB" sz="1200" b="0" i="1" dirty="0" smtClean="0">
                                      <a:solidFill>
                                        <a:schemeClr val="tx1"/>
                                      </a:solidFill>
                                      <a:latin typeface="Cambria Math" panose="02040503050406030204" pitchFamily="18" charset="0"/>
                                    </a:rPr>
                                    <m:t>                              =   </m:t>
                                  </m:r>
                                  <m:r>
                                    <a:rPr lang="en-US" sz="1200" b="0" i="1" dirty="0" smtClean="0">
                                      <a:solidFill>
                                        <a:schemeClr val="tx1"/>
                                      </a:solidFill>
                                      <a:latin typeface="Cambria Math" panose="02040503050406030204" pitchFamily="18" charset="0"/>
                                    </a:rPr>
                                    <m:t>9</m:t>
                                  </m:r>
                                </m:e>
                                <m:sup>
                                  <m:r>
                                    <a:rPr lang="en-US" sz="1200" b="0" i="1" dirty="0" smtClean="0">
                                      <a:solidFill>
                                        <a:schemeClr val="tx1"/>
                                      </a:solidFill>
                                      <a:latin typeface="Cambria Math" panose="02040503050406030204" pitchFamily="18" charset="0"/>
                                    </a:rPr>
                                    <m:t>3</m:t>
                                  </m:r>
                                </m:sup>
                              </m:sSup>
                            </m:oMath>
                          </a14:m>
                          <a:endParaRPr lang="en-GB"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44694840"/>
                      </a:ext>
                    </a:extLst>
                  </a:tr>
                  <a:tr h="512416">
                    <a:tc>
                      <a:txBody>
                        <a:bodyPr/>
                        <a:lstStyle/>
                        <a:p>
                          <a:pPr marL="0" marR="0" lvl="0" indent="0" algn="l" rtl="0" eaLnBrk="1" fontAlgn="auto" latinLnBrk="0" hangingPunct="1">
                            <a:lnSpc>
                              <a:spcPct val="100000"/>
                            </a:lnSpc>
                            <a:spcBef>
                              <a:spcPts val="0"/>
                            </a:spcBef>
                            <a:spcAft>
                              <a:spcPts val="0"/>
                            </a:spcAft>
                            <a:buClrTx/>
                            <a:buSzTx/>
                            <a:buFontTx/>
                            <a:buNone/>
                          </a:pPr>
                          <a:r>
                            <a:rPr lang="en-GB" sz="1200" b="1" dirty="0">
                              <a:solidFill>
                                <a:schemeClr val="tx1"/>
                              </a:solidFill>
                            </a:rPr>
                            <a:t>c)  </a:t>
                          </a:r>
                          <a:r>
                            <a:rPr lang="en-GB" sz="1200" b="1" baseline="0" dirty="0">
                              <a:solidFill>
                                <a:schemeClr val="tx1"/>
                              </a:solidFill>
                            </a:rPr>
                            <a:t>                     </a:t>
                          </a:r>
                          <a14:m>
                            <m:oMath xmlns:m="http://schemas.openxmlformats.org/officeDocument/2006/math">
                              <m:sSup>
                                <m:sSupPr>
                                  <m:ctrlPr>
                                    <a:rPr lang="en-GB" sz="1200" b="1" i="1" dirty="0" smtClean="0">
                                      <a:solidFill>
                                        <a:schemeClr val="tx1"/>
                                      </a:solidFill>
                                      <a:latin typeface="Cambria Math" panose="02040503050406030204" pitchFamily="18" charset="0"/>
                                    </a:rPr>
                                  </m:ctrlPr>
                                </m:sSupPr>
                                <m:e>
                                  <m:r>
                                    <a:rPr lang="en-GB" sz="1200" b="0" i="1" dirty="0" smtClean="0">
                                      <a:solidFill>
                                        <a:schemeClr val="tx1"/>
                                      </a:solidFill>
                                      <a:latin typeface="Cambria Math" panose="02040503050406030204" pitchFamily="18" charset="0"/>
                                    </a:rPr>
                                    <m:t>   =    </m:t>
                                  </m:r>
                                  <m:r>
                                    <a:rPr lang="en-US" sz="1200" b="0" i="1" dirty="0" smtClean="0">
                                      <a:solidFill>
                                        <a:schemeClr val="tx1"/>
                                      </a:solidFill>
                                      <a:latin typeface="Cambria Math" panose="02040503050406030204" pitchFamily="18" charset="0"/>
                                    </a:rPr>
                                    <m:t>6</m:t>
                                  </m:r>
                                </m:e>
                                <m:sup>
                                  <m:r>
                                    <a:rPr lang="en-US" sz="1200" b="0" i="1" dirty="0" smtClean="0">
                                      <a:solidFill>
                                        <a:schemeClr val="tx1"/>
                                      </a:solidFill>
                                      <a:latin typeface="Cambria Math" panose="02040503050406030204" pitchFamily="18" charset="0"/>
                                    </a:rPr>
                                    <m:t>2</m:t>
                                  </m:r>
                                </m:sup>
                              </m:sSup>
                            </m:oMath>
                          </a14:m>
                          <a:endParaRPr lang="en-GB"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GB" sz="1200" b="1" dirty="0">
                              <a:solidFill>
                                <a:schemeClr val="tx1"/>
                              </a:solidFill>
                            </a:rPr>
                            <a:t>d)</a:t>
                          </a:r>
                          <a14:m>
                            <m:oMath xmlns:m="http://schemas.openxmlformats.org/officeDocument/2006/math">
                              <m:r>
                                <a:rPr lang="en-GB" sz="1200" b="1" i="0" dirty="0" smtClean="0">
                                  <a:solidFill>
                                    <a:schemeClr val="tx1"/>
                                  </a:solidFill>
                                  <a:latin typeface="Cambria Math" panose="02040503050406030204" pitchFamily="18" charset="0"/>
                                </a:rPr>
                                <m:t>                                      </m:t>
                              </m:r>
                              <m:sSup>
                                <m:sSupPr>
                                  <m:ctrlPr>
                                    <a:rPr lang="en-US" sz="1200" b="0" i="1" dirty="0" smtClean="0">
                                      <a:solidFill>
                                        <a:schemeClr val="tx1"/>
                                      </a:solidFill>
                                      <a:latin typeface="Cambria Math" panose="02040503050406030204" pitchFamily="18" charset="0"/>
                                    </a:rPr>
                                  </m:ctrlPr>
                                </m:sSupPr>
                                <m:e>
                                  <m:r>
                                    <a:rPr lang="en-GB" sz="1200" b="0" i="1" dirty="0" smtClean="0">
                                      <a:solidFill>
                                        <a:schemeClr val="tx1"/>
                                      </a:solidFill>
                                      <a:latin typeface="Cambria Math" panose="02040503050406030204" pitchFamily="18" charset="0"/>
                                    </a:rPr>
                                    <m:t>=    </m:t>
                                  </m:r>
                                  <m:r>
                                    <a:rPr lang="en-US" sz="1200" b="0" i="1" dirty="0" smtClean="0">
                                      <a:solidFill>
                                        <a:schemeClr val="tx1"/>
                                      </a:solidFill>
                                      <a:latin typeface="Cambria Math" panose="02040503050406030204" pitchFamily="18" charset="0"/>
                                    </a:rPr>
                                    <m:t>50</m:t>
                                  </m:r>
                                </m:e>
                                <m:sup>
                                  <m:r>
                                    <a:rPr lang="en-US" sz="1200" b="0" i="1" dirty="0" smtClean="0">
                                      <a:solidFill>
                                        <a:schemeClr val="tx1"/>
                                      </a:solidFill>
                                      <a:latin typeface="Cambria Math" panose="02040503050406030204" pitchFamily="18" charset="0"/>
                                    </a:rPr>
                                    <m:t>5</m:t>
                                  </m:r>
                                </m:sup>
                              </m:sSup>
                            </m:oMath>
                          </a14:m>
                          <a:endParaRPr lang="en-GB"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452724"/>
                      </a:ext>
                    </a:extLst>
                  </a:tr>
                  <a:tr h="512416">
                    <a:tc>
                      <a:txBody>
                        <a:bodyPr/>
                        <a:lstStyle/>
                        <a:p>
                          <a:pPr marL="0" marR="0" lvl="0" indent="0" algn="l" rtl="0" eaLnBrk="1" fontAlgn="auto" latinLnBrk="0" hangingPunct="1">
                            <a:lnSpc>
                              <a:spcPct val="100000"/>
                            </a:lnSpc>
                            <a:spcBef>
                              <a:spcPts val="0"/>
                            </a:spcBef>
                            <a:spcAft>
                              <a:spcPts val="0"/>
                            </a:spcAft>
                            <a:buClrTx/>
                            <a:buSzTx/>
                            <a:buFontTx/>
                            <a:buNone/>
                          </a:pPr>
                          <a:r>
                            <a:rPr lang="en-GB" sz="1200" b="1" dirty="0">
                              <a:solidFill>
                                <a:schemeClr val="tx1"/>
                              </a:solidFill>
                            </a:rPr>
                            <a:t>e)  </a:t>
                          </a:r>
                          <a:r>
                            <a:rPr lang="en-GB" sz="1200" b="1" baseline="0" dirty="0">
                              <a:solidFill>
                                <a:schemeClr val="tx1"/>
                              </a:solidFill>
                            </a:rPr>
                            <a:t>                   </a:t>
                          </a:r>
                          <a14:m>
                            <m:oMath xmlns:m="http://schemas.openxmlformats.org/officeDocument/2006/math">
                              <m:sSup>
                                <m:sSupPr>
                                  <m:ctrlPr>
                                    <a:rPr lang="en-GB" sz="1200" b="1" i="1" dirty="0" smtClean="0">
                                      <a:solidFill>
                                        <a:schemeClr val="tx1"/>
                                      </a:solidFill>
                                      <a:latin typeface="Cambria Math" panose="02040503050406030204" pitchFamily="18" charset="0"/>
                                    </a:rPr>
                                  </m:ctrlPr>
                                </m:sSupPr>
                                <m:e>
                                  <m:r>
                                    <a:rPr lang="en-GB" sz="1200" b="0" i="1" dirty="0" smtClean="0">
                                      <a:solidFill>
                                        <a:schemeClr val="tx1"/>
                                      </a:solidFill>
                                      <a:latin typeface="Cambria Math" panose="02040503050406030204" pitchFamily="18" charset="0"/>
                                    </a:rPr>
                                    <m:t>    =  0</m:t>
                                  </m:r>
                                  <m:r>
                                    <a:rPr lang="en-US" sz="1200" i="1" dirty="0" smtClean="0">
                                      <a:solidFill>
                                        <a:schemeClr val="tx1"/>
                                      </a:solidFill>
                                      <a:latin typeface="Cambria Math" panose="02040503050406030204" pitchFamily="18" charset="0"/>
                                    </a:rPr>
                                    <m:t>.</m:t>
                                  </m:r>
                                  <m:r>
                                    <a:rPr lang="en-US" sz="1200" b="0" i="1" dirty="0" smtClean="0">
                                      <a:solidFill>
                                        <a:schemeClr val="tx1"/>
                                      </a:solidFill>
                                      <a:latin typeface="Cambria Math" panose="02040503050406030204" pitchFamily="18" charset="0"/>
                                    </a:rPr>
                                    <m:t>5</m:t>
                                  </m:r>
                                </m:e>
                                <m:sup>
                                  <m:r>
                                    <a:rPr lang="en-US" sz="1200" b="0" i="1" dirty="0" smtClean="0">
                                      <a:solidFill>
                                        <a:schemeClr val="tx1"/>
                                      </a:solidFill>
                                      <a:latin typeface="Cambria Math" panose="02040503050406030204" pitchFamily="18" charset="0"/>
                                    </a:rPr>
                                    <m:t>3</m:t>
                                  </m:r>
                                </m:sup>
                              </m:sSup>
                            </m:oMath>
                          </a14:m>
                          <a:endParaRPr lang="en-GB"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GB" sz="1200" b="1" dirty="0">
                              <a:solidFill>
                                <a:schemeClr val="tx1"/>
                              </a:solidFill>
                            </a:rPr>
                            <a:t>f</a:t>
                          </a:r>
                          <a14:m>
                            <m:oMath xmlns:m="http://schemas.openxmlformats.org/officeDocument/2006/math">
                              <m:r>
                                <a:rPr lang="en-GB" sz="1200" b="1" i="0" dirty="0" smtClean="0">
                                  <a:solidFill>
                                    <a:schemeClr val="tx1"/>
                                  </a:solidFill>
                                  <a:latin typeface="Cambria Math" panose="02040503050406030204" pitchFamily="18" charset="0"/>
                                </a:rPr>
                                <m:t>                                   </m:t>
                              </m:r>
                              <m:sSup>
                                <m:sSupPr>
                                  <m:ctrlPr>
                                    <a:rPr lang="en-GB" sz="1200" b="1" i="1" dirty="0" smtClean="0">
                                      <a:solidFill>
                                        <a:schemeClr val="tx1"/>
                                      </a:solidFill>
                                      <a:latin typeface="Cambria Math" panose="02040503050406030204" pitchFamily="18" charset="0"/>
                                    </a:rPr>
                                  </m:ctrlPr>
                                </m:sSupPr>
                                <m:e>
                                  <m:r>
                                    <a:rPr lang="en-GB" sz="1200" b="0" i="1" dirty="0" smtClean="0">
                                      <a:solidFill>
                                        <a:schemeClr val="tx1"/>
                                      </a:solidFill>
                                      <a:latin typeface="Cambria Math" panose="02040503050406030204" pitchFamily="18" charset="0"/>
                                    </a:rPr>
                                    <m:t>    =    </m:t>
                                  </m:r>
                                  <m:r>
                                    <a:rPr lang="en-US" sz="1200" i="1" dirty="0" smtClean="0">
                                      <a:solidFill>
                                        <a:schemeClr val="tx1"/>
                                      </a:solidFill>
                                      <a:latin typeface="Cambria Math" panose="02040503050406030204" pitchFamily="18" charset="0"/>
                                    </a:rPr>
                                    <m:t>3</m:t>
                                  </m:r>
                                </m:e>
                                <m:sup>
                                  <m:r>
                                    <a:rPr lang="en-US" sz="1200" b="0" i="1" dirty="0" smtClean="0">
                                      <a:solidFill>
                                        <a:schemeClr val="tx1"/>
                                      </a:solidFill>
                                      <a:latin typeface="Cambria Math" panose="02040503050406030204" pitchFamily="18" charset="0"/>
                                    </a:rPr>
                                    <m:t>4</m:t>
                                  </m:r>
                                </m:sup>
                              </m:sSup>
                              <m:r>
                                <a:rPr lang="en-US" sz="1200" b="0" i="1" dirty="0" smtClean="0">
                                  <a:solidFill>
                                    <a:schemeClr val="tx1"/>
                                  </a:solidFill>
                                  <a:latin typeface="Cambria Math" panose="02040503050406030204" pitchFamily="18" charset="0"/>
                                </a:rPr>
                                <m:t>×</m:t>
                              </m:r>
                              <m:sSup>
                                <m:sSupPr>
                                  <m:ctrlPr>
                                    <a:rPr lang="en-US" sz="1200" b="0" i="1" dirty="0" smtClean="0">
                                      <a:solidFill>
                                        <a:schemeClr val="tx1"/>
                                      </a:solidFill>
                                      <a:latin typeface="Cambria Math" panose="02040503050406030204" pitchFamily="18" charset="0"/>
                                    </a:rPr>
                                  </m:ctrlPr>
                                </m:sSupPr>
                                <m:e>
                                  <m:r>
                                    <a:rPr lang="en-US" sz="1200" b="0" i="1" dirty="0" smtClean="0">
                                      <a:solidFill>
                                        <a:schemeClr val="tx1"/>
                                      </a:solidFill>
                                      <a:latin typeface="Cambria Math" panose="02040503050406030204" pitchFamily="18" charset="0"/>
                                    </a:rPr>
                                    <m:t>9</m:t>
                                  </m:r>
                                </m:e>
                                <m:sup>
                                  <m:r>
                                    <a:rPr lang="en-US" sz="1200" b="0" i="1" dirty="0" smtClean="0">
                                      <a:solidFill>
                                        <a:schemeClr val="tx1"/>
                                      </a:solidFill>
                                      <a:latin typeface="Cambria Math" panose="02040503050406030204" pitchFamily="18" charset="0"/>
                                    </a:rPr>
                                    <m:t>2</m:t>
                                  </m:r>
                                </m:sup>
                              </m:sSup>
                            </m:oMath>
                          </a14:m>
                          <a:endParaRPr lang="en-GB"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81680408"/>
                      </a:ext>
                    </a:extLst>
                  </a:tr>
                  <a:tr h="512416">
                    <a:tc>
                      <a:txBody>
                        <a:bodyPr/>
                        <a:lstStyle/>
                        <a:p>
                          <a:pPr marL="0" marR="0" lvl="0" indent="0" algn="l" rtl="0" eaLnBrk="1" fontAlgn="auto" latinLnBrk="0" hangingPunct="1">
                            <a:lnSpc>
                              <a:spcPct val="100000"/>
                            </a:lnSpc>
                            <a:spcBef>
                              <a:spcPts val="0"/>
                            </a:spcBef>
                            <a:spcAft>
                              <a:spcPts val="0"/>
                            </a:spcAft>
                            <a:buClrTx/>
                            <a:buSzTx/>
                            <a:buFontTx/>
                            <a:buNone/>
                          </a:pPr>
                          <a:r>
                            <a:rPr lang="en-GB" sz="1200" b="1" dirty="0">
                              <a:solidFill>
                                <a:schemeClr val="tx1"/>
                              </a:solidFill>
                            </a:rPr>
                            <a:t>g)</a:t>
                          </a:r>
                          <a:r>
                            <a:rPr lang="en-GB" sz="1200" b="1" baseline="0" dirty="0">
                              <a:solidFill>
                                <a:schemeClr val="tx1"/>
                              </a:solidFill>
                            </a:rPr>
                            <a:t>                          </a:t>
                          </a:r>
                          <a14:m>
                            <m:oMath xmlns:m="http://schemas.openxmlformats.org/officeDocument/2006/math">
                              <m:sSup>
                                <m:sSupPr>
                                  <m:ctrlPr>
                                    <a:rPr lang="en-GB" sz="1200" b="1" i="1" dirty="0" smtClean="0">
                                      <a:solidFill>
                                        <a:schemeClr val="tx1"/>
                                      </a:solidFill>
                                      <a:latin typeface="Cambria Math" panose="02040503050406030204" pitchFamily="18" charset="0"/>
                                    </a:rPr>
                                  </m:ctrlPr>
                                </m:sSupPr>
                                <m:e>
                                  <m:r>
                                    <a:rPr lang="en-GB" sz="1200" b="0" i="1" dirty="0" smtClean="0">
                                      <a:solidFill>
                                        <a:schemeClr val="tx1"/>
                                      </a:solidFill>
                                      <a:latin typeface="Cambria Math" panose="02040503050406030204" pitchFamily="18" charset="0"/>
                                    </a:rPr>
                                    <m:t>      =  </m:t>
                                  </m:r>
                                  <m:r>
                                    <a:rPr lang="en-US" sz="1200" b="0" i="1" smtClean="0">
                                      <a:solidFill>
                                        <a:schemeClr val="tx1"/>
                                      </a:solidFill>
                                      <a:latin typeface="Cambria Math" panose="02040503050406030204" pitchFamily="18" charset="0"/>
                                    </a:rPr>
                                    <m:t>9</m:t>
                                  </m:r>
                                </m:e>
                                <m:sup>
                                  <m:r>
                                    <a:rPr lang="en-US" sz="1200" b="0" i="1" smtClean="0">
                                      <a:solidFill>
                                        <a:schemeClr val="tx1"/>
                                      </a:solidFill>
                                      <a:latin typeface="Cambria Math" panose="02040503050406030204" pitchFamily="18" charset="0"/>
                                    </a:rPr>
                                    <m:t>3</m:t>
                                  </m:r>
                                </m:sup>
                              </m:sSup>
                              <m:r>
                                <a:rPr lang="en-US" sz="1200" b="0" i="1" smtClean="0">
                                  <a:solidFill>
                                    <a:schemeClr val="tx1"/>
                                  </a:solidFill>
                                  <a:latin typeface="Cambria Math" panose="02040503050406030204" pitchFamily="18" charset="0"/>
                                </a:rPr>
                                <m:t>×</m:t>
                              </m:r>
                              <m:sSup>
                                <m:sSupPr>
                                  <m:ctrlPr>
                                    <a:rPr lang="en-US" sz="1200" b="0" i="1" smtClean="0">
                                      <a:solidFill>
                                        <a:schemeClr val="tx1"/>
                                      </a:solidFill>
                                      <a:latin typeface="Cambria Math" panose="02040503050406030204" pitchFamily="18" charset="0"/>
                                    </a:rPr>
                                  </m:ctrlPr>
                                </m:sSupPr>
                                <m:e>
                                  <m:r>
                                    <a:rPr lang="en-US" sz="1200" b="0" i="1" smtClean="0">
                                      <a:solidFill>
                                        <a:schemeClr val="tx1"/>
                                      </a:solidFill>
                                      <a:latin typeface="Cambria Math" panose="02040503050406030204" pitchFamily="18" charset="0"/>
                                    </a:rPr>
                                    <m:t>6</m:t>
                                  </m:r>
                                </m:e>
                                <m:sup>
                                  <m:r>
                                    <a:rPr lang="en-US" sz="1200" b="0" i="1" smtClean="0">
                                      <a:solidFill>
                                        <a:schemeClr val="tx1"/>
                                      </a:solidFill>
                                      <a:latin typeface="Cambria Math" panose="02040503050406030204" pitchFamily="18" charset="0"/>
                                    </a:rPr>
                                    <m:t>4</m:t>
                                  </m:r>
                                </m:sup>
                              </m:sSup>
                            </m:oMath>
                          </a14:m>
                          <a:endParaRPr lang="en-GB"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GB" sz="1200" b="1" dirty="0">
                              <a:solidFill>
                                <a:schemeClr val="tx1"/>
                              </a:solidFill>
                            </a:rPr>
                            <a:t>h)  </a:t>
                          </a:r>
                          <a:r>
                            <a:rPr lang="en-GB" sz="1200" b="1" baseline="0" dirty="0">
                              <a:solidFill>
                                <a:schemeClr val="tx1"/>
                              </a:solidFill>
                            </a:rPr>
                            <a:t>                                          </a:t>
                          </a:r>
                          <a14:m>
                            <m:oMath xmlns:m="http://schemas.openxmlformats.org/officeDocument/2006/math">
                              <m:sSup>
                                <m:sSupPr>
                                  <m:ctrlPr>
                                    <a:rPr lang="en-GB" sz="1200" b="1" i="1" dirty="0" smtClean="0">
                                      <a:solidFill>
                                        <a:schemeClr val="tx1"/>
                                      </a:solidFill>
                                      <a:latin typeface="Cambria Math" panose="02040503050406030204" pitchFamily="18" charset="0"/>
                                    </a:rPr>
                                  </m:ctrlPr>
                                </m:sSupPr>
                                <m:e>
                                  <m:r>
                                    <a:rPr lang="en-GB" sz="1200" b="0" i="1" dirty="0" smtClean="0">
                                      <a:solidFill>
                                        <a:schemeClr val="tx1"/>
                                      </a:solidFill>
                                      <a:latin typeface="Cambria Math" panose="02040503050406030204" pitchFamily="18" charset="0"/>
                                    </a:rPr>
                                    <m:t> =     </m:t>
                                  </m:r>
                                  <m:r>
                                    <a:rPr lang="en-US" sz="1200" b="0" i="1" smtClean="0">
                                      <a:solidFill>
                                        <a:schemeClr val="tx1"/>
                                      </a:solidFill>
                                      <a:latin typeface="Cambria Math" panose="02040503050406030204" pitchFamily="18" charset="0"/>
                                    </a:rPr>
                                    <m:t>6</m:t>
                                  </m:r>
                                </m:e>
                                <m:sup>
                                  <m:r>
                                    <a:rPr lang="en-US" sz="1200" b="0" i="1" smtClean="0">
                                      <a:solidFill>
                                        <a:schemeClr val="tx1"/>
                                      </a:solidFill>
                                      <a:latin typeface="Cambria Math" panose="02040503050406030204" pitchFamily="18" charset="0"/>
                                    </a:rPr>
                                    <m:t>2</m:t>
                                  </m:r>
                                </m:sup>
                              </m:sSup>
                              <m:r>
                                <a:rPr lang="en-US" sz="1200" b="0" i="1" smtClean="0">
                                  <a:solidFill>
                                    <a:schemeClr val="tx1"/>
                                  </a:solidFill>
                                  <a:latin typeface="Cambria Math" panose="02040503050406030204" pitchFamily="18" charset="0"/>
                                </a:rPr>
                                <m:t>×</m:t>
                              </m:r>
                              <m:sSup>
                                <m:sSupPr>
                                  <m:ctrlPr>
                                    <a:rPr lang="en-US" sz="1200" b="0" i="1" smtClean="0">
                                      <a:solidFill>
                                        <a:schemeClr val="tx1"/>
                                      </a:solidFill>
                                      <a:latin typeface="Cambria Math" panose="02040503050406030204" pitchFamily="18" charset="0"/>
                                    </a:rPr>
                                  </m:ctrlPr>
                                </m:sSupPr>
                                <m:e>
                                  <m:r>
                                    <a:rPr lang="en-US" sz="1200" b="0" i="1" smtClean="0">
                                      <a:solidFill>
                                        <a:schemeClr val="tx1"/>
                                      </a:solidFill>
                                      <a:latin typeface="Cambria Math" panose="02040503050406030204" pitchFamily="18" charset="0"/>
                                    </a:rPr>
                                    <m:t>50</m:t>
                                  </m:r>
                                </m:e>
                                <m:sup>
                                  <m:r>
                                    <a:rPr lang="en-US" sz="1200" b="0" i="1" smtClean="0">
                                      <a:solidFill>
                                        <a:schemeClr val="tx1"/>
                                      </a:solidFill>
                                      <a:latin typeface="Cambria Math" panose="02040503050406030204" pitchFamily="18" charset="0"/>
                                    </a:rPr>
                                    <m:t>3</m:t>
                                  </m:r>
                                </m:sup>
                              </m:sSup>
                            </m:oMath>
                          </a14:m>
                          <a:endParaRPr lang="en-GB"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38333249"/>
                      </a:ext>
                    </a:extLst>
                  </a:tr>
                  <a:tr h="826146">
                    <a:tc>
                      <a:txBody>
                        <a:bodyPr/>
                        <a:lstStyle/>
                        <a:p>
                          <a:pPr marL="0" marR="0" lvl="0" indent="0" algn="l" rtl="0" eaLnBrk="1" fontAlgn="auto" latinLnBrk="0" hangingPunct="1">
                            <a:lnSpc>
                              <a:spcPct val="100000"/>
                            </a:lnSpc>
                            <a:spcBef>
                              <a:spcPts val="0"/>
                            </a:spcBef>
                            <a:spcAft>
                              <a:spcPts val="0"/>
                            </a:spcAft>
                            <a:buClrTx/>
                            <a:buSzTx/>
                            <a:buFontTx/>
                            <a:buNone/>
                          </a:pPr>
                          <a:r>
                            <a:rPr lang="en-GB" sz="1200" b="1" dirty="0">
                              <a:solidFill>
                                <a:schemeClr val="tx1"/>
                              </a:solidFill>
                            </a:rPr>
                            <a:t>i)  </a:t>
                          </a:r>
                        </a:p>
                        <a:p>
                          <a:pPr marL="0" marR="0" lvl="0" indent="0" algn="l" rtl="0" eaLnBrk="1" fontAlgn="auto" latinLnBrk="0" hangingPunct="1">
                            <a:lnSpc>
                              <a:spcPct val="100000"/>
                            </a:lnSpc>
                            <a:spcBef>
                              <a:spcPts val="0"/>
                            </a:spcBef>
                            <a:spcAft>
                              <a:spcPts val="0"/>
                            </a:spcAft>
                            <a:buClrTx/>
                            <a:buSzTx/>
                            <a:buFontTx/>
                            <a:buNone/>
                          </a:pPr>
                          <a:endParaRPr lang="en-GB" sz="1200" b="1" i="1" dirty="0">
                            <a:solidFill>
                              <a:schemeClr val="tx1"/>
                            </a:solidFill>
                            <a:latin typeface="Cambria Math" panose="02040503050406030204" pitchFamily="18" charset="0"/>
                          </a:endParaRPr>
                        </a:p>
                        <a:p>
                          <a:pPr marL="0" marR="0" lvl="0" indent="0" algn="l" rtl="0" eaLnBrk="1" fontAlgn="auto" latinLnBrk="0" hangingPunct="1">
                            <a:lnSpc>
                              <a:spcPct val="100000"/>
                            </a:lnSpc>
                            <a:spcBef>
                              <a:spcPts val="0"/>
                            </a:spcBef>
                            <a:spcAft>
                              <a:spcPts val="0"/>
                            </a:spcAft>
                            <a:buClrTx/>
                            <a:buSzTx/>
                            <a:buFontTx/>
                            <a:buNone/>
                          </a:pPr>
                          <a14:m>
                            <m:oMathPara xmlns:m="http://schemas.openxmlformats.org/officeDocument/2006/math">
                              <m:oMathParaPr>
                                <m:jc m:val="centerGroup"/>
                              </m:oMathParaPr>
                              <m:oMath xmlns:m="http://schemas.openxmlformats.org/officeDocument/2006/math">
                                <m:sSup>
                                  <m:sSupPr>
                                    <m:ctrlPr>
                                      <a:rPr lang="en-GB" sz="1200" b="1" i="1" dirty="0" smtClean="0">
                                        <a:solidFill>
                                          <a:schemeClr val="tx1"/>
                                        </a:solidFill>
                                        <a:latin typeface="Cambria Math" panose="02040503050406030204" pitchFamily="18" charset="0"/>
                                      </a:rPr>
                                    </m:ctrlPr>
                                  </m:sSupPr>
                                  <m:e>
                                    <m:r>
                                      <a:rPr lang="en-GB" sz="1200" b="1" i="1" dirty="0" smtClean="0">
                                        <a:solidFill>
                                          <a:schemeClr val="tx1"/>
                                        </a:solidFill>
                                        <a:latin typeface="Cambria Math" panose="02040503050406030204" pitchFamily="18" charset="0"/>
                                      </a:rPr>
                                      <m:t>       =  </m:t>
                                    </m:r>
                                    <m:r>
                                      <a:rPr lang="en-US" sz="1200" b="1" i="1" dirty="0" smtClean="0">
                                        <a:solidFill>
                                          <a:schemeClr val="tx1"/>
                                        </a:solidFill>
                                        <a:latin typeface="Cambria Math" panose="02040503050406030204" pitchFamily="18" charset="0"/>
                                      </a:rPr>
                                      <m:t>50</m:t>
                                    </m:r>
                                  </m:e>
                                  <m:sup>
                                    <m:r>
                                      <a:rPr lang="en-US" sz="1200" b="0" i="1" smtClean="0">
                                        <a:solidFill>
                                          <a:schemeClr val="tx1"/>
                                        </a:solidFill>
                                        <a:latin typeface="Cambria Math" panose="02040503050406030204" pitchFamily="18" charset="0"/>
                                      </a:rPr>
                                      <m:t>5</m:t>
                                    </m:r>
                                  </m:sup>
                                </m:sSup>
                                <m:r>
                                  <a:rPr lang="en-US" sz="1200" b="0" i="1" smtClean="0">
                                    <a:solidFill>
                                      <a:schemeClr val="tx1"/>
                                    </a:solidFill>
                                    <a:latin typeface="Cambria Math" panose="02040503050406030204" pitchFamily="18" charset="0"/>
                                  </a:rPr>
                                  <m:t>×</m:t>
                                </m:r>
                                <m:sSup>
                                  <m:sSupPr>
                                    <m:ctrlPr>
                                      <a:rPr lang="en-US" sz="1200" b="0" i="1" smtClean="0">
                                        <a:solidFill>
                                          <a:schemeClr val="tx1"/>
                                        </a:solidFill>
                                        <a:latin typeface="Cambria Math" panose="02040503050406030204" pitchFamily="18" charset="0"/>
                                      </a:rPr>
                                    </m:ctrlPr>
                                  </m:sSupPr>
                                  <m:e>
                                    <m:r>
                                      <a:rPr lang="en-US" sz="1200" b="0" i="1" smtClean="0">
                                        <a:solidFill>
                                          <a:schemeClr val="tx1"/>
                                        </a:solidFill>
                                        <a:latin typeface="Cambria Math" panose="02040503050406030204" pitchFamily="18" charset="0"/>
                                      </a:rPr>
                                      <m:t>0.5</m:t>
                                    </m:r>
                                  </m:e>
                                  <m:sup>
                                    <m:r>
                                      <a:rPr lang="en-US" sz="1200" b="0" i="1" smtClean="0">
                                        <a:solidFill>
                                          <a:schemeClr val="tx1"/>
                                        </a:solidFill>
                                        <a:latin typeface="Cambria Math" panose="02040503050406030204" pitchFamily="18" charset="0"/>
                                      </a:rPr>
                                      <m:t>2</m:t>
                                    </m:r>
                                  </m:sup>
                                </m:sSup>
                              </m:oMath>
                            </m:oMathPara>
                          </a14:m>
                          <a:endParaRPr lang="en-GB" sz="120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GB" sz="1200" b="1" dirty="0">
                              <a:solidFill>
                                <a:schemeClr val="tx1"/>
                              </a:solidFill>
                            </a:rPr>
                            <a:t>j)  </a:t>
                          </a:r>
                        </a:p>
                        <a:p>
                          <a:pPr marL="0" marR="0" lvl="0" indent="0" algn="l" rtl="0" eaLnBrk="1" fontAlgn="auto" latinLnBrk="0" hangingPunct="1">
                            <a:lnSpc>
                              <a:spcPct val="100000"/>
                            </a:lnSpc>
                            <a:spcBef>
                              <a:spcPts val="0"/>
                            </a:spcBef>
                            <a:spcAft>
                              <a:spcPts val="0"/>
                            </a:spcAft>
                            <a:buClrTx/>
                            <a:buSzTx/>
                            <a:buFontTx/>
                            <a:buNone/>
                          </a:pPr>
                          <a:endParaRPr lang="en-GB" sz="1200" b="1" i="1" dirty="0">
                            <a:solidFill>
                              <a:schemeClr val="tx1"/>
                            </a:solidFill>
                            <a:latin typeface="Cambria Math" panose="02040503050406030204" pitchFamily="18" charset="0"/>
                          </a:endParaRPr>
                        </a:p>
                        <a:p>
                          <a:pPr marL="0" marR="0" lvl="0" indent="0" algn="l" rtl="0" eaLnBrk="1" fontAlgn="auto" latinLnBrk="0" hangingPunct="1">
                            <a:lnSpc>
                              <a:spcPct val="100000"/>
                            </a:lnSpc>
                            <a:spcBef>
                              <a:spcPts val="0"/>
                            </a:spcBef>
                            <a:spcAft>
                              <a:spcPts val="0"/>
                            </a:spcAft>
                            <a:buClrTx/>
                            <a:buSzTx/>
                            <a:buFontTx/>
                            <a:buNone/>
                          </a:pPr>
                          <a14:m>
                            <m:oMathPara xmlns:m="http://schemas.openxmlformats.org/officeDocument/2006/math">
                              <m:oMathParaPr>
                                <m:jc m:val="centerGroup"/>
                              </m:oMathParaPr>
                              <m:oMath xmlns:m="http://schemas.openxmlformats.org/officeDocument/2006/math">
                                <m:sSup>
                                  <m:sSupPr>
                                    <m:ctrlPr>
                                      <a:rPr lang="en-GB" sz="1200" b="1" i="1" dirty="0" smtClean="0">
                                        <a:solidFill>
                                          <a:schemeClr val="tx1"/>
                                        </a:solidFill>
                                        <a:latin typeface="Cambria Math" panose="02040503050406030204" pitchFamily="18" charset="0"/>
                                      </a:rPr>
                                    </m:ctrlPr>
                                  </m:sSupPr>
                                  <m:e>
                                    <m:r>
                                      <a:rPr lang="en-GB" sz="1200" b="1" i="1" dirty="0" smtClean="0">
                                        <a:solidFill>
                                          <a:schemeClr val="tx1"/>
                                        </a:solidFill>
                                        <a:latin typeface="Cambria Math" panose="02040503050406030204" pitchFamily="18" charset="0"/>
                                      </a:rPr>
                                      <m:t>=</m:t>
                                    </m:r>
                                    <m:r>
                                      <a:rPr lang="en-US" sz="1200" b="1" i="1" dirty="0" smtClean="0">
                                        <a:solidFill>
                                          <a:schemeClr val="tx1"/>
                                        </a:solidFill>
                                        <a:latin typeface="Cambria Math" panose="02040503050406030204" pitchFamily="18" charset="0"/>
                                      </a:rPr>
                                      <m:t>0.</m:t>
                                    </m:r>
                                    <m:r>
                                      <a:rPr lang="en-US" sz="1200" b="0" i="1" smtClean="0">
                                        <a:solidFill>
                                          <a:schemeClr val="tx1"/>
                                        </a:solidFill>
                                        <a:latin typeface="Cambria Math" panose="02040503050406030204" pitchFamily="18" charset="0"/>
                                      </a:rPr>
                                      <m:t>5</m:t>
                                    </m:r>
                                  </m:e>
                                  <m:sup>
                                    <m:r>
                                      <a:rPr lang="en-US" sz="1200" b="0" i="1" smtClean="0">
                                        <a:solidFill>
                                          <a:schemeClr val="tx1"/>
                                        </a:solidFill>
                                        <a:latin typeface="Cambria Math" panose="02040503050406030204" pitchFamily="18" charset="0"/>
                                      </a:rPr>
                                      <m:t>3</m:t>
                                    </m:r>
                                  </m:sup>
                                </m:sSup>
                                <m:r>
                                  <a:rPr lang="en-US" sz="1200" b="0" i="1" smtClean="0">
                                    <a:solidFill>
                                      <a:schemeClr val="tx1"/>
                                    </a:solidFill>
                                    <a:latin typeface="Cambria Math" panose="02040503050406030204" pitchFamily="18" charset="0"/>
                                  </a:rPr>
                                  <m:t>×</m:t>
                                </m:r>
                                <m:sSup>
                                  <m:sSupPr>
                                    <m:ctrlPr>
                                      <a:rPr lang="en-US" sz="1200" b="0" i="1" smtClean="0">
                                        <a:solidFill>
                                          <a:schemeClr val="tx1"/>
                                        </a:solidFill>
                                        <a:latin typeface="Cambria Math" panose="02040503050406030204" pitchFamily="18" charset="0"/>
                                      </a:rPr>
                                    </m:ctrlPr>
                                  </m:sSupPr>
                                  <m:e>
                                    <m:r>
                                      <a:rPr lang="en-US" sz="1200" b="0" i="1" smtClean="0">
                                        <a:solidFill>
                                          <a:schemeClr val="tx1"/>
                                        </a:solidFill>
                                        <a:latin typeface="Cambria Math" panose="02040503050406030204" pitchFamily="18" charset="0"/>
                                      </a:rPr>
                                      <m:t>0.1</m:t>
                                    </m:r>
                                  </m:e>
                                  <m:sup>
                                    <m:r>
                                      <a:rPr lang="en-US" sz="1200" b="0" i="1" smtClean="0">
                                        <a:solidFill>
                                          <a:schemeClr val="tx1"/>
                                        </a:solidFill>
                                        <a:latin typeface="Cambria Math" panose="02040503050406030204" pitchFamily="18" charset="0"/>
                                      </a:rPr>
                                      <m:t>4</m:t>
                                    </m:r>
                                  </m:sup>
                                </m:sSup>
                              </m:oMath>
                            </m:oMathPara>
                          </a14:m>
                          <a:endParaRPr lang="en-GB" sz="120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71662202"/>
                      </a:ext>
                    </a:extLst>
                  </a:tr>
                </a:tbl>
              </a:graphicData>
            </a:graphic>
          </p:graphicFrame>
        </mc:Choice>
        <mc:Fallback xmlns="">
          <p:graphicFrame>
            <p:nvGraphicFramePr>
              <p:cNvPr id="5" name="Table 4">
                <a:extLst>
                  <a:ext uri="{FF2B5EF4-FFF2-40B4-BE49-F238E27FC236}">
                    <a16:creationId xmlns:a16="http://schemas.microsoft.com/office/drawing/2014/main" id="{A86012BD-8457-7CDF-A364-0199BC0EF182}"/>
                  </a:ext>
                </a:extLst>
              </p:cNvPr>
              <p:cNvGraphicFramePr>
                <a:graphicFrameLocks noGrp="1"/>
              </p:cNvGraphicFramePr>
              <p:nvPr>
                <p:extLst>
                  <p:ext uri="{D42A27DB-BD31-4B8C-83A1-F6EECF244321}">
                    <p14:modId xmlns:p14="http://schemas.microsoft.com/office/powerpoint/2010/main" val="590581038"/>
                  </p:ext>
                </p:extLst>
              </p:nvPr>
            </p:nvGraphicFramePr>
            <p:xfrm>
              <a:off x="120568" y="3058160"/>
              <a:ext cx="6648300" cy="3057600"/>
            </p:xfrm>
            <a:graphic>
              <a:graphicData uri="http://schemas.openxmlformats.org/drawingml/2006/table">
                <a:tbl>
                  <a:tblPr>
                    <a:tableStyleId>{5C22544A-7EE6-4342-B048-85BDC9FD1C3A}</a:tableStyleId>
                  </a:tblPr>
                  <a:tblGrid>
                    <a:gridCol w="3324150">
                      <a:extLst>
                        <a:ext uri="{9D8B030D-6E8A-4147-A177-3AD203B41FA5}">
                          <a16:colId xmlns:a16="http://schemas.microsoft.com/office/drawing/2014/main" val="905284259"/>
                        </a:ext>
                      </a:extLst>
                    </a:gridCol>
                    <a:gridCol w="3324150">
                      <a:extLst>
                        <a:ext uri="{9D8B030D-6E8A-4147-A177-3AD203B41FA5}">
                          <a16:colId xmlns:a16="http://schemas.microsoft.com/office/drawing/2014/main" val="1931765034"/>
                        </a:ext>
                      </a:extLst>
                    </a:gridCol>
                  </a:tblGrid>
                  <a:tr h="512416">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83" t="-1190" r="-100366" b="-501190"/>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183" t="-1190" r="-366" b="-501190"/>
                          </a:stretch>
                        </a:blipFill>
                      </a:tcPr>
                    </a:tc>
                    <a:extLst>
                      <a:ext uri="{0D108BD9-81ED-4DB2-BD59-A6C34878D82A}">
                        <a16:rowId xmlns:a16="http://schemas.microsoft.com/office/drawing/2014/main" val="2944694840"/>
                      </a:ext>
                    </a:extLst>
                  </a:tr>
                  <a:tr h="512416">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83" t="-100000" r="-100366" b="-395294"/>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183" t="-100000" r="-366" b="-395294"/>
                          </a:stretch>
                        </a:blipFill>
                      </a:tcPr>
                    </a:tc>
                    <a:extLst>
                      <a:ext uri="{0D108BD9-81ED-4DB2-BD59-A6C34878D82A}">
                        <a16:rowId xmlns:a16="http://schemas.microsoft.com/office/drawing/2014/main" val="12452724"/>
                      </a:ext>
                    </a:extLst>
                  </a:tr>
                  <a:tr h="512416">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83" t="-202381" r="-100366" b="-300000"/>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183" t="-202381" r="-366" b="-300000"/>
                          </a:stretch>
                        </a:blipFill>
                      </a:tcPr>
                    </a:tc>
                    <a:extLst>
                      <a:ext uri="{0D108BD9-81ED-4DB2-BD59-A6C34878D82A}">
                        <a16:rowId xmlns:a16="http://schemas.microsoft.com/office/drawing/2014/main" val="2181680408"/>
                      </a:ext>
                    </a:extLst>
                  </a:tr>
                  <a:tr h="512416">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83" t="-302381" r="-100366" b="-200000"/>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183" t="-302381" r="-366" b="-200000"/>
                          </a:stretch>
                        </a:blipFill>
                      </a:tcPr>
                    </a:tc>
                    <a:extLst>
                      <a:ext uri="{0D108BD9-81ED-4DB2-BD59-A6C34878D82A}">
                        <a16:rowId xmlns:a16="http://schemas.microsoft.com/office/drawing/2014/main" val="438333249"/>
                      </a:ext>
                    </a:extLst>
                  </a:tr>
                  <a:tr h="1007936">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83" t="-203614" r="-100366" b="-1205"/>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183" t="-203614" r="-366" b="-1205"/>
                          </a:stretch>
                        </a:blipFill>
                      </a:tcPr>
                    </a:tc>
                    <a:extLst>
                      <a:ext uri="{0D108BD9-81ED-4DB2-BD59-A6C34878D82A}">
                        <a16:rowId xmlns:a16="http://schemas.microsoft.com/office/drawing/2014/main" val="2371662202"/>
                      </a:ext>
                    </a:extLst>
                  </a:tr>
                </a:tbl>
              </a:graphicData>
            </a:graphic>
          </p:graphicFrame>
        </mc:Fallback>
      </mc:AlternateContent>
      <p:sp>
        <p:nvSpPr>
          <p:cNvPr id="6" name="TextBox 5">
            <a:extLst>
              <a:ext uri="{FF2B5EF4-FFF2-40B4-BE49-F238E27FC236}">
                <a16:creationId xmlns:a16="http://schemas.microsoft.com/office/drawing/2014/main" id="{38A6B8AD-1B1B-7EA8-2FAF-CBA8CBBE5394}"/>
              </a:ext>
            </a:extLst>
          </p:cNvPr>
          <p:cNvSpPr txBox="1"/>
          <p:nvPr/>
        </p:nvSpPr>
        <p:spPr>
          <a:xfrm>
            <a:off x="1211740" y="2698913"/>
            <a:ext cx="3080026" cy="276999"/>
          </a:xfrm>
          <a:prstGeom prst="rect">
            <a:avLst/>
          </a:prstGeom>
          <a:noFill/>
        </p:spPr>
        <p:txBody>
          <a:bodyPr wrap="square">
            <a:spAutoFit/>
          </a:bodyPr>
          <a:lstStyle/>
          <a:p>
            <a:pPr marL="222250" lvl="0" indent="-222250">
              <a:defRPr/>
            </a:pPr>
            <a:r>
              <a:rPr lang="en-GB" sz="1200">
                <a:solidFill>
                  <a:prstClr val="black"/>
                </a:solidFill>
              </a:rPr>
              <a:t>2. Write these expressions in expanded form.</a:t>
            </a:r>
          </a:p>
        </p:txBody>
      </p:sp>
      <p:sp>
        <p:nvSpPr>
          <p:cNvPr id="7" name="Slide Number Placeholder 6">
            <a:extLst>
              <a:ext uri="{FF2B5EF4-FFF2-40B4-BE49-F238E27FC236}">
                <a16:creationId xmlns:a16="http://schemas.microsoft.com/office/drawing/2014/main" id="{9F3CC44D-B51A-54C6-AF5D-BE6E50124BA1}"/>
              </a:ext>
            </a:extLst>
          </p:cNvPr>
          <p:cNvSpPr>
            <a:spLocks noGrp="1"/>
          </p:cNvSpPr>
          <p:nvPr>
            <p:ph type="sldNum" sz="quarter" idx="12"/>
          </p:nvPr>
        </p:nvSpPr>
        <p:spPr/>
        <p:txBody>
          <a:bodyPr/>
          <a:lstStyle/>
          <a:p>
            <a:fld id="{DFE403A4-BF53-4A18-A219-2FCD9C5F3F46}" type="slidenum">
              <a:rPr lang="en-GB" smtClean="0"/>
              <a:t>47</a:t>
            </a:fld>
            <a:endParaRPr lang="en-GB"/>
          </a:p>
        </p:txBody>
      </p:sp>
    </p:spTree>
    <p:extLst>
      <p:ext uri="{BB962C8B-B14F-4D97-AF65-F5344CB8AC3E}">
        <p14:creationId xmlns:p14="http://schemas.microsoft.com/office/powerpoint/2010/main" val="324268772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47522" y="0"/>
            <a:ext cx="2155847"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3. Write these in index notation</a:t>
            </a:r>
          </a:p>
        </p:txBody>
      </p:sp>
      <p:sp>
        <p:nvSpPr>
          <p:cNvPr id="7" name="Rectangle 6">
            <a:extLst>
              <a:ext uri="{FF2B5EF4-FFF2-40B4-BE49-F238E27FC236}">
                <a16:creationId xmlns:a16="http://schemas.microsoft.com/office/drawing/2014/main" id="{DE2AAF9E-B4BB-429F-F168-AA7C25A3D89A}"/>
              </a:ext>
            </a:extLst>
          </p:cNvPr>
          <p:cNvSpPr/>
          <p:nvPr/>
        </p:nvSpPr>
        <p:spPr>
          <a:xfrm>
            <a:off x="114070" y="1733"/>
            <a:ext cx="1078531" cy="353890"/>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prstClr val="white"/>
                </a:solidFill>
                <a:effectLst/>
                <a:uLnTx/>
                <a:uFillTx/>
                <a:latin typeface="Calibri" panose="020F0502020204030204"/>
                <a:ea typeface="+mn-ea"/>
                <a:cs typeface="+mn-cs"/>
              </a:rPr>
              <a:t>INDEPENDENT PRACTICE</a:t>
            </a:r>
          </a:p>
        </p:txBody>
      </p:sp>
      <mc:AlternateContent xmlns:mc="http://schemas.openxmlformats.org/markup-compatibility/2006" xmlns:a14="http://schemas.microsoft.com/office/drawing/2010/main">
        <mc:Choice Requires="a14">
          <p:graphicFrame>
            <p:nvGraphicFramePr>
              <p:cNvPr id="8" name="Table 7">
                <a:extLst>
                  <a:ext uri="{FF2B5EF4-FFF2-40B4-BE49-F238E27FC236}">
                    <a16:creationId xmlns:a16="http://schemas.microsoft.com/office/drawing/2014/main" id="{2D685BA2-81C4-C0A5-6913-D99E46E484C6}"/>
                  </a:ext>
                </a:extLst>
              </p:cNvPr>
              <p:cNvGraphicFramePr>
                <a:graphicFrameLocks noGrp="1"/>
              </p:cNvGraphicFramePr>
              <p:nvPr/>
            </p:nvGraphicFramePr>
            <p:xfrm>
              <a:off x="104850" y="355623"/>
              <a:ext cx="6648300" cy="2946376"/>
            </p:xfrm>
            <a:graphic>
              <a:graphicData uri="http://schemas.openxmlformats.org/drawingml/2006/table">
                <a:tbl>
                  <a:tblPr>
                    <a:tableStyleId>{5C22544A-7EE6-4342-B048-85BDC9FD1C3A}</a:tableStyleId>
                  </a:tblPr>
                  <a:tblGrid>
                    <a:gridCol w="3324150">
                      <a:extLst>
                        <a:ext uri="{9D8B030D-6E8A-4147-A177-3AD203B41FA5}">
                          <a16:colId xmlns:a16="http://schemas.microsoft.com/office/drawing/2014/main" val="905284259"/>
                        </a:ext>
                      </a:extLst>
                    </a:gridCol>
                    <a:gridCol w="3324150">
                      <a:extLst>
                        <a:ext uri="{9D8B030D-6E8A-4147-A177-3AD203B41FA5}">
                          <a16:colId xmlns:a16="http://schemas.microsoft.com/office/drawing/2014/main" val="1931765034"/>
                        </a:ext>
                      </a:extLst>
                    </a:gridCol>
                  </a:tblGrid>
                  <a:tr h="569692">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a) </a:t>
                          </a:r>
                          <a14:m>
                            <m:oMath xmlns:m="http://schemas.openxmlformats.org/officeDocument/2006/math">
                              <m:r>
                                <a:rPr lang="en-US" sz="1200" b="0" i="1" dirty="0" smtClean="0">
                                  <a:solidFill>
                                    <a:prstClr val="black"/>
                                  </a:solidFill>
                                  <a:latin typeface="Cambria Math" panose="02040503050406030204" pitchFamily="18" charset="0"/>
                                </a:rPr>
                                <m:t>𝑥</m:t>
                              </m:r>
                              <m:r>
                                <a:rPr lang="en-US" sz="1200" b="0" i="1" dirty="0" smtClean="0">
                                  <a:solidFill>
                                    <a:prstClr val="black"/>
                                  </a:solidFill>
                                  <a:latin typeface="Cambria Math" panose="02040503050406030204" pitchFamily="18" charset="0"/>
                                  <a:ea typeface="Cambria Math" panose="02040503050406030204" pitchFamily="18" charset="0"/>
                                </a:rPr>
                                <m:t>×</m:t>
                              </m:r>
                              <m:r>
                                <a:rPr lang="en-US" sz="1200" b="0" i="1" dirty="0" smtClean="0">
                                  <a:solidFill>
                                    <a:prstClr val="black"/>
                                  </a:solidFill>
                                  <a:latin typeface="Cambria Math" panose="02040503050406030204" pitchFamily="18" charset="0"/>
                                  <a:ea typeface="Cambria Math" panose="02040503050406030204" pitchFamily="18" charset="0"/>
                                </a:rPr>
                                <m:t>𝑥</m:t>
                              </m:r>
                              <m:r>
                                <a:rPr lang="en-US" sz="1200" b="0" i="1" dirty="0" smtClean="0">
                                  <a:solidFill>
                                    <a:prstClr val="black"/>
                                  </a:solidFill>
                                  <a:latin typeface="Cambria Math" panose="02040503050406030204" pitchFamily="18" charset="0"/>
                                  <a:ea typeface="Cambria Math" panose="02040503050406030204" pitchFamily="18" charset="0"/>
                                </a:rPr>
                                <m:t>×</m:t>
                              </m:r>
                              <m:r>
                                <a:rPr lang="en-US" sz="1200" b="0" i="1" dirty="0" smtClean="0">
                                  <a:solidFill>
                                    <a:prstClr val="black"/>
                                  </a:solidFill>
                                  <a:latin typeface="Cambria Math" panose="02040503050406030204" pitchFamily="18" charset="0"/>
                                  <a:ea typeface="Cambria Math" panose="02040503050406030204" pitchFamily="18" charset="0"/>
                                </a:rPr>
                                <m:t>𝑥</m:t>
                              </m:r>
                              <m:r>
                                <a:rPr lang="en-US" sz="1200" b="0" i="1" dirty="0" smtClean="0">
                                  <a:solidFill>
                                    <a:prstClr val="black"/>
                                  </a:solidFill>
                                  <a:latin typeface="Cambria Math" panose="02040503050406030204" pitchFamily="18" charset="0"/>
                                  <a:ea typeface="Cambria Math" panose="02040503050406030204" pitchFamily="18" charset="0"/>
                                </a:rPr>
                                <m:t>×</m:t>
                              </m:r>
                              <m:r>
                                <a:rPr lang="en-US" sz="1200" b="0" i="1" dirty="0" smtClean="0">
                                  <a:solidFill>
                                    <a:prstClr val="black"/>
                                  </a:solidFill>
                                  <a:latin typeface="Cambria Math" panose="02040503050406030204" pitchFamily="18" charset="0"/>
                                  <a:ea typeface="Cambria Math" panose="02040503050406030204" pitchFamily="18" charset="0"/>
                                </a:rPr>
                                <m:t>𝑥</m:t>
                              </m:r>
                              <m:r>
                                <a:rPr lang="en-GB" sz="1200" i="1" dirty="0" smtClean="0">
                                  <a:solidFill>
                                    <a:prstClr val="black"/>
                                  </a:solidFill>
                                  <a:latin typeface="Cambria Math" panose="02040503050406030204" pitchFamily="18" charset="0"/>
                                </a:rPr>
                                <m:t> </m:t>
                              </m:r>
                            </m:oMath>
                          </a14:m>
                          <a:endParaRPr lang="en-GB" sz="1200" dirty="0">
                            <a:solidFill>
                              <a:prstClr val="black"/>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b) </a:t>
                          </a:r>
                          <a14:m>
                            <m:oMath xmlns:m="http://schemas.openxmlformats.org/officeDocument/2006/math">
                              <m:r>
                                <a:rPr lang="en-US" sz="1200" b="0" i="1" dirty="0" smtClean="0">
                                  <a:solidFill>
                                    <a:prstClr val="black"/>
                                  </a:solidFill>
                                  <a:latin typeface="Cambria Math" panose="02040503050406030204" pitchFamily="18" charset="0"/>
                                </a:rPr>
                                <m:t>𝑦</m:t>
                              </m:r>
                              <m:r>
                                <a:rPr lang="en-US" sz="1200" b="0" i="1" dirty="0" smtClean="0">
                                  <a:solidFill>
                                    <a:prstClr val="black"/>
                                  </a:solidFill>
                                  <a:latin typeface="Cambria Math" panose="02040503050406030204" pitchFamily="18" charset="0"/>
                                  <a:ea typeface="Cambria Math" panose="02040503050406030204" pitchFamily="18" charset="0"/>
                                </a:rPr>
                                <m:t>×</m:t>
                              </m:r>
                              <m:r>
                                <a:rPr lang="en-US" sz="1200" b="0" i="1" dirty="0" smtClean="0">
                                  <a:solidFill>
                                    <a:prstClr val="black"/>
                                  </a:solidFill>
                                  <a:latin typeface="Cambria Math" panose="02040503050406030204" pitchFamily="18" charset="0"/>
                                  <a:ea typeface="Cambria Math" panose="02040503050406030204" pitchFamily="18" charset="0"/>
                                </a:rPr>
                                <m:t>𝑦</m:t>
                              </m:r>
                              <m:r>
                                <a:rPr lang="en-US" sz="1200" b="0" i="1" dirty="0" smtClean="0">
                                  <a:solidFill>
                                    <a:prstClr val="black"/>
                                  </a:solidFill>
                                  <a:latin typeface="Cambria Math" panose="02040503050406030204" pitchFamily="18" charset="0"/>
                                  <a:ea typeface="Cambria Math" panose="02040503050406030204" pitchFamily="18" charset="0"/>
                                </a:rPr>
                                <m:t>×</m:t>
                              </m:r>
                              <m:r>
                                <a:rPr lang="en-US" sz="1200" b="0" i="1" dirty="0" smtClean="0">
                                  <a:solidFill>
                                    <a:prstClr val="black"/>
                                  </a:solidFill>
                                  <a:latin typeface="Cambria Math" panose="02040503050406030204" pitchFamily="18" charset="0"/>
                                  <a:ea typeface="Cambria Math" panose="02040503050406030204" pitchFamily="18" charset="0"/>
                                </a:rPr>
                                <m:t>𝑦</m:t>
                              </m:r>
                            </m:oMath>
                          </a14:m>
                          <a:endParaRPr lang="en-US" sz="1200" b="0" dirty="0">
                            <a:solidFill>
                              <a:prstClr val="black"/>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44694840"/>
                      </a:ext>
                    </a:extLst>
                  </a:tr>
                  <a:tr h="569692">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c) </a:t>
                          </a:r>
                          <a14:m>
                            <m:oMath xmlns:m="http://schemas.openxmlformats.org/officeDocument/2006/math">
                              <m:r>
                                <a:rPr lang="en-US" sz="1200" b="0" i="1" dirty="0" smtClean="0">
                                  <a:solidFill>
                                    <a:prstClr val="black"/>
                                  </a:solidFill>
                                  <a:latin typeface="Cambria Math" panose="02040503050406030204" pitchFamily="18" charset="0"/>
                                </a:rPr>
                                <m:t>𝑚</m:t>
                              </m:r>
                              <m:r>
                                <a:rPr lang="en-US" sz="1200" b="0" i="1" dirty="0" smtClean="0">
                                  <a:solidFill>
                                    <a:prstClr val="black"/>
                                  </a:solidFill>
                                  <a:latin typeface="Cambria Math" panose="02040503050406030204" pitchFamily="18" charset="0"/>
                                  <a:ea typeface="Cambria Math" panose="02040503050406030204" pitchFamily="18" charset="0"/>
                                </a:rPr>
                                <m:t>×</m:t>
                              </m:r>
                              <m:r>
                                <a:rPr lang="en-US" sz="1200" b="0" i="1" dirty="0" smtClean="0">
                                  <a:solidFill>
                                    <a:prstClr val="black"/>
                                  </a:solidFill>
                                  <a:latin typeface="Cambria Math" panose="02040503050406030204" pitchFamily="18" charset="0"/>
                                  <a:ea typeface="Cambria Math" panose="02040503050406030204" pitchFamily="18" charset="0"/>
                                </a:rPr>
                                <m:t>𝑚</m:t>
                              </m:r>
                              <m:r>
                                <a:rPr lang="en-US" sz="1200" b="0" i="1" dirty="0" smtClean="0">
                                  <a:solidFill>
                                    <a:prstClr val="black"/>
                                  </a:solidFill>
                                  <a:latin typeface="Cambria Math" panose="02040503050406030204" pitchFamily="18" charset="0"/>
                                  <a:ea typeface="Cambria Math" panose="02040503050406030204" pitchFamily="18" charset="0"/>
                                </a:rPr>
                                <m:t>×</m:t>
                              </m:r>
                              <m:r>
                                <a:rPr lang="en-US" sz="1200" b="0" i="1" dirty="0" smtClean="0">
                                  <a:solidFill>
                                    <a:prstClr val="black"/>
                                  </a:solidFill>
                                  <a:latin typeface="Cambria Math" panose="02040503050406030204" pitchFamily="18" charset="0"/>
                                  <a:ea typeface="Cambria Math" panose="02040503050406030204" pitchFamily="18" charset="0"/>
                                </a:rPr>
                                <m:t>𝑚</m:t>
                              </m:r>
                              <m:r>
                                <a:rPr lang="en-US" sz="1200" b="0" i="1" dirty="0" smtClean="0">
                                  <a:solidFill>
                                    <a:prstClr val="black"/>
                                  </a:solidFill>
                                  <a:latin typeface="Cambria Math" panose="02040503050406030204" pitchFamily="18" charset="0"/>
                                  <a:ea typeface="Cambria Math" panose="02040503050406030204" pitchFamily="18" charset="0"/>
                                </a:rPr>
                                <m:t>×</m:t>
                              </m:r>
                              <m:r>
                                <a:rPr lang="en-US" sz="1200" b="0" i="1" dirty="0" smtClean="0">
                                  <a:solidFill>
                                    <a:prstClr val="black"/>
                                  </a:solidFill>
                                  <a:latin typeface="Cambria Math" panose="02040503050406030204" pitchFamily="18" charset="0"/>
                                  <a:ea typeface="Cambria Math" panose="02040503050406030204" pitchFamily="18" charset="0"/>
                                </a:rPr>
                                <m:t>𝑚</m:t>
                              </m:r>
                              <m:r>
                                <a:rPr lang="en-US" sz="1200" b="0" i="1" dirty="0" smtClean="0">
                                  <a:solidFill>
                                    <a:prstClr val="black"/>
                                  </a:solidFill>
                                  <a:latin typeface="Cambria Math" panose="02040503050406030204" pitchFamily="18" charset="0"/>
                                  <a:ea typeface="Cambria Math" panose="02040503050406030204" pitchFamily="18" charset="0"/>
                                </a:rPr>
                                <m:t>×</m:t>
                              </m:r>
                              <m:r>
                                <a:rPr lang="en-US" sz="1200" b="0" i="1" dirty="0" smtClean="0">
                                  <a:solidFill>
                                    <a:prstClr val="black"/>
                                  </a:solidFill>
                                  <a:latin typeface="Cambria Math" panose="02040503050406030204" pitchFamily="18" charset="0"/>
                                  <a:ea typeface="Cambria Math" panose="02040503050406030204" pitchFamily="18" charset="0"/>
                                </a:rPr>
                                <m:t>𝑚</m:t>
                              </m:r>
                            </m:oMath>
                          </a14:m>
                          <a:endParaRPr lang="en-US" sz="1200" b="0" i="1" dirty="0">
                            <a:solidFill>
                              <a:prstClr val="black"/>
                            </a:solidFill>
                            <a:latin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d) </a:t>
                          </a:r>
                          <a14:m>
                            <m:oMath xmlns:m="http://schemas.openxmlformats.org/officeDocument/2006/math">
                              <m:r>
                                <a:rPr lang="en-US" sz="1200" b="0" i="1" dirty="0" smtClean="0">
                                  <a:solidFill>
                                    <a:prstClr val="black"/>
                                  </a:solidFill>
                                  <a:latin typeface="Cambria Math" panose="02040503050406030204" pitchFamily="18" charset="0"/>
                                </a:rPr>
                                <m:t>𝑡</m:t>
                              </m:r>
                              <m:r>
                                <a:rPr lang="en-US" sz="1200" b="0" i="1" dirty="0" smtClean="0">
                                  <a:solidFill>
                                    <a:prstClr val="black"/>
                                  </a:solidFill>
                                  <a:latin typeface="Cambria Math" panose="02040503050406030204" pitchFamily="18" charset="0"/>
                                  <a:ea typeface="Cambria Math" panose="02040503050406030204" pitchFamily="18" charset="0"/>
                                </a:rPr>
                                <m:t>×</m:t>
                              </m:r>
                              <m:r>
                                <a:rPr lang="en-US" sz="1200" b="0" i="1" dirty="0" smtClean="0">
                                  <a:solidFill>
                                    <a:prstClr val="black"/>
                                  </a:solidFill>
                                  <a:latin typeface="Cambria Math" panose="02040503050406030204" pitchFamily="18" charset="0"/>
                                  <a:ea typeface="Cambria Math" panose="02040503050406030204" pitchFamily="18" charset="0"/>
                                </a:rPr>
                                <m:t>𝑡</m:t>
                              </m:r>
                              <m:r>
                                <a:rPr lang="en-US" sz="1200" b="0" i="1" dirty="0" smtClean="0">
                                  <a:solidFill>
                                    <a:prstClr val="black"/>
                                  </a:solidFill>
                                  <a:latin typeface="Cambria Math" panose="02040503050406030204" pitchFamily="18" charset="0"/>
                                  <a:ea typeface="Cambria Math" panose="02040503050406030204" pitchFamily="18" charset="0"/>
                                </a:rPr>
                                <m:t>×</m:t>
                              </m:r>
                              <m:r>
                                <a:rPr lang="en-US" sz="1200" b="0" i="1" dirty="0" smtClean="0">
                                  <a:solidFill>
                                    <a:prstClr val="black"/>
                                  </a:solidFill>
                                  <a:latin typeface="Cambria Math" panose="02040503050406030204" pitchFamily="18" charset="0"/>
                                  <a:ea typeface="Cambria Math" panose="02040503050406030204" pitchFamily="18" charset="0"/>
                                </a:rPr>
                                <m:t>𝑡</m:t>
                              </m:r>
                              <m:r>
                                <a:rPr lang="en-US" sz="1200" b="0" i="1" dirty="0" smtClean="0">
                                  <a:solidFill>
                                    <a:prstClr val="black"/>
                                  </a:solidFill>
                                  <a:latin typeface="Cambria Math" panose="02040503050406030204" pitchFamily="18" charset="0"/>
                                  <a:ea typeface="Cambria Math" panose="02040503050406030204" pitchFamily="18" charset="0"/>
                                </a:rPr>
                                <m:t>×</m:t>
                              </m:r>
                              <m:r>
                                <a:rPr lang="en-US" sz="1200" b="0" i="1" dirty="0" smtClean="0">
                                  <a:solidFill>
                                    <a:prstClr val="black"/>
                                  </a:solidFill>
                                  <a:latin typeface="Cambria Math" panose="02040503050406030204" pitchFamily="18" charset="0"/>
                                  <a:ea typeface="Cambria Math" panose="02040503050406030204" pitchFamily="18" charset="0"/>
                                </a:rPr>
                                <m:t>𝑡</m:t>
                              </m:r>
                            </m:oMath>
                          </a14:m>
                          <a:endParaRPr lang="en-US" sz="1200" b="0" dirty="0">
                            <a:solidFill>
                              <a:prstClr val="black"/>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452724"/>
                      </a:ext>
                    </a:extLst>
                  </a:tr>
                  <a:tr h="569692">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e) </a:t>
                          </a:r>
                          <a14:m>
                            <m:oMath xmlns:m="http://schemas.openxmlformats.org/officeDocument/2006/math">
                              <m:r>
                                <a:rPr lang="en-US" sz="1200" b="0" i="1" dirty="0" smtClean="0">
                                  <a:solidFill>
                                    <a:prstClr val="black"/>
                                  </a:solidFill>
                                  <a:latin typeface="Cambria Math" panose="02040503050406030204" pitchFamily="18" charset="0"/>
                                </a:rPr>
                                <m:t>𝑚</m:t>
                              </m:r>
                              <m:r>
                                <a:rPr lang="en-US" sz="1200" b="0" i="1" dirty="0" smtClean="0">
                                  <a:solidFill>
                                    <a:prstClr val="black"/>
                                  </a:solidFill>
                                  <a:latin typeface="Cambria Math" panose="02040503050406030204" pitchFamily="18" charset="0"/>
                                  <a:ea typeface="Cambria Math" panose="02040503050406030204" pitchFamily="18" charset="0"/>
                                </a:rPr>
                                <m:t>×</m:t>
                              </m:r>
                              <m:r>
                                <a:rPr lang="en-US" sz="1200" b="0" i="1" dirty="0" smtClean="0">
                                  <a:solidFill>
                                    <a:prstClr val="black"/>
                                  </a:solidFill>
                                  <a:latin typeface="Cambria Math" panose="02040503050406030204" pitchFamily="18" charset="0"/>
                                  <a:ea typeface="Cambria Math" panose="02040503050406030204" pitchFamily="18" charset="0"/>
                                </a:rPr>
                                <m:t>𝑚</m:t>
                              </m:r>
                              <m:r>
                                <a:rPr lang="en-US" sz="1200" b="0" i="1" dirty="0" smtClean="0">
                                  <a:solidFill>
                                    <a:prstClr val="black"/>
                                  </a:solidFill>
                                  <a:latin typeface="Cambria Math" panose="02040503050406030204" pitchFamily="18" charset="0"/>
                                  <a:ea typeface="Cambria Math" panose="02040503050406030204" pitchFamily="18" charset="0"/>
                                </a:rPr>
                                <m:t>×</m:t>
                              </m:r>
                              <m:r>
                                <a:rPr lang="en-US" sz="1200" b="0" i="1" dirty="0" smtClean="0">
                                  <a:solidFill>
                                    <a:prstClr val="black"/>
                                  </a:solidFill>
                                  <a:latin typeface="Cambria Math" panose="02040503050406030204" pitchFamily="18" charset="0"/>
                                  <a:ea typeface="Cambria Math" panose="02040503050406030204" pitchFamily="18" charset="0"/>
                                </a:rPr>
                                <m:t>𝑚</m:t>
                              </m:r>
                              <m:r>
                                <a:rPr lang="en-US" sz="1200" b="0" i="1" dirty="0" smtClean="0">
                                  <a:solidFill>
                                    <a:prstClr val="black"/>
                                  </a:solidFill>
                                  <a:latin typeface="Cambria Math" panose="02040503050406030204" pitchFamily="18" charset="0"/>
                                  <a:ea typeface="Cambria Math" panose="02040503050406030204" pitchFamily="18" charset="0"/>
                                </a:rPr>
                                <m:t>×</m:t>
                              </m:r>
                              <m:r>
                                <a:rPr lang="en-US" sz="1200" b="0" i="1" dirty="0" smtClean="0">
                                  <a:solidFill>
                                    <a:prstClr val="black"/>
                                  </a:solidFill>
                                  <a:latin typeface="Cambria Math" panose="02040503050406030204" pitchFamily="18" charset="0"/>
                                  <a:ea typeface="Cambria Math" panose="02040503050406030204" pitchFamily="18" charset="0"/>
                                </a:rPr>
                                <m:t>𝑚</m:t>
                              </m:r>
                              <m:r>
                                <a:rPr lang="en-US" sz="1200" b="0" i="1" dirty="0" smtClean="0">
                                  <a:solidFill>
                                    <a:prstClr val="black"/>
                                  </a:solidFill>
                                  <a:latin typeface="Cambria Math" panose="02040503050406030204" pitchFamily="18" charset="0"/>
                                  <a:ea typeface="Cambria Math" panose="02040503050406030204" pitchFamily="18" charset="0"/>
                                </a:rPr>
                                <m:t>×</m:t>
                              </m:r>
                              <m:r>
                                <a:rPr lang="en-US" sz="1200" b="0" i="1" dirty="0" smtClean="0">
                                  <a:solidFill>
                                    <a:prstClr val="black"/>
                                  </a:solidFill>
                                  <a:latin typeface="Cambria Math" panose="02040503050406030204" pitchFamily="18" charset="0"/>
                                  <a:ea typeface="Cambria Math" panose="02040503050406030204" pitchFamily="18" charset="0"/>
                                </a:rPr>
                                <m:t>𝑚</m:t>
                              </m:r>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ea typeface="Cambria Math" panose="02040503050406030204" pitchFamily="18" charset="0"/>
                                  <a:cs typeface="+mn-cs"/>
                                </a:rPr>
                                <m:t>𝑚</m:t>
                              </m:r>
                            </m:oMath>
                          </a14:m>
                          <a:endParaRPr lang="en-US" sz="1200" b="0" i="1" dirty="0">
                            <a:solidFill>
                              <a:prstClr val="black"/>
                            </a:solidFill>
                            <a:latin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f) </a:t>
                          </a:r>
                          <a14:m>
                            <m:oMath xmlns:m="http://schemas.openxmlformats.org/officeDocument/2006/math">
                              <m:r>
                                <a:rPr lang="en-US" sz="1200" b="0" i="1" dirty="0" smtClean="0">
                                  <a:solidFill>
                                    <a:prstClr val="black"/>
                                  </a:solidFill>
                                  <a:latin typeface="Cambria Math" panose="02040503050406030204" pitchFamily="18" charset="0"/>
                                </a:rPr>
                                <m:t>𝑡</m:t>
                              </m:r>
                              <m:r>
                                <a:rPr lang="en-US" sz="1200" b="0" i="1" dirty="0" smtClean="0">
                                  <a:solidFill>
                                    <a:prstClr val="black"/>
                                  </a:solidFill>
                                  <a:latin typeface="Cambria Math" panose="02040503050406030204" pitchFamily="18" charset="0"/>
                                  <a:ea typeface="Cambria Math" panose="02040503050406030204" pitchFamily="18" charset="0"/>
                                </a:rPr>
                                <m:t>×</m:t>
                              </m:r>
                              <m:r>
                                <a:rPr lang="en-US" sz="1200" b="0" i="1" dirty="0" smtClean="0">
                                  <a:solidFill>
                                    <a:prstClr val="black"/>
                                  </a:solidFill>
                                  <a:latin typeface="Cambria Math" panose="02040503050406030204" pitchFamily="18" charset="0"/>
                                  <a:ea typeface="Cambria Math" panose="02040503050406030204" pitchFamily="18" charset="0"/>
                                </a:rPr>
                                <m:t>𝑡</m:t>
                              </m:r>
                              <m:r>
                                <a:rPr lang="en-US" sz="1200" b="0" i="1" dirty="0" smtClean="0">
                                  <a:solidFill>
                                    <a:prstClr val="black"/>
                                  </a:solidFill>
                                  <a:latin typeface="Cambria Math" panose="02040503050406030204" pitchFamily="18" charset="0"/>
                                  <a:ea typeface="Cambria Math" panose="02040503050406030204" pitchFamily="18" charset="0"/>
                                </a:rPr>
                                <m:t>×</m:t>
                              </m:r>
                              <m:r>
                                <a:rPr lang="en-US" sz="1200" b="0" i="1" dirty="0" smtClean="0">
                                  <a:solidFill>
                                    <a:prstClr val="black"/>
                                  </a:solidFill>
                                  <a:latin typeface="Cambria Math" panose="02040503050406030204" pitchFamily="18" charset="0"/>
                                  <a:ea typeface="Cambria Math" panose="02040503050406030204" pitchFamily="18" charset="0"/>
                                </a:rPr>
                                <m:t>𝑡</m:t>
                              </m:r>
                              <m:r>
                                <a:rPr lang="en-US" sz="1200" b="0" i="1" dirty="0" smtClean="0">
                                  <a:solidFill>
                                    <a:prstClr val="black"/>
                                  </a:solidFill>
                                  <a:latin typeface="Cambria Math" panose="02040503050406030204" pitchFamily="18" charset="0"/>
                                  <a:ea typeface="Cambria Math" panose="02040503050406030204" pitchFamily="18" charset="0"/>
                                </a:rPr>
                                <m:t>×</m:t>
                              </m:r>
                              <m:r>
                                <a:rPr lang="en-US" sz="1200" b="0" i="1" dirty="0" smtClean="0">
                                  <a:solidFill>
                                    <a:prstClr val="black"/>
                                  </a:solidFill>
                                  <a:latin typeface="Cambria Math" panose="02040503050406030204" pitchFamily="18" charset="0"/>
                                  <a:ea typeface="Cambria Math" panose="02040503050406030204" pitchFamily="18" charset="0"/>
                                </a:rPr>
                                <m:t>𝑡</m:t>
                              </m:r>
                            </m:oMath>
                          </a14:m>
                          <a:endParaRPr lang="en-US" sz="1200" b="0" dirty="0">
                            <a:solidFill>
                              <a:prstClr val="black"/>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81680408"/>
                      </a:ext>
                    </a:extLst>
                  </a:tr>
                  <a:tr h="569692">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g) </a:t>
                          </a:r>
                          <a14:m>
                            <m:oMath xmlns:m="http://schemas.openxmlformats.org/officeDocument/2006/math">
                              <m:r>
                                <a:rPr lang="en-US" sz="1200" b="0" i="1" dirty="0" smtClean="0">
                                  <a:solidFill>
                                    <a:prstClr val="black"/>
                                  </a:solidFill>
                                  <a:latin typeface="Cambria Math" panose="02040503050406030204" pitchFamily="18" charset="0"/>
                                </a:rPr>
                                <m:t>𝑤</m:t>
                              </m:r>
                              <m:r>
                                <a:rPr lang="en-US" sz="1200" b="0" i="1" dirty="0" smtClean="0">
                                  <a:solidFill>
                                    <a:prstClr val="black"/>
                                  </a:solidFill>
                                  <a:latin typeface="Cambria Math" panose="02040503050406030204" pitchFamily="18" charset="0"/>
                                  <a:ea typeface="Cambria Math" panose="02040503050406030204" pitchFamily="18" charset="0"/>
                                </a:rPr>
                                <m:t>×</m:t>
                              </m:r>
                              <m:r>
                                <a:rPr lang="en-US" sz="1200" b="0" i="1" dirty="0" smtClean="0">
                                  <a:solidFill>
                                    <a:prstClr val="black"/>
                                  </a:solidFill>
                                  <a:latin typeface="Cambria Math" panose="02040503050406030204" pitchFamily="18" charset="0"/>
                                  <a:ea typeface="Cambria Math" panose="02040503050406030204" pitchFamily="18" charset="0"/>
                                </a:rPr>
                                <m:t>𝑤</m:t>
                              </m:r>
                              <m:r>
                                <a:rPr lang="en-US" sz="1200" b="0" i="1" dirty="0" smtClean="0">
                                  <a:solidFill>
                                    <a:prstClr val="black"/>
                                  </a:solidFill>
                                  <a:latin typeface="Cambria Math" panose="02040503050406030204" pitchFamily="18" charset="0"/>
                                  <a:ea typeface="Cambria Math" panose="02040503050406030204" pitchFamily="18" charset="0"/>
                                </a:rPr>
                                <m:t>×</m:t>
                              </m:r>
                              <m:r>
                                <a:rPr lang="en-US" sz="1200" b="0" i="1" dirty="0" smtClean="0">
                                  <a:solidFill>
                                    <a:prstClr val="black"/>
                                  </a:solidFill>
                                  <a:latin typeface="Cambria Math" panose="02040503050406030204" pitchFamily="18" charset="0"/>
                                  <a:ea typeface="Cambria Math" panose="02040503050406030204" pitchFamily="18" charset="0"/>
                                </a:rPr>
                                <m:t>𝑤</m:t>
                              </m:r>
                              <m:r>
                                <a:rPr lang="en-US" sz="1200" b="0" i="1" dirty="0" smtClean="0">
                                  <a:solidFill>
                                    <a:prstClr val="black"/>
                                  </a:solidFill>
                                  <a:latin typeface="Cambria Math" panose="02040503050406030204" pitchFamily="18" charset="0"/>
                                  <a:ea typeface="Cambria Math" panose="02040503050406030204" pitchFamily="18" charset="0"/>
                                </a:rPr>
                                <m:t>×</m:t>
                              </m:r>
                              <m:r>
                                <a:rPr lang="en-US" sz="1200" b="0" i="1" dirty="0" smtClean="0">
                                  <a:solidFill>
                                    <a:prstClr val="black"/>
                                  </a:solidFill>
                                  <a:latin typeface="Cambria Math" panose="02040503050406030204" pitchFamily="18" charset="0"/>
                                  <a:ea typeface="Cambria Math" panose="02040503050406030204" pitchFamily="18" charset="0"/>
                                </a:rPr>
                                <m:t>𝑤</m:t>
                              </m:r>
                              <m:r>
                                <a:rPr lang="en-US" sz="1200" b="0" i="1" dirty="0" smtClean="0">
                                  <a:solidFill>
                                    <a:prstClr val="black"/>
                                  </a:solidFill>
                                  <a:latin typeface="Cambria Math" panose="02040503050406030204" pitchFamily="18" charset="0"/>
                                  <a:ea typeface="Cambria Math" panose="02040503050406030204" pitchFamily="18" charset="0"/>
                                </a:rPr>
                                <m:t>×</m:t>
                              </m:r>
                              <m:r>
                                <a:rPr lang="en-US" sz="1200" b="0" i="1" dirty="0" smtClean="0">
                                  <a:solidFill>
                                    <a:prstClr val="black"/>
                                  </a:solidFill>
                                  <a:latin typeface="Cambria Math" panose="02040503050406030204" pitchFamily="18" charset="0"/>
                                  <a:ea typeface="Cambria Math" panose="02040503050406030204" pitchFamily="18" charset="0"/>
                                </a:rPr>
                                <m:t>𝑤</m:t>
                              </m:r>
                            </m:oMath>
                          </a14:m>
                          <a:endParaRPr lang="en-GB" sz="1200" dirty="0">
                            <a:solidFill>
                              <a:prstClr val="black"/>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h) </a:t>
                          </a:r>
                          <a14:m>
                            <m:oMath xmlns:m="http://schemas.openxmlformats.org/officeDocument/2006/math">
                              <m:r>
                                <a:rPr lang="en-US" sz="1200" b="0" i="1" dirty="0" smtClean="0">
                                  <a:solidFill>
                                    <a:prstClr val="black"/>
                                  </a:solidFill>
                                  <a:latin typeface="Cambria Math" panose="02040503050406030204" pitchFamily="18" charset="0"/>
                                </a:rPr>
                                <m:t>𝑥</m:t>
                              </m:r>
                              <m:r>
                                <a:rPr lang="en-US" sz="1200" b="0" i="1" dirty="0" smtClean="0">
                                  <a:solidFill>
                                    <a:prstClr val="black"/>
                                  </a:solidFill>
                                  <a:latin typeface="Cambria Math" panose="02040503050406030204" pitchFamily="18" charset="0"/>
                                  <a:ea typeface="Cambria Math" panose="02040503050406030204" pitchFamily="18" charset="0"/>
                                </a:rPr>
                                <m:t>×</m:t>
                              </m:r>
                              <m:r>
                                <a:rPr lang="en-US" sz="1200" b="0" i="1" dirty="0" smtClean="0">
                                  <a:solidFill>
                                    <a:prstClr val="black"/>
                                  </a:solidFill>
                                  <a:latin typeface="Cambria Math" panose="02040503050406030204" pitchFamily="18" charset="0"/>
                                  <a:ea typeface="Cambria Math" panose="02040503050406030204" pitchFamily="18" charset="0"/>
                                </a:rPr>
                                <m:t>𝑥</m:t>
                              </m:r>
                              <m:r>
                                <a:rPr lang="en-US" sz="1200" b="0" i="1" dirty="0" smtClean="0">
                                  <a:solidFill>
                                    <a:prstClr val="black"/>
                                  </a:solidFill>
                                  <a:latin typeface="Cambria Math" panose="02040503050406030204" pitchFamily="18" charset="0"/>
                                  <a:ea typeface="Cambria Math" panose="02040503050406030204" pitchFamily="18" charset="0"/>
                                </a:rPr>
                                <m:t>×</m:t>
                              </m:r>
                              <m:r>
                                <a:rPr lang="en-US" sz="1200" b="0" i="1" dirty="0" smtClean="0">
                                  <a:solidFill>
                                    <a:prstClr val="black"/>
                                  </a:solidFill>
                                  <a:latin typeface="Cambria Math" panose="02040503050406030204" pitchFamily="18" charset="0"/>
                                  <a:ea typeface="Cambria Math" panose="02040503050406030204" pitchFamily="18" charset="0"/>
                                </a:rPr>
                                <m:t>𝑦</m:t>
                              </m:r>
                              <m:r>
                                <a:rPr lang="en-US" sz="1200" b="0" i="1" dirty="0" smtClean="0">
                                  <a:solidFill>
                                    <a:prstClr val="black"/>
                                  </a:solidFill>
                                  <a:latin typeface="Cambria Math" panose="02040503050406030204" pitchFamily="18" charset="0"/>
                                  <a:ea typeface="Cambria Math" panose="02040503050406030204" pitchFamily="18" charset="0"/>
                                </a:rPr>
                                <m:t>×</m:t>
                              </m:r>
                              <m:r>
                                <a:rPr lang="en-US" sz="1200" b="0" i="1" dirty="0" smtClean="0">
                                  <a:solidFill>
                                    <a:prstClr val="black"/>
                                  </a:solidFill>
                                  <a:latin typeface="Cambria Math" panose="02040503050406030204" pitchFamily="18" charset="0"/>
                                  <a:ea typeface="Cambria Math" panose="02040503050406030204" pitchFamily="18" charset="0"/>
                                </a:rPr>
                                <m:t>𝑦</m:t>
                              </m:r>
                              <m:r>
                                <a:rPr lang="en-GB" sz="1200" i="1" dirty="0" smtClean="0">
                                  <a:solidFill>
                                    <a:prstClr val="black"/>
                                  </a:solidFill>
                                  <a:latin typeface="Cambria Math" panose="02040503050406030204" pitchFamily="18" charset="0"/>
                                </a:rPr>
                                <m:t> </m:t>
                              </m:r>
                            </m:oMath>
                          </a14:m>
                          <a:endParaRPr lang="en-GB" sz="1200" dirty="0">
                            <a:solidFill>
                              <a:prstClr val="black"/>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38333249"/>
                      </a:ext>
                    </a:extLst>
                  </a:tr>
                  <a:tr h="667608">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err="1"/>
                            <a:t>i</a:t>
                          </a:r>
                          <a:r>
                            <a:rPr lang="en-GB" sz="1200" dirty="0"/>
                            <a:t>) </a:t>
                          </a:r>
                          <a14:m>
                            <m:oMath xmlns:m="http://schemas.openxmlformats.org/officeDocument/2006/math">
                              <m:r>
                                <a:rPr lang="en-US" sz="1200" b="0" i="1" dirty="0" smtClean="0">
                                  <a:solidFill>
                                    <a:prstClr val="black"/>
                                  </a:solidFill>
                                  <a:latin typeface="Cambria Math" panose="02040503050406030204" pitchFamily="18" charset="0"/>
                                </a:rPr>
                                <m:t>𝑡</m:t>
                              </m:r>
                              <m:r>
                                <a:rPr lang="en-US" sz="1200" b="0" i="1" dirty="0" smtClean="0">
                                  <a:solidFill>
                                    <a:prstClr val="black"/>
                                  </a:solidFill>
                                  <a:latin typeface="Cambria Math" panose="02040503050406030204" pitchFamily="18" charset="0"/>
                                  <a:ea typeface="Cambria Math" panose="02040503050406030204" pitchFamily="18" charset="0"/>
                                </a:rPr>
                                <m:t>×</m:t>
                              </m:r>
                              <m:r>
                                <a:rPr lang="en-US" sz="1200" b="0" i="1" dirty="0" smtClean="0">
                                  <a:solidFill>
                                    <a:prstClr val="black"/>
                                  </a:solidFill>
                                  <a:latin typeface="Cambria Math" panose="02040503050406030204" pitchFamily="18" charset="0"/>
                                  <a:ea typeface="Cambria Math" panose="02040503050406030204" pitchFamily="18" charset="0"/>
                                </a:rPr>
                                <m:t>𝑡</m:t>
                              </m:r>
                              <m:r>
                                <a:rPr lang="en-US" sz="1200" b="0" i="1" dirty="0" smtClean="0">
                                  <a:solidFill>
                                    <a:prstClr val="black"/>
                                  </a:solidFill>
                                  <a:latin typeface="Cambria Math" panose="02040503050406030204" pitchFamily="18" charset="0"/>
                                  <a:ea typeface="Cambria Math" panose="02040503050406030204" pitchFamily="18" charset="0"/>
                                </a:rPr>
                                <m:t>×</m:t>
                              </m:r>
                              <m:r>
                                <a:rPr lang="en-US" sz="1200" b="0" i="1" dirty="0" smtClean="0">
                                  <a:solidFill>
                                    <a:prstClr val="black"/>
                                  </a:solidFill>
                                  <a:latin typeface="Cambria Math" panose="02040503050406030204" pitchFamily="18" charset="0"/>
                                  <a:ea typeface="Cambria Math" panose="02040503050406030204" pitchFamily="18" charset="0"/>
                                </a:rPr>
                                <m:t>𝑥</m:t>
                              </m:r>
                              <m:r>
                                <a:rPr lang="en-US" sz="1200" b="0" i="1" dirty="0" smtClean="0">
                                  <a:solidFill>
                                    <a:prstClr val="black"/>
                                  </a:solidFill>
                                  <a:latin typeface="Cambria Math" panose="02040503050406030204" pitchFamily="18" charset="0"/>
                                  <a:ea typeface="Cambria Math" panose="02040503050406030204" pitchFamily="18" charset="0"/>
                                </a:rPr>
                                <m:t>×</m:t>
                              </m:r>
                              <m:r>
                                <a:rPr lang="en-US" sz="1200" b="0" i="1" dirty="0" smtClean="0">
                                  <a:solidFill>
                                    <a:prstClr val="black"/>
                                  </a:solidFill>
                                  <a:latin typeface="Cambria Math" panose="02040503050406030204" pitchFamily="18" charset="0"/>
                                  <a:ea typeface="Cambria Math" panose="02040503050406030204" pitchFamily="18" charset="0"/>
                                </a:rPr>
                                <m:t>𝑥</m:t>
                              </m:r>
                              <m:r>
                                <a:rPr lang="en-US" sz="1200" b="0" i="1" dirty="0" smtClean="0">
                                  <a:solidFill>
                                    <a:prstClr val="black"/>
                                  </a:solidFill>
                                  <a:latin typeface="Cambria Math" panose="02040503050406030204" pitchFamily="18" charset="0"/>
                                  <a:ea typeface="Cambria Math" panose="02040503050406030204" pitchFamily="18" charset="0"/>
                                </a:rPr>
                                <m:t>×</m:t>
                              </m:r>
                              <m:r>
                                <a:rPr lang="en-US" sz="1200" b="0" i="1" dirty="0" smtClean="0">
                                  <a:solidFill>
                                    <a:prstClr val="black"/>
                                  </a:solidFill>
                                  <a:latin typeface="Cambria Math" panose="02040503050406030204" pitchFamily="18" charset="0"/>
                                  <a:ea typeface="Cambria Math" panose="02040503050406030204" pitchFamily="18" charset="0"/>
                                </a:rPr>
                                <m:t>𝑚</m:t>
                              </m:r>
                              <m:r>
                                <a:rPr lang="en-US" sz="1200" b="0" i="1" dirty="0" smtClean="0">
                                  <a:solidFill>
                                    <a:prstClr val="black"/>
                                  </a:solidFill>
                                  <a:latin typeface="Cambria Math" panose="02040503050406030204" pitchFamily="18" charset="0"/>
                                  <a:ea typeface="Cambria Math" panose="02040503050406030204" pitchFamily="18" charset="0"/>
                                </a:rPr>
                                <m:t>×</m:t>
                              </m:r>
                              <m:r>
                                <a:rPr lang="en-US" sz="1200" b="0" i="1" dirty="0" smtClean="0">
                                  <a:solidFill>
                                    <a:prstClr val="black"/>
                                  </a:solidFill>
                                  <a:latin typeface="Cambria Math" panose="02040503050406030204" pitchFamily="18" charset="0"/>
                                  <a:ea typeface="Cambria Math" panose="02040503050406030204" pitchFamily="18" charset="0"/>
                                </a:rPr>
                                <m:t>𝑚</m:t>
                              </m:r>
                            </m:oMath>
                          </a14:m>
                          <a:endParaRPr lang="en-US" sz="1200" b="0" dirty="0">
                            <a:solidFill>
                              <a:prstClr val="black"/>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j) </a:t>
                          </a:r>
                          <a14:m>
                            <m:oMath xmlns:m="http://schemas.openxmlformats.org/officeDocument/2006/math">
                              <m:r>
                                <a:rPr lang="en-US" sz="1200" b="0" i="1" dirty="0" smtClean="0">
                                  <a:solidFill>
                                    <a:prstClr val="black"/>
                                  </a:solidFill>
                                  <a:latin typeface="Cambria Math" panose="02040503050406030204" pitchFamily="18" charset="0"/>
                                </a:rPr>
                                <m:t>𝑤</m:t>
                              </m:r>
                              <m:r>
                                <a:rPr lang="en-US" sz="1200" b="0" i="1" dirty="0" smtClean="0">
                                  <a:solidFill>
                                    <a:prstClr val="black"/>
                                  </a:solidFill>
                                  <a:latin typeface="Cambria Math" panose="02040503050406030204" pitchFamily="18" charset="0"/>
                                  <a:ea typeface="Cambria Math" panose="02040503050406030204" pitchFamily="18" charset="0"/>
                                </a:rPr>
                                <m:t>×</m:t>
                              </m:r>
                              <m:r>
                                <a:rPr lang="en-US" sz="1200" b="0" i="1" dirty="0" smtClean="0">
                                  <a:solidFill>
                                    <a:prstClr val="black"/>
                                  </a:solidFill>
                                  <a:latin typeface="Cambria Math" panose="02040503050406030204" pitchFamily="18" charset="0"/>
                                  <a:ea typeface="Cambria Math" panose="02040503050406030204" pitchFamily="18" charset="0"/>
                                </a:rPr>
                                <m:t>𝑤</m:t>
                              </m:r>
                              <m:r>
                                <a:rPr lang="en-US" sz="1200" b="0" i="1" dirty="0" smtClean="0">
                                  <a:solidFill>
                                    <a:prstClr val="black"/>
                                  </a:solidFill>
                                  <a:latin typeface="Cambria Math" panose="02040503050406030204" pitchFamily="18" charset="0"/>
                                  <a:ea typeface="Cambria Math" panose="02040503050406030204" pitchFamily="18" charset="0"/>
                                </a:rPr>
                                <m:t>×</m:t>
                              </m:r>
                              <m:r>
                                <a:rPr lang="en-US" sz="1200" b="0" i="1" dirty="0" smtClean="0">
                                  <a:solidFill>
                                    <a:prstClr val="black"/>
                                  </a:solidFill>
                                  <a:latin typeface="Cambria Math" panose="02040503050406030204" pitchFamily="18" charset="0"/>
                                  <a:ea typeface="Cambria Math" panose="02040503050406030204" pitchFamily="18" charset="0"/>
                                </a:rPr>
                                <m:t>𝑤</m:t>
                              </m:r>
                              <m:r>
                                <a:rPr lang="en-US" sz="1200" b="0" i="1" dirty="0" smtClean="0">
                                  <a:solidFill>
                                    <a:prstClr val="black"/>
                                  </a:solidFill>
                                  <a:latin typeface="Cambria Math" panose="02040503050406030204" pitchFamily="18" charset="0"/>
                                  <a:ea typeface="Cambria Math" panose="02040503050406030204" pitchFamily="18" charset="0"/>
                                </a:rPr>
                                <m:t>×</m:t>
                              </m:r>
                              <m:r>
                                <a:rPr lang="en-US" sz="1200" b="0" i="1" dirty="0" smtClean="0">
                                  <a:solidFill>
                                    <a:prstClr val="black"/>
                                  </a:solidFill>
                                  <a:latin typeface="Cambria Math" panose="02040503050406030204" pitchFamily="18" charset="0"/>
                                  <a:ea typeface="Cambria Math" panose="02040503050406030204" pitchFamily="18" charset="0"/>
                                </a:rPr>
                                <m:t>𝑡</m:t>
                              </m:r>
                              <m:r>
                                <a:rPr lang="en-US" sz="1200" b="0" i="1" dirty="0" smtClean="0">
                                  <a:solidFill>
                                    <a:prstClr val="black"/>
                                  </a:solidFill>
                                  <a:latin typeface="Cambria Math" panose="02040503050406030204" pitchFamily="18" charset="0"/>
                                  <a:ea typeface="Cambria Math" panose="02040503050406030204" pitchFamily="18" charset="0"/>
                                </a:rPr>
                                <m:t>×</m:t>
                              </m:r>
                              <m:r>
                                <a:rPr lang="en-US" sz="1200" b="0" i="1" dirty="0" smtClean="0">
                                  <a:solidFill>
                                    <a:prstClr val="black"/>
                                  </a:solidFill>
                                  <a:latin typeface="Cambria Math" panose="02040503050406030204" pitchFamily="18" charset="0"/>
                                  <a:ea typeface="Cambria Math" panose="02040503050406030204" pitchFamily="18" charset="0"/>
                                </a:rPr>
                                <m:t>𝑡</m:t>
                              </m:r>
                              <m:r>
                                <a:rPr lang="en-US" sz="1200" b="0" i="1" dirty="0" smtClean="0">
                                  <a:solidFill>
                                    <a:prstClr val="black"/>
                                  </a:solidFill>
                                  <a:latin typeface="Cambria Math" panose="02040503050406030204" pitchFamily="18" charset="0"/>
                                  <a:ea typeface="Cambria Math" panose="02040503050406030204" pitchFamily="18" charset="0"/>
                                </a:rPr>
                                <m:t>×</m:t>
                              </m:r>
                              <m:r>
                                <a:rPr lang="en-US" sz="1200" b="0" i="1" dirty="0" smtClean="0">
                                  <a:solidFill>
                                    <a:prstClr val="black"/>
                                  </a:solidFill>
                                  <a:latin typeface="Cambria Math" panose="02040503050406030204" pitchFamily="18" charset="0"/>
                                  <a:ea typeface="Cambria Math" panose="02040503050406030204" pitchFamily="18" charset="0"/>
                                </a:rPr>
                                <m:t>𝑦</m:t>
                              </m:r>
                              <m:r>
                                <a:rPr lang="en-US" sz="1200" b="0" i="1" dirty="0" smtClean="0">
                                  <a:solidFill>
                                    <a:prstClr val="black"/>
                                  </a:solidFill>
                                  <a:latin typeface="Cambria Math" panose="02040503050406030204" pitchFamily="18" charset="0"/>
                                  <a:ea typeface="Cambria Math" panose="02040503050406030204" pitchFamily="18" charset="0"/>
                                </a:rPr>
                                <m:t>×</m:t>
                              </m:r>
                              <m:r>
                                <a:rPr lang="en-US" sz="1200" b="0" i="1" dirty="0" smtClean="0">
                                  <a:solidFill>
                                    <a:prstClr val="black"/>
                                  </a:solidFill>
                                  <a:latin typeface="Cambria Math" panose="02040503050406030204" pitchFamily="18" charset="0"/>
                                  <a:ea typeface="Cambria Math" panose="02040503050406030204" pitchFamily="18" charset="0"/>
                                </a:rPr>
                                <m:t>𝑦</m:t>
                              </m:r>
                              <m:r>
                                <a:rPr lang="en-US" sz="1200" b="0" i="1" dirty="0" smtClean="0">
                                  <a:solidFill>
                                    <a:prstClr val="black"/>
                                  </a:solidFill>
                                  <a:latin typeface="Cambria Math" panose="02040503050406030204" pitchFamily="18" charset="0"/>
                                  <a:ea typeface="Cambria Math" panose="02040503050406030204" pitchFamily="18" charset="0"/>
                                </a:rPr>
                                <m:t>×</m:t>
                              </m:r>
                              <m:r>
                                <a:rPr lang="en-US" sz="1200" b="0" i="1" dirty="0" smtClean="0">
                                  <a:solidFill>
                                    <a:prstClr val="black"/>
                                  </a:solidFill>
                                  <a:latin typeface="Cambria Math" panose="02040503050406030204" pitchFamily="18" charset="0"/>
                                  <a:ea typeface="Cambria Math" panose="02040503050406030204" pitchFamily="18" charset="0"/>
                                </a:rPr>
                                <m:t>𝑦</m:t>
                              </m:r>
                              <m:r>
                                <a:rPr lang="en-US" sz="1200" b="0" i="1" dirty="0" smtClean="0">
                                  <a:solidFill>
                                    <a:prstClr val="black"/>
                                  </a:solidFill>
                                  <a:latin typeface="Cambria Math" panose="02040503050406030204" pitchFamily="18" charset="0"/>
                                  <a:ea typeface="Cambria Math" panose="02040503050406030204" pitchFamily="18" charset="0"/>
                                </a:rPr>
                                <m:t>×</m:t>
                              </m:r>
                              <m:r>
                                <a:rPr lang="en-US" sz="1200" b="0" i="1" dirty="0" smtClean="0">
                                  <a:solidFill>
                                    <a:prstClr val="black"/>
                                  </a:solidFill>
                                  <a:latin typeface="Cambria Math" panose="02040503050406030204" pitchFamily="18" charset="0"/>
                                  <a:ea typeface="Cambria Math" panose="02040503050406030204" pitchFamily="18" charset="0"/>
                                </a:rPr>
                                <m:t>𝑦</m:t>
                              </m:r>
                            </m:oMath>
                          </a14:m>
                          <a:endParaRPr lang="en-GB" sz="1200" dirty="0">
                            <a:solidFill>
                              <a:prstClr val="black"/>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dirty="0">
                            <a:solidFill>
                              <a:prstClr val="black"/>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71662202"/>
                      </a:ext>
                    </a:extLst>
                  </a:tr>
                </a:tbl>
              </a:graphicData>
            </a:graphic>
          </p:graphicFrame>
        </mc:Choice>
        <mc:Fallback xmlns="">
          <p:graphicFrame>
            <p:nvGraphicFramePr>
              <p:cNvPr id="8" name="Table 7">
                <a:extLst>
                  <a:ext uri="{FF2B5EF4-FFF2-40B4-BE49-F238E27FC236}">
                    <a16:creationId xmlns:a16="http://schemas.microsoft.com/office/drawing/2014/main" id="{2D685BA2-81C4-C0A5-6913-D99E46E484C6}"/>
                  </a:ext>
                </a:extLst>
              </p:cNvPr>
              <p:cNvGraphicFramePr>
                <a:graphicFrameLocks noGrp="1"/>
              </p:cNvGraphicFramePr>
              <p:nvPr>
                <p:extLst>
                  <p:ext uri="{D42A27DB-BD31-4B8C-83A1-F6EECF244321}">
                    <p14:modId xmlns:p14="http://schemas.microsoft.com/office/powerpoint/2010/main" val="3743757941"/>
                  </p:ext>
                </p:extLst>
              </p:nvPr>
            </p:nvGraphicFramePr>
            <p:xfrm>
              <a:off x="104850" y="355623"/>
              <a:ext cx="6648300" cy="2946376"/>
            </p:xfrm>
            <a:graphic>
              <a:graphicData uri="http://schemas.openxmlformats.org/drawingml/2006/table">
                <a:tbl>
                  <a:tblPr>
                    <a:tableStyleId>{5C22544A-7EE6-4342-B048-85BDC9FD1C3A}</a:tableStyleId>
                  </a:tblPr>
                  <a:tblGrid>
                    <a:gridCol w="3324150">
                      <a:extLst>
                        <a:ext uri="{9D8B030D-6E8A-4147-A177-3AD203B41FA5}">
                          <a16:colId xmlns:a16="http://schemas.microsoft.com/office/drawing/2014/main" val="905284259"/>
                        </a:ext>
                      </a:extLst>
                    </a:gridCol>
                    <a:gridCol w="3324150">
                      <a:extLst>
                        <a:ext uri="{9D8B030D-6E8A-4147-A177-3AD203B41FA5}">
                          <a16:colId xmlns:a16="http://schemas.microsoft.com/office/drawing/2014/main" val="1931765034"/>
                        </a:ext>
                      </a:extLst>
                    </a:gridCol>
                  </a:tblGrid>
                  <a:tr h="569692">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83" t="-1064" r="-100183" b="-417021"/>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367" t="-1064" r="-367" b="-417021"/>
                          </a:stretch>
                        </a:blipFill>
                      </a:tcPr>
                    </a:tc>
                    <a:extLst>
                      <a:ext uri="{0D108BD9-81ED-4DB2-BD59-A6C34878D82A}">
                        <a16:rowId xmlns:a16="http://schemas.microsoft.com/office/drawing/2014/main" val="2944694840"/>
                      </a:ext>
                    </a:extLst>
                  </a:tr>
                  <a:tr h="569692">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83" t="-102151" r="-100183" b="-321505"/>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367" t="-102151" r="-367" b="-321505"/>
                          </a:stretch>
                        </a:blipFill>
                      </a:tcPr>
                    </a:tc>
                    <a:extLst>
                      <a:ext uri="{0D108BD9-81ED-4DB2-BD59-A6C34878D82A}">
                        <a16:rowId xmlns:a16="http://schemas.microsoft.com/office/drawing/2014/main" val="12452724"/>
                      </a:ext>
                    </a:extLst>
                  </a:tr>
                  <a:tr h="569692">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83" t="-200000" r="-100183" b="-218085"/>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367" t="-200000" r="-367" b="-218085"/>
                          </a:stretch>
                        </a:blipFill>
                      </a:tcPr>
                    </a:tc>
                    <a:extLst>
                      <a:ext uri="{0D108BD9-81ED-4DB2-BD59-A6C34878D82A}">
                        <a16:rowId xmlns:a16="http://schemas.microsoft.com/office/drawing/2014/main" val="2181680408"/>
                      </a:ext>
                    </a:extLst>
                  </a:tr>
                  <a:tr h="569692">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83" t="-303226" r="-100183" b="-120430"/>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367" t="-303226" r="-367" b="-120430"/>
                          </a:stretch>
                        </a:blipFill>
                      </a:tcPr>
                    </a:tc>
                    <a:extLst>
                      <a:ext uri="{0D108BD9-81ED-4DB2-BD59-A6C34878D82A}">
                        <a16:rowId xmlns:a16="http://schemas.microsoft.com/office/drawing/2014/main" val="438333249"/>
                      </a:ext>
                    </a:extLst>
                  </a:tr>
                  <a:tr h="667608">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83" t="-340909" r="-100183" b="-1818"/>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367" t="-340909" r="-367" b="-1818"/>
                          </a:stretch>
                        </a:blipFill>
                      </a:tcPr>
                    </a:tc>
                    <a:extLst>
                      <a:ext uri="{0D108BD9-81ED-4DB2-BD59-A6C34878D82A}">
                        <a16:rowId xmlns:a16="http://schemas.microsoft.com/office/drawing/2014/main" val="2371662202"/>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BDFB7863-0BD9-A891-5643-ECE2CCFE20E1}"/>
                  </a:ext>
                </a:extLst>
              </p:cNvPr>
              <p:cNvGraphicFramePr>
                <a:graphicFrameLocks noGrp="1"/>
              </p:cNvGraphicFramePr>
              <p:nvPr/>
            </p:nvGraphicFramePr>
            <p:xfrm>
              <a:off x="139225" y="3679242"/>
              <a:ext cx="6597056" cy="2194560"/>
            </p:xfrm>
            <a:graphic>
              <a:graphicData uri="http://schemas.openxmlformats.org/drawingml/2006/table">
                <a:tbl>
                  <a:tblPr firstRow="1" bandRow="1">
                    <a:tableStyleId>{5C22544A-7EE6-4342-B048-85BDC9FD1C3A}</a:tableStyleId>
                  </a:tblPr>
                  <a:tblGrid>
                    <a:gridCol w="1386909">
                      <a:extLst>
                        <a:ext uri="{9D8B030D-6E8A-4147-A177-3AD203B41FA5}">
                          <a16:colId xmlns:a16="http://schemas.microsoft.com/office/drawing/2014/main" val="1568142362"/>
                        </a:ext>
                      </a:extLst>
                    </a:gridCol>
                    <a:gridCol w="1689904">
                      <a:extLst>
                        <a:ext uri="{9D8B030D-6E8A-4147-A177-3AD203B41FA5}">
                          <a16:colId xmlns:a16="http://schemas.microsoft.com/office/drawing/2014/main" val="3551711160"/>
                        </a:ext>
                      </a:extLst>
                    </a:gridCol>
                    <a:gridCol w="1828800">
                      <a:extLst>
                        <a:ext uri="{9D8B030D-6E8A-4147-A177-3AD203B41FA5}">
                          <a16:colId xmlns:a16="http://schemas.microsoft.com/office/drawing/2014/main" val="125684145"/>
                        </a:ext>
                      </a:extLst>
                    </a:gridCol>
                    <a:gridCol w="1691443">
                      <a:extLst>
                        <a:ext uri="{9D8B030D-6E8A-4147-A177-3AD203B41FA5}">
                          <a16:colId xmlns:a16="http://schemas.microsoft.com/office/drawing/2014/main" val="3300851661"/>
                        </a:ext>
                      </a:extLst>
                    </a:gridCol>
                  </a:tblGrid>
                  <a:tr h="250021">
                    <a:tc>
                      <a:txBody>
                        <a:bodyPr/>
                        <a:lstStyle/>
                        <a:p>
                          <a:r>
                            <a:rPr lang="en-US" sz="1100" dirty="0">
                              <a:solidFill>
                                <a:schemeClr val="tx1"/>
                              </a:solidFill>
                            </a:rPr>
                            <a:t>Steps</a:t>
                          </a:r>
                          <a:endParaRPr lang="en-GB"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sz="1100" dirty="0">
                              <a:solidFill>
                                <a:schemeClr val="tx1"/>
                              </a:solidFill>
                            </a:rPr>
                            <a:t>Express </a:t>
                          </a:r>
                          <a:r>
                            <a:rPr lang="en-GB" sz="1100" dirty="0">
                              <a:solidFill>
                                <a:schemeClr val="tx1"/>
                              </a:solidFill>
                            </a:rPr>
                            <a:t>in</a:t>
                          </a:r>
                          <a:r>
                            <a:rPr lang="en-GB" sz="1100" baseline="0" dirty="0">
                              <a:solidFill>
                                <a:schemeClr val="tx1"/>
                              </a:solidFill>
                            </a:rPr>
                            <a:t> expanded form</a:t>
                          </a:r>
                          <a:endParaRPr lang="en-GB" sz="11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en-GB" sz="11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en-GB" sz="1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7794082"/>
                      </a:ext>
                    </a:extLst>
                  </a:tr>
                  <a:tr h="1272676">
                    <a:tc>
                      <a:txBody>
                        <a:bodyPr/>
                        <a:lstStyle/>
                        <a:p>
                          <a:pPr marL="0" marR="0" lvl="0" indent="0" algn="l" defTabSz="685800" rtl="0" eaLnBrk="1" fontAlgn="auto" latinLnBrk="0" hangingPunct="1">
                            <a:lnSpc>
                              <a:spcPct val="100000"/>
                            </a:lnSpc>
                            <a:spcBef>
                              <a:spcPts val="0"/>
                            </a:spcBef>
                            <a:spcAft>
                              <a:spcPts val="0"/>
                            </a:spcAft>
                            <a:buClrTx/>
                            <a:buSzTx/>
                            <a:buFont typeface="+mj-lt"/>
                            <a:buNone/>
                            <a:tabLst/>
                            <a:defRPr/>
                          </a:pPr>
                          <a:r>
                            <a:rPr lang="en-US" sz="1100" dirty="0">
                              <a:solidFill>
                                <a:schemeClr val="tx1"/>
                              </a:solidFill>
                            </a:rPr>
                            <a:t>1)</a:t>
                          </a:r>
                          <a:r>
                            <a:rPr lang="en-US" sz="1100" baseline="0" dirty="0">
                              <a:solidFill>
                                <a:schemeClr val="tx1"/>
                              </a:solidFill>
                            </a:rPr>
                            <a:t> Look at the index of each base (number or letter), </a:t>
                          </a:r>
                          <a:r>
                            <a:rPr lang="en-GB" sz="1100" baseline="0" dirty="0">
                              <a:solidFill>
                                <a:schemeClr val="tx1"/>
                              </a:solidFill>
                            </a:rPr>
                            <a:t>write out that many of the value as a product</a:t>
                          </a:r>
                          <a:endParaRPr lang="en-GB" sz="1100" dirty="0">
                            <a:solidFill>
                              <a:schemeClr val="tx1"/>
                            </a:solidFill>
                          </a:endParaRPr>
                        </a:p>
                        <a:p>
                          <a:pPr marL="0" marR="0" indent="0" algn="l" defTabSz="685800" rtl="0" eaLnBrk="1" fontAlgn="auto" latinLnBrk="0" hangingPunct="1">
                            <a:lnSpc>
                              <a:spcPct val="100000"/>
                            </a:lnSpc>
                            <a:spcBef>
                              <a:spcPts val="0"/>
                            </a:spcBef>
                            <a:spcAft>
                              <a:spcPts val="0"/>
                            </a:spcAft>
                            <a:buClrTx/>
                            <a:buSzTx/>
                            <a:buFont typeface="+mj-lt"/>
                            <a:buNone/>
                            <a:tabLst/>
                            <a:defRPr/>
                          </a:pPr>
                          <a:endParaRPr lang="en-GB"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left"/>
                              </m:oMathParaPr>
                              <m:oMath xmlns:m="http://schemas.openxmlformats.org/officeDocument/2006/math">
                                <m:sSup>
                                  <m:sSupPr>
                                    <m:ctrlPr>
                                      <a:rPr lang="en-US" sz="1100" b="0" i="1" smtClean="0">
                                        <a:solidFill>
                                          <a:schemeClr val="tx1"/>
                                        </a:solidFill>
                                        <a:latin typeface="Cambria Math" panose="02040503050406030204" pitchFamily="18" charset="0"/>
                                      </a:rPr>
                                    </m:ctrlPr>
                                  </m:sSupPr>
                                  <m:e>
                                    <m:r>
                                      <a:rPr lang="en-US" sz="1100" b="0" i="1" smtClean="0">
                                        <a:solidFill>
                                          <a:schemeClr val="tx1"/>
                                        </a:solidFill>
                                        <a:latin typeface="Cambria Math" panose="02040503050406030204" pitchFamily="18" charset="0"/>
                                      </a:rPr>
                                      <m:t>𝑥</m:t>
                                    </m:r>
                                  </m:e>
                                  <m:sup>
                                    <m:r>
                                      <a:rPr lang="en-US" sz="1100" b="0" i="1" smtClean="0">
                                        <a:solidFill>
                                          <a:schemeClr val="tx1"/>
                                        </a:solidFill>
                                        <a:latin typeface="Cambria Math" panose="02040503050406030204" pitchFamily="18" charset="0"/>
                                      </a:rPr>
                                      <m:t>5</m:t>
                                    </m:r>
                                  </m:sup>
                                </m:sSup>
                              </m:oMath>
                            </m:oMathPara>
                          </a14:m>
                          <a:endParaRPr lang="en-GB" sz="1100" b="0" dirty="0">
                            <a:solidFill>
                              <a:schemeClr val="tx1"/>
                            </a:solidFill>
                          </a:endParaRPr>
                        </a:p>
                        <a:p>
                          <a:endParaRPr lang="en-GB" sz="1100" b="0" dirty="0">
                            <a:solidFill>
                              <a:schemeClr val="tx1"/>
                            </a:solidFill>
                          </a:endParaRPr>
                        </a:p>
                        <a:p>
                          <a:endParaRPr lang="en-GB" sz="1100" b="0" dirty="0">
                            <a:solidFill>
                              <a:schemeClr val="tx1"/>
                            </a:solidFill>
                          </a:endParaRPr>
                        </a:p>
                        <a:p>
                          <a:endParaRPr lang="en-GB" sz="1100" b="0" dirty="0">
                            <a:solidFill>
                              <a:schemeClr val="tx1"/>
                            </a:solidFill>
                          </a:endParaRPr>
                        </a:p>
                        <a:p>
                          <a:endParaRPr lang="en-GB" sz="1100" b="0" dirty="0">
                            <a:solidFill>
                              <a:schemeClr val="tx1"/>
                            </a:solidFill>
                          </a:endParaRPr>
                        </a:p>
                        <a:p>
                          <a:pPr/>
                          <a14:m>
                            <m:oMathPara xmlns:m="http://schemas.openxmlformats.org/officeDocument/2006/math">
                              <m:oMathParaPr>
                                <m:jc m:val="left"/>
                              </m:oMathParaPr>
                              <m:oMath xmlns:m="http://schemas.openxmlformats.org/officeDocument/2006/math">
                                <m:sSup>
                                  <m:sSupPr>
                                    <m:ctrlPr>
                                      <a:rPr lang="en-US" sz="1100" b="0" i="1" smtClean="0">
                                        <a:solidFill>
                                          <a:schemeClr val="tx1"/>
                                        </a:solidFill>
                                        <a:latin typeface="Cambria Math" panose="02040503050406030204" pitchFamily="18" charset="0"/>
                                      </a:rPr>
                                    </m:ctrlPr>
                                  </m:sSupPr>
                                  <m:e>
                                    <m:r>
                                      <a:rPr lang="en-US" sz="1100" b="0" i="1" smtClean="0">
                                        <a:solidFill>
                                          <a:schemeClr val="tx1"/>
                                        </a:solidFill>
                                        <a:latin typeface="Cambria Math" panose="02040503050406030204" pitchFamily="18" charset="0"/>
                                      </a:rPr>
                                      <m:t>𝑥</m:t>
                                    </m:r>
                                  </m:e>
                                  <m:sup>
                                    <m:r>
                                      <a:rPr lang="en-US" sz="1100" b="0" i="1" smtClean="0">
                                        <a:solidFill>
                                          <a:schemeClr val="tx1"/>
                                        </a:solidFill>
                                        <a:latin typeface="Cambria Math" panose="02040503050406030204" pitchFamily="18" charset="0"/>
                                      </a:rPr>
                                      <m:t>5</m:t>
                                    </m:r>
                                  </m:sup>
                                </m:sSup>
                                <m:r>
                                  <a:rPr lang="en-US" sz="1100" b="0" i="1" smtClean="0">
                                    <a:solidFill>
                                      <a:schemeClr val="tx1"/>
                                    </a:solidFill>
                                    <a:latin typeface="Cambria Math" panose="02040503050406030204" pitchFamily="18" charset="0"/>
                                  </a:rPr>
                                  <m:t>×</m:t>
                                </m:r>
                                <m:sSup>
                                  <m:sSupPr>
                                    <m:ctrlPr>
                                      <a:rPr lang="en-US" sz="1100" b="0" i="1" smtClean="0">
                                        <a:solidFill>
                                          <a:schemeClr val="tx1"/>
                                        </a:solidFill>
                                        <a:latin typeface="Cambria Math" panose="02040503050406030204" pitchFamily="18" charset="0"/>
                                      </a:rPr>
                                    </m:ctrlPr>
                                  </m:sSupPr>
                                  <m:e>
                                    <m:r>
                                      <a:rPr lang="en-GB" sz="1100" b="0" i="1" smtClean="0">
                                        <a:solidFill>
                                          <a:schemeClr val="tx1"/>
                                        </a:solidFill>
                                        <a:latin typeface="Cambria Math" panose="02040503050406030204" pitchFamily="18" charset="0"/>
                                      </a:rPr>
                                      <m:t>𝑦</m:t>
                                    </m:r>
                                  </m:e>
                                  <m:sup>
                                    <m:r>
                                      <a:rPr lang="en-US" sz="1100" b="0" i="1" smtClean="0">
                                        <a:solidFill>
                                          <a:schemeClr val="tx1"/>
                                        </a:solidFill>
                                        <a:latin typeface="Cambria Math" panose="02040503050406030204" pitchFamily="18" charset="0"/>
                                      </a:rPr>
                                      <m:t>2</m:t>
                                    </m:r>
                                  </m:sup>
                                </m:sSup>
                              </m:oMath>
                            </m:oMathPara>
                          </a14:m>
                          <a:endParaRPr lang="en-GB" sz="1100" b="0" dirty="0">
                            <a:solidFill>
                              <a:schemeClr val="tx1"/>
                            </a:solidFill>
                          </a:endParaRPr>
                        </a:p>
                        <a:p>
                          <a:endParaRPr lang="en-GB" sz="1100" b="0" dirty="0">
                            <a:solidFill>
                              <a:schemeClr val="tx1"/>
                            </a:solidFill>
                          </a:endParaRPr>
                        </a:p>
                        <a:p>
                          <a:endParaRPr lang="en-GB" sz="1100" b="0" dirty="0">
                            <a:solidFill>
                              <a:schemeClr val="tx1"/>
                            </a:solidFill>
                          </a:endParaRPr>
                        </a:p>
                        <a:p>
                          <a:endParaRPr lang="en-GB" sz="1100" b="0" dirty="0">
                            <a:solidFill>
                              <a:schemeClr val="tx1"/>
                            </a:solidFill>
                          </a:endParaRPr>
                        </a:p>
                        <a:p>
                          <a:endParaRPr lang="en-GB" sz="11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left"/>
                              </m:oMathParaPr>
                              <m:oMath xmlns:m="http://schemas.openxmlformats.org/officeDocument/2006/math">
                                <m:sSup>
                                  <m:sSupPr>
                                    <m:ctrlPr>
                                      <a:rPr lang="en-US" sz="1100" b="0" i="1" smtClean="0">
                                        <a:solidFill>
                                          <a:schemeClr val="tx1"/>
                                        </a:solidFill>
                                        <a:latin typeface="Cambria Math" panose="02040503050406030204" pitchFamily="18" charset="0"/>
                                      </a:rPr>
                                    </m:ctrlPr>
                                  </m:sSupPr>
                                  <m:e>
                                    <m:r>
                                      <a:rPr lang="en-GB" sz="1100" b="0" i="1" smtClean="0">
                                        <a:solidFill>
                                          <a:schemeClr val="tx1"/>
                                        </a:solidFill>
                                        <a:latin typeface="Cambria Math" panose="02040503050406030204" pitchFamily="18" charset="0"/>
                                      </a:rPr>
                                      <m:t>𝑦</m:t>
                                    </m:r>
                                  </m:e>
                                  <m:sup>
                                    <m:r>
                                      <a:rPr lang="en-GB" sz="1100" b="0" i="1" smtClean="0">
                                        <a:solidFill>
                                          <a:schemeClr val="tx1"/>
                                        </a:solidFill>
                                        <a:latin typeface="Cambria Math" panose="02040503050406030204" pitchFamily="18" charset="0"/>
                                      </a:rPr>
                                      <m:t>3</m:t>
                                    </m:r>
                                  </m:sup>
                                </m:sSup>
                              </m:oMath>
                            </m:oMathPara>
                          </a14:m>
                          <a:endParaRPr lang="en-GB" sz="1100" b="0" dirty="0">
                            <a:solidFill>
                              <a:schemeClr val="tx1"/>
                            </a:solidFill>
                          </a:endParaRPr>
                        </a:p>
                        <a:p>
                          <a:endParaRPr lang="en-GB" sz="1100" b="0" dirty="0">
                            <a:solidFill>
                              <a:schemeClr val="tx1"/>
                            </a:solidFill>
                          </a:endParaRPr>
                        </a:p>
                        <a:p>
                          <a:endParaRPr lang="en-GB" sz="1100" b="0" dirty="0">
                            <a:solidFill>
                              <a:schemeClr val="tx1"/>
                            </a:solidFill>
                          </a:endParaRPr>
                        </a:p>
                        <a:p>
                          <a:endParaRPr lang="en-GB" sz="1100" b="0" dirty="0">
                            <a:solidFill>
                              <a:schemeClr val="tx1"/>
                            </a:solidFill>
                          </a:endParaRPr>
                        </a:p>
                        <a:p>
                          <a:endParaRPr lang="en-GB" sz="1100" b="0" dirty="0">
                            <a:solidFill>
                              <a:schemeClr val="tx1"/>
                            </a:solidFill>
                          </a:endParaRPr>
                        </a:p>
                        <a:p>
                          <a:pPr/>
                          <a14:m>
                            <m:oMathPara xmlns:m="http://schemas.openxmlformats.org/officeDocument/2006/math">
                              <m:oMathParaPr>
                                <m:jc m:val="left"/>
                              </m:oMathParaPr>
                              <m:oMath xmlns:m="http://schemas.openxmlformats.org/officeDocument/2006/math">
                                <m:sSup>
                                  <m:sSupPr>
                                    <m:ctrlPr>
                                      <a:rPr lang="en-US" sz="1100" b="0" i="1" smtClean="0">
                                        <a:solidFill>
                                          <a:schemeClr val="tx1"/>
                                        </a:solidFill>
                                        <a:latin typeface="Cambria Math" panose="02040503050406030204" pitchFamily="18" charset="0"/>
                                      </a:rPr>
                                    </m:ctrlPr>
                                  </m:sSupPr>
                                  <m:e>
                                    <m:r>
                                      <a:rPr lang="en-US" sz="1100" b="0" i="1" smtClean="0">
                                        <a:solidFill>
                                          <a:schemeClr val="tx1"/>
                                        </a:solidFill>
                                        <a:latin typeface="Cambria Math" panose="02040503050406030204" pitchFamily="18" charset="0"/>
                                      </a:rPr>
                                      <m:t>𝑦</m:t>
                                    </m:r>
                                  </m:e>
                                  <m:sup>
                                    <m:r>
                                      <a:rPr lang="en-US" sz="1100" b="0" i="1" smtClean="0">
                                        <a:solidFill>
                                          <a:schemeClr val="tx1"/>
                                        </a:solidFill>
                                        <a:latin typeface="Cambria Math" panose="02040503050406030204" pitchFamily="18" charset="0"/>
                                      </a:rPr>
                                      <m:t>2</m:t>
                                    </m:r>
                                  </m:sup>
                                </m:sSup>
                                <m:r>
                                  <a:rPr lang="en-US" sz="1100" b="0" i="1" smtClean="0">
                                    <a:solidFill>
                                      <a:schemeClr val="tx1"/>
                                    </a:solidFill>
                                    <a:latin typeface="Cambria Math" panose="02040503050406030204" pitchFamily="18" charset="0"/>
                                  </a:rPr>
                                  <m:t>×</m:t>
                                </m:r>
                                <m:sSup>
                                  <m:sSupPr>
                                    <m:ctrlPr>
                                      <a:rPr lang="en-US" sz="1100" b="0" i="1" smtClean="0">
                                        <a:solidFill>
                                          <a:schemeClr val="tx1"/>
                                        </a:solidFill>
                                        <a:latin typeface="Cambria Math" panose="02040503050406030204" pitchFamily="18" charset="0"/>
                                      </a:rPr>
                                    </m:ctrlPr>
                                  </m:sSupPr>
                                  <m:e>
                                    <m:r>
                                      <a:rPr lang="en-US" sz="1100" b="0" i="1" smtClean="0">
                                        <a:solidFill>
                                          <a:schemeClr val="tx1"/>
                                        </a:solidFill>
                                        <a:latin typeface="Cambria Math" panose="02040503050406030204" pitchFamily="18" charset="0"/>
                                      </a:rPr>
                                      <m:t>𝑧</m:t>
                                    </m:r>
                                  </m:e>
                                  <m:sup>
                                    <m:r>
                                      <a:rPr lang="en-US" sz="1100" b="0" i="1" smtClean="0">
                                        <a:solidFill>
                                          <a:schemeClr val="tx1"/>
                                        </a:solidFill>
                                        <a:latin typeface="Cambria Math" panose="02040503050406030204" pitchFamily="18" charset="0"/>
                                      </a:rPr>
                                      <m:t>2</m:t>
                                    </m:r>
                                  </m:sup>
                                </m:sSup>
                              </m:oMath>
                            </m:oMathPara>
                          </a14:m>
                          <a:endParaRPr lang="en-GB" sz="1100" b="0" dirty="0">
                            <a:solidFill>
                              <a:schemeClr val="tx1"/>
                            </a:solidFill>
                          </a:endParaRPr>
                        </a:p>
                        <a:p>
                          <a:endParaRPr lang="en-GB" sz="1100" b="0" dirty="0">
                            <a:solidFill>
                              <a:schemeClr val="tx1"/>
                            </a:solidFill>
                          </a:endParaRPr>
                        </a:p>
                        <a:p>
                          <a:endParaRPr lang="en-GB" sz="1100" b="0" dirty="0">
                            <a:solidFill>
                              <a:schemeClr val="tx1"/>
                            </a:solidFill>
                          </a:endParaRPr>
                        </a:p>
                        <a:p>
                          <a:endParaRPr lang="en-GB" sz="1100" b="0" dirty="0">
                            <a:solidFill>
                              <a:schemeClr val="tx1"/>
                            </a:solidFill>
                          </a:endParaRPr>
                        </a:p>
                        <a:p>
                          <a:endParaRPr lang="en-GB" sz="1100" b="0" dirty="0">
                            <a:solidFill>
                              <a:schemeClr val="tx1"/>
                            </a:solidFill>
                          </a:endParaRPr>
                        </a:p>
                        <a:p>
                          <a:endParaRPr lang="en-GB" sz="11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left"/>
                              </m:oMathParaPr>
                              <m:oMath xmlns:m="http://schemas.openxmlformats.org/officeDocument/2006/math">
                                <m:sSup>
                                  <m:sSupPr>
                                    <m:ctrlPr>
                                      <a:rPr lang="en-US" sz="1100" b="0" i="1" smtClean="0">
                                        <a:solidFill>
                                          <a:schemeClr val="tx1"/>
                                        </a:solidFill>
                                        <a:latin typeface="Cambria Math" panose="02040503050406030204" pitchFamily="18" charset="0"/>
                                      </a:rPr>
                                    </m:ctrlPr>
                                  </m:sSupPr>
                                  <m:e>
                                    <m:r>
                                      <a:rPr lang="en-US" sz="1100" b="0" i="1" smtClean="0">
                                        <a:solidFill>
                                          <a:schemeClr val="tx1"/>
                                        </a:solidFill>
                                        <a:latin typeface="Cambria Math" panose="02040503050406030204" pitchFamily="18" charset="0"/>
                                      </a:rPr>
                                      <m:t>𝑎</m:t>
                                    </m:r>
                                  </m:e>
                                  <m:sup>
                                    <m:r>
                                      <a:rPr lang="en-GB" sz="1100" b="0" i="1" smtClean="0">
                                        <a:solidFill>
                                          <a:schemeClr val="tx1"/>
                                        </a:solidFill>
                                        <a:latin typeface="Cambria Math" panose="02040503050406030204" pitchFamily="18" charset="0"/>
                                      </a:rPr>
                                      <m:t>2</m:t>
                                    </m:r>
                                  </m:sup>
                                </m:sSup>
                              </m:oMath>
                            </m:oMathPara>
                          </a14:m>
                          <a:endParaRPr lang="en-GB" sz="1100" b="0" dirty="0">
                            <a:solidFill>
                              <a:schemeClr val="tx1"/>
                            </a:solidFill>
                          </a:endParaRPr>
                        </a:p>
                        <a:p>
                          <a:endParaRPr lang="en-GB" sz="1100" b="0" dirty="0">
                            <a:solidFill>
                              <a:schemeClr val="tx1"/>
                            </a:solidFill>
                          </a:endParaRPr>
                        </a:p>
                        <a:p>
                          <a:endParaRPr lang="en-GB" sz="1100" b="0" dirty="0">
                            <a:solidFill>
                              <a:schemeClr val="tx1"/>
                            </a:solidFill>
                          </a:endParaRPr>
                        </a:p>
                        <a:p>
                          <a:endParaRPr lang="en-GB" sz="1100" b="0" dirty="0">
                            <a:solidFill>
                              <a:schemeClr val="tx1"/>
                            </a:solidFill>
                          </a:endParaRPr>
                        </a:p>
                        <a:p>
                          <a:endParaRPr lang="en-GB" sz="1100" b="0" dirty="0">
                            <a:solidFill>
                              <a:schemeClr val="tx1"/>
                            </a:solidFill>
                          </a:endParaRPr>
                        </a:p>
                        <a:p>
                          <a:pPr/>
                          <a14:m>
                            <m:oMathPara xmlns:m="http://schemas.openxmlformats.org/officeDocument/2006/math">
                              <m:oMathParaPr>
                                <m:jc m:val="left"/>
                              </m:oMathParaPr>
                              <m:oMath xmlns:m="http://schemas.openxmlformats.org/officeDocument/2006/math">
                                <m:sSup>
                                  <m:sSupPr>
                                    <m:ctrlPr>
                                      <a:rPr lang="en-US" sz="1100" b="0" i="1" smtClean="0">
                                        <a:solidFill>
                                          <a:schemeClr val="tx1"/>
                                        </a:solidFill>
                                        <a:latin typeface="Cambria Math" panose="02040503050406030204" pitchFamily="18" charset="0"/>
                                      </a:rPr>
                                    </m:ctrlPr>
                                  </m:sSupPr>
                                  <m:e>
                                    <m:r>
                                      <a:rPr lang="en-US" sz="1100" b="0" i="1" smtClean="0">
                                        <a:solidFill>
                                          <a:schemeClr val="tx1"/>
                                        </a:solidFill>
                                        <a:latin typeface="Cambria Math" panose="02040503050406030204" pitchFamily="18" charset="0"/>
                                      </a:rPr>
                                      <m:t>𝑎</m:t>
                                    </m:r>
                                  </m:e>
                                  <m:sup>
                                    <m:r>
                                      <a:rPr lang="en-US" sz="1100" b="0" i="1" smtClean="0">
                                        <a:solidFill>
                                          <a:schemeClr val="tx1"/>
                                        </a:solidFill>
                                        <a:latin typeface="Cambria Math" panose="02040503050406030204" pitchFamily="18" charset="0"/>
                                      </a:rPr>
                                      <m:t>3</m:t>
                                    </m:r>
                                  </m:sup>
                                </m:sSup>
                                <m:r>
                                  <a:rPr lang="en-US" sz="1100" b="0" i="1" smtClean="0">
                                    <a:solidFill>
                                      <a:schemeClr val="tx1"/>
                                    </a:solidFill>
                                    <a:latin typeface="Cambria Math" panose="02040503050406030204" pitchFamily="18" charset="0"/>
                                  </a:rPr>
                                  <m:t>×</m:t>
                                </m:r>
                                <m:sSup>
                                  <m:sSupPr>
                                    <m:ctrlPr>
                                      <a:rPr lang="en-US" sz="1100" b="0" i="1" smtClean="0">
                                        <a:solidFill>
                                          <a:schemeClr val="tx1"/>
                                        </a:solidFill>
                                        <a:latin typeface="Cambria Math" panose="02040503050406030204" pitchFamily="18" charset="0"/>
                                      </a:rPr>
                                    </m:ctrlPr>
                                  </m:sSupPr>
                                  <m:e>
                                    <m:r>
                                      <a:rPr lang="en-US" sz="1100" b="0" i="1" smtClean="0">
                                        <a:solidFill>
                                          <a:schemeClr val="tx1"/>
                                        </a:solidFill>
                                        <a:latin typeface="Cambria Math" panose="02040503050406030204" pitchFamily="18" charset="0"/>
                                      </a:rPr>
                                      <m:t>𝑏</m:t>
                                    </m:r>
                                  </m:e>
                                  <m:sup>
                                    <m:r>
                                      <a:rPr lang="en-US" sz="1100" b="0" i="1" smtClean="0">
                                        <a:solidFill>
                                          <a:schemeClr val="tx1"/>
                                        </a:solidFill>
                                        <a:latin typeface="Cambria Math" panose="02040503050406030204" pitchFamily="18" charset="0"/>
                                      </a:rPr>
                                      <m:t>4</m:t>
                                    </m:r>
                                  </m:sup>
                                </m:sSup>
                              </m:oMath>
                            </m:oMathPara>
                          </a14:m>
                          <a:endParaRPr lang="en-GB" sz="11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0818243"/>
                      </a:ext>
                    </a:extLst>
                  </a:tr>
                </a:tbl>
              </a:graphicData>
            </a:graphic>
          </p:graphicFrame>
        </mc:Choice>
        <mc:Fallback xmlns="">
          <p:graphicFrame>
            <p:nvGraphicFramePr>
              <p:cNvPr id="4" name="Table 3">
                <a:extLst>
                  <a:ext uri="{FF2B5EF4-FFF2-40B4-BE49-F238E27FC236}">
                    <a16:creationId xmlns:a16="http://schemas.microsoft.com/office/drawing/2014/main" id="{BDFB7863-0BD9-A891-5643-ECE2CCFE20E1}"/>
                  </a:ext>
                </a:extLst>
              </p:cNvPr>
              <p:cNvGraphicFramePr>
                <a:graphicFrameLocks noGrp="1"/>
              </p:cNvGraphicFramePr>
              <p:nvPr>
                <p:extLst>
                  <p:ext uri="{D42A27DB-BD31-4B8C-83A1-F6EECF244321}">
                    <p14:modId xmlns:p14="http://schemas.microsoft.com/office/powerpoint/2010/main" val="687435688"/>
                  </p:ext>
                </p:extLst>
              </p:nvPr>
            </p:nvGraphicFramePr>
            <p:xfrm>
              <a:off x="139225" y="3679242"/>
              <a:ext cx="6597056" cy="2194560"/>
            </p:xfrm>
            <a:graphic>
              <a:graphicData uri="http://schemas.openxmlformats.org/drawingml/2006/table">
                <a:tbl>
                  <a:tblPr firstRow="1" bandRow="1">
                    <a:tableStyleId>{5C22544A-7EE6-4342-B048-85BDC9FD1C3A}</a:tableStyleId>
                  </a:tblPr>
                  <a:tblGrid>
                    <a:gridCol w="1386909">
                      <a:extLst>
                        <a:ext uri="{9D8B030D-6E8A-4147-A177-3AD203B41FA5}">
                          <a16:colId xmlns:a16="http://schemas.microsoft.com/office/drawing/2014/main" val="1568142362"/>
                        </a:ext>
                      </a:extLst>
                    </a:gridCol>
                    <a:gridCol w="1689904">
                      <a:extLst>
                        <a:ext uri="{9D8B030D-6E8A-4147-A177-3AD203B41FA5}">
                          <a16:colId xmlns:a16="http://schemas.microsoft.com/office/drawing/2014/main" val="3551711160"/>
                        </a:ext>
                      </a:extLst>
                    </a:gridCol>
                    <a:gridCol w="1828800">
                      <a:extLst>
                        <a:ext uri="{9D8B030D-6E8A-4147-A177-3AD203B41FA5}">
                          <a16:colId xmlns:a16="http://schemas.microsoft.com/office/drawing/2014/main" val="125684145"/>
                        </a:ext>
                      </a:extLst>
                    </a:gridCol>
                    <a:gridCol w="1691443">
                      <a:extLst>
                        <a:ext uri="{9D8B030D-6E8A-4147-A177-3AD203B41FA5}">
                          <a16:colId xmlns:a16="http://schemas.microsoft.com/office/drawing/2014/main" val="3300851661"/>
                        </a:ext>
                      </a:extLst>
                    </a:gridCol>
                  </a:tblGrid>
                  <a:tr h="259080">
                    <a:tc>
                      <a:txBody>
                        <a:bodyPr/>
                        <a:lstStyle/>
                        <a:p>
                          <a:r>
                            <a:rPr lang="en-US" sz="1100" dirty="0">
                              <a:solidFill>
                                <a:schemeClr val="tx1"/>
                              </a:solidFill>
                            </a:rPr>
                            <a:t>Steps</a:t>
                          </a:r>
                          <a:endParaRPr lang="en-GB"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sz="1100" dirty="0">
                              <a:solidFill>
                                <a:schemeClr val="tx1"/>
                              </a:solidFill>
                            </a:rPr>
                            <a:t>Express </a:t>
                          </a:r>
                          <a:r>
                            <a:rPr lang="en-GB" sz="1100" dirty="0">
                              <a:solidFill>
                                <a:schemeClr val="tx1"/>
                              </a:solidFill>
                            </a:rPr>
                            <a:t>in</a:t>
                          </a:r>
                          <a:r>
                            <a:rPr lang="en-GB" sz="1100" baseline="0" dirty="0">
                              <a:solidFill>
                                <a:schemeClr val="tx1"/>
                              </a:solidFill>
                            </a:rPr>
                            <a:t> expanded form</a:t>
                          </a:r>
                          <a:endParaRPr lang="en-GB" sz="11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en-GB" sz="11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en-GB" sz="1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7794082"/>
                      </a:ext>
                    </a:extLst>
                  </a:tr>
                  <a:tr h="1935480">
                    <a:tc>
                      <a:txBody>
                        <a:bodyPr/>
                        <a:lstStyle/>
                        <a:p>
                          <a:pPr marL="0" marR="0" lvl="0" indent="0" algn="l" defTabSz="685800" rtl="0" eaLnBrk="1" fontAlgn="auto" latinLnBrk="0" hangingPunct="1">
                            <a:lnSpc>
                              <a:spcPct val="100000"/>
                            </a:lnSpc>
                            <a:spcBef>
                              <a:spcPts val="0"/>
                            </a:spcBef>
                            <a:spcAft>
                              <a:spcPts val="0"/>
                            </a:spcAft>
                            <a:buClrTx/>
                            <a:buSzTx/>
                            <a:buFont typeface="+mj-lt"/>
                            <a:buNone/>
                            <a:tabLst/>
                            <a:defRPr/>
                          </a:pPr>
                          <a:r>
                            <a:rPr lang="en-US" sz="1100" dirty="0">
                              <a:solidFill>
                                <a:schemeClr val="tx1"/>
                              </a:solidFill>
                            </a:rPr>
                            <a:t>1)</a:t>
                          </a:r>
                          <a:r>
                            <a:rPr lang="en-US" sz="1100" baseline="0" dirty="0">
                              <a:solidFill>
                                <a:schemeClr val="tx1"/>
                              </a:solidFill>
                            </a:rPr>
                            <a:t> Look at the index of each base (number or letter), </a:t>
                          </a:r>
                          <a:r>
                            <a:rPr lang="en-GB" sz="1100" baseline="0" dirty="0">
                              <a:solidFill>
                                <a:schemeClr val="tx1"/>
                              </a:solidFill>
                            </a:rPr>
                            <a:t>write out that many of the value as a product</a:t>
                          </a:r>
                          <a:endParaRPr lang="en-GB" sz="1100" dirty="0">
                            <a:solidFill>
                              <a:schemeClr val="tx1"/>
                            </a:solidFill>
                          </a:endParaRPr>
                        </a:p>
                        <a:p>
                          <a:pPr marL="0" marR="0" indent="0" algn="l" defTabSz="685800" rtl="0" eaLnBrk="1" fontAlgn="auto" latinLnBrk="0" hangingPunct="1">
                            <a:lnSpc>
                              <a:spcPct val="100000"/>
                            </a:lnSpc>
                            <a:spcBef>
                              <a:spcPts val="0"/>
                            </a:spcBef>
                            <a:spcAft>
                              <a:spcPts val="0"/>
                            </a:spcAft>
                            <a:buClrTx/>
                            <a:buSzTx/>
                            <a:buFont typeface="+mj-lt"/>
                            <a:buNone/>
                            <a:tabLst/>
                            <a:defRPr/>
                          </a:pPr>
                          <a:endParaRPr lang="en-GB"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82374" t="-13836" r="-208633" b="-629"/>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69000" t="-13836" r="-93333" b="-629"/>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90288" t="-13836" r="-719" b="-629"/>
                          </a:stretch>
                        </a:blipFill>
                      </a:tcPr>
                    </a:tc>
                    <a:extLst>
                      <a:ext uri="{0D108BD9-81ED-4DB2-BD59-A6C34878D82A}">
                        <a16:rowId xmlns:a16="http://schemas.microsoft.com/office/drawing/2014/main" val="2270818243"/>
                      </a:ext>
                    </a:extLst>
                  </a:tr>
                </a:tbl>
              </a:graphicData>
            </a:graphic>
          </p:graphicFrame>
        </mc:Fallback>
      </mc:AlternateContent>
      <p:sp>
        <p:nvSpPr>
          <p:cNvPr id="9" name="TextBox 8">
            <a:extLst>
              <a:ext uri="{FF2B5EF4-FFF2-40B4-BE49-F238E27FC236}">
                <a16:creationId xmlns:a16="http://schemas.microsoft.com/office/drawing/2014/main" id="{2F19F897-BEF5-2B46-B2A3-99CD362FDA6E}"/>
              </a:ext>
            </a:extLst>
          </p:cNvPr>
          <p:cNvSpPr txBox="1"/>
          <p:nvPr/>
        </p:nvSpPr>
        <p:spPr>
          <a:xfrm>
            <a:off x="1208452" y="5971148"/>
            <a:ext cx="2487732"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4. Write these out in expanded form.</a:t>
            </a:r>
          </a:p>
        </p:txBody>
      </p:sp>
      <p:sp>
        <p:nvSpPr>
          <p:cNvPr id="10" name="TextBox 9">
            <a:extLst>
              <a:ext uri="{FF2B5EF4-FFF2-40B4-BE49-F238E27FC236}">
                <a16:creationId xmlns:a16="http://schemas.microsoft.com/office/drawing/2014/main" id="{D0FDD4AE-2B24-4D94-728D-AB3080EAD85F}"/>
              </a:ext>
            </a:extLst>
          </p:cNvPr>
          <p:cNvSpPr txBox="1"/>
          <p:nvPr/>
        </p:nvSpPr>
        <p:spPr>
          <a:xfrm>
            <a:off x="1903497" y="3380623"/>
            <a:ext cx="1284326" cy="261610"/>
          </a:xfrm>
          <a:prstGeom prst="rect">
            <a:avLst/>
          </a:prstGeom>
          <a:noFill/>
          <a:ln>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1" u="none" strike="noStrike" kern="1200" cap="none" spc="0" normalizeH="0" baseline="0" noProof="0" dirty="0">
                <a:ln>
                  <a:noFill/>
                </a:ln>
                <a:solidFill>
                  <a:srgbClr val="FF0000"/>
                </a:solidFill>
                <a:effectLst/>
                <a:uLnTx/>
                <a:uFillTx/>
                <a:latin typeface="Calibri" panose="020F0502020204030204"/>
                <a:ea typeface="+mn-ea"/>
                <a:cs typeface="+mn-cs"/>
              </a:rPr>
              <a:t>Example 10 - I do…</a:t>
            </a:r>
          </a:p>
        </p:txBody>
      </p:sp>
      <p:sp>
        <p:nvSpPr>
          <p:cNvPr id="11" name="TextBox 10">
            <a:extLst>
              <a:ext uri="{FF2B5EF4-FFF2-40B4-BE49-F238E27FC236}">
                <a16:creationId xmlns:a16="http://schemas.microsoft.com/office/drawing/2014/main" id="{3A314971-53AB-2BDD-61A2-029E05E8212E}"/>
              </a:ext>
            </a:extLst>
          </p:cNvPr>
          <p:cNvSpPr txBox="1"/>
          <p:nvPr/>
        </p:nvSpPr>
        <p:spPr>
          <a:xfrm>
            <a:off x="3403378" y="3394879"/>
            <a:ext cx="1444626" cy="261610"/>
          </a:xfrm>
          <a:prstGeom prst="rect">
            <a:avLst/>
          </a:prstGeom>
          <a:noFill/>
          <a:ln>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1" u="none" strike="noStrike" kern="1200" cap="none" spc="0" normalizeH="0" baseline="0" noProof="0" dirty="0">
                <a:ln>
                  <a:noFill/>
                </a:ln>
                <a:solidFill>
                  <a:srgbClr val="FF8601"/>
                </a:solidFill>
                <a:effectLst/>
                <a:uLnTx/>
                <a:uFillTx/>
                <a:latin typeface="Calibri" panose="020F0502020204030204"/>
                <a:ea typeface="+mn-ea"/>
                <a:cs typeface="+mn-cs"/>
              </a:rPr>
              <a:t>Example 11 - We do…</a:t>
            </a:r>
          </a:p>
        </p:txBody>
      </p:sp>
      <p:sp>
        <p:nvSpPr>
          <p:cNvPr id="12" name="TextBox 11">
            <a:extLst>
              <a:ext uri="{FF2B5EF4-FFF2-40B4-BE49-F238E27FC236}">
                <a16:creationId xmlns:a16="http://schemas.microsoft.com/office/drawing/2014/main" id="{6C805D4F-1137-95BE-0032-3CAEE8F522DD}"/>
              </a:ext>
            </a:extLst>
          </p:cNvPr>
          <p:cNvSpPr txBox="1"/>
          <p:nvPr/>
        </p:nvSpPr>
        <p:spPr>
          <a:xfrm>
            <a:off x="5072698" y="3380623"/>
            <a:ext cx="1468672" cy="261610"/>
          </a:xfrm>
          <a:prstGeom prst="rect">
            <a:avLst/>
          </a:prstGeom>
          <a:noFill/>
          <a:ln>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1" u="none" strike="noStrike" kern="1200" cap="none" spc="0" normalizeH="0" baseline="0" noProof="0" dirty="0">
                <a:ln>
                  <a:noFill/>
                </a:ln>
                <a:solidFill>
                  <a:srgbClr val="00B050"/>
                </a:solidFill>
                <a:effectLst/>
                <a:uLnTx/>
                <a:uFillTx/>
                <a:latin typeface="Calibri" panose="020F0502020204030204"/>
                <a:ea typeface="+mn-ea"/>
                <a:cs typeface="+mn-cs"/>
              </a:rPr>
              <a:t>Example 12 - You do…</a:t>
            </a:r>
          </a:p>
        </p:txBody>
      </p:sp>
      <p:sp>
        <p:nvSpPr>
          <p:cNvPr id="13" name="Rectangle 12">
            <a:extLst>
              <a:ext uri="{FF2B5EF4-FFF2-40B4-BE49-F238E27FC236}">
                <a16:creationId xmlns:a16="http://schemas.microsoft.com/office/drawing/2014/main" id="{62DD76BB-B23D-13AE-A2B7-1046FF0E7CE3}"/>
              </a:ext>
            </a:extLst>
          </p:cNvPr>
          <p:cNvSpPr/>
          <p:nvPr/>
        </p:nvSpPr>
        <p:spPr>
          <a:xfrm>
            <a:off x="114704" y="5921585"/>
            <a:ext cx="1064816" cy="353890"/>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prstClr val="white"/>
                </a:solidFill>
                <a:effectLst/>
                <a:uLnTx/>
                <a:uFillTx/>
                <a:latin typeface="Calibri" panose="020F0502020204030204"/>
                <a:ea typeface="+mn-ea"/>
                <a:cs typeface="+mn-cs"/>
              </a:rPr>
              <a:t>INDEPENDENT PRACTICE</a:t>
            </a:r>
          </a:p>
        </p:txBody>
      </p:sp>
      <mc:AlternateContent xmlns:mc="http://schemas.openxmlformats.org/markup-compatibility/2006" xmlns:a14="http://schemas.microsoft.com/office/drawing/2010/main">
        <mc:Choice Requires="a14">
          <p:graphicFrame>
            <p:nvGraphicFramePr>
              <p:cNvPr id="15" name="Table 42">
                <a:extLst>
                  <a:ext uri="{FF2B5EF4-FFF2-40B4-BE49-F238E27FC236}">
                    <a16:creationId xmlns:a16="http://schemas.microsoft.com/office/drawing/2014/main" id="{FD53E6EF-8DBF-A01F-B995-159CC17372F3}"/>
                  </a:ext>
                </a:extLst>
              </p:cNvPr>
              <p:cNvGraphicFramePr>
                <a:graphicFrameLocks noGrp="1"/>
              </p:cNvGraphicFramePr>
              <p:nvPr/>
            </p:nvGraphicFramePr>
            <p:xfrm>
              <a:off x="149079" y="6355754"/>
              <a:ext cx="6587202" cy="3184304"/>
            </p:xfrm>
            <a:graphic>
              <a:graphicData uri="http://schemas.openxmlformats.org/drawingml/2006/table">
                <a:tbl>
                  <a:tblPr>
                    <a:tableStyleId>{073A0DAA-6AF3-43AB-8588-CEC1D06C72B9}</a:tableStyleId>
                  </a:tblPr>
                  <a:tblGrid>
                    <a:gridCol w="3293601">
                      <a:extLst>
                        <a:ext uri="{9D8B030D-6E8A-4147-A177-3AD203B41FA5}">
                          <a16:colId xmlns:a16="http://schemas.microsoft.com/office/drawing/2014/main" val="282097438"/>
                        </a:ext>
                      </a:extLst>
                    </a:gridCol>
                    <a:gridCol w="3293601">
                      <a:extLst>
                        <a:ext uri="{9D8B030D-6E8A-4147-A177-3AD203B41FA5}">
                          <a16:colId xmlns:a16="http://schemas.microsoft.com/office/drawing/2014/main" val="4032636177"/>
                        </a:ext>
                      </a:extLst>
                    </a:gridCol>
                  </a:tblGrid>
                  <a:tr h="647304">
                    <a:tc>
                      <a:txBody>
                        <a:bodyPr/>
                        <a:lstStyle/>
                        <a:p>
                          <a:r>
                            <a:rPr lang="en-US" sz="1200" dirty="0"/>
                            <a:t>a) </a:t>
                          </a:r>
                          <a14:m>
                            <m:oMath xmlns:m="http://schemas.openxmlformats.org/officeDocument/2006/math">
                              <m:sSup>
                                <m:sSupPr>
                                  <m:ctrlPr>
                                    <a:rPr lang="en-US" sz="1200" i="1">
                                      <a:latin typeface="Cambria Math" panose="02040503050406030204" pitchFamily="18" charset="0"/>
                                    </a:rPr>
                                  </m:ctrlPr>
                                </m:sSupPr>
                                <m:e>
                                  <m:r>
                                    <a:rPr lang="en-US" sz="1200" i="1">
                                      <a:latin typeface="Cambria Math" panose="02040503050406030204" pitchFamily="18" charset="0"/>
                                    </a:rPr>
                                    <m:t>𝑥</m:t>
                                  </m:r>
                                </m:e>
                                <m:sup>
                                  <m:r>
                                    <a:rPr lang="en-US" sz="1200" i="1">
                                      <a:latin typeface="Cambria Math" panose="02040503050406030204" pitchFamily="18" charset="0"/>
                                    </a:rPr>
                                    <m:t>3</m:t>
                                  </m:r>
                                </m:sup>
                              </m:sSup>
                            </m:oMath>
                          </a14:m>
                          <a:endParaRPr lang="en-GB"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dirty="0"/>
                            <a:t>b)  </a:t>
                          </a:r>
                          <a14:m>
                            <m:oMath xmlns:m="http://schemas.openxmlformats.org/officeDocument/2006/math">
                              <m:sSup>
                                <m:sSupPr>
                                  <m:ctrlPr>
                                    <a:rPr lang="en-US" sz="1200" i="1" smtClean="0">
                                      <a:latin typeface="Cambria Math" panose="02040503050406030204" pitchFamily="18" charset="0"/>
                                    </a:rPr>
                                  </m:ctrlPr>
                                </m:sSupPr>
                                <m:e>
                                  <m:r>
                                    <a:rPr lang="en-US" sz="1200" i="1">
                                      <a:latin typeface="Cambria Math" panose="02040503050406030204" pitchFamily="18" charset="0"/>
                                    </a:rPr>
                                    <m:t>𝑦</m:t>
                                  </m:r>
                                </m:e>
                                <m:sup>
                                  <m:r>
                                    <a:rPr lang="en-US" sz="1200" i="1">
                                      <a:latin typeface="Cambria Math" panose="02040503050406030204" pitchFamily="18" charset="0"/>
                                    </a:rPr>
                                    <m:t>4</m:t>
                                  </m:r>
                                </m:sup>
                              </m:sSup>
                            </m:oMath>
                          </a14:m>
                          <a:endParaRPr lang="en-GB"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53237727"/>
                      </a:ext>
                    </a:extLst>
                  </a:tr>
                  <a:tr h="558984">
                    <a:tc>
                      <a:txBody>
                        <a:bodyPr/>
                        <a:lstStyle/>
                        <a:p>
                          <a:r>
                            <a:rPr lang="en-US" sz="1200" dirty="0"/>
                            <a:t>c)  </a:t>
                          </a:r>
                          <a14:m>
                            <m:oMath xmlns:m="http://schemas.openxmlformats.org/officeDocument/2006/math">
                              <m:sSup>
                                <m:sSupPr>
                                  <m:ctrlPr>
                                    <a:rPr lang="en-US" sz="1200" i="1" smtClean="0">
                                      <a:latin typeface="Cambria Math" panose="02040503050406030204" pitchFamily="18" charset="0"/>
                                    </a:rPr>
                                  </m:ctrlPr>
                                </m:sSupPr>
                                <m:e>
                                  <m:r>
                                    <a:rPr lang="en-US" sz="1200" b="0" i="1" smtClean="0">
                                      <a:latin typeface="Cambria Math" panose="02040503050406030204" pitchFamily="18" charset="0"/>
                                    </a:rPr>
                                    <m:t>𝑚</m:t>
                                  </m:r>
                                </m:e>
                                <m:sup>
                                  <m:r>
                                    <a:rPr lang="en-US" sz="1200" i="1">
                                      <a:latin typeface="Cambria Math" panose="02040503050406030204" pitchFamily="18" charset="0"/>
                                    </a:rPr>
                                    <m:t>4</m:t>
                                  </m:r>
                                </m:sup>
                              </m:sSup>
                            </m:oMath>
                          </a14:m>
                          <a:endParaRPr lang="en-GB"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200" dirty="0"/>
                            <a:t>d) </a:t>
                          </a:r>
                          <a14:m>
                            <m:oMath xmlns:m="http://schemas.openxmlformats.org/officeDocument/2006/math">
                              <m:sSup>
                                <m:sSupPr>
                                  <m:ctrlPr>
                                    <a:rPr lang="en-US" sz="1200" i="1">
                                      <a:latin typeface="Cambria Math" panose="02040503050406030204" pitchFamily="18" charset="0"/>
                                    </a:rPr>
                                  </m:ctrlPr>
                                </m:sSupPr>
                                <m:e>
                                  <m:r>
                                    <a:rPr lang="en-US" sz="1200" i="1">
                                      <a:latin typeface="Cambria Math" panose="02040503050406030204" pitchFamily="18" charset="0"/>
                                    </a:rPr>
                                    <m:t>𝑧</m:t>
                                  </m:r>
                                </m:e>
                                <m:sup>
                                  <m:r>
                                    <a:rPr lang="en-US" sz="1200" i="1">
                                      <a:latin typeface="Cambria Math" panose="02040503050406030204" pitchFamily="18" charset="0"/>
                                    </a:rPr>
                                    <m:t>3</m:t>
                                  </m:r>
                                </m:sup>
                              </m:sSup>
                              <m:r>
                                <a:rPr lang="en-US" sz="1200" i="1">
                                  <a:latin typeface="Cambria Math" panose="02040503050406030204" pitchFamily="18" charset="0"/>
                                </a:rPr>
                                <m:t>×</m:t>
                              </m:r>
                              <m:sSup>
                                <m:sSupPr>
                                  <m:ctrlPr>
                                    <a:rPr lang="en-US" sz="1200" i="1">
                                      <a:latin typeface="Cambria Math" panose="02040503050406030204" pitchFamily="18" charset="0"/>
                                    </a:rPr>
                                  </m:ctrlPr>
                                </m:sSupPr>
                                <m:e>
                                  <m:r>
                                    <a:rPr lang="en-US" sz="1200" i="1">
                                      <a:latin typeface="Cambria Math" panose="02040503050406030204" pitchFamily="18" charset="0"/>
                                    </a:rPr>
                                    <m:t>𝑤</m:t>
                                  </m:r>
                                </m:e>
                                <m:sup>
                                  <m:r>
                                    <a:rPr lang="en-US" sz="1200" i="1">
                                      <a:latin typeface="Cambria Math" panose="02040503050406030204" pitchFamily="18" charset="0"/>
                                    </a:rPr>
                                    <m:t>4</m:t>
                                  </m:r>
                                </m:sup>
                              </m:sSup>
                            </m:oMath>
                          </a14:m>
                          <a:endParaRPr lang="en-GB"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35394964"/>
                      </a:ext>
                    </a:extLst>
                  </a:tr>
                  <a:tr h="558984">
                    <a:tc>
                      <a:txBody>
                        <a:bodyPr/>
                        <a:lstStyle/>
                        <a:p>
                          <a:r>
                            <a:rPr lang="en-GB" sz="1200" dirty="0"/>
                            <a:t>e) </a:t>
                          </a:r>
                          <a14:m>
                            <m:oMath xmlns:m="http://schemas.openxmlformats.org/officeDocument/2006/math">
                              <m:sSup>
                                <m:sSupPr>
                                  <m:ctrlPr>
                                    <a:rPr lang="en-US" sz="1200" i="1" smtClean="0">
                                      <a:latin typeface="Cambria Math" panose="02040503050406030204" pitchFamily="18" charset="0"/>
                                    </a:rPr>
                                  </m:ctrlPr>
                                </m:sSupPr>
                                <m:e>
                                  <m:r>
                                    <a:rPr lang="en-GB" sz="1200" b="0" i="1" smtClean="0">
                                      <a:latin typeface="Cambria Math" panose="02040503050406030204" pitchFamily="18" charset="0"/>
                                    </a:rPr>
                                    <m:t>𝑎</m:t>
                                  </m:r>
                                </m:e>
                                <m:sup>
                                  <m:r>
                                    <a:rPr lang="en-GB" sz="1200" b="0" i="1" smtClean="0">
                                      <a:latin typeface="Cambria Math" panose="02040503050406030204" pitchFamily="18" charset="0"/>
                                    </a:rPr>
                                    <m:t>5</m:t>
                                  </m:r>
                                </m:sup>
                              </m:sSup>
                              <m:r>
                                <a:rPr lang="en-US" sz="1200" i="1">
                                  <a:latin typeface="Cambria Math" panose="02040503050406030204" pitchFamily="18" charset="0"/>
                                </a:rPr>
                                <m:t>×</m:t>
                              </m:r>
                              <m:r>
                                <a:rPr lang="en-GB" sz="1200" b="0" i="1" smtClean="0">
                                  <a:latin typeface="Cambria Math" panose="02040503050406030204" pitchFamily="18" charset="0"/>
                                </a:rPr>
                                <m:t>𝑏</m:t>
                              </m:r>
                            </m:oMath>
                          </a14:m>
                          <a:endParaRPr lang="en-GB"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sz="1200" dirty="0"/>
                            <a:t>f) </a:t>
                          </a:r>
                          <a14:m>
                            <m:oMath xmlns:m="http://schemas.openxmlformats.org/officeDocument/2006/math">
                              <m:sSup>
                                <m:sSupPr>
                                  <m:ctrlPr>
                                    <a:rPr lang="en-US" sz="1200" i="1" smtClean="0">
                                      <a:latin typeface="Cambria Math" panose="02040503050406030204" pitchFamily="18" charset="0"/>
                                    </a:rPr>
                                  </m:ctrlPr>
                                </m:sSupPr>
                                <m:e>
                                  <m:r>
                                    <a:rPr lang="en-GB" sz="1200" b="0" i="1" smtClean="0">
                                      <a:latin typeface="Cambria Math" panose="02040503050406030204" pitchFamily="18" charset="0"/>
                                    </a:rPr>
                                    <m:t>𝑐</m:t>
                                  </m:r>
                                </m:e>
                                <m:sup>
                                  <m:r>
                                    <a:rPr lang="en-US" sz="1200" i="1">
                                      <a:latin typeface="Cambria Math" panose="02040503050406030204" pitchFamily="18" charset="0"/>
                                    </a:rPr>
                                    <m:t>3</m:t>
                                  </m:r>
                                </m:sup>
                              </m:sSup>
                              <m:r>
                                <a:rPr lang="en-US" sz="1200" i="1">
                                  <a:latin typeface="Cambria Math" panose="02040503050406030204" pitchFamily="18" charset="0"/>
                                </a:rPr>
                                <m:t>×</m:t>
                              </m:r>
                              <m:sSup>
                                <m:sSupPr>
                                  <m:ctrlPr>
                                    <a:rPr lang="en-US" sz="1200" i="1">
                                      <a:latin typeface="Cambria Math" panose="02040503050406030204" pitchFamily="18" charset="0"/>
                                    </a:rPr>
                                  </m:ctrlPr>
                                </m:sSupPr>
                                <m:e>
                                  <m:r>
                                    <a:rPr lang="en-GB" sz="1200" b="0" i="1" smtClean="0">
                                      <a:latin typeface="Cambria Math" panose="02040503050406030204" pitchFamily="18" charset="0"/>
                                    </a:rPr>
                                    <m:t>𝑑</m:t>
                                  </m:r>
                                </m:e>
                                <m:sup>
                                  <m:r>
                                    <a:rPr lang="en-GB" sz="1200" b="0" i="1" smtClean="0">
                                      <a:latin typeface="Cambria Math" panose="02040503050406030204" pitchFamily="18" charset="0"/>
                                    </a:rPr>
                                    <m:t>2</m:t>
                                  </m:r>
                                </m:sup>
                              </m:sSup>
                            </m:oMath>
                          </a14:m>
                          <a:endParaRPr lang="en-GB"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73727349"/>
                      </a:ext>
                    </a:extLst>
                  </a:tr>
                  <a:tr h="558984">
                    <a:tc>
                      <a:txBody>
                        <a:bodyPr/>
                        <a:lstStyle/>
                        <a:p>
                          <a:r>
                            <a:rPr lang="en-GB" sz="1200" dirty="0"/>
                            <a:t>g) </a:t>
                          </a:r>
                          <a14:m>
                            <m:oMath xmlns:m="http://schemas.openxmlformats.org/officeDocument/2006/math">
                              <m:r>
                                <m:rPr>
                                  <m:sty m:val="p"/>
                                </m:rPr>
                                <a:rPr lang="en-GB" sz="1200" b="0" i="0" smtClean="0">
                                  <a:latin typeface="Cambria Math" panose="02040503050406030204" pitchFamily="18" charset="0"/>
                                </a:rPr>
                                <m:t>a</m:t>
                              </m:r>
                              <m:r>
                                <a:rPr lang="en-US" sz="1200" i="1">
                                  <a:latin typeface="Cambria Math" panose="02040503050406030204" pitchFamily="18" charset="0"/>
                                </a:rPr>
                                <m:t>×</m:t>
                              </m:r>
                              <m:sSup>
                                <m:sSupPr>
                                  <m:ctrlPr>
                                    <a:rPr lang="en-US" sz="1200" i="1">
                                      <a:latin typeface="Cambria Math" panose="02040503050406030204" pitchFamily="18" charset="0"/>
                                    </a:rPr>
                                  </m:ctrlPr>
                                </m:sSupPr>
                                <m:e>
                                  <m:r>
                                    <a:rPr lang="en-GB" sz="1200" b="0" i="1" smtClean="0">
                                      <a:latin typeface="Cambria Math" panose="02040503050406030204" pitchFamily="18" charset="0"/>
                                    </a:rPr>
                                    <m:t>𝑏</m:t>
                                  </m:r>
                                </m:e>
                                <m:sup>
                                  <m:r>
                                    <a:rPr lang="en-GB" sz="1200" b="0" i="1" smtClean="0">
                                      <a:latin typeface="Cambria Math" panose="02040503050406030204" pitchFamily="18" charset="0"/>
                                    </a:rPr>
                                    <m:t>2</m:t>
                                  </m:r>
                                </m:sup>
                              </m:sSup>
                              <m:r>
                                <a:rPr lang="en-US" sz="1200" i="1" smtClean="0">
                                  <a:latin typeface="Cambria Math" panose="02040503050406030204" pitchFamily="18" charset="0"/>
                                </a:rPr>
                                <m:t>×</m:t>
                              </m:r>
                              <m:sSup>
                                <m:sSupPr>
                                  <m:ctrlPr>
                                    <a:rPr lang="en-US" sz="1200" i="1">
                                      <a:latin typeface="Cambria Math" panose="02040503050406030204" pitchFamily="18" charset="0"/>
                                    </a:rPr>
                                  </m:ctrlPr>
                                </m:sSupPr>
                                <m:e>
                                  <m:r>
                                    <a:rPr lang="en-GB" sz="1200" b="0" i="1" smtClean="0">
                                      <a:latin typeface="Cambria Math" panose="02040503050406030204" pitchFamily="18" charset="0"/>
                                    </a:rPr>
                                    <m:t>𝑐</m:t>
                                  </m:r>
                                </m:e>
                                <m:sup>
                                  <m:r>
                                    <a:rPr lang="en-GB" sz="1200" b="0" i="1" smtClean="0">
                                      <a:latin typeface="Cambria Math" panose="02040503050406030204" pitchFamily="18" charset="0"/>
                                    </a:rPr>
                                    <m:t>3</m:t>
                                  </m:r>
                                </m:sup>
                              </m:sSup>
                            </m:oMath>
                          </a14:m>
                          <a:endParaRPr lang="en-GB" sz="1200" dirty="0"/>
                        </a:p>
                        <a:p>
                          <a:endParaRPr lang="en-GB" sz="1200" dirty="0"/>
                        </a:p>
                        <a:p>
                          <a:endParaRPr lang="en-GB"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sz="1200" dirty="0"/>
                            <a:t>h) </a:t>
                          </a:r>
                          <a14:m>
                            <m:oMath xmlns:m="http://schemas.openxmlformats.org/officeDocument/2006/math">
                              <m:sSup>
                                <m:sSupPr>
                                  <m:ctrlPr>
                                    <a:rPr lang="en-US" sz="1200" i="1" smtClean="0">
                                      <a:latin typeface="Cambria Math" panose="02040503050406030204" pitchFamily="18" charset="0"/>
                                    </a:rPr>
                                  </m:ctrlPr>
                                </m:sSupPr>
                                <m:e>
                                  <m:r>
                                    <a:rPr lang="en-GB" sz="1200" b="0" i="1" smtClean="0">
                                      <a:latin typeface="Cambria Math" panose="02040503050406030204" pitchFamily="18" charset="0"/>
                                    </a:rPr>
                                    <m:t>𝑑</m:t>
                                  </m:r>
                                </m:e>
                                <m:sup>
                                  <m:r>
                                    <a:rPr lang="en-GB" sz="1200" b="0" i="1" smtClean="0">
                                      <a:latin typeface="Cambria Math" panose="02040503050406030204" pitchFamily="18" charset="0"/>
                                    </a:rPr>
                                    <m:t>4</m:t>
                                  </m:r>
                                </m:sup>
                              </m:sSup>
                              <m:r>
                                <a:rPr lang="en-US" sz="1200" i="1" smtClean="0">
                                  <a:latin typeface="Cambria Math" panose="02040503050406030204" pitchFamily="18" charset="0"/>
                                </a:rPr>
                                <m:t>×</m:t>
                              </m:r>
                              <m:sSup>
                                <m:sSupPr>
                                  <m:ctrlPr>
                                    <a:rPr lang="en-US" sz="1200" i="1">
                                      <a:latin typeface="Cambria Math" panose="02040503050406030204" pitchFamily="18" charset="0"/>
                                    </a:rPr>
                                  </m:ctrlPr>
                                </m:sSupPr>
                                <m:e>
                                  <m:r>
                                    <a:rPr lang="en-GB" sz="1200" b="0" i="1" smtClean="0">
                                      <a:latin typeface="Cambria Math" panose="02040503050406030204" pitchFamily="18" charset="0"/>
                                    </a:rPr>
                                    <m:t>𝑒</m:t>
                                  </m:r>
                                </m:e>
                                <m:sup>
                                  <m:r>
                                    <a:rPr lang="en-GB" sz="1200" b="0" i="1" smtClean="0">
                                      <a:latin typeface="Cambria Math" panose="02040503050406030204" pitchFamily="18" charset="0"/>
                                    </a:rPr>
                                    <m:t>3</m:t>
                                  </m:r>
                                </m:sup>
                              </m:sSup>
                              <m:r>
                                <a:rPr lang="en-US" sz="1200" i="1" smtClean="0">
                                  <a:latin typeface="Cambria Math" panose="02040503050406030204" pitchFamily="18" charset="0"/>
                                </a:rPr>
                                <m:t>×</m:t>
                              </m:r>
                              <m:sSup>
                                <m:sSupPr>
                                  <m:ctrlPr>
                                    <a:rPr lang="en-US" sz="1200" i="1">
                                      <a:latin typeface="Cambria Math" panose="02040503050406030204" pitchFamily="18" charset="0"/>
                                    </a:rPr>
                                  </m:ctrlPr>
                                </m:sSupPr>
                                <m:e>
                                  <m:r>
                                    <a:rPr lang="en-GB" sz="1200" b="0" i="1" smtClean="0">
                                      <a:latin typeface="Cambria Math" panose="02040503050406030204" pitchFamily="18" charset="0"/>
                                    </a:rPr>
                                    <m:t>𝑓</m:t>
                                  </m:r>
                                </m:e>
                                <m:sup>
                                  <m:r>
                                    <a:rPr lang="en-GB" sz="1200" b="0" i="1" smtClean="0">
                                      <a:latin typeface="Cambria Math" panose="02040503050406030204" pitchFamily="18" charset="0"/>
                                    </a:rPr>
                                    <m:t>3</m:t>
                                  </m:r>
                                </m:sup>
                              </m:sSup>
                            </m:oMath>
                          </a14:m>
                          <a:endParaRPr lang="en-GB" sz="1200" dirty="0"/>
                        </a:p>
                        <a:p>
                          <a:endParaRPr lang="en-GB" sz="1200" dirty="0"/>
                        </a:p>
                        <a:p>
                          <a:endParaRPr lang="en-GB"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27248683"/>
                      </a:ext>
                    </a:extLst>
                  </a:tr>
                  <a:tr h="778952">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dirty="0" err="1"/>
                            <a:t>i</a:t>
                          </a:r>
                          <a:r>
                            <a:rPr lang="en-US" sz="1200" dirty="0"/>
                            <a:t>) </a:t>
                          </a:r>
                          <a14:m>
                            <m:oMath xmlns:m="http://schemas.openxmlformats.org/officeDocument/2006/math">
                              <m:sSup>
                                <m:sSupPr>
                                  <m:ctrlPr>
                                    <a:rPr lang="en-US" sz="1200" i="1">
                                      <a:latin typeface="Cambria Math" panose="02040503050406030204" pitchFamily="18" charset="0"/>
                                    </a:rPr>
                                  </m:ctrlPr>
                                </m:sSupPr>
                                <m:e>
                                  <m:r>
                                    <a:rPr lang="en-US" sz="1200" i="1">
                                      <a:latin typeface="Cambria Math" panose="02040503050406030204" pitchFamily="18" charset="0"/>
                                    </a:rPr>
                                    <m:t>𝑧</m:t>
                                  </m:r>
                                </m:e>
                                <m:sup>
                                  <m:r>
                                    <a:rPr lang="en-US" sz="1200" i="1">
                                      <a:latin typeface="Cambria Math" panose="02040503050406030204" pitchFamily="18" charset="0"/>
                                    </a:rPr>
                                    <m:t>3</m:t>
                                  </m:r>
                                </m:sup>
                              </m:sSup>
                              <m:r>
                                <a:rPr lang="en-US" sz="1200" i="1">
                                  <a:latin typeface="Cambria Math" panose="02040503050406030204" pitchFamily="18" charset="0"/>
                                </a:rPr>
                                <m:t>×</m:t>
                              </m:r>
                              <m:sSup>
                                <m:sSupPr>
                                  <m:ctrlPr>
                                    <a:rPr lang="en-US" sz="1200" i="1">
                                      <a:latin typeface="Cambria Math" panose="02040503050406030204" pitchFamily="18" charset="0"/>
                                    </a:rPr>
                                  </m:ctrlPr>
                                </m:sSupPr>
                                <m:e>
                                  <m:r>
                                    <a:rPr lang="en-US" sz="1200" i="1">
                                      <a:latin typeface="Cambria Math" panose="02040503050406030204" pitchFamily="18" charset="0"/>
                                    </a:rPr>
                                    <m:t>𝑤</m:t>
                                  </m:r>
                                </m:e>
                                <m:sup>
                                  <m:r>
                                    <a:rPr lang="en-US" sz="1200" i="1">
                                      <a:latin typeface="Cambria Math" panose="02040503050406030204" pitchFamily="18" charset="0"/>
                                    </a:rPr>
                                    <m:t>4</m:t>
                                  </m:r>
                                </m:sup>
                              </m:sSup>
                              <m:r>
                                <a:rPr lang="en-US" sz="120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𝑚</m:t>
                                  </m:r>
                                </m:e>
                                <m:sup>
                                  <m:r>
                                    <a:rPr lang="en-US" sz="1200" b="0" i="1" smtClean="0">
                                      <a:latin typeface="Cambria Math" panose="02040503050406030204" pitchFamily="18" charset="0"/>
                                      <a:ea typeface="Cambria Math" panose="02040503050406030204" pitchFamily="18" charset="0"/>
                                    </a:rPr>
                                    <m:t>5</m:t>
                                  </m:r>
                                </m:sup>
                              </m:sSup>
                            </m:oMath>
                          </a14:m>
                          <a:endParaRPr lang="en-GB" sz="1200" dirty="0"/>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dirty="0"/>
                            <a:t>j) </a:t>
                          </a:r>
                          <a14:m>
                            <m:oMath xmlns:m="http://schemas.openxmlformats.org/officeDocument/2006/math">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h</m:t>
                                  </m:r>
                                </m:e>
                                <m:sup>
                                  <m:r>
                                    <a:rPr lang="en-US" sz="1200" b="0" i="1" smtClean="0">
                                      <a:latin typeface="Cambria Math" panose="02040503050406030204" pitchFamily="18" charset="0"/>
                                    </a:rPr>
                                    <m:t>3</m:t>
                                  </m:r>
                                </m:sup>
                              </m:sSup>
                              <m:r>
                                <a:rPr lang="en-US" sz="1200" i="1">
                                  <a:latin typeface="Cambria Math" panose="02040503050406030204" pitchFamily="18" charset="0"/>
                                </a:rPr>
                                <m:t>×</m:t>
                              </m:r>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𝑚</m:t>
                                  </m:r>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𝑛</m:t>
                                  </m:r>
                                </m:e>
                                <m:sup>
                                  <m:r>
                                    <a:rPr lang="en-US" sz="1200" b="0" i="1" smtClean="0">
                                      <a:latin typeface="Cambria Math" panose="02040503050406030204" pitchFamily="18" charset="0"/>
                                    </a:rPr>
                                    <m:t>4</m:t>
                                  </m:r>
                                </m:sup>
                              </m:sSup>
                            </m:oMath>
                          </a14:m>
                          <a:endParaRPr lang="en-GB" sz="1200" dirty="0"/>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96922025"/>
                      </a:ext>
                    </a:extLst>
                  </a:tr>
                </a:tbl>
              </a:graphicData>
            </a:graphic>
          </p:graphicFrame>
        </mc:Choice>
        <mc:Fallback xmlns="">
          <p:graphicFrame>
            <p:nvGraphicFramePr>
              <p:cNvPr id="15" name="Table 42">
                <a:extLst>
                  <a:ext uri="{FF2B5EF4-FFF2-40B4-BE49-F238E27FC236}">
                    <a16:creationId xmlns:a16="http://schemas.microsoft.com/office/drawing/2014/main" id="{FD53E6EF-8DBF-A01F-B995-159CC17372F3}"/>
                  </a:ext>
                </a:extLst>
              </p:cNvPr>
              <p:cNvGraphicFramePr>
                <a:graphicFrameLocks noGrp="1"/>
              </p:cNvGraphicFramePr>
              <p:nvPr>
                <p:extLst>
                  <p:ext uri="{D42A27DB-BD31-4B8C-83A1-F6EECF244321}">
                    <p14:modId xmlns:p14="http://schemas.microsoft.com/office/powerpoint/2010/main" val="420559086"/>
                  </p:ext>
                </p:extLst>
              </p:nvPr>
            </p:nvGraphicFramePr>
            <p:xfrm>
              <a:off x="149079" y="6355754"/>
              <a:ext cx="6587202" cy="3184304"/>
            </p:xfrm>
            <a:graphic>
              <a:graphicData uri="http://schemas.openxmlformats.org/drawingml/2006/table">
                <a:tbl>
                  <a:tblPr>
                    <a:tableStyleId>{073A0DAA-6AF3-43AB-8588-CEC1D06C72B9}</a:tableStyleId>
                  </a:tblPr>
                  <a:tblGrid>
                    <a:gridCol w="3293601">
                      <a:extLst>
                        <a:ext uri="{9D8B030D-6E8A-4147-A177-3AD203B41FA5}">
                          <a16:colId xmlns:a16="http://schemas.microsoft.com/office/drawing/2014/main" val="282097438"/>
                        </a:ext>
                      </a:extLst>
                    </a:gridCol>
                    <a:gridCol w="3293601">
                      <a:extLst>
                        <a:ext uri="{9D8B030D-6E8A-4147-A177-3AD203B41FA5}">
                          <a16:colId xmlns:a16="http://schemas.microsoft.com/office/drawing/2014/main" val="4032636177"/>
                        </a:ext>
                      </a:extLst>
                    </a:gridCol>
                  </a:tblGrid>
                  <a:tr h="647304">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185" t="-943" r="-100370" b="-396226"/>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100185" t="-943" r="-370" b="-396226"/>
                          </a:stretch>
                        </a:blipFill>
                      </a:tcPr>
                    </a:tc>
                    <a:extLst>
                      <a:ext uri="{0D108BD9-81ED-4DB2-BD59-A6C34878D82A}">
                        <a16:rowId xmlns:a16="http://schemas.microsoft.com/office/drawing/2014/main" val="4153237727"/>
                      </a:ext>
                    </a:extLst>
                  </a:tr>
                  <a:tr h="558984">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185" t="-116304" r="-100370" b="-356522"/>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100185" t="-116304" r="-370" b="-356522"/>
                          </a:stretch>
                        </a:blipFill>
                      </a:tcPr>
                    </a:tc>
                    <a:extLst>
                      <a:ext uri="{0D108BD9-81ED-4DB2-BD59-A6C34878D82A}">
                        <a16:rowId xmlns:a16="http://schemas.microsoft.com/office/drawing/2014/main" val="735394964"/>
                      </a:ext>
                    </a:extLst>
                  </a:tr>
                  <a:tr h="558984">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185" t="-216304" r="-100370" b="-256522"/>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100185" t="-216304" r="-370" b="-256522"/>
                          </a:stretch>
                        </a:blipFill>
                      </a:tcPr>
                    </a:tc>
                    <a:extLst>
                      <a:ext uri="{0D108BD9-81ED-4DB2-BD59-A6C34878D82A}">
                        <a16:rowId xmlns:a16="http://schemas.microsoft.com/office/drawing/2014/main" val="3973727349"/>
                      </a:ext>
                    </a:extLst>
                  </a:tr>
                  <a:tr h="64008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185" t="-277143" r="-100370" b="-124762"/>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100185" t="-277143" r="-370" b="-124762"/>
                          </a:stretch>
                        </a:blipFill>
                      </a:tcPr>
                    </a:tc>
                    <a:extLst>
                      <a:ext uri="{0D108BD9-81ED-4DB2-BD59-A6C34878D82A}">
                        <a16:rowId xmlns:a16="http://schemas.microsoft.com/office/drawing/2014/main" val="1727248683"/>
                      </a:ext>
                    </a:extLst>
                  </a:tr>
                  <a:tr h="77895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185" t="-309375" r="-100370" b="-2344"/>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100185" t="-309375" r="-370" b="-2344"/>
                          </a:stretch>
                        </a:blipFill>
                      </a:tcPr>
                    </a:tc>
                    <a:extLst>
                      <a:ext uri="{0D108BD9-81ED-4DB2-BD59-A6C34878D82A}">
                        <a16:rowId xmlns:a16="http://schemas.microsoft.com/office/drawing/2014/main" val="4096922025"/>
                      </a:ext>
                    </a:extLst>
                  </a:tr>
                </a:tbl>
              </a:graphicData>
            </a:graphic>
          </p:graphicFrame>
        </mc:Fallback>
      </mc:AlternateContent>
      <p:sp>
        <p:nvSpPr>
          <p:cNvPr id="6" name="Slide Number Placeholder 5">
            <a:extLst>
              <a:ext uri="{FF2B5EF4-FFF2-40B4-BE49-F238E27FC236}">
                <a16:creationId xmlns:a16="http://schemas.microsoft.com/office/drawing/2014/main" id="{28569B9A-67E5-C842-AEC9-8A55C73FA11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E403A4-BF53-4A18-A219-2FCD9C5F3F46}" type="slidenum">
              <a:rPr kumimoji="0" lang="en-GB" sz="9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GB" sz="9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7341619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88BE26D3-BD12-8F4B-9608-3EB6530361A1}"/>
              </a:ext>
            </a:extLst>
          </p:cNvPr>
          <p:cNvSpPr txBox="1"/>
          <p:nvPr/>
        </p:nvSpPr>
        <p:spPr>
          <a:xfrm>
            <a:off x="1826399" y="100605"/>
            <a:ext cx="1387046" cy="276999"/>
          </a:xfrm>
          <a:prstGeom prst="rect">
            <a:avLst/>
          </a:prstGeom>
          <a:noFill/>
          <a:ln>
            <a:noFill/>
          </a:ln>
        </p:spPr>
        <p:txBody>
          <a:bodyPr wrap="none" rtlCol="0">
            <a:spAutoFit/>
          </a:bodyPr>
          <a:lstStyle/>
          <a:p>
            <a:r>
              <a:rPr lang="en-GB" sz="1200" b="1" i="1">
                <a:solidFill>
                  <a:srgbClr val="FF0000"/>
                </a:solidFill>
              </a:rPr>
              <a:t>Example 13 - I do…</a:t>
            </a:r>
          </a:p>
        </p:txBody>
      </p:sp>
      <p:sp>
        <p:nvSpPr>
          <p:cNvPr id="23" name="TextBox 22">
            <a:extLst>
              <a:ext uri="{FF2B5EF4-FFF2-40B4-BE49-F238E27FC236}">
                <a16:creationId xmlns:a16="http://schemas.microsoft.com/office/drawing/2014/main" id="{12910BCB-308B-9841-AF03-2F9D2E6E678C}"/>
              </a:ext>
            </a:extLst>
          </p:cNvPr>
          <p:cNvSpPr txBox="1"/>
          <p:nvPr/>
        </p:nvSpPr>
        <p:spPr>
          <a:xfrm>
            <a:off x="3429000" y="81516"/>
            <a:ext cx="1584793" cy="276999"/>
          </a:xfrm>
          <a:prstGeom prst="rect">
            <a:avLst/>
          </a:prstGeom>
          <a:noFill/>
          <a:ln>
            <a:noFill/>
          </a:ln>
        </p:spPr>
        <p:txBody>
          <a:bodyPr wrap="none" rtlCol="0">
            <a:spAutoFit/>
          </a:bodyPr>
          <a:lstStyle/>
          <a:p>
            <a:r>
              <a:rPr lang="en-GB" sz="1200" b="1" i="1">
                <a:solidFill>
                  <a:schemeClr val="accent2"/>
                </a:solidFill>
              </a:rPr>
              <a:t>Example 14 – We do…</a:t>
            </a:r>
          </a:p>
        </p:txBody>
      </p:sp>
      <p:sp>
        <p:nvSpPr>
          <p:cNvPr id="24" name="TextBox 23">
            <a:extLst>
              <a:ext uri="{FF2B5EF4-FFF2-40B4-BE49-F238E27FC236}">
                <a16:creationId xmlns:a16="http://schemas.microsoft.com/office/drawing/2014/main" id="{12910BCB-308B-9841-AF03-2F9D2E6E678C}"/>
              </a:ext>
            </a:extLst>
          </p:cNvPr>
          <p:cNvSpPr txBox="1"/>
          <p:nvPr/>
        </p:nvSpPr>
        <p:spPr>
          <a:xfrm>
            <a:off x="5145812" y="81115"/>
            <a:ext cx="1607812" cy="276999"/>
          </a:xfrm>
          <a:prstGeom prst="rect">
            <a:avLst/>
          </a:prstGeom>
          <a:noFill/>
          <a:ln>
            <a:noFill/>
          </a:ln>
        </p:spPr>
        <p:txBody>
          <a:bodyPr wrap="none" rtlCol="0">
            <a:spAutoFit/>
          </a:bodyPr>
          <a:lstStyle/>
          <a:p>
            <a:r>
              <a:rPr lang="en-GB" sz="1200" b="1" i="1">
                <a:solidFill>
                  <a:srgbClr val="00B050"/>
                </a:solidFill>
              </a:rPr>
              <a:t>Example 15 – You do…</a:t>
            </a:r>
          </a:p>
        </p:txBody>
      </p:sp>
      <mc:AlternateContent xmlns:mc="http://schemas.openxmlformats.org/markup-compatibility/2006" xmlns:a14="http://schemas.microsoft.com/office/drawing/2010/main">
        <mc:Choice Requires="a14">
          <p:graphicFrame>
            <p:nvGraphicFramePr>
              <p:cNvPr id="25" name="Table 24"/>
              <p:cNvGraphicFramePr>
                <a:graphicFrameLocks noGrp="1"/>
              </p:cNvGraphicFramePr>
              <p:nvPr/>
            </p:nvGraphicFramePr>
            <p:xfrm>
              <a:off x="156568" y="386542"/>
              <a:ext cx="6597056" cy="2189018"/>
            </p:xfrm>
            <a:graphic>
              <a:graphicData uri="http://schemas.openxmlformats.org/drawingml/2006/table">
                <a:tbl>
                  <a:tblPr firstRow="1" bandRow="1">
                    <a:tableStyleId>{5C22544A-7EE6-4342-B048-85BDC9FD1C3A}</a:tableStyleId>
                  </a:tblPr>
                  <a:tblGrid>
                    <a:gridCol w="1253145">
                      <a:extLst>
                        <a:ext uri="{9D8B030D-6E8A-4147-A177-3AD203B41FA5}">
                          <a16:colId xmlns:a16="http://schemas.microsoft.com/office/drawing/2014/main" val="3124559182"/>
                        </a:ext>
                      </a:extLst>
                    </a:gridCol>
                    <a:gridCol w="1865912">
                      <a:extLst>
                        <a:ext uri="{9D8B030D-6E8A-4147-A177-3AD203B41FA5}">
                          <a16:colId xmlns:a16="http://schemas.microsoft.com/office/drawing/2014/main" val="1668930051"/>
                        </a:ext>
                      </a:extLst>
                    </a:gridCol>
                    <a:gridCol w="1823904">
                      <a:extLst>
                        <a:ext uri="{9D8B030D-6E8A-4147-A177-3AD203B41FA5}">
                          <a16:colId xmlns:a16="http://schemas.microsoft.com/office/drawing/2014/main" val="2873958374"/>
                        </a:ext>
                      </a:extLst>
                    </a:gridCol>
                    <a:gridCol w="1654095">
                      <a:extLst>
                        <a:ext uri="{9D8B030D-6E8A-4147-A177-3AD203B41FA5}">
                          <a16:colId xmlns:a16="http://schemas.microsoft.com/office/drawing/2014/main" val="2414775215"/>
                        </a:ext>
                      </a:extLst>
                    </a:gridCol>
                  </a:tblGrid>
                  <a:tr h="314498">
                    <a:tc>
                      <a:txBody>
                        <a:bodyPr/>
                        <a:lstStyle/>
                        <a:p>
                          <a:pPr algn="ctr"/>
                          <a:r>
                            <a:rPr lang="en-US" sz="1200">
                              <a:solidFill>
                                <a:schemeClr val="tx1"/>
                              </a:solidFill>
                            </a:rPr>
                            <a:t>Steps</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GB" sz="1200">
                              <a:solidFill>
                                <a:schemeClr val="tx1"/>
                              </a:solidFill>
                            </a:rPr>
                            <a:t>Simplify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47329628"/>
                      </a:ext>
                    </a:extLst>
                  </a:tr>
                  <a:tr h="1874520">
                    <a:tc>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n-US" sz="1200" b="0" i="1" baseline="0" smtClean="0">
                                        <a:solidFill>
                                          <a:schemeClr val="tx1"/>
                                        </a:solidFill>
                                        <a:latin typeface="Cambria Math" panose="02040503050406030204" pitchFamily="18" charset="0"/>
                                      </a:rPr>
                                    </m:ctrlPr>
                                  </m:sSupPr>
                                  <m:e>
                                    <m:r>
                                      <a:rPr lang="en-US" sz="1200" b="0" i="1" baseline="0" smtClean="0">
                                        <a:solidFill>
                                          <a:schemeClr val="tx1"/>
                                        </a:solidFill>
                                        <a:latin typeface="Cambria Math" panose="02040503050406030204" pitchFamily="18" charset="0"/>
                                      </a:rPr>
                                      <m:t>5</m:t>
                                    </m:r>
                                  </m:e>
                                  <m:sup>
                                    <m:r>
                                      <a:rPr lang="en-US" sz="1200" b="0" i="1" baseline="0" smtClean="0">
                                        <a:solidFill>
                                          <a:schemeClr val="tx1"/>
                                        </a:solidFill>
                                        <a:latin typeface="Cambria Math" panose="02040503050406030204" pitchFamily="18" charset="0"/>
                                      </a:rPr>
                                      <m:t>2</m:t>
                                    </m:r>
                                  </m:sup>
                                </m:sSup>
                                <m:r>
                                  <a:rPr lang="en-US" sz="1200" b="0" i="1" baseline="0" smtClean="0">
                                    <a:solidFill>
                                      <a:schemeClr val="tx1"/>
                                    </a:solidFill>
                                    <a:latin typeface="Cambria Math" panose="02040503050406030204" pitchFamily="18" charset="0"/>
                                  </a:rPr>
                                  <m:t>×</m:t>
                                </m:r>
                                <m:sSup>
                                  <m:sSupPr>
                                    <m:ctrlPr>
                                      <a:rPr lang="en-US" sz="1200" b="0" i="1" baseline="0" smtClean="0">
                                        <a:solidFill>
                                          <a:schemeClr val="tx1"/>
                                        </a:solidFill>
                                        <a:latin typeface="Cambria Math" panose="02040503050406030204" pitchFamily="18" charset="0"/>
                                      </a:rPr>
                                    </m:ctrlPr>
                                  </m:sSupPr>
                                  <m:e>
                                    <m:r>
                                      <a:rPr lang="en-US" sz="1200" b="0" i="1" baseline="0" smtClean="0">
                                        <a:solidFill>
                                          <a:schemeClr val="tx1"/>
                                        </a:solidFill>
                                        <a:latin typeface="Cambria Math" panose="02040503050406030204" pitchFamily="18" charset="0"/>
                                      </a:rPr>
                                      <m:t>5</m:t>
                                    </m:r>
                                  </m:e>
                                  <m:sup>
                                    <m:r>
                                      <a:rPr lang="en-US" sz="1200" b="0" i="1" baseline="0" smtClean="0">
                                        <a:solidFill>
                                          <a:schemeClr val="tx1"/>
                                        </a:solidFill>
                                        <a:latin typeface="Cambria Math" panose="02040503050406030204" pitchFamily="18" charset="0"/>
                                      </a:rPr>
                                      <m:t>4</m:t>
                                    </m:r>
                                  </m:sup>
                                </m:sSup>
                              </m:oMath>
                            </m:oMathPara>
                          </a14:m>
                          <a:endParaRPr lang="en-GB"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n-US" sz="1200" b="0" i="1" baseline="0" smtClean="0">
                                        <a:solidFill>
                                          <a:schemeClr val="tx1"/>
                                        </a:solidFill>
                                        <a:latin typeface="Cambria Math" panose="02040503050406030204" pitchFamily="18" charset="0"/>
                                      </a:rPr>
                                    </m:ctrlPr>
                                  </m:sSupPr>
                                  <m:e>
                                    <m:r>
                                      <a:rPr lang="en-US" sz="1200" b="0" i="1" baseline="0" smtClean="0">
                                        <a:solidFill>
                                          <a:schemeClr val="tx1"/>
                                        </a:solidFill>
                                        <a:latin typeface="Cambria Math" panose="02040503050406030204" pitchFamily="18" charset="0"/>
                                      </a:rPr>
                                      <m:t>4</m:t>
                                    </m:r>
                                  </m:e>
                                  <m:sup>
                                    <m:r>
                                      <a:rPr lang="en-US" sz="1200" b="0" i="1" baseline="0" smtClean="0">
                                        <a:solidFill>
                                          <a:schemeClr val="tx1"/>
                                        </a:solidFill>
                                        <a:latin typeface="Cambria Math" panose="02040503050406030204" pitchFamily="18" charset="0"/>
                                      </a:rPr>
                                      <m:t>2</m:t>
                                    </m:r>
                                  </m:sup>
                                </m:sSup>
                                <m:r>
                                  <a:rPr lang="en-US" sz="1200" b="0" i="1" baseline="0" smtClean="0">
                                    <a:solidFill>
                                      <a:schemeClr val="tx1"/>
                                    </a:solidFill>
                                    <a:latin typeface="Cambria Math" panose="02040503050406030204" pitchFamily="18" charset="0"/>
                                  </a:rPr>
                                  <m:t>×</m:t>
                                </m:r>
                                <m:r>
                                  <a:rPr lang="en-GB" sz="1200" b="0" i="1" baseline="0" smtClean="0">
                                    <a:solidFill>
                                      <a:schemeClr val="tx1"/>
                                    </a:solidFill>
                                    <a:latin typeface="Cambria Math" panose="02040503050406030204" pitchFamily="18" charset="0"/>
                                  </a:rPr>
                                  <m:t>4</m:t>
                                </m:r>
                                <m:r>
                                  <a:rPr lang="en-US" sz="1200" b="0" i="1" baseline="0" smtClean="0">
                                    <a:solidFill>
                                      <a:schemeClr val="tx1"/>
                                    </a:solidFill>
                                    <a:latin typeface="Cambria Math" panose="02040503050406030204" pitchFamily="18" charset="0"/>
                                  </a:rPr>
                                  <m:t>×</m:t>
                                </m:r>
                                <m:sSup>
                                  <m:sSupPr>
                                    <m:ctrlPr>
                                      <a:rPr lang="en-US" sz="1200" b="0" i="1" baseline="0" smtClean="0">
                                        <a:solidFill>
                                          <a:schemeClr val="tx1"/>
                                        </a:solidFill>
                                        <a:latin typeface="Cambria Math" panose="02040503050406030204" pitchFamily="18" charset="0"/>
                                      </a:rPr>
                                    </m:ctrlPr>
                                  </m:sSupPr>
                                  <m:e>
                                    <m:r>
                                      <a:rPr lang="en-US" sz="1200" b="0" i="1" baseline="0" smtClean="0">
                                        <a:solidFill>
                                          <a:schemeClr val="tx1"/>
                                        </a:solidFill>
                                        <a:latin typeface="Cambria Math" panose="02040503050406030204" pitchFamily="18" charset="0"/>
                                      </a:rPr>
                                      <m:t>4</m:t>
                                    </m:r>
                                  </m:e>
                                  <m:sup>
                                    <m:r>
                                      <a:rPr lang="en-US" sz="1200" b="0" i="1" baseline="0" smtClean="0">
                                        <a:solidFill>
                                          <a:schemeClr val="tx1"/>
                                        </a:solidFill>
                                        <a:latin typeface="Cambria Math" panose="02040503050406030204" pitchFamily="18" charset="0"/>
                                      </a:rPr>
                                      <m:t>3</m:t>
                                    </m:r>
                                  </m:sup>
                                </m:sSup>
                              </m:oMath>
                            </m:oMathPara>
                          </a14:m>
                          <a:endParaRPr lang="en-GB"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n-US" sz="1200" b="0" i="1" baseline="0" smtClean="0">
                                        <a:solidFill>
                                          <a:schemeClr val="tx1"/>
                                        </a:solidFill>
                                        <a:latin typeface="Cambria Math" panose="02040503050406030204" pitchFamily="18" charset="0"/>
                                      </a:rPr>
                                    </m:ctrlPr>
                                  </m:sSupPr>
                                  <m:e>
                                    <m:r>
                                      <a:rPr lang="en-GB" sz="1200" b="0" i="1" baseline="0" smtClean="0">
                                        <a:solidFill>
                                          <a:schemeClr val="tx1"/>
                                        </a:solidFill>
                                        <a:latin typeface="Cambria Math" panose="02040503050406030204" pitchFamily="18" charset="0"/>
                                      </a:rPr>
                                      <m:t>7</m:t>
                                    </m:r>
                                  </m:e>
                                  <m:sup>
                                    <m:r>
                                      <a:rPr lang="en-US" sz="1200" b="0" i="1" baseline="0" smtClean="0">
                                        <a:solidFill>
                                          <a:schemeClr val="tx1"/>
                                        </a:solidFill>
                                        <a:latin typeface="Cambria Math" panose="02040503050406030204" pitchFamily="18" charset="0"/>
                                      </a:rPr>
                                      <m:t>3</m:t>
                                    </m:r>
                                  </m:sup>
                                </m:sSup>
                                <m:r>
                                  <a:rPr lang="en-US" sz="1200" b="0" i="1" baseline="0" smtClean="0">
                                    <a:solidFill>
                                      <a:schemeClr val="tx1"/>
                                    </a:solidFill>
                                    <a:latin typeface="Cambria Math" panose="02040503050406030204" pitchFamily="18" charset="0"/>
                                  </a:rPr>
                                  <m:t>×</m:t>
                                </m:r>
                                <m:sSup>
                                  <m:sSupPr>
                                    <m:ctrlPr>
                                      <a:rPr lang="en-US" sz="1200" b="0" i="1" baseline="0" smtClean="0">
                                        <a:solidFill>
                                          <a:schemeClr val="tx1"/>
                                        </a:solidFill>
                                        <a:latin typeface="Cambria Math" panose="02040503050406030204" pitchFamily="18" charset="0"/>
                                      </a:rPr>
                                    </m:ctrlPr>
                                  </m:sSupPr>
                                  <m:e>
                                    <m:r>
                                      <a:rPr lang="en-GB" sz="1200" b="0" i="1" baseline="0" smtClean="0">
                                        <a:solidFill>
                                          <a:schemeClr val="tx1"/>
                                        </a:solidFill>
                                        <a:latin typeface="Cambria Math" panose="02040503050406030204" pitchFamily="18" charset="0"/>
                                      </a:rPr>
                                      <m:t>7</m:t>
                                    </m:r>
                                  </m:e>
                                  <m:sup>
                                    <m:r>
                                      <a:rPr lang="en-GB" sz="1200" b="0" i="1" baseline="0" smtClean="0">
                                        <a:solidFill>
                                          <a:schemeClr val="tx1"/>
                                        </a:solidFill>
                                        <a:latin typeface="Cambria Math" panose="02040503050406030204" pitchFamily="18" charset="0"/>
                                      </a:rPr>
                                      <m:t>2</m:t>
                                    </m:r>
                                  </m:sup>
                                </m:sSup>
                              </m:oMath>
                            </m:oMathPara>
                          </a14:m>
                          <a:endParaRPr lang="en-GB"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41023978"/>
                      </a:ext>
                    </a:extLst>
                  </a:tr>
                </a:tbl>
              </a:graphicData>
            </a:graphic>
          </p:graphicFrame>
        </mc:Choice>
        <mc:Fallback xmlns="">
          <p:graphicFrame>
            <p:nvGraphicFramePr>
              <p:cNvPr id="25" name="Table 24"/>
              <p:cNvGraphicFramePr>
                <a:graphicFrameLocks noGrp="1"/>
              </p:cNvGraphicFramePr>
              <p:nvPr>
                <p:extLst>
                  <p:ext uri="{D42A27DB-BD31-4B8C-83A1-F6EECF244321}">
                    <p14:modId xmlns:p14="http://schemas.microsoft.com/office/powerpoint/2010/main" val="3328510647"/>
                  </p:ext>
                </p:extLst>
              </p:nvPr>
            </p:nvGraphicFramePr>
            <p:xfrm>
              <a:off x="156568" y="386542"/>
              <a:ext cx="6597056" cy="2189018"/>
            </p:xfrm>
            <a:graphic>
              <a:graphicData uri="http://schemas.openxmlformats.org/drawingml/2006/table">
                <a:tbl>
                  <a:tblPr firstRow="1" bandRow="1">
                    <a:tableStyleId>{5C22544A-7EE6-4342-B048-85BDC9FD1C3A}</a:tableStyleId>
                  </a:tblPr>
                  <a:tblGrid>
                    <a:gridCol w="1253145">
                      <a:extLst>
                        <a:ext uri="{9D8B030D-6E8A-4147-A177-3AD203B41FA5}">
                          <a16:colId xmlns:a16="http://schemas.microsoft.com/office/drawing/2014/main" val="3124559182"/>
                        </a:ext>
                      </a:extLst>
                    </a:gridCol>
                    <a:gridCol w="1865912">
                      <a:extLst>
                        <a:ext uri="{9D8B030D-6E8A-4147-A177-3AD203B41FA5}">
                          <a16:colId xmlns:a16="http://schemas.microsoft.com/office/drawing/2014/main" val="1668930051"/>
                        </a:ext>
                      </a:extLst>
                    </a:gridCol>
                    <a:gridCol w="1823904">
                      <a:extLst>
                        <a:ext uri="{9D8B030D-6E8A-4147-A177-3AD203B41FA5}">
                          <a16:colId xmlns:a16="http://schemas.microsoft.com/office/drawing/2014/main" val="2873958374"/>
                        </a:ext>
                      </a:extLst>
                    </a:gridCol>
                    <a:gridCol w="1654095">
                      <a:extLst>
                        <a:ext uri="{9D8B030D-6E8A-4147-A177-3AD203B41FA5}">
                          <a16:colId xmlns:a16="http://schemas.microsoft.com/office/drawing/2014/main" val="2414775215"/>
                        </a:ext>
                      </a:extLst>
                    </a:gridCol>
                  </a:tblGrid>
                  <a:tr h="314498">
                    <a:tc>
                      <a:txBody>
                        <a:bodyPr/>
                        <a:lstStyle/>
                        <a:p>
                          <a:pPr algn="ctr"/>
                          <a:r>
                            <a:rPr lang="en-US" sz="1200">
                              <a:solidFill>
                                <a:schemeClr val="tx1"/>
                              </a:solidFill>
                            </a:rPr>
                            <a:t>Steps</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GB" sz="1200">
                              <a:solidFill>
                                <a:schemeClr val="tx1"/>
                              </a:solidFill>
                            </a:rPr>
                            <a:t>Simplify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47329628"/>
                      </a:ext>
                    </a:extLst>
                  </a:tr>
                  <a:tr h="1874520">
                    <a:tc>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67647" t="-17208" r="-187255" b="-649"/>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71572" t="-17208" r="-91639" b="-649"/>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98529" t="-17208" r="-735" b="-649"/>
                          </a:stretch>
                        </a:blipFill>
                      </a:tcPr>
                    </a:tc>
                    <a:extLst>
                      <a:ext uri="{0D108BD9-81ED-4DB2-BD59-A6C34878D82A}">
                        <a16:rowId xmlns:a16="http://schemas.microsoft.com/office/drawing/2014/main" val="1541023978"/>
                      </a:ext>
                    </a:extLst>
                  </a:tr>
                </a:tbl>
              </a:graphicData>
            </a:graphic>
          </p:graphicFrame>
        </mc:Fallback>
      </mc:AlternateContent>
      <p:sp>
        <p:nvSpPr>
          <p:cNvPr id="34" name="TextBox 33"/>
          <p:cNvSpPr txBox="1"/>
          <p:nvPr/>
        </p:nvSpPr>
        <p:spPr>
          <a:xfrm>
            <a:off x="1311168" y="2726294"/>
            <a:ext cx="861390" cy="276999"/>
          </a:xfrm>
          <a:prstGeom prst="rect">
            <a:avLst/>
          </a:prstGeom>
          <a:noFill/>
        </p:spPr>
        <p:txBody>
          <a:bodyPr wrap="none" rtlCol="0">
            <a:spAutoFit/>
          </a:bodyPr>
          <a:lstStyle/>
          <a:p>
            <a:r>
              <a:rPr lang="en-US" sz="1200"/>
              <a:t>5. Simplify.</a:t>
            </a:r>
            <a:endParaRPr lang="en-GB" sz="1200"/>
          </a:p>
        </p:txBody>
      </p:sp>
      <p:sp>
        <p:nvSpPr>
          <p:cNvPr id="15" name="Rectangle 14">
            <a:extLst>
              <a:ext uri="{FF2B5EF4-FFF2-40B4-BE49-F238E27FC236}">
                <a16:creationId xmlns:a16="http://schemas.microsoft.com/office/drawing/2014/main" id="{1400F3F8-17F4-AA0A-98D5-D1405DA93711}"/>
              </a:ext>
            </a:extLst>
          </p:cNvPr>
          <p:cNvSpPr/>
          <p:nvPr/>
        </p:nvSpPr>
        <p:spPr>
          <a:xfrm>
            <a:off x="156568" y="2652523"/>
            <a:ext cx="1064816" cy="353890"/>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100"/>
              <a:t>INDEPENDENT PRACTICE</a:t>
            </a:r>
          </a:p>
        </p:txBody>
      </p:sp>
      <mc:AlternateContent xmlns:mc="http://schemas.openxmlformats.org/markup-compatibility/2006" xmlns:a14="http://schemas.microsoft.com/office/drawing/2010/main">
        <mc:Choice Requires="a14">
          <p:graphicFrame>
            <p:nvGraphicFramePr>
              <p:cNvPr id="43" name="Table 45">
                <a:extLst>
                  <a:ext uri="{FF2B5EF4-FFF2-40B4-BE49-F238E27FC236}">
                    <a16:creationId xmlns:a16="http://schemas.microsoft.com/office/drawing/2014/main" id="{694C39EF-AB1B-8DD4-7EA7-7AE8DDD7BA2A}"/>
                  </a:ext>
                </a:extLst>
              </p:cNvPr>
              <p:cNvGraphicFramePr>
                <a:graphicFrameLocks noGrp="1"/>
              </p:cNvGraphicFramePr>
              <p:nvPr>
                <p:extLst>
                  <p:ext uri="{D42A27DB-BD31-4B8C-83A1-F6EECF244321}">
                    <p14:modId xmlns:p14="http://schemas.microsoft.com/office/powerpoint/2010/main" val="989689783"/>
                  </p:ext>
                </p:extLst>
              </p:nvPr>
            </p:nvGraphicFramePr>
            <p:xfrm>
              <a:off x="164984" y="3034440"/>
              <a:ext cx="6597057" cy="6674360"/>
            </p:xfrm>
            <a:graphic>
              <a:graphicData uri="http://schemas.openxmlformats.org/drawingml/2006/table">
                <a:tbl>
                  <a:tblPr>
                    <a:tableStyleId>{5C22544A-7EE6-4342-B048-85BDC9FD1C3A}</a:tableStyleId>
                  </a:tblPr>
                  <a:tblGrid>
                    <a:gridCol w="2199019">
                      <a:extLst>
                        <a:ext uri="{9D8B030D-6E8A-4147-A177-3AD203B41FA5}">
                          <a16:colId xmlns:a16="http://schemas.microsoft.com/office/drawing/2014/main" val="4211264905"/>
                        </a:ext>
                      </a:extLst>
                    </a:gridCol>
                    <a:gridCol w="2199019">
                      <a:extLst>
                        <a:ext uri="{9D8B030D-6E8A-4147-A177-3AD203B41FA5}">
                          <a16:colId xmlns:a16="http://schemas.microsoft.com/office/drawing/2014/main" val="4030556835"/>
                        </a:ext>
                      </a:extLst>
                    </a:gridCol>
                    <a:gridCol w="2199019">
                      <a:extLst>
                        <a:ext uri="{9D8B030D-6E8A-4147-A177-3AD203B41FA5}">
                          <a16:colId xmlns:a16="http://schemas.microsoft.com/office/drawing/2014/main" val="1068105517"/>
                        </a:ext>
                      </a:extLst>
                    </a:gridCol>
                  </a:tblGrid>
                  <a:tr h="1334872">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a) </a:t>
                          </a:r>
                          <a14:m>
                            <m:oMath xmlns:m="http://schemas.openxmlformats.org/officeDocument/2006/math">
                              <m:r>
                                <a:rPr kumimoji="0" lang="en-GB" sz="12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5</m:t>
                              </m:r>
                              <m:r>
                                <a:rPr kumimoji="0" lang="en-GB" sz="1200" b="0" i="1" u="none" strike="noStrike" kern="1200" cap="none" spc="0" normalizeH="0" baseline="30000" noProof="0" dirty="0">
                                  <a:ln>
                                    <a:noFill/>
                                  </a:ln>
                                  <a:solidFill>
                                    <a:prstClr val="black"/>
                                  </a:solidFill>
                                  <a:effectLst/>
                                  <a:uLnTx/>
                                  <a:uFillTx/>
                                  <a:latin typeface="Cambria Math" panose="02040503050406030204" pitchFamily="18" charset="0"/>
                                  <a:ea typeface="+mn-ea"/>
                                  <a:cs typeface="+mn-cs"/>
                                </a:rPr>
                                <m:t>2</m:t>
                              </m:r>
                              <m:r>
                                <a:rPr kumimoji="0" lang="en-GB" sz="12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rPr>
                                <m:t>×5</m:t>
                              </m:r>
                              <m:r>
                                <a:rPr kumimoji="0" lang="en-GB" sz="1200" b="0" i="1" u="none" strike="noStrike" kern="1200" cap="none" spc="0" normalizeH="0" baseline="30000" noProof="0" dirty="0">
                                  <a:ln>
                                    <a:noFill/>
                                  </a:ln>
                                  <a:solidFill>
                                    <a:prstClr val="black"/>
                                  </a:solidFill>
                                  <a:effectLst/>
                                  <a:uLnTx/>
                                  <a:uFillTx/>
                                  <a:latin typeface="Cambria Math" panose="02040503050406030204" pitchFamily="18" charset="0"/>
                                  <a:ea typeface="+mn-ea"/>
                                  <a:cs typeface="+mn-cs"/>
                                </a:rPr>
                                <m:t>2</m:t>
                              </m:r>
                            </m:oMath>
                          </a14:m>
                          <a:endParaRPr kumimoji="0" lang="en-GB" sz="1200" b="0" i="0" u="none" strike="noStrike" kern="1200" cap="none" spc="0" normalizeH="0" baseline="0" noProof="0" dirty="0">
                            <a:ln>
                              <a:noFill/>
                            </a:ln>
                            <a:solidFill>
                              <a:prstClr val="black"/>
                            </a:solidFill>
                            <a:effectLst/>
                            <a:uLnTx/>
                            <a:uFillTx/>
                            <a:latin typeface="+mn-lt"/>
                            <a:ea typeface="+mn-ea"/>
                            <a:cs typeface="+mn-cs"/>
                          </a:endParaRPr>
                        </a:p>
                        <a:p>
                          <a:endParaRPr lang="en-GB" sz="1200" dirty="0"/>
                        </a:p>
                        <a:p>
                          <a:endParaRPr lang="en-GB" sz="1200" dirty="0"/>
                        </a:p>
                        <a:p>
                          <a:endParaRPr lang="en-GB" sz="1800"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b) </a:t>
                          </a:r>
                          <a14:m>
                            <m:oMath xmlns:m="http://schemas.openxmlformats.org/officeDocument/2006/math">
                              <m:r>
                                <a:rPr kumimoji="0" lang="en-GB" sz="12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4</m:t>
                              </m:r>
                              <m:r>
                                <a:rPr kumimoji="0" lang="en-GB" sz="1200" b="0" i="1" u="none" strike="noStrike" kern="1200" cap="none" spc="0" normalizeH="0" baseline="30000" noProof="0" dirty="0" smtClean="0">
                                  <a:ln>
                                    <a:noFill/>
                                  </a:ln>
                                  <a:solidFill>
                                    <a:prstClr val="black"/>
                                  </a:solidFill>
                                  <a:effectLst/>
                                  <a:uLnTx/>
                                  <a:uFillTx/>
                                  <a:latin typeface="Cambria Math" panose="02040503050406030204" pitchFamily="18" charset="0"/>
                                  <a:ea typeface="+mn-ea"/>
                                  <a:cs typeface="+mn-cs"/>
                                </a:rPr>
                                <m:t>4</m:t>
                              </m:r>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m:t>
                              </m:r>
                              <m:r>
                                <a:rPr kumimoji="0" lang="en-GB" sz="12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4</m:t>
                              </m:r>
                              <m:r>
                                <a:rPr kumimoji="0" lang="en-GB" sz="1200" b="0" i="1" u="none" strike="noStrike" kern="1200" cap="none" spc="0" normalizeH="0" baseline="30000" noProof="0" dirty="0" smtClean="0">
                                  <a:ln>
                                    <a:noFill/>
                                  </a:ln>
                                  <a:solidFill>
                                    <a:prstClr val="black"/>
                                  </a:solidFill>
                                  <a:effectLst/>
                                  <a:uLnTx/>
                                  <a:uFillTx/>
                                  <a:latin typeface="Cambria Math" panose="02040503050406030204" pitchFamily="18" charset="0"/>
                                  <a:ea typeface="+mn-ea"/>
                                  <a:cs typeface="+mn-cs"/>
                                </a:rPr>
                                <m:t>6</m:t>
                              </m:r>
                            </m:oMath>
                          </a14:m>
                          <a:endParaRPr kumimoji="0" lang="en-GB" sz="1200" b="0" i="0"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GB" sz="1200" b="1" i="1" u="none" strike="noStrike" kern="1200" cap="none" spc="0" normalizeH="0" baseline="0" noProof="0" dirty="0">
                            <a:ln>
                              <a:noFill/>
                            </a:ln>
                            <a:solidFill>
                              <a:srgbClr val="FF0000"/>
                            </a:solidFill>
                            <a:effectLst/>
                            <a:uLnTx/>
                            <a:uFillTx/>
                            <a:latin typeface="Cambria Math" panose="02040503050406030204" pitchFamily="18" charset="0"/>
                            <a:ea typeface="+mn-ea"/>
                            <a:cs typeface="+mn-cs"/>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GB" sz="1200" b="1" i="1" u="none" strike="noStrike" kern="1200" cap="none" spc="0" normalizeH="0" baseline="0" noProof="0" dirty="0">
                            <a:ln>
                              <a:noFill/>
                            </a:ln>
                            <a:solidFill>
                              <a:srgbClr val="FF0000"/>
                            </a:solidFill>
                            <a:effectLst/>
                            <a:uLnTx/>
                            <a:uFillTx/>
                            <a:latin typeface="Cambria Math" panose="02040503050406030204" pitchFamily="18" charset="0"/>
                            <a:ea typeface="+mn-ea"/>
                            <a:cs typeface="+mn-cs"/>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800" b="1" dirty="0">
                            <a:solidFill>
                              <a:srgbClr val="FF0000"/>
                            </a:solidFill>
                          </a:endParaRPr>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c) </a:t>
                          </a:r>
                          <a14:m>
                            <m:oMath xmlns:m="http://schemas.openxmlformats.org/officeDocument/2006/math">
                              <m:r>
                                <a:rPr kumimoji="0" lang="en-GB" sz="12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2</m:t>
                              </m:r>
                              <m:r>
                                <a:rPr kumimoji="0" lang="en-GB" sz="1200" b="0" i="1" u="none" strike="noStrike" kern="1200" cap="none" spc="0" normalizeH="0" baseline="30000" noProof="0" dirty="0" smtClean="0">
                                  <a:ln>
                                    <a:noFill/>
                                  </a:ln>
                                  <a:solidFill>
                                    <a:prstClr val="black"/>
                                  </a:solidFill>
                                  <a:effectLst/>
                                  <a:uLnTx/>
                                  <a:uFillTx/>
                                  <a:latin typeface="Cambria Math" panose="02040503050406030204" pitchFamily="18" charset="0"/>
                                  <a:ea typeface="+mn-ea"/>
                                  <a:cs typeface="+mn-cs"/>
                                </a:rPr>
                                <m:t>2</m:t>
                              </m:r>
                              <m:r>
                                <a:rPr kumimoji="0" lang="en-GB" sz="12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rPr>
                                <m:t>×</m:t>
                              </m:r>
                              <m:r>
                                <a:rPr kumimoji="0" lang="en-GB" sz="12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2</m:t>
                              </m:r>
                              <m:r>
                                <a:rPr kumimoji="0" lang="en-GB" sz="1200" b="0" i="1" u="none" strike="noStrike" kern="1200" cap="none" spc="0" normalizeH="0" baseline="30000" noProof="0" dirty="0" smtClean="0">
                                  <a:ln>
                                    <a:noFill/>
                                  </a:ln>
                                  <a:solidFill>
                                    <a:prstClr val="black"/>
                                  </a:solidFill>
                                  <a:effectLst/>
                                  <a:uLnTx/>
                                  <a:uFillTx/>
                                  <a:latin typeface="Cambria Math" panose="02040503050406030204" pitchFamily="18" charset="0"/>
                                  <a:ea typeface="+mn-ea"/>
                                  <a:cs typeface="+mn-cs"/>
                                </a:rPr>
                                <m:t>3</m:t>
                              </m:r>
                            </m:oMath>
                          </a14:m>
                          <a:endParaRPr kumimoji="0" lang="en-GB" sz="1200" b="0" i="0"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GB" sz="1200" b="1" i="1" u="none" strike="noStrike" kern="1200" cap="none" spc="0" normalizeH="0" baseline="0" noProof="0" dirty="0">
                            <a:ln>
                              <a:noFill/>
                            </a:ln>
                            <a:solidFill>
                              <a:srgbClr val="FF0000"/>
                            </a:solidFill>
                            <a:effectLst/>
                            <a:uLnTx/>
                            <a:uFillTx/>
                            <a:latin typeface="Cambria Math" panose="02040503050406030204" pitchFamily="18" charset="0"/>
                            <a:ea typeface="+mn-ea"/>
                            <a:cs typeface="+mn-cs"/>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GB" sz="1200" b="1" i="1" u="none" strike="noStrike" kern="1200" cap="none" spc="0" normalizeH="0" baseline="0" noProof="0" dirty="0">
                            <a:ln>
                              <a:noFill/>
                            </a:ln>
                            <a:solidFill>
                              <a:srgbClr val="FF0000"/>
                            </a:solidFill>
                            <a:effectLst/>
                            <a:uLnTx/>
                            <a:uFillTx/>
                            <a:latin typeface="Cambria Math" panose="02040503050406030204" pitchFamily="18" charset="0"/>
                            <a:ea typeface="+mn-ea"/>
                            <a:cs typeface="+mn-cs"/>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800" b="1" dirty="0">
                            <a:solidFill>
                              <a:srgbClr val="FF0000"/>
                            </a:solidFill>
                          </a:endParaRPr>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82165470"/>
                      </a:ext>
                    </a:extLst>
                  </a:tr>
                  <a:tr h="1334872">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d) </a:t>
                          </a:r>
                          <a14:m>
                            <m:oMath xmlns:m="http://schemas.openxmlformats.org/officeDocument/2006/math">
                              <m:r>
                                <a:rPr kumimoji="0" lang="en-GB" sz="12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9</m:t>
                              </m:r>
                              <m:r>
                                <a:rPr kumimoji="0" lang="en-GB" sz="12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rPr>
                                <m:t>×</m:t>
                              </m:r>
                              <m:r>
                                <a:rPr kumimoji="0" lang="en-GB" sz="12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9</m:t>
                              </m:r>
                              <m:r>
                                <a:rPr kumimoji="0" lang="en-GB" sz="1200" b="0" i="1" u="none" strike="noStrike" kern="1200" cap="none" spc="0" normalizeH="0" baseline="30000" noProof="0" dirty="0" smtClean="0">
                                  <a:ln>
                                    <a:noFill/>
                                  </a:ln>
                                  <a:solidFill>
                                    <a:prstClr val="black"/>
                                  </a:solidFill>
                                  <a:effectLst/>
                                  <a:uLnTx/>
                                  <a:uFillTx/>
                                  <a:latin typeface="Cambria Math" panose="02040503050406030204" pitchFamily="18" charset="0"/>
                                  <a:ea typeface="+mn-ea"/>
                                  <a:cs typeface="+mn-cs"/>
                                </a:rPr>
                                <m:t>2</m:t>
                              </m:r>
                            </m:oMath>
                          </a14:m>
                          <a:endParaRPr kumimoji="0" lang="en-GB" sz="1200" b="0" i="0" u="none" strike="noStrike" kern="1200" cap="none" spc="0" normalizeH="0" baseline="30000" noProof="0" dirty="0">
                            <a:ln>
                              <a:noFill/>
                            </a:ln>
                            <a:solidFill>
                              <a:prstClr val="black"/>
                            </a:solidFill>
                            <a:effectLst/>
                            <a:uLnTx/>
                            <a:uFillTx/>
                            <a:latin typeface="+mn-lt"/>
                            <a:ea typeface="+mn-ea"/>
                            <a:cs typeface="+mn-cs"/>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GB" sz="1200" b="1" i="1" u="none" strike="noStrike" kern="1200" cap="none" spc="0" normalizeH="0" baseline="0" noProof="0" dirty="0">
                            <a:ln>
                              <a:noFill/>
                            </a:ln>
                            <a:solidFill>
                              <a:srgbClr val="FF0000"/>
                            </a:solidFill>
                            <a:effectLst/>
                            <a:uLnTx/>
                            <a:uFillTx/>
                            <a:latin typeface="Cambria Math" panose="02040503050406030204" pitchFamily="18" charset="0"/>
                            <a:ea typeface="+mn-ea"/>
                            <a:cs typeface="+mn-cs"/>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GB" sz="1200" b="1" i="1" u="none" strike="noStrike" kern="1200" cap="none" spc="0" normalizeH="0" baseline="0" noProof="0" dirty="0">
                            <a:ln>
                              <a:noFill/>
                            </a:ln>
                            <a:solidFill>
                              <a:srgbClr val="FF0000"/>
                            </a:solidFill>
                            <a:effectLst/>
                            <a:uLnTx/>
                            <a:uFillTx/>
                            <a:latin typeface="Cambria Math" panose="02040503050406030204" pitchFamily="18" charset="0"/>
                            <a:ea typeface="+mn-ea"/>
                            <a:cs typeface="+mn-cs"/>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800" b="1" dirty="0">
                            <a:solidFill>
                              <a:srgbClr val="FF0000"/>
                            </a:solidFill>
                          </a:endParaRPr>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e) </a:t>
                          </a:r>
                          <a14:m>
                            <m:oMath xmlns:m="http://schemas.openxmlformats.org/officeDocument/2006/math">
                              <m:sSup>
                                <m:sSupPr>
                                  <m:ctrlPr>
                                    <a:rPr lang="en-US" sz="1200" b="0" i="1" dirty="0" smtClean="0">
                                      <a:solidFill>
                                        <a:prstClr val="black"/>
                                      </a:solidFill>
                                      <a:latin typeface="Cambria Math" panose="02040503050406030204" pitchFamily="18" charset="0"/>
                                    </a:rPr>
                                  </m:ctrlPr>
                                </m:sSupPr>
                                <m:e>
                                  <m:r>
                                    <a:rPr lang="en-US" sz="1200" i="1" dirty="0" smtClean="0">
                                      <a:solidFill>
                                        <a:prstClr val="black"/>
                                      </a:solidFill>
                                      <a:latin typeface="Cambria Math" panose="02040503050406030204" pitchFamily="18" charset="0"/>
                                    </a:rPr>
                                    <m:t>2</m:t>
                                  </m:r>
                                </m:e>
                                <m:sup>
                                  <m:r>
                                    <a:rPr lang="en-GB" sz="1200" b="0" i="1" dirty="0" smtClean="0">
                                      <a:solidFill>
                                        <a:prstClr val="black"/>
                                      </a:solidFill>
                                      <a:latin typeface="Cambria Math" panose="02040503050406030204" pitchFamily="18" charset="0"/>
                                    </a:rPr>
                                    <m:t>7</m:t>
                                  </m:r>
                                </m:sup>
                              </m:sSup>
                              <m:r>
                                <a:rPr lang="en-US" sz="1200" b="0" i="1" dirty="0" smtClean="0">
                                  <a:solidFill>
                                    <a:prstClr val="black"/>
                                  </a:solidFill>
                                  <a:latin typeface="Cambria Math" panose="02040503050406030204" pitchFamily="18" charset="0"/>
                                </a:rPr>
                                <m:t>×</m:t>
                              </m:r>
                              <m:r>
                                <a:rPr lang="en-US" sz="1200" i="1" dirty="0">
                                  <a:solidFill>
                                    <a:prstClr val="black"/>
                                  </a:solidFill>
                                  <a:latin typeface="Cambria Math" panose="02040503050406030204" pitchFamily="18" charset="0"/>
                                </a:rPr>
                                <m:t>2</m:t>
                              </m:r>
                              <m:r>
                                <a:rPr lang="en-GB" sz="1200" i="1" baseline="30000" dirty="0">
                                  <a:solidFill>
                                    <a:prstClr val="black"/>
                                  </a:solidFill>
                                  <a:latin typeface="Cambria Math" panose="02040503050406030204" pitchFamily="18" charset="0"/>
                                </a:rPr>
                                <m:t>2</m:t>
                              </m:r>
                            </m:oMath>
                          </a14:m>
                          <a:endParaRPr lang="en-US" sz="1200" dirty="0">
                            <a:solidFill>
                              <a:prstClr val="black"/>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GB" sz="1200" b="1" i="1" u="none" strike="noStrike" kern="1200" cap="none" spc="0" normalizeH="0" baseline="0" noProof="0" dirty="0">
                            <a:ln>
                              <a:noFill/>
                            </a:ln>
                            <a:solidFill>
                              <a:srgbClr val="FF0000"/>
                            </a:solidFill>
                            <a:effectLst/>
                            <a:uLnTx/>
                            <a:uFillTx/>
                            <a:latin typeface="Cambria Math" panose="02040503050406030204" pitchFamily="18" charset="0"/>
                            <a:ea typeface="+mn-ea"/>
                            <a:cs typeface="+mn-cs"/>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GB" sz="1200" b="1" i="1" u="none" strike="noStrike" kern="1200" cap="none" spc="0" normalizeH="0" baseline="0" noProof="0" dirty="0">
                            <a:ln>
                              <a:noFill/>
                            </a:ln>
                            <a:solidFill>
                              <a:srgbClr val="FF0000"/>
                            </a:solidFill>
                            <a:effectLst/>
                            <a:uLnTx/>
                            <a:uFillTx/>
                            <a:latin typeface="Cambria Math" panose="02040503050406030204" pitchFamily="18" charset="0"/>
                            <a:ea typeface="+mn-ea"/>
                            <a:cs typeface="+mn-cs"/>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800" b="1" dirty="0">
                            <a:solidFill>
                              <a:srgbClr val="FF0000"/>
                            </a:solidFill>
                          </a:endParaRPr>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f) </a:t>
                          </a:r>
                          <a14:m>
                            <m:oMath xmlns:m="http://schemas.openxmlformats.org/officeDocument/2006/math">
                              <m:r>
                                <a:rPr lang="en-US" sz="1200" i="1" dirty="0" smtClean="0">
                                  <a:solidFill>
                                    <a:prstClr val="black"/>
                                  </a:solidFill>
                                  <a:latin typeface="Cambria Math" panose="02040503050406030204" pitchFamily="18" charset="0"/>
                                </a:rPr>
                                <m:t>7</m:t>
                              </m:r>
                              <m:r>
                                <a:rPr lang="en-GB" sz="1200" i="1" baseline="30000" dirty="0">
                                  <a:solidFill>
                                    <a:prstClr val="black"/>
                                  </a:solidFill>
                                  <a:latin typeface="Cambria Math" panose="02040503050406030204" pitchFamily="18" charset="0"/>
                                </a:rPr>
                                <m:t>12</m:t>
                              </m:r>
                              <m:r>
                                <a:rPr lang="en-US" sz="1200" b="0" i="1" dirty="0" smtClean="0">
                                  <a:solidFill>
                                    <a:prstClr val="black"/>
                                  </a:solidFill>
                                  <a:latin typeface="Cambria Math" panose="02040503050406030204" pitchFamily="18" charset="0"/>
                                </a:rPr>
                                <m:t>×</m:t>
                              </m:r>
                              <m:r>
                                <a:rPr lang="en-US" sz="1200" i="1" dirty="0">
                                  <a:solidFill>
                                    <a:prstClr val="black"/>
                                  </a:solidFill>
                                  <a:latin typeface="Cambria Math" panose="02040503050406030204" pitchFamily="18" charset="0"/>
                                </a:rPr>
                                <m:t>7</m:t>
                              </m:r>
                              <m:r>
                                <a:rPr lang="en-GB" sz="1200" i="1" baseline="30000" dirty="0">
                                  <a:solidFill>
                                    <a:prstClr val="black"/>
                                  </a:solidFill>
                                  <a:latin typeface="Cambria Math" panose="02040503050406030204" pitchFamily="18" charset="0"/>
                                </a:rPr>
                                <m:t>4</m:t>
                              </m:r>
                            </m:oMath>
                          </a14:m>
                          <a:endParaRPr lang="en-US" sz="1200" dirty="0">
                            <a:solidFill>
                              <a:prstClr val="black"/>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GB" sz="1200" b="1" i="1" u="none" strike="noStrike" kern="1200" cap="none" spc="0" normalizeH="0" baseline="0" noProof="0" dirty="0">
                            <a:ln>
                              <a:noFill/>
                            </a:ln>
                            <a:solidFill>
                              <a:srgbClr val="FF0000"/>
                            </a:solidFill>
                            <a:effectLst/>
                            <a:uLnTx/>
                            <a:uFillTx/>
                            <a:latin typeface="Cambria Math" panose="02040503050406030204" pitchFamily="18" charset="0"/>
                            <a:ea typeface="+mn-ea"/>
                            <a:cs typeface="+mn-cs"/>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GB" sz="1200" b="1" i="1" u="none" strike="noStrike" kern="1200" cap="none" spc="0" normalizeH="0" baseline="0" noProof="0" dirty="0">
                            <a:ln>
                              <a:noFill/>
                            </a:ln>
                            <a:solidFill>
                              <a:srgbClr val="FF0000"/>
                            </a:solidFill>
                            <a:effectLst/>
                            <a:uLnTx/>
                            <a:uFillTx/>
                            <a:latin typeface="Cambria Math" panose="02040503050406030204" pitchFamily="18" charset="0"/>
                            <a:ea typeface="+mn-ea"/>
                            <a:cs typeface="+mn-cs"/>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800" b="1" dirty="0">
                            <a:solidFill>
                              <a:srgbClr val="FF0000"/>
                            </a:solidFill>
                          </a:endParaRPr>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57481887"/>
                      </a:ext>
                    </a:extLst>
                  </a:tr>
                  <a:tr h="1334872">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g) </a:t>
                          </a:r>
                          <a14:m>
                            <m:oMath xmlns:m="http://schemas.openxmlformats.org/officeDocument/2006/math">
                              <m:r>
                                <a:rPr lang="en-US" sz="1200" i="1" dirty="0" smtClean="0">
                                  <a:solidFill>
                                    <a:prstClr val="black"/>
                                  </a:solidFill>
                                  <a:latin typeface="Cambria Math" panose="02040503050406030204" pitchFamily="18" charset="0"/>
                                </a:rPr>
                                <m:t>10</m:t>
                              </m:r>
                              <m:r>
                                <a:rPr lang="en-GB" sz="1200" b="0" i="1" baseline="30000" dirty="0" smtClean="0">
                                  <a:solidFill>
                                    <a:prstClr val="black"/>
                                  </a:solidFill>
                                  <a:latin typeface="Cambria Math" panose="02040503050406030204" pitchFamily="18" charset="0"/>
                                </a:rPr>
                                <m:t>6</m:t>
                              </m:r>
                              <m:r>
                                <a:rPr lang="en-US" sz="1200" b="0" i="1" dirty="0" smtClean="0">
                                  <a:solidFill>
                                    <a:prstClr val="black"/>
                                  </a:solidFill>
                                  <a:latin typeface="Cambria Math" panose="02040503050406030204" pitchFamily="18" charset="0"/>
                                </a:rPr>
                                <m:t>×</m:t>
                              </m:r>
                              <m:r>
                                <a:rPr lang="en-US" sz="1200" i="1" dirty="0">
                                  <a:solidFill>
                                    <a:prstClr val="black"/>
                                  </a:solidFill>
                                  <a:latin typeface="Cambria Math" panose="02040503050406030204" pitchFamily="18" charset="0"/>
                                </a:rPr>
                                <m:t>10</m:t>
                              </m:r>
                              <m:r>
                                <a:rPr lang="en-GB" sz="1200" i="1" baseline="30000" dirty="0" smtClean="0">
                                  <a:solidFill>
                                    <a:prstClr val="black"/>
                                  </a:solidFill>
                                  <a:latin typeface="Cambria Math" panose="02040503050406030204" pitchFamily="18" charset="0"/>
                                </a:rPr>
                                <m:t>5</m:t>
                              </m:r>
                            </m:oMath>
                          </a14:m>
                          <a:endParaRPr lang="en-GB" sz="1200" baseline="30000" dirty="0">
                            <a:solidFill>
                              <a:prstClr val="black"/>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GB" sz="1200" b="1" i="1" u="none" strike="noStrike" kern="1200" cap="none" spc="0" normalizeH="0" baseline="0" noProof="0" dirty="0">
                            <a:ln>
                              <a:noFill/>
                            </a:ln>
                            <a:solidFill>
                              <a:srgbClr val="FF0000"/>
                            </a:solidFill>
                            <a:effectLst/>
                            <a:uLnTx/>
                            <a:uFillTx/>
                            <a:latin typeface="Cambria Math" panose="02040503050406030204" pitchFamily="18" charset="0"/>
                            <a:ea typeface="+mn-ea"/>
                            <a:cs typeface="+mn-cs"/>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GB" sz="1200" b="1" i="1" u="none" strike="noStrike" kern="1200" cap="none" spc="0" normalizeH="0" baseline="0" noProof="0" dirty="0">
                            <a:ln>
                              <a:noFill/>
                            </a:ln>
                            <a:solidFill>
                              <a:srgbClr val="FF0000"/>
                            </a:solidFill>
                            <a:effectLst/>
                            <a:uLnTx/>
                            <a:uFillTx/>
                            <a:latin typeface="Cambria Math" panose="02040503050406030204" pitchFamily="18" charset="0"/>
                            <a:ea typeface="+mn-ea"/>
                            <a:cs typeface="+mn-cs"/>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800" b="1" dirty="0">
                            <a:solidFill>
                              <a:srgbClr val="FF0000"/>
                            </a:solidFill>
                          </a:endParaRPr>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h) </a:t>
                          </a:r>
                          <a14:m>
                            <m:oMath xmlns:m="http://schemas.openxmlformats.org/officeDocument/2006/math">
                              <m:r>
                                <a:rPr lang="en-GB" sz="1200" i="1" dirty="0" smtClean="0">
                                  <a:solidFill>
                                    <a:prstClr val="black"/>
                                  </a:solidFill>
                                  <a:latin typeface="Cambria Math" panose="02040503050406030204" pitchFamily="18" charset="0"/>
                                </a:rPr>
                                <m:t>1</m:t>
                              </m:r>
                              <m:r>
                                <a:rPr lang="en-GB" sz="1200" i="1" baseline="30000" dirty="0" smtClean="0">
                                  <a:solidFill>
                                    <a:prstClr val="black"/>
                                  </a:solidFill>
                                  <a:latin typeface="Cambria Math" panose="02040503050406030204" pitchFamily="18" charset="0"/>
                                </a:rPr>
                                <m:t>6</m:t>
                              </m:r>
                              <m:r>
                                <a:rPr lang="en-GB" sz="1200" i="1" dirty="0">
                                  <a:solidFill>
                                    <a:prstClr val="black"/>
                                  </a:solidFill>
                                  <a:latin typeface="Cambria Math" panose="02040503050406030204" pitchFamily="18" charset="0"/>
                                </a:rPr>
                                <m:t> </m:t>
                              </m:r>
                              <m:r>
                                <a:rPr lang="en-US" sz="1200" b="0" i="1" dirty="0" smtClean="0">
                                  <a:solidFill>
                                    <a:prstClr val="black"/>
                                  </a:solidFill>
                                  <a:latin typeface="Cambria Math" panose="02040503050406030204" pitchFamily="18" charset="0"/>
                                </a:rPr>
                                <m:t>×1</m:t>
                              </m:r>
                              <m:r>
                                <a:rPr lang="en-GB" sz="1200" i="1" baseline="30000" dirty="0">
                                  <a:solidFill>
                                    <a:prstClr val="black"/>
                                  </a:solidFill>
                                  <a:latin typeface="Cambria Math" panose="02040503050406030204" pitchFamily="18" charset="0"/>
                                </a:rPr>
                                <m:t>9</m:t>
                              </m:r>
                            </m:oMath>
                          </a14:m>
                          <a:endParaRPr lang="en-GB" sz="1200" dirty="0">
                            <a:solidFill>
                              <a:prstClr val="black"/>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GB" sz="1200" b="1" i="1" u="none" strike="noStrike" kern="1200" cap="none" spc="0" normalizeH="0" baseline="0" noProof="0" dirty="0">
                            <a:ln>
                              <a:noFill/>
                            </a:ln>
                            <a:solidFill>
                              <a:srgbClr val="FF0000"/>
                            </a:solidFill>
                            <a:effectLst/>
                            <a:uLnTx/>
                            <a:uFillTx/>
                            <a:latin typeface="Cambria Math" panose="02040503050406030204" pitchFamily="18" charset="0"/>
                            <a:ea typeface="+mn-ea"/>
                            <a:cs typeface="+mn-cs"/>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GB" sz="1200" b="1" i="1" u="none" strike="noStrike" kern="1200" cap="none" spc="0" normalizeH="0" baseline="0" noProof="0" dirty="0">
                            <a:ln>
                              <a:noFill/>
                            </a:ln>
                            <a:solidFill>
                              <a:srgbClr val="FF0000"/>
                            </a:solidFill>
                            <a:effectLst/>
                            <a:uLnTx/>
                            <a:uFillTx/>
                            <a:latin typeface="Cambria Math" panose="02040503050406030204" pitchFamily="18" charset="0"/>
                            <a:ea typeface="+mn-ea"/>
                            <a:cs typeface="+mn-cs"/>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800" b="1" dirty="0">
                            <a:solidFill>
                              <a:srgbClr val="FF0000"/>
                            </a:solidFill>
                          </a:endParaRPr>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i) </a:t>
                          </a:r>
                          <a14:m>
                            <m:oMath xmlns:m="http://schemas.openxmlformats.org/officeDocument/2006/math">
                              <m:r>
                                <a:rPr lang="en-US" sz="1200" b="0" i="1" smtClean="0">
                                  <a:solidFill>
                                    <a:prstClr val="black"/>
                                  </a:solidFill>
                                  <a:latin typeface="Cambria Math" panose="02040503050406030204" pitchFamily="18" charset="0"/>
                                </a:rPr>
                                <m:t>5×</m:t>
                              </m:r>
                              <m:sSup>
                                <m:sSupPr>
                                  <m:ctrlPr>
                                    <a:rPr lang="en-US" sz="1200" b="0" i="1" smtClean="0">
                                      <a:solidFill>
                                        <a:prstClr val="black"/>
                                      </a:solidFill>
                                      <a:latin typeface="Cambria Math" panose="02040503050406030204" pitchFamily="18" charset="0"/>
                                    </a:rPr>
                                  </m:ctrlPr>
                                </m:sSupPr>
                                <m:e>
                                  <m:r>
                                    <a:rPr lang="en-US" sz="1200" b="0" i="1" smtClean="0">
                                      <a:solidFill>
                                        <a:prstClr val="black"/>
                                      </a:solidFill>
                                      <a:latin typeface="Cambria Math" panose="02040503050406030204" pitchFamily="18" charset="0"/>
                                    </a:rPr>
                                    <m:t>5</m:t>
                                  </m:r>
                                </m:e>
                                <m:sup>
                                  <m:r>
                                    <a:rPr lang="en-US" sz="1200" b="0" i="1" smtClean="0">
                                      <a:solidFill>
                                        <a:prstClr val="black"/>
                                      </a:solidFill>
                                      <a:latin typeface="Cambria Math" panose="02040503050406030204" pitchFamily="18" charset="0"/>
                                    </a:rPr>
                                    <m:t>7</m:t>
                                  </m:r>
                                </m:sup>
                              </m:sSup>
                              <m:r>
                                <a:rPr lang="en-US" sz="1200" b="0" i="1" smtClean="0">
                                  <a:solidFill>
                                    <a:prstClr val="black"/>
                                  </a:solidFill>
                                  <a:latin typeface="Cambria Math" panose="02040503050406030204" pitchFamily="18" charset="0"/>
                                </a:rPr>
                                <m:t>×</m:t>
                              </m:r>
                              <m:sSup>
                                <m:sSupPr>
                                  <m:ctrlPr>
                                    <a:rPr lang="en-US" sz="1200" b="0" i="1" smtClean="0">
                                      <a:solidFill>
                                        <a:prstClr val="black"/>
                                      </a:solidFill>
                                      <a:latin typeface="Cambria Math" panose="02040503050406030204" pitchFamily="18" charset="0"/>
                                    </a:rPr>
                                  </m:ctrlPr>
                                </m:sSupPr>
                                <m:e>
                                  <m:r>
                                    <a:rPr lang="en-US" sz="1200" b="0" i="1" smtClean="0">
                                      <a:solidFill>
                                        <a:prstClr val="black"/>
                                      </a:solidFill>
                                      <a:latin typeface="Cambria Math" panose="02040503050406030204" pitchFamily="18" charset="0"/>
                                    </a:rPr>
                                    <m:t>5</m:t>
                                  </m:r>
                                </m:e>
                                <m:sup>
                                  <m:r>
                                    <a:rPr lang="en-US" sz="1200" b="0" i="1" smtClean="0">
                                      <a:solidFill>
                                        <a:prstClr val="black"/>
                                      </a:solidFill>
                                      <a:latin typeface="Cambria Math" panose="02040503050406030204" pitchFamily="18" charset="0"/>
                                    </a:rPr>
                                    <m:t>3</m:t>
                                  </m:r>
                                </m:sup>
                              </m:sSup>
                            </m:oMath>
                          </a14:m>
                          <a:endParaRPr lang="en-GB" sz="1200" dirty="0">
                            <a:solidFill>
                              <a:prstClr val="black"/>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GB" sz="1200" b="1" i="1" u="none" strike="noStrike" kern="1200" cap="none" spc="0" normalizeH="0" baseline="0" noProof="0" dirty="0">
                            <a:ln>
                              <a:noFill/>
                            </a:ln>
                            <a:solidFill>
                              <a:srgbClr val="FF0000"/>
                            </a:solidFill>
                            <a:effectLst/>
                            <a:uLnTx/>
                            <a:uFillTx/>
                            <a:latin typeface="Cambria Math" panose="02040503050406030204" pitchFamily="18" charset="0"/>
                            <a:ea typeface="+mn-ea"/>
                            <a:cs typeface="+mn-cs"/>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GB" sz="1200" b="1" i="1" u="none" strike="noStrike" kern="1200" cap="none" spc="0" normalizeH="0" baseline="0" noProof="0" dirty="0">
                            <a:ln>
                              <a:noFill/>
                            </a:ln>
                            <a:solidFill>
                              <a:srgbClr val="FF0000"/>
                            </a:solidFill>
                            <a:effectLst/>
                            <a:uLnTx/>
                            <a:uFillTx/>
                            <a:latin typeface="Cambria Math" panose="02040503050406030204" pitchFamily="18" charset="0"/>
                            <a:ea typeface="+mn-ea"/>
                            <a:cs typeface="+mn-cs"/>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1" dirty="0">
                            <a:solidFill>
                              <a:srgbClr val="FF0000"/>
                            </a:solidFill>
                          </a:endParaRPr>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53711689"/>
                      </a:ext>
                    </a:extLst>
                  </a:tr>
                  <a:tr h="1334872">
                    <a:tc>
                      <a:txBody>
                        <a:bodyPr/>
                        <a:lstStyle/>
                        <a:p>
                          <a:r>
                            <a:rPr lang="en-GB" sz="1200" dirty="0"/>
                            <a:t>j) </a:t>
                          </a:r>
                          <a14:m>
                            <m:oMath xmlns:m="http://schemas.openxmlformats.org/officeDocument/2006/math">
                              <m:r>
                                <a:rPr lang="en-GB" sz="1200" i="1" dirty="0" smtClean="0">
                                  <a:solidFill>
                                    <a:prstClr val="black"/>
                                  </a:solidFill>
                                  <a:latin typeface="Cambria Math" panose="02040503050406030204" pitchFamily="18" charset="0"/>
                                </a:rPr>
                                <m:t>6</m:t>
                              </m:r>
                              <m:r>
                                <a:rPr lang="en-GB" sz="1200" i="1" baseline="30000" dirty="0" smtClean="0">
                                  <a:solidFill>
                                    <a:prstClr val="black"/>
                                  </a:solidFill>
                                  <a:latin typeface="Cambria Math" panose="02040503050406030204" pitchFamily="18" charset="0"/>
                                </a:rPr>
                                <m:t>2</m:t>
                              </m:r>
                              <m:r>
                                <a:rPr lang="en-GB" sz="1200" i="1" dirty="0" smtClean="0">
                                  <a:solidFill>
                                    <a:prstClr val="black"/>
                                  </a:solidFill>
                                  <a:latin typeface="Cambria Math" panose="02040503050406030204" pitchFamily="18" charset="0"/>
                                </a:rPr>
                                <m:t>×</m:t>
                              </m:r>
                              <m:sSup>
                                <m:sSupPr>
                                  <m:ctrlPr>
                                    <a:rPr lang="en-US" sz="1200" b="0" i="1" dirty="0" smtClean="0">
                                      <a:solidFill>
                                        <a:prstClr val="black"/>
                                      </a:solidFill>
                                      <a:latin typeface="Cambria Math" panose="02040503050406030204" pitchFamily="18" charset="0"/>
                                    </a:rPr>
                                  </m:ctrlPr>
                                </m:sSupPr>
                                <m:e>
                                  <m:r>
                                    <a:rPr lang="en-GB" sz="1200" i="1" dirty="0" smtClean="0">
                                      <a:solidFill>
                                        <a:prstClr val="black"/>
                                      </a:solidFill>
                                      <a:latin typeface="Cambria Math" panose="02040503050406030204" pitchFamily="18" charset="0"/>
                                    </a:rPr>
                                    <m:t>6</m:t>
                                  </m:r>
                                </m:e>
                                <m:sup>
                                  <m:r>
                                    <a:rPr lang="en-US" sz="1200" b="0" i="1" dirty="0" smtClean="0">
                                      <a:solidFill>
                                        <a:prstClr val="black"/>
                                      </a:solidFill>
                                      <a:latin typeface="Cambria Math" panose="02040503050406030204" pitchFamily="18" charset="0"/>
                                    </a:rPr>
                                    <m:t>4</m:t>
                                  </m:r>
                                </m:sup>
                              </m:sSup>
                              <m:r>
                                <a:rPr lang="en-US" sz="1200" b="0" i="1" dirty="0" smtClean="0">
                                  <a:solidFill>
                                    <a:prstClr val="black"/>
                                  </a:solidFill>
                                  <a:latin typeface="Cambria Math" panose="02040503050406030204" pitchFamily="18" charset="0"/>
                                </a:rPr>
                                <m:t>×</m:t>
                              </m:r>
                              <m:sSup>
                                <m:sSupPr>
                                  <m:ctrlPr>
                                    <a:rPr lang="en-US" sz="1200" b="0" i="1" dirty="0" smtClean="0">
                                      <a:solidFill>
                                        <a:prstClr val="black"/>
                                      </a:solidFill>
                                      <a:latin typeface="Cambria Math" panose="02040503050406030204" pitchFamily="18" charset="0"/>
                                    </a:rPr>
                                  </m:ctrlPr>
                                </m:sSupPr>
                                <m:e>
                                  <m:r>
                                    <a:rPr lang="en-US" sz="1200" b="0" i="1" dirty="0" smtClean="0">
                                      <a:solidFill>
                                        <a:prstClr val="black"/>
                                      </a:solidFill>
                                      <a:latin typeface="Cambria Math" panose="02040503050406030204" pitchFamily="18" charset="0"/>
                                    </a:rPr>
                                    <m:t>6</m:t>
                                  </m:r>
                                </m:e>
                                <m:sup>
                                  <m:r>
                                    <a:rPr lang="en-US" sz="1200" b="0" i="1" dirty="0" smtClean="0">
                                      <a:solidFill>
                                        <a:prstClr val="black"/>
                                      </a:solidFill>
                                      <a:latin typeface="Cambria Math" panose="02040503050406030204" pitchFamily="18" charset="0"/>
                                    </a:rPr>
                                    <m:t>7</m:t>
                                  </m:r>
                                </m:sup>
                              </m:sSup>
                            </m:oMath>
                          </a14:m>
                          <a:endParaRPr lang="en-GB" sz="1200" dirty="0"/>
                        </a:p>
                        <a:p>
                          <a:endParaRPr lang="en-GB" sz="1200" dirty="0"/>
                        </a:p>
                        <a:p>
                          <a:endParaRPr lang="en-GB" sz="1200" dirty="0"/>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800" b="1" dirty="0">
                            <a:solidFill>
                              <a:srgbClr val="FF0000"/>
                            </a:solidFill>
                          </a:endParaRPr>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k) </a:t>
                          </a:r>
                          <a14:m>
                            <m:oMath xmlns:m="http://schemas.openxmlformats.org/officeDocument/2006/math">
                              <m:r>
                                <a:rPr lang="en-GB" sz="1200" i="1" dirty="0" smtClean="0">
                                  <a:solidFill>
                                    <a:prstClr val="black"/>
                                  </a:solidFill>
                                  <a:latin typeface="Cambria Math" panose="02040503050406030204" pitchFamily="18" charset="0"/>
                                </a:rPr>
                                <m:t>2×</m:t>
                              </m:r>
                              <m:sSup>
                                <m:sSupPr>
                                  <m:ctrlPr>
                                    <a:rPr lang="en-US" sz="1200" b="0" i="1" dirty="0" smtClean="0">
                                      <a:solidFill>
                                        <a:prstClr val="black"/>
                                      </a:solidFill>
                                      <a:latin typeface="Cambria Math" panose="02040503050406030204" pitchFamily="18" charset="0"/>
                                    </a:rPr>
                                  </m:ctrlPr>
                                </m:sSupPr>
                                <m:e>
                                  <m:r>
                                    <a:rPr lang="en-GB" sz="1200" i="1" dirty="0" smtClean="0">
                                      <a:solidFill>
                                        <a:prstClr val="black"/>
                                      </a:solidFill>
                                      <a:latin typeface="Cambria Math" panose="02040503050406030204" pitchFamily="18" charset="0"/>
                                    </a:rPr>
                                    <m:t>2</m:t>
                                  </m:r>
                                </m:e>
                                <m:sup>
                                  <m:r>
                                    <a:rPr lang="en-US" sz="1200" b="0" i="1" dirty="0" smtClean="0">
                                      <a:solidFill>
                                        <a:prstClr val="black"/>
                                      </a:solidFill>
                                      <a:latin typeface="Cambria Math" panose="02040503050406030204" pitchFamily="18" charset="0"/>
                                    </a:rPr>
                                    <m:t>3</m:t>
                                  </m:r>
                                </m:sup>
                              </m:sSup>
                              <m:r>
                                <a:rPr lang="en-US" sz="1200" b="0" i="1" dirty="0" smtClean="0">
                                  <a:solidFill>
                                    <a:prstClr val="black"/>
                                  </a:solidFill>
                                  <a:latin typeface="Cambria Math" panose="02040503050406030204" pitchFamily="18" charset="0"/>
                                </a:rPr>
                                <m:t>×2</m:t>
                              </m:r>
                            </m:oMath>
                          </a14:m>
                          <a:endParaRPr lang="en-GB" sz="1200" baseline="30000" dirty="0">
                            <a:solidFill>
                              <a:prstClr val="black"/>
                            </a:solidFill>
                          </a:endParaRPr>
                        </a:p>
                        <a:p>
                          <a:endParaRPr lang="en-GB" sz="1200" dirty="0"/>
                        </a:p>
                        <a:p>
                          <a:endParaRPr lang="en-GB" sz="1200" dirty="0"/>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800" b="1" dirty="0">
                            <a:solidFill>
                              <a:srgbClr val="FF0000"/>
                            </a:solidFill>
                          </a:endParaRPr>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l) </a:t>
                          </a:r>
                          <a14:m>
                            <m:oMath xmlns:m="http://schemas.openxmlformats.org/officeDocument/2006/math">
                              <m:sSup>
                                <m:sSupPr>
                                  <m:ctrlPr>
                                    <a:rPr lang="en-US" sz="1200" b="0" i="1" dirty="0" smtClean="0">
                                      <a:solidFill>
                                        <a:prstClr val="black"/>
                                      </a:solidFill>
                                      <a:latin typeface="Cambria Math" panose="02040503050406030204" pitchFamily="18" charset="0"/>
                                    </a:rPr>
                                  </m:ctrlPr>
                                </m:sSupPr>
                                <m:e>
                                  <m:r>
                                    <a:rPr lang="en-US" sz="1200" i="1" dirty="0" smtClean="0">
                                      <a:solidFill>
                                        <a:prstClr val="black"/>
                                      </a:solidFill>
                                      <a:latin typeface="Cambria Math" panose="02040503050406030204" pitchFamily="18" charset="0"/>
                                    </a:rPr>
                                    <m:t>4</m:t>
                                  </m:r>
                                </m:e>
                                <m:sup>
                                  <m:r>
                                    <a:rPr lang="en-US" sz="1200" b="0" i="1" dirty="0" smtClean="0">
                                      <a:solidFill>
                                        <a:prstClr val="black"/>
                                      </a:solidFill>
                                      <a:latin typeface="Cambria Math" panose="02040503050406030204" pitchFamily="18" charset="0"/>
                                    </a:rPr>
                                    <m:t>7</m:t>
                                  </m:r>
                                </m:sup>
                              </m:sSup>
                              <m:r>
                                <a:rPr lang="en-US" sz="1200" b="0" i="1" dirty="0" smtClean="0">
                                  <a:solidFill>
                                    <a:prstClr val="black"/>
                                  </a:solidFill>
                                  <a:latin typeface="Cambria Math" panose="02040503050406030204" pitchFamily="18" charset="0"/>
                                </a:rPr>
                                <m:t>×</m:t>
                              </m:r>
                              <m:sSup>
                                <m:sSupPr>
                                  <m:ctrlPr>
                                    <a:rPr lang="en-US" sz="1200" b="0" i="1" dirty="0" smtClean="0">
                                      <a:solidFill>
                                        <a:prstClr val="black"/>
                                      </a:solidFill>
                                      <a:latin typeface="Cambria Math" panose="02040503050406030204" pitchFamily="18" charset="0"/>
                                    </a:rPr>
                                  </m:ctrlPr>
                                </m:sSupPr>
                                <m:e>
                                  <m:r>
                                    <a:rPr lang="en-US" sz="1200" b="0" i="1" dirty="0" smtClean="0">
                                      <a:solidFill>
                                        <a:prstClr val="black"/>
                                      </a:solidFill>
                                      <a:latin typeface="Cambria Math" panose="02040503050406030204" pitchFamily="18" charset="0"/>
                                    </a:rPr>
                                    <m:t>4</m:t>
                                  </m:r>
                                </m:e>
                                <m:sup>
                                  <m:r>
                                    <a:rPr lang="en-US" sz="1200" b="0" i="1" dirty="0" smtClean="0">
                                      <a:solidFill>
                                        <a:prstClr val="black"/>
                                      </a:solidFill>
                                      <a:latin typeface="Cambria Math" panose="02040503050406030204" pitchFamily="18" charset="0"/>
                                    </a:rPr>
                                    <m:t>18</m:t>
                                  </m:r>
                                </m:sup>
                              </m:sSup>
                              <m:r>
                                <a:rPr lang="en-US" sz="1200" b="0" i="1" dirty="0" smtClean="0">
                                  <a:solidFill>
                                    <a:prstClr val="black"/>
                                  </a:solidFill>
                                  <a:latin typeface="Cambria Math" panose="02040503050406030204" pitchFamily="18" charset="0"/>
                                </a:rPr>
                                <m:t>×</m:t>
                              </m:r>
                              <m:sSup>
                                <m:sSupPr>
                                  <m:ctrlPr>
                                    <a:rPr lang="en-US" sz="1200" b="0" i="1" dirty="0" smtClean="0">
                                      <a:solidFill>
                                        <a:prstClr val="black"/>
                                      </a:solidFill>
                                      <a:latin typeface="Cambria Math" panose="02040503050406030204" pitchFamily="18" charset="0"/>
                                    </a:rPr>
                                  </m:ctrlPr>
                                </m:sSupPr>
                                <m:e>
                                  <m:r>
                                    <a:rPr lang="en-US" sz="1200" b="0" i="1" dirty="0" smtClean="0">
                                      <a:solidFill>
                                        <a:prstClr val="black"/>
                                      </a:solidFill>
                                      <a:latin typeface="Cambria Math" panose="02040503050406030204" pitchFamily="18" charset="0"/>
                                    </a:rPr>
                                    <m:t>4</m:t>
                                  </m:r>
                                </m:e>
                                <m:sup>
                                  <m:r>
                                    <a:rPr lang="en-US" sz="1200" b="0" i="1" dirty="0" smtClean="0">
                                      <a:solidFill>
                                        <a:prstClr val="black"/>
                                      </a:solidFill>
                                      <a:latin typeface="Cambria Math" panose="02040503050406030204" pitchFamily="18" charset="0"/>
                                    </a:rPr>
                                    <m:t>3</m:t>
                                  </m:r>
                                </m:sup>
                              </m:sSup>
                            </m:oMath>
                          </a14:m>
                          <a:endParaRPr lang="en-GB" sz="1200" dirty="0"/>
                        </a:p>
                        <a:p>
                          <a:endParaRPr lang="en-GB" sz="1200" dirty="0"/>
                        </a:p>
                        <a:p>
                          <a:endParaRPr lang="en-GB" sz="1200" dirty="0"/>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800" b="1" dirty="0">
                            <a:solidFill>
                              <a:srgbClr val="FF0000"/>
                            </a:solidFill>
                          </a:endParaRPr>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26242104"/>
                      </a:ext>
                    </a:extLst>
                  </a:tr>
                  <a:tr h="1334872">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m) </a:t>
                          </a:r>
                          <a14:m>
                            <m:oMath xmlns:m="http://schemas.openxmlformats.org/officeDocument/2006/math">
                              <m:r>
                                <a:rPr lang="en-GB" sz="1200" b="0" i="1" dirty="0" smtClean="0">
                                  <a:solidFill>
                                    <a:prstClr val="black"/>
                                  </a:solidFill>
                                  <a:latin typeface="Cambria Math" panose="02040503050406030204" pitchFamily="18" charset="0"/>
                                </a:rPr>
                                <m:t>0.5</m:t>
                              </m:r>
                              <m:r>
                                <a:rPr lang="en-GB" sz="1200" i="1" baseline="30000" dirty="0" smtClean="0">
                                  <a:solidFill>
                                    <a:prstClr val="black"/>
                                  </a:solidFill>
                                  <a:latin typeface="Cambria Math" panose="02040503050406030204" pitchFamily="18" charset="0"/>
                                </a:rPr>
                                <m:t>6</m:t>
                              </m:r>
                              <m:r>
                                <a:rPr lang="en-GB" sz="1200" i="1" dirty="0">
                                  <a:solidFill>
                                    <a:prstClr val="black"/>
                                  </a:solidFill>
                                  <a:latin typeface="Cambria Math" panose="02040503050406030204" pitchFamily="18" charset="0"/>
                                </a:rPr>
                                <m:t> </m:t>
                              </m:r>
                              <m:r>
                                <a:rPr lang="en-US" sz="1200" b="0" i="1" dirty="0" smtClean="0">
                                  <a:solidFill>
                                    <a:prstClr val="black"/>
                                  </a:solidFill>
                                  <a:latin typeface="Cambria Math" panose="02040503050406030204" pitchFamily="18" charset="0"/>
                                </a:rPr>
                                <m:t>×</m:t>
                              </m:r>
                              <m:r>
                                <a:rPr lang="en-GB" sz="1200" b="0" i="1" dirty="0" smtClean="0">
                                  <a:solidFill>
                                    <a:prstClr val="black"/>
                                  </a:solidFill>
                                  <a:latin typeface="Cambria Math" panose="02040503050406030204" pitchFamily="18" charset="0"/>
                                </a:rPr>
                                <m:t>0.5</m:t>
                              </m:r>
                              <m:r>
                                <a:rPr lang="en-GB" sz="1200" b="0" i="1" baseline="30000" dirty="0" smtClean="0">
                                  <a:solidFill>
                                    <a:prstClr val="black"/>
                                  </a:solidFill>
                                  <a:latin typeface="Cambria Math" panose="02040503050406030204" pitchFamily="18" charset="0"/>
                                </a:rPr>
                                <m:t>3</m:t>
                              </m:r>
                            </m:oMath>
                          </a14:m>
                          <a:endParaRPr lang="en-GB" sz="1200" dirty="0">
                            <a:solidFill>
                              <a:prstClr val="black"/>
                            </a:solidFill>
                          </a:endParaRPr>
                        </a:p>
                        <a:p>
                          <a:endParaRPr lang="en-GB" sz="1200" dirty="0"/>
                        </a:p>
                        <a:p>
                          <a:endParaRPr lang="en-GB" sz="1200" dirty="0"/>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800"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n) </a:t>
                          </a:r>
                          <a14:m>
                            <m:oMath xmlns:m="http://schemas.openxmlformats.org/officeDocument/2006/math">
                              <m:r>
                                <a:rPr lang="en-GB" sz="1200" b="0" i="1" dirty="0" smtClean="0">
                                  <a:solidFill>
                                    <a:prstClr val="black"/>
                                  </a:solidFill>
                                  <a:latin typeface="Cambria Math" panose="02040503050406030204" pitchFamily="18" charset="0"/>
                                </a:rPr>
                                <m:t>4</m:t>
                              </m:r>
                              <m:r>
                                <a:rPr lang="en-GB" sz="1200" b="0" i="1" baseline="30000" dirty="0" smtClean="0">
                                  <a:solidFill>
                                    <a:prstClr val="black"/>
                                  </a:solidFill>
                                  <a:latin typeface="Cambria Math" panose="02040503050406030204" pitchFamily="18" charset="0"/>
                                </a:rPr>
                                <m:t>7</m:t>
                              </m:r>
                              <m:r>
                                <a:rPr lang="en-GB" sz="1200" i="1" dirty="0">
                                  <a:solidFill>
                                    <a:prstClr val="black"/>
                                  </a:solidFill>
                                  <a:latin typeface="Cambria Math" panose="02040503050406030204" pitchFamily="18" charset="0"/>
                                </a:rPr>
                                <m:t> </m:t>
                              </m:r>
                              <m:r>
                                <a:rPr lang="en-US" sz="1200" b="0" i="1" dirty="0" smtClean="0">
                                  <a:solidFill>
                                    <a:prstClr val="black"/>
                                  </a:solidFill>
                                  <a:latin typeface="Cambria Math" panose="02040503050406030204" pitchFamily="18" charset="0"/>
                                </a:rPr>
                                <m:t>×</m:t>
                              </m:r>
                              <m:r>
                                <a:rPr lang="en-GB" sz="1200" b="0" i="1" dirty="0" smtClean="0">
                                  <a:solidFill>
                                    <a:prstClr val="black"/>
                                  </a:solidFill>
                                  <a:latin typeface="Cambria Math" panose="02040503050406030204" pitchFamily="18" charset="0"/>
                                </a:rPr>
                                <m:t>4</m:t>
                              </m:r>
                              <m:r>
                                <a:rPr lang="en-GB" sz="1200" b="0" i="1" baseline="30000" dirty="0" smtClean="0">
                                  <a:solidFill>
                                    <a:prstClr val="black"/>
                                  </a:solidFill>
                                  <a:latin typeface="Cambria Math" panose="02040503050406030204" pitchFamily="18" charset="0"/>
                                </a:rPr>
                                <m:t>2</m:t>
                              </m:r>
                              <m:r>
                                <a:rPr lang="en-US" sz="1200" b="0" i="1" dirty="0" smtClean="0">
                                  <a:solidFill>
                                    <a:prstClr val="black"/>
                                  </a:solidFill>
                                  <a:latin typeface="Cambria Math" panose="02040503050406030204" pitchFamily="18" charset="0"/>
                                </a:rPr>
                                <m:t>×</m:t>
                              </m:r>
                              <m:r>
                                <a:rPr lang="en-GB" sz="1200" b="0" i="1" dirty="0" smtClean="0">
                                  <a:solidFill>
                                    <a:prstClr val="black"/>
                                  </a:solidFill>
                                  <a:latin typeface="Cambria Math" panose="02040503050406030204" pitchFamily="18" charset="0"/>
                                </a:rPr>
                                <m:t>2</m:t>
                              </m:r>
                              <m:r>
                                <a:rPr lang="en-GB" sz="1200" b="0" i="1" baseline="30000" dirty="0" smtClean="0">
                                  <a:solidFill>
                                    <a:prstClr val="black"/>
                                  </a:solidFill>
                                  <a:latin typeface="Cambria Math" panose="02040503050406030204" pitchFamily="18" charset="0"/>
                                </a:rPr>
                                <m:t>2</m:t>
                              </m:r>
                              <m:r>
                                <a:rPr lang="en-US" sz="1200" b="0" i="1" dirty="0" smtClean="0">
                                  <a:solidFill>
                                    <a:prstClr val="black"/>
                                  </a:solidFill>
                                  <a:latin typeface="Cambria Math" panose="02040503050406030204" pitchFamily="18" charset="0"/>
                                </a:rPr>
                                <m:t>×</m:t>
                              </m:r>
                              <m:r>
                                <a:rPr lang="en-GB" sz="1200" b="0" i="1" dirty="0" smtClean="0">
                                  <a:solidFill>
                                    <a:prstClr val="black"/>
                                  </a:solidFill>
                                  <a:latin typeface="Cambria Math" panose="02040503050406030204" pitchFamily="18" charset="0"/>
                                </a:rPr>
                                <m:t>2</m:t>
                              </m:r>
                              <m:r>
                                <a:rPr lang="en-GB" sz="1200" b="0" i="1" baseline="30000" dirty="0" smtClean="0">
                                  <a:solidFill>
                                    <a:prstClr val="black"/>
                                  </a:solidFill>
                                  <a:latin typeface="Cambria Math" panose="02040503050406030204" pitchFamily="18" charset="0"/>
                                </a:rPr>
                                <m:t>5</m:t>
                              </m:r>
                            </m:oMath>
                          </a14:m>
                          <a:endParaRPr lang="en-GB" sz="1200" dirty="0">
                            <a:solidFill>
                              <a:prstClr val="black"/>
                            </a:solidFill>
                          </a:endParaRPr>
                        </a:p>
                        <a:p>
                          <a:endParaRPr lang="en-GB" sz="1200" dirty="0"/>
                        </a:p>
                        <a:p>
                          <a:endParaRPr lang="en-GB" sz="1200" dirty="0"/>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800"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o) </a:t>
                          </a:r>
                          <a14:m>
                            <m:oMath xmlns:m="http://schemas.openxmlformats.org/officeDocument/2006/math">
                              <m:r>
                                <a:rPr lang="en-GB" sz="1200" b="0" i="1" dirty="0" smtClean="0">
                                  <a:solidFill>
                                    <a:prstClr val="black"/>
                                  </a:solidFill>
                                  <a:latin typeface="Cambria Math" panose="02040503050406030204" pitchFamily="18" charset="0"/>
                                </a:rPr>
                                <m:t>4</m:t>
                              </m:r>
                              <m:r>
                                <a:rPr lang="en-GB" sz="1200" b="0" i="1" baseline="30000" dirty="0" smtClean="0">
                                  <a:solidFill>
                                    <a:prstClr val="black"/>
                                  </a:solidFill>
                                  <a:latin typeface="Cambria Math" panose="02040503050406030204" pitchFamily="18" charset="0"/>
                                </a:rPr>
                                <m:t>7</m:t>
                              </m:r>
                              <m:r>
                                <a:rPr lang="en-GB" sz="1200" i="1" dirty="0">
                                  <a:solidFill>
                                    <a:prstClr val="black"/>
                                  </a:solidFill>
                                  <a:latin typeface="Cambria Math" panose="02040503050406030204" pitchFamily="18" charset="0"/>
                                </a:rPr>
                                <m:t> </m:t>
                              </m:r>
                              <m:r>
                                <a:rPr lang="en-US" sz="1200" b="0" i="1" dirty="0" smtClean="0">
                                  <a:solidFill>
                                    <a:prstClr val="black"/>
                                  </a:solidFill>
                                  <a:latin typeface="Cambria Math" panose="02040503050406030204" pitchFamily="18" charset="0"/>
                                </a:rPr>
                                <m:t>×</m:t>
                              </m:r>
                              <m:r>
                                <a:rPr lang="en-GB" sz="1200" b="0" i="1" dirty="0" smtClean="0">
                                  <a:solidFill>
                                    <a:prstClr val="black"/>
                                  </a:solidFill>
                                  <a:latin typeface="Cambria Math" panose="02040503050406030204" pitchFamily="18" charset="0"/>
                                </a:rPr>
                                <m:t>2</m:t>
                              </m:r>
                              <m:r>
                                <a:rPr lang="en-GB" sz="1200" b="0" i="1" baseline="30000" dirty="0" smtClean="0">
                                  <a:solidFill>
                                    <a:prstClr val="black"/>
                                  </a:solidFill>
                                  <a:latin typeface="Cambria Math" panose="02040503050406030204" pitchFamily="18" charset="0"/>
                                </a:rPr>
                                <m:t>2</m:t>
                              </m:r>
                              <m:r>
                                <a:rPr lang="en-US" sz="1200" b="0" i="1" dirty="0" smtClean="0">
                                  <a:solidFill>
                                    <a:prstClr val="black"/>
                                  </a:solidFill>
                                  <a:latin typeface="Cambria Math" panose="02040503050406030204" pitchFamily="18" charset="0"/>
                                </a:rPr>
                                <m:t>×</m:t>
                              </m:r>
                              <m:r>
                                <a:rPr lang="en-GB" sz="1200" b="0" i="1" dirty="0" smtClean="0">
                                  <a:solidFill>
                                    <a:prstClr val="black"/>
                                  </a:solidFill>
                                  <a:latin typeface="Cambria Math" panose="02040503050406030204" pitchFamily="18" charset="0"/>
                                </a:rPr>
                                <m:t>2</m:t>
                              </m:r>
                              <m:r>
                                <a:rPr lang="en-GB" sz="1200" b="0" i="1" baseline="30000" dirty="0" smtClean="0">
                                  <a:solidFill>
                                    <a:prstClr val="black"/>
                                  </a:solidFill>
                                  <a:latin typeface="Cambria Math" panose="02040503050406030204" pitchFamily="18" charset="0"/>
                                </a:rPr>
                                <m:t>4</m:t>
                              </m:r>
                              <m:r>
                                <a:rPr lang="en-US" sz="1200" b="0" i="1" dirty="0" smtClean="0">
                                  <a:solidFill>
                                    <a:prstClr val="black"/>
                                  </a:solidFill>
                                  <a:latin typeface="Cambria Math" panose="02040503050406030204" pitchFamily="18" charset="0"/>
                                </a:rPr>
                                <m:t>×</m:t>
                              </m:r>
                              <m:r>
                                <a:rPr lang="en-GB" sz="1200" b="0" i="1" dirty="0" smtClean="0">
                                  <a:solidFill>
                                    <a:prstClr val="black"/>
                                  </a:solidFill>
                                  <a:latin typeface="Cambria Math" panose="02040503050406030204" pitchFamily="18" charset="0"/>
                                </a:rPr>
                                <m:t>4</m:t>
                              </m:r>
                              <m:r>
                                <a:rPr lang="en-GB" sz="1200" b="0" i="1" baseline="30000" dirty="0" smtClean="0">
                                  <a:solidFill>
                                    <a:prstClr val="black"/>
                                  </a:solidFill>
                                  <a:latin typeface="Cambria Math" panose="02040503050406030204" pitchFamily="18" charset="0"/>
                                </a:rPr>
                                <m:t>5</m:t>
                              </m:r>
                            </m:oMath>
                          </a14:m>
                          <a:endParaRPr lang="en-GB" sz="1200" dirty="0">
                            <a:solidFill>
                              <a:prstClr val="black"/>
                            </a:solidFill>
                          </a:endParaRPr>
                        </a:p>
                        <a:p>
                          <a:endParaRPr lang="en-GB" sz="1200" dirty="0"/>
                        </a:p>
                        <a:p>
                          <a:endParaRPr lang="en-GB" sz="1200" dirty="0"/>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800"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46962301"/>
                      </a:ext>
                    </a:extLst>
                  </a:tr>
                </a:tbl>
              </a:graphicData>
            </a:graphic>
          </p:graphicFrame>
        </mc:Choice>
        <mc:Fallback xmlns="">
          <p:graphicFrame>
            <p:nvGraphicFramePr>
              <p:cNvPr id="43" name="Table 45">
                <a:extLst>
                  <a:ext uri="{FF2B5EF4-FFF2-40B4-BE49-F238E27FC236}">
                    <a16:creationId xmlns:a16="http://schemas.microsoft.com/office/drawing/2014/main" id="{694C39EF-AB1B-8DD4-7EA7-7AE8DDD7BA2A}"/>
                  </a:ext>
                </a:extLst>
              </p:cNvPr>
              <p:cNvGraphicFramePr>
                <a:graphicFrameLocks noGrp="1"/>
              </p:cNvGraphicFramePr>
              <p:nvPr>
                <p:extLst>
                  <p:ext uri="{D42A27DB-BD31-4B8C-83A1-F6EECF244321}">
                    <p14:modId xmlns:p14="http://schemas.microsoft.com/office/powerpoint/2010/main" val="989689783"/>
                  </p:ext>
                </p:extLst>
              </p:nvPr>
            </p:nvGraphicFramePr>
            <p:xfrm>
              <a:off x="164984" y="3034440"/>
              <a:ext cx="6597057" cy="6674360"/>
            </p:xfrm>
            <a:graphic>
              <a:graphicData uri="http://schemas.openxmlformats.org/drawingml/2006/table">
                <a:tbl>
                  <a:tblPr>
                    <a:tableStyleId>{5C22544A-7EE6-4342-B048-85BDC9FD1C3A}</a:tableStyleId>
                  </a:tblPr>
                  <a:tblGrid>
                    <a:gridCol w="2199019">
                      <a:extLst>
                        <a:ext uri="{9D8B030D-6E8A-4147-A177-3AD203B41FA5}">
                          <a16:colId xmlns:a16="http://schemas.microsoft.com/office/drawing/2014/main" val="4211264905"/>
                        </a:ext>
                      </a:extLst>
                    </a:gridCol>
                    <a:gridCol w="2199019">
                      <a:extLst>
                        <a:ext uri="{9D8B030D-6E8A-4147-A177-3AD203B41FA5}">
                          <a16:colId xmlns:a16="http://schemas.microsoft.com/office/drawing/2014/main" val="4030556835"/>
                        </a:ext>
                      </a:extLst>
                    </a:gridCol>
                    <a:gridCol w="2199019">
                      <a:extLst>
                        <a:ext uri="{9D8B030D-6E8A-4147-A177-3AD203B41FA5}">
                          <a16:colId xmlns:a16="http://schemas.microsoft.com/office/drawing/2014/main" val="1068105517"/>
                        </a:ext>
                      </a:extLst>
                    </a:gridCol>
                  </a:tblGrid>
                  <a:tr h="133487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77" t="-457" r="-200554" b="-40137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277" t="-457" r="-100554" b="-40137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0277" t="-457" r="-554" b="-401370"/>
                          </a:stretch>
                        </a:blipFill>
                      </a:tcPr>
                    </a:tc>
                    <a:extLst>
                      <a:ext uri="{0D108BD9-81ED-4DB2-BD59-A6C34878D82A}">
                        <a16:rowId xmlns:a16="http://schemas.microsoft.com/office/drawing/2014/main" val="2782165470"/>
                      </a:ext>
                    </a:extLst>
                  </a:tr>
                  <a:tr h="133487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77" t="-100457" r="-200554" b="-30137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277" t="-100457" r="-100554" b="-30137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0277" t="-100457" r="-554" b="-301370"/>
                          </a:stretch>
                        </a:blipFill>
                      </a:tcPr>
                    </a:tc>
                    <a:extLst>
                      <a:ext uri="{0D108BD9-81ED-4DB2-BD59-A6C34878D82A}">
                        <a16:rowId xmlns:a16="http://schemas.microsoft.com/office/drawing/2014/main" val="457481887"/>
                      </a:ext>
                    </a:extLst>
                  </a:tr>
                  <a:tr h="133487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77" t="-199545" r="-200554" b="-20000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277" t="-199545" r="-100554" b="-20000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0277" t="-199545" r="-554" b="-200000"/>
                          </a:stretch>
                        </a:blipFill>
                      </a:tcPr>
                    </a:tc>
                    <a:extLst>
                      <a:ext uri="{0D108BD9-81ED-4DB2-BD59-A6C34878D82A}">
                        <a16:rowId xmlns:a16="http://schemas.microsoft.com/office/drawing/2014/main" val="2453711689"/>
                      </a:ext>
                    </a:extLst>
                  </a:tr>
                  <a:tr h="133487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77" t="-300913" r="-200554" b="-10091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277" t="-300913" r="-100554" b="-10091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0277" t="-300913" r="-554" b="-100913"/>
                          </a:stretch>
                        </a:blipFill>
                      </a:tcPr>
                    </a:tc>
                    <a:extLst>
                      <a:ext uri="{0D108BD9-81ED-4DB2-BD59-A6C34878D82A}">
                        <a16:rowId xmlns:a16="http://schemas.microsoft.com/office/drawing/2014/main" val="4126242104"/>
                      </a:ext>
                    </a:extLst>
                  </a:tr>
                  <a:tr h="133487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77" t="-400913" r="-200554" b="-91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277" t="-400913" r="-100554" b="-91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0277" t="-400913" r="-554" b="-913"/>
                          </a:stretch>
                        </a:blipFill>
                      </a:tcPr>
                    </a:tc>
                    <a:extLst>
                      <a:ext uri="{0D108BD9-81ED-4DB2-BD59-A6C34878D82A}">
                        <a16:rowId xmlns:a16="http://schemas.microsoft.com/office/drawing/2014/main" val="3646962301"/>
                      </a:ext>
                    </a:extLst>
                  </a:tr>
                </a:tbl>
              </a:graphicData>
            </a:graphic>
          </p:graphicFrame>
        </mc:Fallback>
      </mc:AlternateContent>
      <p:sp>
        <p:nvSpPr>
          <p:cNvPr id="4" name="Slide Number Placeholder 3">
            <a:extLst>
              <a:ext uri="{FF2B5EF4-FFF2-40B4-BE49-F238E27FC236}">
                <a16:creationId xmlns:a16="http://schemas.microsoft.com/office/drawing/2014/main" id="{B23EC6A5-50F8-90B0-00DE-7DE3A9C68FF8}"/>
              </a:ext>
            </a:extLst>
          </p:cNvPr>
          <p:cNvSpPr>
            <a:spLocks noGrp="1"/>
          </p:cNvSpPr>
          <p:nvPr>
            <p:ph type="sldNum" sz="quarter" idx="12"/>
          </p:nvPr>
        </p:nvSpPr>
        <p:spPr/>
        <p:txBody>
          <a:bodyPr/>
          <a:lstStyle/>
          <a:p>
            <a:fld id="{DFE403A4-BF53-4A18-A219-2FCD9C5F3F46}" type="slidenum">
              <a:rPr lang="en-GB" smtClean="0"/>
              <a:t>49</a:t>
            </a:fld>
            <a:endParaRPr lang="en-GB"/>
          </a:p>
        </p:txBody>
      </p:sp>
    </p:spTree>
    <p:extLst>
      <p:ext uri="{BB962C8B-B14F-4D97-AF65-F5344CB8AC3E}">
        <p14:creationId xmlns:p14="http://schemas.microsoft.com/office/powerpoint/2010/main" val="33250445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60" name="Table 59"/>
              <p:cNvGraphicFramePr>
                <a:graphicFrameLocks noGrp="1"/>
              </p:cNvGraphicFramePr>
              <p:nvPr/>
            </p:nvGraphicFramePr>
            <p:xfrm>
              <a:off x="128920" y="327840"/>
              <a:ext cx="6598609" cy="1837136"/>
            </p:xfrm>
            <a:graphic>
              <a:graphicData uri="http://schemas.openxmlformats.org/drawingml/2006/table">
                <a:tbl>
                  <a:tblPr firstRow="1" bandRow="1">
                    <a:tableStyleId>{5C22544A-7EE6-4342-B048-85BDC9FD1C3A}</a:tableStyleId>
                  </a:tblPr>
                  <a:tblGrid>
                    <a:gridCol w="1302536">
                      <a:extLst>
                        <a:ext uri="{9D8B030D-6E8A-4147-A177-3AD203B41FA5}">
                          <a16:colId xmlns:a16="http://schemas.microsoft.com/office/drawing/2014/main" val="3124559182"/>
                        </a:ext>
                      </a:extLst>
                    </a:gridCol>
                    <a:gridCol w="1817256">
                      <a:extLst>
                        <a:ext uri="{9D8B030D-6E8A-4147-A177-3AD203B41FA5}">
                          <a16:colId xmlns:a16="http://schemas.microsoft.com/office/drawing/2014/main" val="1668930051"/>
                        </a:ext>
                      </a:extLst>
                    </a:gridCol>
                    <a:gridCol w="1824333">
                      <a:extLst>
                        <a:ext uri="{9D8B030D-6E8A-4147-A177-3AD203B41FA5}">
                          <a16:colId xmlns:a16="http://schemas.microsoft.com/office/drawing/2014/main" val="2873958374"/>
                        </a:ext>
                      </a:extLst>
                    </a:gridCol>
                    <a:gridCol w="1654484">
                      <a:extLst>
                        <a:ext uri="{9D8B030D-6E8A-4147-A177-3AD203B41FA5}">
                          <a16:colId xmlns:a16="http://schemas.microsoft.com/office/drawing/2014/main" val="2414775215"/>
                        </a:ext>
                      </a:extLst>
                    </a:gridCol>
                  </a:tblGrid>
                  <a:tr h="350030">
                    <a:tc>
                      <a:txBody>
                        <a:bodyPr/>
                        <a:lstStyle/>
                        <a:p>
                          <a:pPr algn="ctr"/>
                          <a:r>
                            <a:rPr lang="en-US" sz="1200">
                              <a:solidFill>
                                <a:schemeClr val="tx1"/>
                              </a:solidFill>
                            </a:rPr>
                            <a:t>Steps</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GB" sz="1200">
                              <a:solidFill>
                                <a:schemeClr val="tx1"/>
                              </a:solidFill>
                            </a:rPr>
                            <a:t>Simplify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47329628"/>
                      </a:ext>
                    </a:extLst>
                  </a:tr>
                  <a:tr h="1487106">
                    <a:tc>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n-US" sz="1200" b="0" i="1" baseline="0" smtClean="0">
                                        <a:solidFill>
                                          <a:schemeClr val="tx1"/>
                                        </a:solidFill>
                                        <a:latin typeface="Cambria Math" panose="02040503050406030204" pitchFamily="18" charset="0"/>
                                      </a:rPr>
                                    </m:ctrlPr>
                                  </m:sSupPr>
                                  <m:e>
                                    <m:r>
                                      <a:rPr lang="en-US" sz="1200" b="0" i="1" baseline="0" smtClean="0">
                                        <a:solidFill>
                                          <a:schemeClr val="tx1"/>
                                        </a:solidFill>
                                        <a:latin typeface="Cambria Math" panose="02040503050406030204" pitchFamily="18" charset="0"/>
                                      </a:rPr>
                                      <m:t>𝑎</m:t>
                                    </m:r>
                                  </m:e>
                                  <m:sup>
                                    <m:r>
                                      <a:rPr lang="en-GB" sz="1200" b="0" i="1" baseline="0" smtClean="0">
                                        <a:solidFill>
                                          <a:schemeClr val="tx1"/>
                                        </a:solidFill>
                                        <a:latin typeface="Cambria Math" panose="02040503050406030204" pitchFamily="18" charset="0"/>
                                      </a:rPr>
                                      <m:t>4</m:t>
                                    </m:r>
                                  </m:sup>
                                </m:sSup>
                                <m:r>
                                  <a:rPr lang="en-US" sz="1200" b="0" i="1" baseline="0" smtClean="0">
                                    <a:solidFill>
                                      <a:schemeClr val="tx1"/>
                                    </a:solidFill>
                                    <a:latin typeface="Cambria Math" panose="02040503050406030204" pitchFamily="18" charset="0"/>
                                  </a:rPr>
                                  <m:t>×</m:t>
                                </m:r>
                                <m:sSup>
                                  <m:sSupPr>
                                    <m:ctrlPr>
                                      <a:rPr lang="en-US" sz="1200" b="0" i="1" baseline="0" smtClean="0">
                                        <a:solidFill>
                                          <a:schemeClr val="tx1"/>
                                        </a:solidFill>
                                        <a:latin typeface="Cambria Math" panose="02040503050406030204" pitchFamily="18" charset="0"/>
                                      </a:rPr>
                                    </m:ctrlPr>
                                  </m:sSupPr>
                                  <m:e>
                                    <m:r>
                                      <a:rPr lang="en-US" sz="1200" b="0" i="1" baseline="0" smtClean="0">
                                        <a:solidFill>
                                          <a:schemeClr val="tx1"/>
                                        </a:solidFill>
                                        <a:latin typeface="Cambria Math" panose="02040503050406030204" pitchFamily="18" charset="0"/>
                                      </a:rPr>
                                      <m:t>𝑎</m:t>
                                    </m:r>
                                  </m:e>
                                  <m:sup>
                                    <m:r>
                                      <a:rPr lang="en-GB" sz="1200" b="0" i="1" baseline="0" smtClean="0">
                                        <a:solidFill>
                                          <a:schemeClr val="tx1"/>
                                        </a:solidFill>
                                        <a:latin typeface="Cambria Math" panose="02040503050406030204" pitchFamily="18" charset="0"/>
                                      </a:rPr>
                                      <m:t>3</m:t>
                                    </m:r>
                                  </m:sup>
                                </m:sSup>
                              </m:oMath>
                            </m:oMathPara>
                          </a14:m>
                          <a:endParaRPr lang="en-GB"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n-US" sz="1200" b="0" i="1" baseline="0" smtClean="0">
                                        <a:solidFill>
                                          <a:schemeClr val="tx1"/>
                                        </a:solidFill>
                                        <a:latin typeface="Cambria Math" panose="02040503050406030204" pitchFamily="18" charset="0"/>
                                      </a:rPr>
                                    </m:ctrlPr>
                                  </m:sSupPr>
                                  <m:e>
                                    <m:r>
                                      <a:rPr lang="en-US" sz="1200" b="0" i="1" baseline="0" smtClean="0">
                                        <a:solidFill>
                                          <a:schemeClr val="tx1"/>
                                        </a:solidFill>
                                        <a:latin typeface="Cambria Math" panose="02040503050406030204" pitchFamily="18" charset="0"/>
                                      </a:rPr>
                                      <m:t>𝑏</m:t>
                                    </m:r>
                                  </m:e>
                                  <m:sup>
                                    <m:r>
                                      <a:rPr lang="en-US" sz="1200" b="0" i="1" baseline="0" smtClean="0">
                                        <a:solidFill>
                                          <a:schemeClr val="tx1"/>
                                        </a:solidFill>
                                        <a:latin typeface="Cambria Math" panose="02040503050406030204" pitchFamily="18" charset="0"/>
                                      </a:rPr>
                                      <m:t>2</m:t>
                                    </m:r>
                                  </m:sup>
                                </m:sSup>
                                <m:r>
                                  <a:rPr lang="en-US" sz="1200" b="0" i="1" baseline="0" smtClean="0">
                                    <a:solidFill>
                                      <a:schemeClr val="tx1"/>
                                    </a:solidFill>
                                    <a:latin typeface="Cambria Math" panose="02040503050406030204" pitchFamily="18" charset="0"/>
                                  </a:rPr>
                                  <m:t>×</m:t>
                                </m:r>
                                <m:sSup>
                                  <m:sSupPr>
                                    <m:ctrlPr>
                                      <a:rPr lang="en-US" sz="1200" b="0" i="1" baseline="0" smtClean="0">
                                        <a:solidFill>
                                          <a:schemeClr val="tx1"/>
                                        </a:solidFill>
                                        <a:latin typeface="Cambria Math" panose="02040503050406030204" pitchFamily="18" charset="0"/>
                                      </a:rPr>
                                    </m:ctrlPr>
                                  </m:sSupPr>
                                  <m:e>
                                    <m:r>
                                      <a:rPr lang="en-US" sz="1200" b="0" i="1" baseline="0" smtClean="0">
                                        <a:solidFill>
                                          <a:schemeClr val="tx1"/>
                                        </a:solidFill>
                                        <a:latin typeface="Cambria Math" panose="02040503050406030204" pitchFamily="18" charset="0"/>
                                      </a:rPr>
                                      <m:t>𝑏</m:t>
                                    </m:r>
                                  </m:e>
                                  <m:sup>
                                    <m:r>
                                      <a:rPr lang="en-GB" sz="1200" b="0" i="1" baseline="0" smtClean="0">
                                        <a:solidFill>
                                          <a:schemeClr val="tx1"/>
                                        </a:solidFill>
                                        <a:latin typeface="Cambria Math" panose="02040503050406030204" pitchFamily="18" charset="0"/>
                                      </a:rPr>
                                      <m:t>2</m:t>
                                    </m:r>
                                  </m:sup>
                                </m:sSup>
                                <m:r>
                                  <a:rPr lang="en-US" sz="1200" b="0" i="1" baseline="0" smtClean="0">
                                    <a:solidFill>
                                      <a:schemeClr val="tx1"/>
                                    </a:solidFill>
                                    <a:latin typeface="Cambria Math" panose="02040503050406030204" pitchFamily="18" charset="0"/>
                                  </a:rPr>
                                  <m:t>×</m:t>
                                </m:r>
                                <m:sSup>
                                  <m:sSupPr>
                                    <m:ctrlPr>
                                      <a:rPr lang="en-US" sz="1200" b="0" i="1" baseline="0" smtClean="0">
                                        <a:solidFill>
                                          <a:schemeClr val="tx1"/>
                                        </a:solidFill>
                                        <a:latin typeface="Cambria Math" panose="02040503050406030204" pitchFamily="18" charset="0"/>
                                      </a:rPr>
                                    </m:ctrlPr>
                                  </m:sSupPr>
                                  <m:e>
                                    <m:r>
                                      <a:rPr lang="en-US" sz="1200" b="0" i="1" baseline="0" smtClean="0">
                                        <a:solidFill>
                                          <a:schemeClr val="tx1"/>
                                        </a:solidFill>
                                        <a:latin typeface="Cambria Math" panose="02040503050406030204" pitchFamily="18" charset="0"/>
                                      </a:rPr>
                                      <m:t>𝑏</m:t>
                                    </m:r>
                                  </m:e>
                                  <m:sup>
                                    <m:r>
                                      <a:rPr lang="en-US" sz="1200" b="0" i="1" baseline="0" smtClean="0">
                                        <a:solidFill>
                                          <a:schemeClr val="tx1"/>
                                        </a:solidFill>
                                        <a:latin typeface="Cambria Math" panose="02040503050406030204" pitchFamily="18" charset="0"/>
                                      </a:rPr>
                                      <m:t>3</m:t>
                                    </m:r>
                                  </m:sup>
                                </m:sSup>
                              </m:oMath>
                            </m:oMathPara>
                          </a14:m>
                          <a:endParaRPr lang="en-GB"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n-US" sz="1200" b="0" i="1" baseline="0" smtClean="0">
                                        <a:solidFill>
                                          <a:schemeClr val="tx1"/>
                                        </a:solidFill>
                                        <a:latin typeface="Cambria Math" panose="02040503050406030204" pitchFamily="18" charset="0"/>
                                      </a:rPr>
                                    </m:ctrlPr>
                                  </m:sSupPr>
                                  <m:e>
                                    <m:r>
                                      <a:rPr lang="en-US" sz="1200" b="0" i="1" baseline="0" smtClean="0">
                                        <a:solidFill>
                                          <a:schemeClr val="tx1"/>
                                        </a:solidFill>
                                        <a:latin typeface="Cambria Math" panose="02040503050406030204" pitchFamily="18" charset="0"/>
                                      </a:rPr>
                                      <m:t>𝑐</m:t>
                                    </m:r>
                                  </m:e>
                                  <m:sup>
                                    <m:r>
                                      <a:rPr lang="en-US" sz="1200" b="0" i="1" baseline="0" smtClean="0">
                                        <a:solidFill>
                                          <a:schemeClr val="tx1"/>
                                        </a:solidFill>
                                        <a:latin typeface="Cambria Math" panose="02040503050406030204" pitchFamily="18" charset="0"/>
                                      </a:rPr>
                                      <m:t>3</m:t>
                                    </m:r>
                                  </m:sup>
                                </m:sSup>
                                <m:r>
                                  <a:rPr lang="en-US" sz="1200" b="0" i="1" baseline="0" smtClean="0">
                                    <a:solidFill>
                                      <a:schemeClr val="tx1"/>
                                    </a:solidFill>
                                    <a:latin typeface="Cambria Math" panose="02040503050406030204" pitchFamily="18" charset="0"/>
                                  </a:rPr>
                                  <m:t>×</m:t>
                                </m:r>
                                <m:r>
                                  <a:rPr lang="en-GB" sz="1200" b="0" i="1" baseline="0" smtClean="0">
                                    <a:solidFill>
                                      <a:schemeClr val="tx1"/>
                                    </a:solidFill>
                                    <a:latin typeface="Cambria Math" panose="02040503050406030204" pitchFamily="18" charset="0"/>
                                  </a:rPr>
                                  <m:t>𝑐</m:t>
                                </m:r>
                                <m:r>
                                  <a:rPr lang="en-US" sz="1200" b="0" i="1" baseline="0" smtClean="0">
                                    <a:solidFill>
                                      <a:schemeClr val="tx1"/>
                                    </a:solidFill>
                                    <a:latin typeface="Cambria Math" panose="02040503050406030204" pitchFamily="18" charset="0"/>
                                  </a:rPr>
                                  <m:t>×</m:t>
                                </m:r>
                                <m:sSup>
                                  <m:sSupPr>
                                    <m:ctrlPr>
                                      <a:rPr lang="en-US" sz="1200" b="0" i="1" baseline="0" smtClean="0">
                                        <a:solidFill>
                                          <a:schemeClr val="tx1"/>
                                        </a:solidFill>
                                        <a:latin typeface="Cambria Math" panose="02040503050406030204" pitchFamily="18" charset="0"/>
                                      </a:rPr>
                                    </m:ctrlPr>
                                  </m:sSupPr>
                                  <m:e>
                                    <m:r>
                                      <a:rPr lang="en-US" sz="1200" b="0" i="1" baseline="0" smtClean="0">
                                        <a:solidFill>
                                          <a:schemeClr val="tx1"/>
                                        </a:solidFill>
                                        <a:latin typeface="Cambria Math" panose="02040503050406030204" pitchFamily="18" charset="0"/>
                                      </a:rPr>
                                      <m:t>𝑐</m:t>
                                    </m:r>
                                  </m:e>
                                  <m:sup>
                                    <m:r>
                                      <a:rPr lang="en-GB" sz="1200" b="0" i="1" baseline="0" smtClean="0">
                                        <a:solidFill>
                                          <a:schemeClr val="tx1"/>
                                        </a:solidFill>
                                        <a:latin typeface="Cambria Math" panose="02040503050406030204" pitchFamily="18" charset="0"/>
                                      </a:rPr>
                                      <m:t>2</m:t>
                                    </m:r>
                                  </m:sup>
                                </m:sSup>
                              </m:oMath>
                            </m:oMathPara>
                          </a14:m>
                          <a:endParaRPr lang="en-GB"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41023978"/>
                      </a:ext>
                    </a:extLst>
                  </a:tr>
                </a:tbl>
              </a:graphicData>
            </a:graphic>
          </p:graphicFrame>
        </mc:Choice>
        <mc:Fallback xmlns="">
          <p:graphicFrame>
            <p:nvGraphicFramePr>
              <p:cNvPr id="60" name="Table 59"/>
              <p:cNvGraphicFramePr>
                <a:graphicFrameLocks noGrp="1"/>
              </p:cNvGraphicFramePr>
              <p:nvPr>
                <p:extLst>
                  <p:ext uri="{D42A27DB-BD31-4B8C-83A1-F6EECF244321}">
                    <p14:modId xmlns:p14="http://schemas.microsoft.com/office/powerpoint/2010/main" val="2891115328"/>
                  </p:ext>
                </p:extLst>
              </p:nvPr>
            </p:nvGraphicFramePr>
            <p:xfrm>
              <a:off x="128920" y="327840"/>
              <a:ext cx="6598609" cy="1837136"/>
            </p:xfrm>
            <a:graphic>
              <a:graphicData uri="http://schemas.openxmlformats.org/drawingml/2006/table">
                <a:tbl>
                  <a:tblPr firstRow="1" bandRow="1">
                    <a:tableStyleId>{5C22544A-7EE6-4342-B048-85BDC9FD1C3A}</a:tableStyleId>
                  </a:tblPr>
                  <a:tblGrid>
                    <a:gridCol w="1302536">
                      <a:extLst>
                        <a:ext uri="{9D8B030D-6E8A-4147-A177-3AD203B41FA5}">
                          <a16:colId xmlns:a16="http://schemas.microsoft.com/office/drawing/2014/main" val="3124559182"/>
                        </a:ext>
                      </a:extLst>
                    </a:gridCol>
                    <a:gridCol w="1817256">
                      <a:extLst>
                        <a:ext uri="{9D8B030D-6E8A-4147-A177-3AD203B41FA5}">
                          <a16:colId xmlns:a16="http://schemas.microsoft.com/office/drawing/2014/main" val="1668930051"/>
                        </a:ext>
                      </a:extLst>
                    </a:gridCol>
                    <a:gridCol w="1824333">
                      <a:extLst>
                        <a:ext uri="{9D8B030D-6E8A-4147-A177-3AD203B41FA5}">
                          <a16:colId xmlns:a16="http://schemas.microsoft.com/office/drawing/2014/main" val="2873958374"/>
                        </a:ext>
                      </a:extLst>
                    </a:gridCol>
                    <a:gridCol w="1654484">
                      <a:extLst>
                        <a:ext uri="{9D8B030D-6E8A-4147-A177-3AD203B41FA5}">
                          <a16:colId xmlns:a16="http://schemas.microsoft.com/office/drawing/2014/main" val="2414775215"/>
                        </a:ext>
                      </a:extLst>
                    </a:gridCol>
                  </a:tblGrid>
                  <a:tr h="350030">
                    <a:tc>
                      <a:txBody>
                        <a:bodyPr/>
                        <a:lstStyle/>
                        <a:p>
                          <a:pPr algn="ctr"/>
                          <a:r>
                            <a:rPr lang="en-US" sz="1200">
                              <a:solidFill>
                                <a:schemeClr val="tx1"/>
                              </a:solidFill>
                            </a:rPr>
                            <a:t>Steps</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GB" sz="1200">
                              <a:solidFill>
                                <a:schemeClr val="tx1"/>
                              </a:solidFill>
                            </a:rPr>
                            <a:t>Simplify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47329628"/>
                      </a:ext>
                    </a:extLst>
                  </a:tr>
                  <a:tr h="1487106">
                    <a:tc>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2148" t="-24082" r="-192282" b="-816"/>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71572" t="-24082" r="-91639" b="-816"/>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98529" t="-24082" r="-735" b="-816"/>
                          </a:stretch>
                        </a:blipFill>
                      </a:tcPr>
                    </a:tc>
                    <a:extLst>
                      <a:ext uri="{0D108BD9-81ED-4DB2-BD59-A6C34878D82A}">
                        <a16:rowId xmlns:a16="http://schemas.microsoft.com/office/drawing/2014/main" val="1541023978"/>
                      </a:ext>
                    </a:extLst>
                  </a:tr>
                </a:tbl>
              </a:graphicData>
            </a:graphic>
          </p:graphicFrame>
        </mc:Fallback>
      </mc:AlternateContent>
      <p:sp>
        <p:nvSpPr>
          <p:cNvPr id="61" name="TextBox 60">
            <a:extLst>
              <a:ext uri="{FF2B5EF4-FFF2-40B4-BE49-F238E27FC236}">
                <a16:creationId xmlns:a16="http://schemas.microsoft.com/office/drawing/2014/main" id="{88BE26D3-BD12-8F4B-9608-3EB6530361A1}"/>
              </a:ext>
            </a:extLst>
          </p:cNvPr>
          <p:cNvSpPr txBox="1"/>
          <p:nvPr/>
        </p:nvSpPr>
        <p:spPr>
          <a:xfrm>
            <a:off x="1926128" y="67399"/>
            <a:ext cx="1387046" cy="276999"/>
          </a:xfrm>
          <a:prstGeom prst="rect">
            <a:avLst/>
          </a:prstGeom>
          <a:noFill/>
          <a:ln>
            <a:noFill/>
          </a:ln>
        </p:spPr>
        <p:txBody>
          <a:bodyPr wrap="none" rtlCol="0">
            <a:spAutoFit/>
          </a:bodyPr>
          <a:lstStyle/>
          <a:p>
            <a:r>
              <a:rPr lang="en-GB" sz="1200" b="1" i="1">
                <a:solidFill>
                  <a:srgbClr val="FF0000"/>
                </a:solidFill>
              </a:rPr>
              <a:t>Example 16 - I do…</a:t>
            </a:r>
          </a:p>
        </p:txBody>
      </p:sp>
      <p:sp>
        <p:nvSpPr>
          <p:cNvPr id="62" name="TextBox 61">
            <a:extLst>
              <a:ext uri="{FF2B5EF4-FFF2-40B4-BE49-F238E27FC236}">
                <a16:creationId xmlns:a16="http://schemas.microsoft.com/office/drawing/2014/main" id="{12910BCB-308B-9841-AF03-2F9D2E6E678C}"/>
              </a:ext>
            </a:extLst>
          </p:cNvPr>
          <p:cNvSpPr txBox="1"/>
          <p:nvPr/>
        </p:nvSpPr>
        <p:spPr>
          <a:xfrm>
            <a:off x="3445713" y="62458"/>
            <a:ext cx="1584793" cy="276999"/>
          </a:xfrm>
          <a:prstGeom prst="rect">
            <a:avLst/>
          </a:prstGeom>
          <a:noFill/>
          <a:ln>
            <a:noFill/>
          </a:ln>
        </p:spPr>
        <p:txBody>
          <a:bodyPr wrap="none" rtlCol="0">
            <a:spAutoFit/>
          </a:bodyPr>
          <a:lstStyle/>
          <a:p>
            <a:r>
              <a:rPr lang="en-GB" sz="1200" b="1" i="1">
                <a:solidFill>
                  <a:schemeClr val="accent2"/>
                </a:solidFill>
              </a:rPr>
              <a:t>Example 17 – We do…</a:t>
            </a:r>
          </a:p>
        </p:txBody>
      </p:sp>
      <p:sp>
        <p:nvSpPr>
          <p:cNvPr id="63" name="TextBox 62">
            <a:extLst>
              <a:ext uri="{FF2B5EF4-FFF2-40B4-BE49-F238E27FC236}">
                <a16:creationId xmlns:a16="http://schemas.microsoft.com/office/drawing/2014/main" id="{12910BCB-308B-9841-AF03-2F9D2E6E678C}"/>
              </a:ext>
            </a:extLst>
          </p:cNvPr>
          <p:cNvSpPr txBox="1"/>
          <p:nvPr/>
        </p:nvSpPr>
        <p:spPr>
          <a:xfrm>
            <a:off x="5058462" y="62457"/>
            <a:ext cx="1607812" cy="276999"/>
          </a:xfrm>
          <a:prstGeom prst="rect">
            <a:avLst/>
          </a:prstGeom>
          <a:noFill/>
          <a:ln>
            <a:noFill/>
          </a:ln>
        </p:spPr>
        <p:txBody>
          <a:bodyPr wrap="none" rtlCol="0">
            <a:spAutoFit/>
          </a:bodyPr>
          <a:lstStyle/>
          <a:p>
            <a:r>
              <a:rPr lang="en-GB" sz="1200" b="1" i="1">
                <a:solidFill>
                  <a:srgbClr val="00B050"/>
                </a:solidFill>
              </a:rPr>
              <a:t>Example 18 – You do…</a:t>
            </a:r>
          </a:p>
        </p:txBody>
      </p:sp>
      <p:sp>
        <p:nvSpPr>
          <p:cNvPr id="70" name="TextBox 69"/>
          <p:cNvSpPr txBox="1"/>
          <p:nvPr/>
        </p:nvSpPr>
        <p:spPr>
          <a:xfrm>
            <a:off x="1292940" y="2180461"/>
            <a:ext cx="861390" cy="276999"/>
          </a:xfrm>
          <a:prstGeom prst="rect">
            <a:avLst/>
          </a:prstGeom>
          <a:noFill/>
        </p:spPr>
        <p:txBody>
          <a:bodyPr wrap="none" rtlCol="0">
            <a:spAutoFit/>
          </a:bodyPr>
          <a:lstStyle/>
          <a:p>
            <a:r>
              <a:rPr lang="en-US" sz="1200"/>
              <a:t>6. Simplify.</a:t>
            </a:r>
            <a:endParaRPr lang="en-GB" sz="1200"/>
          </a:p>
        </p:txBody>
      </p:sp>
      <p:sp>
        <p:nvSpPr>
          <p:cNvPr id="4" name="Rectangle 3">
            <a:extLst>
              <a:ext uri="{FF2B5EF4-FFF2-40B4-BE49-F238E27FC236}">
                <a16:creationId xmlns:a16="http://schemas.microsoft.com/office/drawing/2014/main" id="{B720E7F6-8C1D-FC28-E8BF-9CC00F3F9AC3}"/>
              </a:ext>
            </a:extLst>
          </p:cNvPr>
          <p:cNvSpPr/>
          <p:nvPr/>
        </p:nvSpPr>
        <p:spPr>
          <a:xfrm>
            <a:off x="128920" y="2164976"/>
            <a:ext cx="1064816" cy="353890"/>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100"/>
              <a:t>INDEPENDENT PRACTICE</a:t>
            </a:r>
          </a:p>
        </p:txBody>
      </p:sp>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2567A2E8-621D-095E-133E-C84E3045CD1E}"/>
                  </a:ext>
                </a:extLst>
              </p:cNvPr>
              <p:cNvGraphicFramePr>
                <a:graphicFrameLocks noGrp="1"/>
              </p:cNvGraphicFramePr>
              <p:nvPr>
                <p:extLst>
                  <p:ext uri="{D42A27DB-BD31-4B8C-83A1-F6EECF244321}">
                    <p14:modId xmlns:p14="http://schemas.microsoft.com/office/powerpoint/2010/main" val="1273767953"/>
                  </p:ext>
                </p:extLst>
              </p:nvPr>
            </p:nvGraphicFramePr>
            <p:xfrm>
              <a:off x="130471" y="2595246"/>
              <a:ext cx="6597057" cy="4080747"/>
            </p:xfrm>
            <a:graphic>
              <a:graphicData uri="http://schemas.openxmlformats.org/drawingml/2006/table">
                <a:tbl>
                  <a:tblPr>
                    <a:tableStyleId>{5C22544A-7EE6-4342-B048-85BDC9FD1C3A}</a:tableStyleId>
                  </a:tblPr>
                  <a:tblGrid>
                    <a:gridCol w="2199019">
                      <a:extLst>
                        <a:ext uri="{9D8B030D-6E8A-4147-A177-3AD203B41FA5}">
                          <a16:colId xmlns:a16="http://schemas.microsoft.com/office/drawing/2014/main" val="4132428466"/>
                        </a:ext>
                      </a:extLst>
                    </a:gridCol>
                    <a:gridCol w="2199019">
                      <a:extLst>
                        <a:ext uri="{9D8B030D-6E8A-4147-A177-3AD203B41FA5}">
                          <a16:colId xmlns:a16="http://schemas.microsoft.com/office/drawing/2014/main" val="153392874"/>
                        </a:ext>
                      </a:extLst>
                    </a:gridCol>
                    <a:gridCol w="2199019">
                      <a:extLst>
                        <a:ext uri="{9D8B030D-6E8A-4147-A177-3AD203B41FA5}">
                          <a16:colId xmlns:a16="http://schemas.microsoft.com/office/drawing/2014/main" val="1583704347"/>
                        </a:ext>
                      </a:extLst>
                    </a:gridCol>
                  </a:tblGrid>
                  <a:tr h="1360249">
                    <a:tc>
                      <a:txBody>
                        <a:bodyPr/>
                        <a:lstStyle/>
                        <a:p>
                          <a:pPr marL="0" lvl="0" indent="0">
                            <a:lnSpc>
                              <a:spcPct val="150000"/>
                            </a:lnSpc>
                            <a:buFontTx/>
                            <a:buNone/>
                            <a:defRPr/>
                          </a:pPr>
                          <a:r>
                            <a:rPr lang="en-GB" dirty="0"/>
                            <a:t>a) </a:t>
                          </a:r>
                          <a14:m>
                            <m:oMath xmlns:m="http://schemas.openxmlformats.org/officeDocument/2006/math">
                              <m:r>
                                <a:rPr lang="en-GB" sz="1200" i="1" dirty="0" smtClean="0">
                                  <a:solidFill>
                                    <a:srgbClr val="000000"/>
                                  </a:solidFill>
                                  <a:latin typeface="Cambria Math" panose="02040503050406030204" pitchFamily="18" charset="0"/>
                                </a:rPr>
                                <m:t>𝑥</m:t>
                              </m:r>
                              <m:r>
                                <a:rPr lang="en-GB" sz="1200" i="1" baseline="30000" dirty="0">
                                  <a:solidFill>
                                    <a:srgbClr val="000000"/>
                                  </a:solidFill>
                                  <a:latin typeface="Cambria Math" panose="02040503050406030204" pitchFamily="18" charset="0"/>
                                </a:rPr>
                                <m:t>5</m:t>
                              </m:r>
                              <m:r>
                                <a:rPr lang="en-GB" sz="1200" i="1" dirty="0">
                                  <a:solidFill>
                                    <a:srgbClr val="000000"/>
                                  </a:solidFill>
                                  <a:latin typeface="Cambria Math" panose="02040503050406030204" pitchFamily="18" charset="0"/>
                                </a:rPr>
                                <m:t> × </m:t>
                              </m:r>
                              <m:r>
                                <a:rPr lang="en-GB" sz="1200" i="1" dirty="0">
                                  <a:solidFill>
                                    <a:srgbClr val="000000"/>
                                  </a:solidFill>
                                  <a:latin typeface="Cambria Math" panose="02040503050406030204" pitchFamily="18" charset="0"/>
                                </a:rPr>
                                <m:t>𝑥</m:t>
                              </m:r>
                              <m:r>
                                <a:rPr lang="en-GB" sz="1200" i="1" baseline="30000" dirty="0">
                                  <a:solidFill>
                                    <a:srgbClr val="000000"/>
                                  </a:solidFill>
                                  <a:latin typeface="Cambria Math" panose="02040503050406030204" pitchFamily="18" charset="0"/>
                                </a:rPr>
                                <m:t>8</m:t>
                              </m:r>
                            </m:oMath>
                          </a14:m>
                          <a:endParaRPr lang="en-GB" sz="1200" i="1" dirty="0">
                            <a:solidFill>
                              <a:srgbClr val="000000"/>
                            </a:solidFill>
                          </a:endParaRPr>
                        </a:p>
                        <a:p>
                          <a:pPr>
                            <a:buFontTx/>
                            <a:buNone/>
                          </a:pPr>
                          <a:endParaRPr lang="en-GB" dirty="0"/>
                        </a:p>
                        <a:p>
                          <a:pPr algn="ctr">
                            <a:buFontTx/>
                            <a:buNone/>
                          </a:pPr>
                          <a:endParaRPr lang="en-GB" sz="1600"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nSpc>
                              <a:spcPct val="150000"/>
                            </a:lnSpc>
                            <a:buFontTx/>
                            <a:buNone/>
                            <a:defRPr/>
                          </a:pPr>
                          <a:r>
                            <a:rPr lang="en-GB" dirty="0"/>
                            <a:t>b) </a:t>
                          </a:r>
                          <a14:m>
                            <m:oMath xmlns:m="http://schemas.openxmlformats.org/officeDocument/2006/math">
                              <m:r>
                                <a:rPr lang="en-GB" sz="1200" i="1" dirty="0" smtClean="0">
                                  <a:solidFill>
                                    <a:srgbClr val="000000"/>
                                  </a:solidFill>
                                  <a:latin typeface="Cambria Math" panose="02040503050406030204" pitchFamily="18" charset="0"/>
                                </a:rPr>
                                <m:t>𝑎</m:t>
                              </m:r>
                              <m:r>
                                <a:rPr lang="en-GB" sz="1200" i="1" baseline="30000" dirty="0">
                                  <a:solidFill>
                                    <a:srgbClr val="000000"/>
                                  </a:solidFill>
                                  <a:latin typeface="Cambria Math" panose="02040503050406030204" pitchFamily="18" charset="0"/>
                                </a:rPr>
                                <m:t>7</m:t>
                              </m:r>
                              <m:r>
                                <a:rPr lang="en-GB" sz="1200" i="1" dirty="0">
                                  <a:solidFill>
                                    <a:srgbClr val="000000"/>
                                  </a:solidFill>
                                  <a:latin typeface="Cambria Math" panose="02040503050406030204" pitchFamily="18" charset="0"/>
                                </a:rPr>
                                <m:t> × </m:t>
                              </m:r>
                              <m:r>
                                <a:rPr lang="en-GB" sz="1200" i="1" dirty="0">
                                  <a:solidFill>
                                    <a:srgbClr val="000000"/>
                                  </a:solidFill>
                                  <a:latin typeface="Cambria Math" panose="02040503050406030204" pitchFamily="18" charset="0"/>
                                </a:rPr>
                                <m:t>𝑎</m:t>
                              </m:r>
                              <m:r>
                                <a:rPr lang="en-GB" sz="1200" i="1" baseline="30000" dirty="0">
                                  <a:solidFill>
                                    <a:srgbClr val="000000"/>
                                  </a:solidFill>
                                  <a:latin typeface="Cambria Math" panose="02040503050406030204" pitchFamily="18" charset="0"/>
                                </a:rPr>
                                <m:t>4</m:t>
                              </m:r>
                            </m:oMath>
                          </a14:m>
                          <a:endParaRPr lang="en-GB" sz="1200" i="1" dirty="0">
                            <a:solidFill>
                              <a:srgbClr val="000000"/>
                            </a:solidFill>
                          </a:endParaRPr>
                        </a:p>
                        <a:p>
                          <a:pPr>
                            <a:buFontTx/>
                            <a:buNone/>
                          </a:pPr>
                          <a:endParaRPr lang="en-GB" dirty="0"/>
                        </a:p>
                        <a:p>
                          <a:pPr algn="ctr">
                            <a:buFontTx/>
                            <a:buNone/>
                          </a:pPr>
                          <a:endParaRPr lang="en-GB" sz="1600"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nSpc>
                              <a:spcPct val="150000"/>
                            </a:lnSpc>
                            <a:buFontTx/>
                            <a:buNone/>
                            <a:defRPr/>
                          </a:pPr>
                          <a:r>
                            <a:rPr lang="en-GB" dirty="0"/>
                            <a:t>c) </a:t>
                          </a:r>
                          <a14:m>
                            <m:oMath xmlns:m="http://schemas.openxmlformats.org/officeDocument/2006/math">
                              <m:r>
                                <a:rPr lang="en-GB" sz="1200" i="1" dirty="0" smtClean="0">
                                  <a:solidFill>
                                    <a:srgbClr val="000000"/>
                                  </a:solidFill>
                                  <a:latin typeface="Cambria Math" panose="02040503050406030204" pitchFamily="18" charset="0"/>
                                </a:rPr>
                                <m:t>𝑥</m:t>
                              </m:r>
                              <m:r>
                                <a:rPr lang="en-GB" sz="1200" i="1" baseline="30000" dirty="0">
                                  <a:solidFill>
                                    <a:srgbClr val="000000"/>
                                  </a:solidFill>
                                  <a:latin typeface="Cambria Math" panose="02040503050406030204" pitchFamily="18" charset="0"/>
                                </a:rPr>
                                <m:t>2</m:t>
                              </m:r>
                              <m:r>
                                <a:rPr lang="en-GB" sz="1200" i="1" dirty="0">
                                  <a:solidFill>
                                    <a:srgbClr val="000000"/>
                                  </a:solidFill>
                                  <a:latin typeface="Cambria Math" panose="02040503050406030204" pitchFamily="18" charset="0"/>
                                </a:rPr>
                                <m:t> × </m:t>
                              </m:r>
                              <m:r>
                                <a:rPr lang="en-GB" sz="1200" i="1" dirty="0">
                                  <a:solidFill>
                                    <a:srgbClr val="000000"/>
                                  </a:solidFill>
                                  <a:latin typeface="Cambria Math" panose="02040503050406030204" pitchFamily="18" charset="0"/>
                                </a:rPr>
                                <m:t>𝑥</m:t>
                              </m:r>
                              <m:r>
                                <a:rPr lang="en-GB" sz="1200" i="1" baseline="30000" dirty="0">
                                  <a:solidFill>
                                    <a:srgbClr val="000000"/>
                                  </a:solidFill>
                                  <a:latin typeface="Cambria Math" panose="02040503050406030204" pitchFamily="18" charset="0"/>
                                </a:rPr>
                                <m:t>8</m:t>
                              </m:r>
                            </m:oMath>
                          </a14:m>
                          <a:endParaRPr lang="en-US" sz="1200" i="1" baseline="30000" dirty="0">
                            <a:solidFill>
                              <a:srgbClr val="000000"/>
                            </a:solidFill>
                            <a:latin typeface="Cambria Math" panose="02040503050406030204" pitchFamily="18" charset="0"/>
                          </a:endParaRPr>
                        </a:p>
                        <a:p>
                          <a:pPr>
                            <a:buFontTx/>
                            <a:buNone/>
                          </a:pPr>
                          <a:endParaRPr lang="en-GB" dirty="0"/>
                        </a:p>
                        <a:p>
                          <a:pPr algn="ctr">
                            <a:buFontTx/>
                            <a:buNone/>
                          </a:pPr>
                          <a:endParaRPr lang="en-GB" sz="1600"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90106230"/>
                      </a:ext>
                    </a:extLst>
                  </a:tr>
                  <a:tr h="1360249">
                    <a:tc>
                      <a:txBody>
                        <a:bodyPr/>
                        <a:lstStyle/>
                        <a:p>
                          <a:pPr marL="0" indent="0">
                            <a:lnSpc>
                              <a:spcPct val="150000"/>
                            </a:lnSpc>
                            <a:buFontTx/>
                            <a:buNone/>
                            <a:defRPr/>
                          </a:pPr>
                          <a:r>
                            <a:rPr lang="en-GB" dirty="0"/>
                            <a:t>d) </a:t>
                          </a:r>
                          <a14:m>
                            <m:oMath xmlns:m="http://schemas.openxmlformats.org/officeDocument/2006/math">
                              <m:r>
                                <a:rPr lang="en-GB" sz="1200" i="1" dirty="0" smtClean="0">
                                  <a:solidFill>
                                    <a:srgbClr val="000000"/>
                                  </a:solidFill>
                                  <a:latin typeface="Cambria Math" panose="02040503050406030204" pitchFamily="18" charset="0"/>
                                </a:rPr>
                                <m:t>𝑐</m:t>
                              </m:r>
                              <m:r>
                                <a:rPr lang="en-GB" sz="1200" i="1" baseline="30000" dirty="0">
                                  <a:solidFill>
                                    <a:srgbClr val="000000"/>
                                  </a:solidFill>
                                  <a:latin typeface="Cambria Math" panose="02040503050406030204" pitchFamily="18" charset="0"/>
                                </a:rPr>
                                <m:t>12</m:t>
                              </m:r>
                              <m:r>
                                <a:rPr lang="en-GB" sz="1200" i="1" dirty="0">
                                  <a:solidFill>
                                    <a:srgbClr val="000000"/>
                                  </a:solidFill>
                                  <a:latin typeface="Cambria Math" panose="02040503050406030204" pitchFamily="18" charset="0"/>
                                </a:rPr>
                                <m:t> × </m:t>
                              </m:r>
                              <m:r>
                                <a:rPr lang="en-GB" sz="1200" i="1" dirty="0">
                                  <a:solidFill>
                                    <a:srgbClr val="000000"/>
                                  </a:solidFill>
                                  <a:latin typeface="Cambria Math" panose="02040503050406030204" pitchFamily="18" charset="0"/>
                                </a:rPr>
                                <m:t>𝑐</m:t>
                              </m:r>
                              <m:r>
                                <a:rPr lang="en-GB" sz="1200" i="1" baseline="30000" dirty="0">
                                  <a:solidFill>
                                    <a:srgbClr val="000000"/>
                                  </a:solidFill>
                                  <a:latin typeface="Cambria Math" panose="02040503050406030204" pitchFamily="18" charset="0"/>
                                </a:rPr>
                                <m:t>4</m:t>
                              </m:r>
                            </m:oMath>
                          </a14:m>
                          <a:endParaRPr lang="en-GB" sz="1200" baseline="30000" dirty="0">
                            <a:solidFill>
                              <a:srgbClr val="000000"/>
                            </a:solidFill>
                          </a:endParaRPr>
                        </a:p>
                        <a:p>
                          <a:pPr>
                            <a:buFontTx/>
                            <a:buNone/>
                          </a:pPr>
                          <a:endParaRPr lang="en-GB" dirty="0"/>
                        </a:p>
                        <a:p>
                          <a:pPr algn="ctr">
                            <a:buFontTx/>
                            <a:buNone/>
                          </a:pPr>
                          <a:endParaRPr lang="en-GB" sz="1600"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nSpc>
                              <a:spcPct val="150000"/>
                            </a:lnSpc>
                            <a:buFontTx/>
                            <a:buNone/>
                            <a:defRPr/>
                          </a:pPr>
                          <a:r>
                            <a:rPr lang="en-GB" dirty="0"/>
                            <a:t>e) </a:t>
                          </a:r>
                          <a14:m>
                            <m:oMath xmlns:m="http://schemas.openxmlformats.org/officeDocument/2006/math">
                              <m:r>
                                <a:rPr lang="en-US" sz="1200" i="1" dirty="0" smtClean="0">
                                  <a:solidFill>
                                    <a:srgbClr val="000000"/>
                                  </a:solidFill>
                                  <a:latin typeface="Cambria Math" panose="02040503050406030204" pitchFamily="18" charset="0"/>
                                </a:rPr>
                                <m:t>𝑦</m:t>
                              </m:r>
                              <m:r>
                                <a:rPr lang="en-GB" sz="1200" i="1" baseline="30000" dirty="0">
                                  <a:solidFill>
                                    <a:prstClr val="black"/>
                                  </a:solidFill>
                                  <a:latin typeface="Cambria Math" panose="02040503050406030204" pitchFamily="18" charset="0"/>
                                </a:rPr>
                                <m:t>6</m:t>
                              </m:r>
                              <m:r>
                                <a:rPr lang="en-US" sz="1200" i="1" dirty="0">
                                  <a:solidFill>
                                    <a:srgbClr val="000000"/>
                                  </a:solidFill>
                                  <a:latin typeface="Cambria Math" panose="02040503050406030204" pitchFamily="18" charset="0"/>
                                </a:rPr>
                                <m:t>× </m:t>
                              </m:r>
                              <m:r>
                                <a:rPr lang="en-US" sz="1200" i="1" dirty="0">
                                  <a:solidFill>
                                    <a:srgbClr val="000000"/>
                                  </a:solidFill>
                                  <a:latin typeface="Cambria Math" panose="02040503050406030204" pitchFamily="18" charset="0"/>
                                </a:rPr>
                                <m:t>𝑦</m:t>
                              </m:r>
                              <m:r>
                                <a:rPr lang="en-GB" sz="1200" i="1" baseline="30000" dirty="0">
                                  <a:solidFill>
                                    <a:prstClr val="black"/>
                                  </a:solidFill>
                                  <a:latin typeface="Cambria Math" panose="02040503050406030204" pitchFamily="18" charset="0"/>
                                </a:rPr>
                                <m:t>10</m:t>
                              </m:r>
                            </m:oMath>
                          </a14:m>
                          <a:endParaRPr lang="en-US" sz="1200" dirty="0">
                            <a:solidFill>
                              <a:srgbClr val="000000"/>
                            </a:solidFill>
                          </a:endParaRPr>
                        </a:p>
                        <a:p>
                          <a:pPr>
                            <a:buFontTx/>
                            <a:buNone/>
                          </a:pPr>
                          <a:endParaRPr lang="en-GB" dirty="0"/>
                        </a:p>
                        <a:p>
                          <a:pPr algn="ctr">
                            <a:buFontTx/>
                            <a:buNone/>
                          </a:pPr>
                          <a:endParaRPr lang="en-GB" sz="1600"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nSpc>
                              <a:spcPct val="150000"/>
                            </a:lnSpc>
                            <a:buFontTx/>
                            <a:buNone/>
                            <a:defRPr/>
                          </a:pPr>
                          <a:r>
                            <a:rPr lang="en-GB" dirty="0"/>
                            <a:t>f) </a:t>
                          </a:r>
                          <a14:m>
                            <m:oMath xmlns:m="http://schemas.openxmlformats.org/officeDocument/2006/math">
                              <m:r>
                                <a:rPr lang="en-US" sz="1200" i="1" dirty="0" smtClean="0">
                                  <a:solidFill>
                                    <a:srgbClr val="000000"/>
                                  </a:solidFill>
                                  <a:latin typeface="Cambria Math" panose="02040503050406030204" pitchFamily="18" charset="0"/>
                                </a:rPr>
                                <m:t>𝑝</m:t>
                              </m:r>
                              <m:r>
                                <a:rPr lang="en-GB" sz="1200" i="1" baseline="30000" dirty="0">
                                  <a:solidFill>
                                    <a:prstClr val="black"/>
                                  </a:solidFill>
                                  <a:latin typeface="Cambria Math" panose="02040503050406030204" pitchFamily="18" charset="0"/>
                                </a:rPr>
                                <m:t>2</m:t>
                              </m:r>
                              <m:r>
                                <a:rPr lang="en-US" sz="1200" i="1" dirty="0">
                                  <a:solidFill>
                                    <a:srgbClr val="000000"/>
                                  </a:solidFill>
                                  <a:latin typeface="Cambria Math" panose="02040503050406030204" pitchFamily="18" charset="0"/>
                                </a:rPr>
                                <m:t>× </m:t>
                              </m:r>
                              <m:r>
                                <a:rPr lang="en-US" sz="1200" i="1" dirty="0">
                                  <a:solidFill>
                                    <a:srgbClr val="000000"/>
                                  </a:solidFill>
                                  <a:latin typeface="Cambria Math" panose="02040503050406030204" pitchFamily="18" charset="0"/>
                                </a:rPr>
                                <m:t>𝑝</m:t>
                              </m:r>
                              <m:r>
                                <a:rPr lang="en-GB" sz="1200" i="1" baseline="30000" dirty="0">
                                  <a:solidFill>
                                    <a:prstClr val="black"/>
                                  </a:solidFill>
                                  <a:latin typeface="Cambria Math" panose="02040503050406030204" pitchFamily="18" charset="0"/>
                                </a:rPr>
                                <m:t>9</m:t>
                              </m:r>
                              <m:r>
                                <a:rPr lang="en-US" sz="1200" i="1" dirty="0">
                                  <a:solidFill>
                                    <a:srgbClr val="000000"/>
                                  </a:solidFill>
                                  <a:latin typeface="Cambria Math" panose="02040503050406030204" pitchFamily="18" charset="0"/>
                                </a:rPr>
                                <m:t>× </m:t>
                              </m:r>
                              <m:r>
                                <a:rPr lang="en-US" sz="1200" i="1" dirty="0">
                                  <a:solidFill>
                                    <a:srgbClr val="000000"/>
                                  </a:solidFill>
                                  <a:latin typeface="Cambria Math" panose="02040503050406030204" pitchFamily="18" charset="0"/>
                                </a:rPr>
                                <m:t>𝑝</m:t>
                              </m:r>
                              <m:r>
                                <a:rPr lang="en-GB" sz="1200" i="1" baseline="30000" dirty="0">
                                  <a:solidFill>
                                    <a:prstClr val="black"/>
                                  </a:solidFill>
                                  <a:latin typeface="Cambria Math" panose="02040503050406030204" pitchFamily="18" charset="0"/>
                                </a:rPr>
                                <m:t>2</m:t>
                              </m:r>
                            </m:oMath>
                          </a14:m>
                          <a:endParaRPr lang="en-US" sz="1200" dirty="0">
                            <a:solidFill>
                              <a:srgbClr val="000000"/>
                            </a:solidFill>
                          </a:endParaRPr>
                        </a:p>
                        <a:p>
                          <a:pPr>
                            <a:buFontTx/>
                            <a:buNone/>
                          </a:pPr>
                          <a:endParaRPr lang="en-GB" dirty="0"/>
                        </a:p>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800" b="1" dirty="0">
                            <a:solidFill>
                              <a:srgbClr val="FF0000"/>
                            </a:solidFill>
                          </a:endParaRPr>
                        </a:p>
                        <a:p>
                          <a:pPr algn="ctr">
                            <a:buFontTx/>
                            <a:buNone/>
                          </a:pP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08531459"/>
                      </a:ext>
                    </a:extLst>
                  </a:tr>
                  <a:tr h="1360249">
                    <a:tc>
                      <a:txBody>
                        <a:bodyPr/>
                        <a:lstStyle/>
                        <a:p>
                          <a:pPr marL="0" indent="0">
                            <a:lnSpc>
                              <a:spcPct val="150000"/>
                            </a:lnSpc>
                            <a:buFontTx/>
                            <a:buNone/>
                            <a:defRPr/>
                          </a:pPr>
                          <a:r>
                            <a:rPr lang="en-GB" dirty="0"/>
                            <a:t>g) </a:t>
                          </a:r>
                          <a14:m>
                            <m:oMath xmlns:m="http://schemas.openxmlformats.org/officeDocument/2006/math">
                              <m:r>
                                <a:rPr lang="en-US" sz="1200" i="1" dirty="0" smtClean="0">
                                  <a:solidFill>
                                    <a:srgbClr val="000000"/>
                                  </a:solidFill>
                                  <a:latin typeface="Cambria Math" panose="02040503050406030204" pitchFamily="18" charset="0"/>
                                </a:rPr>
                                <m:t>𝑢</m:t>
                              </m:r>
                              <m:r>
                                <a:rPr lang="en-US" sz="1200" i="1" dirty="0" smtClean="0">
                                  <a:solidFill>
                                    <a:srgbClr val="000000"/>
                                  </a:solidFill>
                                  <a:latin typeface="Cambria Math" panose="02040503050406030204" pitchFamily="18" charset="0"/>
                                </a:rPr>
                                <m:t>× </m:t>
                              </m:r>
                              <m:r>
                                <a:rPr lang="en-US" sz="1200" i="1" dirty="0" smtClean="0">
                                  <a:solidFill>
                                    <a:srgbClr val="000000"/>
                                  </a:solidFill>
                                  <a:latin typeface="Cambria Math" panose="02040503050406030204" pitchFamily="18" charset="0"/>
                                </a:rPr>
                                <m:t>𝑢</m:t>
                              </m:r>
                              <m:r>
                                <a:rPr lang="en-GB" sz="1200" i="1" baseline="30000" dirty="0">
                                  <a:solidFill>
                                    <a:prstClr val="black"/>
                                  </a:solidFill>
                                  <a:latin typeface="Cambria Math" panose="02040503050406030204" pitchFamily="18" charset="0"/>
                                </a:rPr>
                                <m:t>7</m:t>
                              </m:r>
                              <m:r>
                                <a:rPr lang="en-US" sz="1200" i="1" dirty="0">
                                  <a:solidFill>
                                    <a:srgbClr val="000000"/>
                                  </a:solidFill>
                                  <a:latin typeface="Cambria Math" panose="02040503050406030204" pitchFamily="18" charset="0"/>
                                </a:rPr>
                                <m:t>× </m:t>
                              </m:r>
                              <m:r>
                                <a:rPr lang="en-US" sz="1200" i="1" dirty="0">
                                  <a:solidFill>
                                    <a:srgbClr val="000000"/>
                                  </a:solidFill>
                                  <a:latin typeface="Cambria Math" panose="02040503050406030204" pitchFamily="18" charset="0"/>
                                </a:rPr>
                                <m:t>𝑢</m:t>
                              </m:r>
                              <m:r>
                                <a:rPr lang="en-GB" sz="1200" i="1" baseline="30000" dirty="0">
                                  <a:solidFill>
                                    <a:prstClr val="black"/>
                                  </a:solidFill>
                                  <a:latin typeface="Cambria Math" panose="02040503050406030204" pitchFamily="18" charset="0"/>
                                </a:rPr>
                                <m:t>8</m:t>
                              </m:r>
                            </m:oMath>
                          </a14:m>
                          <a:endParaRPr lang="en-US" sz="1200" dirty="0">
                            <a:solidFill>
                              <a:srgbClr val="000000"/>
                            </a:solidFill>
                          </a:endParaRPr>
                        </a:p>
                        <a:p>
                          <a:pPr>
                            <a:buFontTx/>
                            <a:buNone/>
                          </a:pPr>
                          <a:endParaRPr lang="en-GB" dirty="0"/>
                        </a:p>
                        <a:p>
                          <a:pPr algn="ctr">
                            <a:buFontTx/>
                            <a:buNone/>
                          </a:pPr>
                          <a:endParaRPr lang="en-GB" sz="1600"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nSpc>
                              <a:spcPct val="150000"/>
                            </a:lnSpc>
                            <a:buFontTx/>
                            <a:buNone/>
                            <a:defRPr/>
                          </a:pPr>
                          <a:r>
                            <a:rPr lang="en-GB" dirty="0"/>
                            <a:t>h) </a:t>
                          </a:r>
                          <a14:m>
                            <m:oMath xmlns:m="http://schemas.openxmlformats.org/officeDocument/2006/math">
                              <m:sSup>
                                <m:sSupPr>
                                  <m:ctrlPr>
                                    <a:rPr lang="en-US" sz="1200" b="0" i="1" smtClean="0">
                                      <a:solidFill>
                                        <a:srgbClr val="000000"/>
                                      </a:solidFill>
                                      <a:latin typeface="Cambria Math" panose="02040503050406030204" pitchFamily="18" charset="0"/>
                                    </a:rPr>
                                  </m:ctrlPr>
                                </m:sSupPr>
                                <m:e>
                                  <m:r>
                                    <a:rPr lang="en-US" sz="1200" b="0" i="1" smtClean="0">
                                      <a:solidFill>
                                        <a:srgbClr val="000000"/>
                                      </a:solidFill>
                                      <a:latin typeface="Cambria Math" panose="02040503050406030204" pitchFamily="18" charset="0"/>
                                    </a:rPr>
                                    <m:t>𝑙</m:t>
                                  </m:r>
                                </m:e>
                                <m:sup>
                                  <m:r>
                                    <a:rPr lang="en-US" sz="1200" b="0" i="1" smtClean="0">
                                      <a:solidFill>
                                        <a:srgbClr val="000000"/>
                                      </a:solidFill>
                                      <a:latin typeface="Cambria Math" panose="02040503050406030204" pitchFamily="18" charset="0"/>
                                    </a:rPr>
                                    <m:t>3</m:t>
                                  </m:r>
                                </m:sup>
                              </m:sSup>
                              <m:r>
                                <a:rPr lang="en-US" sz="1200" b="0" i="1" smtClean="0">
                                  <a:solidFill>
                                    <a:srgbClr val="000000"/>
                                  </a:solidFill>
                                  <a:latin typeface="Cambria Math" panose="02040503050406030204" pitchFamily="18" charset="0"/>
                                </a:rPr>
                                <m:t>×</m:t>
                              </m:r>
                              <m:sSup>
                                <m:sSupPr>
                                  <m:ctrlPr>
                                    <a:rPr lang="en-US" sz="1200" b="0" i="1" smtClean="0">
                                      <a:solidFill>
                                        <a:srgbClr val="000000"/>
                                      </a:solidFill>
                                      <a:latin typeface="Cambria Math" panose="02040503050406030204" pitchFamily="18" charset="0"/>
                                    </a:rPr>
                                  </m:ctrlPr>
                                </m:sSupPr>
                                <m:e>
                                  <m:r>
                                    <a:rPr lang="en-US" sz="1200" b="0" i="1" smtClean="0">
                                      <a:solidFill>
                                        <a:srgbClr val="000000"/>
                                      </a:solidFill>
                                      <a:latin typeface="Cambria Math" panose="02040503050406030204" pitchFamily="18" charset="0"/>
                                    </a:rPr>
                                    <m:t>𝑙</m:t>
                                  </m:r>
                                </m:e>
                                <m:sup>
                                  <m:r>
                                    <a:rPr lang="en-US" sz="1200" b="0" i="1" smtClean="0">
                                      <a:solidFill>
                                        <a:srgbClr val="000000"/>
                                      </a:solidFill>
                                      <a:latin typeface="Cambria Math" panose="02040503050406030204" pitchFamily="18" charset="0"/>
                                    </a:rPr>
                                    <m:t>6</m:t>
                                  </m:r>
                                </m:sup>
                              </m:sSup>
                              <m:r>
                                <a:rPr lang="en-US" sz="1200" b="0" i="1" smtClean="0">
                                  <a:solidFill>
                                    <a:srgbClr val="000000"/>
                                  </a:solidFill>
                                  <a:latin typeface="Cambria Math" panose="02040503050406030204" pitchFamily="18" charset="0"/>
                                </a:rPr>
                                <m:t>×</m:t>
                              </m:r>
                              <m:sSup>
                                <m:sSupPr>
                                  <m:ctrlPr>
                                    <a:rPr lang="en-US" sz="1200" b="0" i="1" smtClean="0">
                                      <a:solidFill>
                                        <a:srgbClr val="000000"/>
                                      </a:solidFill>
                                      <a:latin typeface="Cambria Math" panose="02040503050406030204" pitchFamily="18" charset="0"/>
                                    </a:rPr>
                                  </m:ctrlPr>
                                </m:sSupPr>
                                <m:e>
                                  <m:r>
                                    <a:rPr lang="en-US" sz="1200" b="0" i="1" smtClean="0">
                                      <a:solidFill>
                                        <a:srgbClr val="000000"/>
                                      </a:solidFill>
                                      <a:latin typeface="Cambria Math" panose="02040503050406030204" pitchFamily="18" charset="0"/>
                                    </a:rPr>
                                    <m:t>𝑙</m:t>
                                  </m:r>
                                </m:e>
                                <m:sup>
                                  <m:r>
                                    <a:rPr lang="en-US" sz="1200" b="0" i="1" smtClean="0">
                                      <a:solidFill>
                                        <a:srgbClr val="000000"/>
                                      </a:solidFill>
                                      <a:latin typeface="Cambria Math" panose="02040503050406030204" pitchFamily="18" charset="0"/>
                                    </a:rPr>
                                    <m:t>2</m:t>
                                  </m:r>
                                </m:sup>
                              </m:sSup>
                              <m:r>
                                <a:rPr lang="en-US" sz="1200" b="0" i="1" smtClean="0">
                                  <a:solidFill>
                                    <a:srgbClr val="000000"/>
                                  </a:solidFill>
                                  <a:latin typeface="Cambria Math" panose="02040503050406030204" pitchFamily="18" charset="0"/>
                                </a:rPr>
                                <m:t>×</m:t>
                              </m:r>
                              <m:r>
                                <a:rPr lang="en-US" sz="1200" b="0" i="1" smtClean="0">
                                  <a:solidFill>
                                    <a:srgbClr val="000000"/>
                                  </a:solidFill>
                                  <a:latin typeface="Cambria Math" panose="02040503050406030204" pitchFamily="18" charset="0"/>
                                </a:rPr>
                                <m:t>𝑙</m:t>
                              </m:r>
                            </m:oMath>
                          </a14:m>
                          <a:endParaRPr lang="en-US" sz="1200" dirty="0">
                            <a:solidFill>
                              <a:srgbClr val="000000"/>
                            </a:solidFill>
                          </a:endParaRPr>
                        </a:p>
                        <a:p>
                          <a:pPr>
                            <a:buFontTx/>
                            <a:buNone/>
                          </a:pPr>
                          <a:endParaRPr lang="en-GB" dirty="0"/>
                        </a:p>
                        <a:p>
                          <a:pPr algn="ctr">
                            <a:buFontTx/>
                            <a:buNone/>
                          </a:pPr>
                          <a:endParaRPr lang="en-GB"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dirty="0"/>
                            <a:t>i) </a:t>
                          </a:r>
                          <a14:m>
                            <m:oMath xmlns:m="http://schemas.openxmlformats.org/officeDocument/2006/math">
                              <m:sSup>
                                <m:sSupPr>
                                  <m:ctrlPr>
                                    <a:rPr lang="en-US" sz="1200" b="0" i="1" smtClean="0">
                                      <a:solidFill>
                                        <a:srgbClr val="000000"/>
                                      </a:solidFill>
                                      <a:latin typeface="Cambria Math" panose="02040503050406030204" pitchFamily="18" charset="0"/>
                                    </a:rPr>
                                  </m:ctrlPr>
                                </m:sSupPr>
                                <m:e>
                                  <m:r>
                                    <a:rPr lang="en-GB" sz="1200" b="0" i="1" smtClean="0">
                                      <a:solidFill>
                                        <a:srgbClr val="000000"/>
                                      </a:solidFill>
                                      <a:latin typeface="Cambria Math" panose="02040503050406030204" pitchFamily="18" charset="0"/>
                                    </a:rPr>
                                    <m:t>𝑎</m:t>
                                  </m:r>
                                </m:e>
                                <m:sup>
                                  <m:r>
                                    <a:rPr lang="en-US" sz="1200" b="0" i="1" smtClean="0">
                                      <a:solidFill>
                                        <a:srgbClr val="000000"/>
                                      </a:solidFill>
                                      <a:latin typeface="Cambria Math" panose="02040503050406030204" pitchFamily="18" charset="0"/>
                                    </a:rPr>
                                    <m:t>3</m:t>
                                  </m:r>
                                </m:sup>
                              </m:sSup>
                              <m:r>
                                <a:rPr lang="en-US" sz="1200" b="0" i="1" smtClean="0">
                                  <a:solidFill>
                                    <a:srgbClr val="000000"/>
                                  </a:solidFill>
                                  <a:latin typeface="Cambria Math" panose="02040503050406030204" pitchFamily="18" charset="0"/>
                                </a:rPr>
                                <m:t>×</m:t>
                              </m:r>
                              <m:sSup>
                                <m:sSupPr>
                                  <m:ctrlPr>
                                    <a:rPr lang="en-US" sz="1200" b="0" i="1" smtClean="0">
                                      <a:solidFill>
                                        <a:srgbClr val="000000"/>
                                      </a:solidFill>
                                      <a:latin typeface="Cambria Math" panose="02040503050406030204" pitchFamily="18" charset="0"/>
                                    </a:rPr>
                                  </m:ctrlPr>
                                </m:sSupPr>
                                <m:e>
                                  <m:r>
                                    <a:rPr lang="en-GB" sz="1200" b="0" i="1" smtClean="0">
                                      <a:solidFill>
                                        <a:srgbClr val="000000"/>
                                      </a:solidFill>
                                      <a:latin typeface="Cambria Math" panose="02040503050406030204" pitchFamily="18" charset="0"/>
                                    </a:rPr>
                                    <m:t>𝑎</m:t>
                                  </m:r>
                                </m:e>
                                <m:sup>
                                  <m:r>
                                    <a:rPr lang="en-GB" sz="1200" b="0" i="1" smtClean="0">
                                      <a:solidFill>
                                        <a:srgbClr val="000000"/>
                                      </a:solidFill>
                                      <a:latin typeface="Cambria Math" panose="02040503050406030204" pitchFamily="18" charset="0"/>
                                    </a:rPr>
                                    <m:t>2</m:t>
                                  </m:r>
                                </m:sup>
                              </m:sSup>
                              <m:r>
                                <a:rPr lang="en-US" sz="1200" b="0" i="1" smtClean="0">
                                  <a:solidFill>
                                    <a:srgbClr val="000000"/>
                                  </a:solidFill>
                                  <a:latin typeface="Cambria Math" panose="02040503050406030204" pitchFamily="18" charset="0"/>
                                </a:rPr>
                                <m:t>×</m:t>
                              </m:r>
                              <m:sSup>
                                <m:sSupPr>
                                  <m:ctrlPr>
                                    <a:rPr lang="en-US" sz="1200" b="0" i="1" smtClean="0">
                                      <a:solidFill>
                                        <a:srgbClr val="000000"/>
                                      </a:solidFill>
                                      <a:latin typeface="Cambria Math" panose="02040503050406030204" pitchFamily="18" charset="0"/>
                                    </a:rPr>
                                  </m:ctrlPr>
                                </m:sSupPr>
                                <m:e>
                                  <m:r>
                                    <a:rPr lang="en-GB" sz="1200" b="0" i="1" smtClean="0">
                                      <a:solidFill>
                                        <a:srgbClr val="000000"/>
                                      </a:solidFill>
                                      <a:latin typeface="Cambria Math" panose="02040503050406030204" pitchFamily="18" charset="0"/>
                                    </a:rPr>
                                    <m:t>𝑏</m:t>
                                  </m:r>
                                </m:e>
                                <m:sup>
                                  <m:r>
                                    <a:rPr lang="en-US" sz="1200" b="0" i="1" smtClean="0">
                                      <a:solidFill>
                                        <a:srgbClr val="000000"/>
                                      </a:solidFill>
                                      <a:latin typeface="Cambria Math" panose="02040503050406030204" pitchFamily="18" charset="0"/>
                                    </a:rPr>
                                    <m:t>2</m:t>
                                  </m:r>
                                </m:sup>
                              </m:sSup>
                              <m:r>
                                <a:rPr lang="en-US" sz="1200" b="0" i="1" smtClean="0">
                                  <a:solidFill>
                                    <a:srgbClr val="000000"/>
                                  </a:solidFill>
                                  <a:latin typeface="Cambria Math" panose="02040503050406030204" pitchFamily="18" charset="0"/>
                                </a:rPr>
                                <m:t>×</m:t>
                              </m:r>
                              <m:r>
                                <a:rPr lang="en-GB" sz="1200" b="0" i="1" smtClean="0">
                                  <a:solidFill>
                                    <a:srgbClr val="000000"/>
                                  </a:solidFill>
                                  <a:latin typeface="Cambria Math" panose="02040503050406030204" pitchFamily="18" charset="0"/>
                                </a:rPr>
                                <m:t>𝑏</m:t>
                              </m:r>
                            </m:oMath>
                          </a14:m>
                          <a:endParaRPr lang="en-US" sz="1200" dirty="0">
                            <a:solidFill>
                              <a:srgbClr val="000000"/>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dirty="0">
                            <a:solidFill>
                              <a:prstClr val="black"/>
                            </a:solidFill>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dirty="0">
                            <a:solidFill>
                              <a:prstClr val="black"/>
                            </a:solidFill>
                          </a:endParaRPr>
                        </a:p>
                        <a:p>
                          <a:pPr algn="ctr">
                            <a:buFontTx/>
                            <a:buNone/>
                          </a:pPr>
                          <a:endParaRPr lang="en-GB"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56480726"/>
                      </a:ext>
                    </a:extLst>
                  </a:tr>
                </a:tbl>
              </a:graphicData>
            </a:graphic>
          </p:graphicFrame>
        </mc:Choice>
        <mc:Fallback xmlns="">
          <p:graphicFrame>
            <p:nvGraphicFramePr>
              <p:cNvPr id="6" name="Table 5">
                <a:extLst>
                  <a:ext uri="{FF2B5EF4-FFF2-40B4-BE49-F238E27FC236}">
                    <a16:creationId xmlns:a16="http://schemas.microsoft.com/office/drawing/2014/main" id="{2567A2E8-621D-095E-133E-C84E3045CD1E}"/>
                  </a:ext>
                </a:extLst>
              </p:cNvPr>
              <p:cNvGraphicFramePr>
                <a:graphicFrameLocks noGrp="1"/>
              </p:cNvGraphicFramePr>
              <p:nvPr>
                <p:extLst>
                  <p:ext uri="{D42A27DB-BD31-4B8C-83A1-F6EECF244321}">
                    <p14:modId xmlns:p14="http://schemas.microsoft.com/office/powerpoint/2010/main" val="1273767953"/>
                  </p:ext>
                </p:extLst>
              </p:nvPr>
            </p:nvGraphicFramePr>
            <p:xfrm>
              <a:off x="130471" y="2595246"/>
              <a:ext cx="6597057" cy="4080747"/>
            </p:xfrm>
            <a:graphic>
              <a:graphicData uri="http://schemas.openxmlformats.org/drawingml/2006/table">
                <a:tbl>
                  <a:tblPr>
                    <a:tableStyleId>{5C22544A-7EE6-4342-B048-85BDC9FD1C3A}</a:tableStyleId>
                  </a:tblPr>
                  <a:tblGrid>
                    <a:gridCol w="2199019">
                      <a:extLst>
                        <a:ext uri="{9D8B030D-6E8A-4147-A177-3AD203B41FA5}">
                          <a16:colId xmlns:a16="http://schemas.microsoft.com/office/drawing/2014/main" val="4132428466"/>
                        </a:ext>
                      </a:extLst>
                    </a:gridCol>
                    <a:gridCol w="2199019">
                      <a:extLst>
                        <a:ext uri="{9D8B030D-6E8A-4147-A177-3AD203B41FA5}">
                          <a16:colId xmlns:a16="http://schemas.microsoft.com/office/drawing/2014/main" val="153392874"/>
                        </a:ext>
                      </a:extLst>
                    </a:gridCol>
                    <a:gridCol w="2199019">
                      <a:extLst>
                        <a:ext uri="{9D8B030D-6E8A-4147-A177-3AD203B41FA5}">
                          <a16:colId xmlns:a16="http://schemas.microsoft.com/office/drawing/2014/main" val="1583704347"/>
                        </a:ext>
                      </a:extLst>
                    </a:gridCol>
                  </a:tblGrid>
                  <a:tr h="136024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77" t="-446" r="-200554" b="-200446"/>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277" t="-446" r="-100554" b="-200446"/>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0277" t="-446" r="-554" b="-200446"/>
                          </a:stretch>
                        </a:blipFill>
                      </a:tcPr>
                    </a:tc>
                    <a:extLst>
                      <a:ext uri="{0D108BD9-81ED-4DB2-BD59-A6C34878D82A}">
                        <a16:rowId xmlns:a16="http://schemas.microsoft.com/office/drawing/2014/main" val="2090106230"/>
                      </a:ext>
                    </a:extLst>
                  </a:tr>
                  <a:tr h="136024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77" t="-100897" r="-200554" b="-101345"/>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277" t="-100897" r="-100554" b="-101345"/>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0277" t="-100897" r="-554" b="-101345"/>
                          </a:stretch>
                        </a:blipFill>
                      </a:tcPr>
                    </a:tc>
                    <a:extLst>
                      <a:ext uri="{0D108BD9-81ED-4DB2-BD59-A6C34878D82A}">
                        <a16:rowId xmlns:a16="http://schemas.microsoft.com/office/drawing/2014/main" val="1508531459"/>
                      </a:ext>
                    </a:extLst>
                  </a:tr>
                  <a:tr h="136024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77" t="-200000" r="-200554" b="-89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277" t="-200000" r="-100554" b="-89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0277" t="-200000" r="-554" b="-893"/>
                          </a:stretch>
                        </a:blipFill>
                      </a:tcPr>
                    </a:tc>
                    <a:extLst>
                      <a:ext uri="{0D108BD9-81ED-4DB2-BD59-A6C34878D82A}">
                        <a16:rowId xmlns:a16="http://schemas.microsoft.com/office/drawing/2014/main" val="2056480726"/>
                      </a:ext>
                    </a:extLst>
                  </a:tr>
                </a:tbl>
              </a:graphicData>
            </a:graphic>
          </p:graphicFrame>
        </mc:Fallback>
      </mc:AlternateContent>
      <p:sp>
        <p:nvSpPr>
          <p:cNvPr id="7" name="TextBox 6">
            <a:extLst>
              <a:ext uri="{FF2B5EF4-FFF2-40B4-BE49-F238E27FC236}">
                <a16:creationId xmlns:a16="http://schemas.microsoft.com/office/drawing/2014/main" id="{69D45F1E-6E66-3F7B-6AAC-E69C1033A8FE}"/>
              </a:ext>
            </a:extLst>
          </p:cNvPr>
          <p:cNvSpPr txBox="1"/>
          <p:nvPr/>
        </p:nvSpPr>
        <p:spPr>
          <a:xfrm>
            <a:off x="1446702" y="6890670"/>
            <a:ext cx="958852" cy="276999"/>
          </a:xfrm>
          <a:prstGeom prst="rect">
            <a:avLst/>
          </a:prstGeom>
          <a:noFill/>
        </p:spPr>
        <p:txBody>
          <a:bodyPr wrap="none" rtlCol="0">
            <a:spAutoFit/>
          </a:bodyPr>
          <a:lstStyle/>
          <a:p>
            <a:r>
              <a:rPr lang="en-US" sz="1200"/>
              <a:t>7. Work out.</a:t>
            </a:r>
            <a:endParaRPr lang="en-GB" sz="1200"/>
          </a:p>
        </p:txBody>
      </p:sp>
      <p:sp>
        <p:nvSpPr>
          <p:cNvPr id="8" name="Rectangle 7">
            <a:extLst>
              <a:ext uri="{FF2B5EF4-FFF2-40B4-BE49-F238E27FC236}">
                <a16:creationId xmlns:a16="http://schemas.microsoft.com/office/drawing/2014/main" id="{143B8FB3-26E7-95CA-D595-1F4E13B38A0C}"/>
              </a:ext>
            </a:extLst>
          </p:cNvPr>
          <p:cNvSpPr/>
          <p:nvPr/>
        </p:nvSpPr>
        <p:spPr>
          <a:xfrm>
            <a:off x="128919" y="6813779"/>
            <a:ext cx="1164021" cy="353890"/>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100"/>
              <a:t>KNOWLEDGE CHECK</a:t>
            </a:r>
          </a:p>
        </p:txBody>
      </p:sp>
      <p:graphicFrame>
        <p:nvGraphicFramePr>
          <p:cNvPr id="9" name="Table 9">
            <a:extLst>
              <a:ext uri="{FF2B5EF4-FFF2-40B4-BE49-F238E27FC236}">
                <a16:creationId xmlns:a16="http://schemas.microsoft.com/office/drawing/2014/main" id="{ECF6A838-A5AE-8124-5A8D-76526BA4BAB4}"/>
              </a:ext>
            </a:extLst>
          </p:cNvPr>
          <p:cNvGraphicFramePr>
            <a:graphicFrameLocks noGrp="1"/>
          </p:cNvGraphicFramePr>
          <p:nvPr>
            <p:extLst>
              <p:ext uri="{D42A27DB-BD31-4B8C-83A1-F6EECF244321}">
                <p14:modId xmlns:p14="http://schemas.microsoft.com/office/powerpoint/2010/main" val="1056927965"/>
              </p:ext>
            </p:extLst>
          </p:nvPr>
        </p:nvGraphicFramePr>
        <p:xfrm>
          <a:off x="128920" y="7320940"/>
          <a:ext cx="6597056" cy="2387835"/>
        </p:xfrm>
        <a:graphic>
          <a:graphicData uri="http://schemas.openxmlformats.org/drawingml/2006/table">
            <a:tbl>
              <a:tblPr>
                <a:tableStyleId>{5C22544A-7EE6-4342-B048-85BDC9FD1C3A}</a:tableStyleId>
              </a:tblPr>
              <a:tblGrid>
                <a:gridCol w="1649264">
                  <a:extLst>
                    <a:ext uri="{9D8B030D-6E8A-4147-A177-3AD203B41FA5}">
                      <a16:colId xmlns:a16="http://schemas.microsoft.com/office/drawing/2014/main" val="3642547164"/>
                    </a:ext>
                  </a:extLst>
                </a:gridCol>
                <a:gridCol w="1649264">
                  <a:extLst>
                    <a:ext uri="{9D8B030D-6E8A-4147-A177-3AD203B41FA5}">
                      <a16:colId xmlns:a16="http://schemas.microsoft.com/office/drawing/2014/main" val="1628339999"/>
                    </a:ext>
                  </a:extLst>
                </a:gridCol>
                <a:gridCol w="1649264">
                  <a:extLst>
                    <a:ext uri="{9D8B030D-6E8A-4147-A177-3AD203B41FA5}">
                      <a16:colId xmlns:a16="http://schemas.microsoft.com/office/drawing/2014/main" val="2843216093"/>
                    </a:ext>
                  </a:extLst>
                </a:gridCol>
                <a:gridCol w="1649264">
                  <a:extLst>
                    <a:ext uri="{9D8B030D-6E8A-4147-A177-3AD203B41FA5}">
                      <a16:colId xmlns:a16="http://schemas.microsoft.com/office/drawing/2014/main" val="2368608426"/>
                    </a:ext>
                  </a:extLst>
                </a:gridCol>
              </a:tblGrid>
              <a:tr h="795945">
                <a:tc>
                  <a:txBody>
                    <a:bodyPr/>
                    <a:lstStyle/>
                    <a:p>
                      <a:pPr marL="228600" indent="-228600">
                        <a:buAutoNum type="alphaLcParenR"/>
                      </a:pPr>
                      <a:r>
                        <a:rPr lang="en-GB" sz="1200" dirty="0"/>
                        <a:t>9 + -3 = </a:t>
                      </a:r>
                    </a:p>
                    <a:p>
                      <a:pPr marL="228600" indent="-228600">
                        <a:buAutoNum type="alphaLcParenR"/>
                      </a:pPr>
                      <a:endParaRPr lang="en-GB" sz="1200" dirty="0"/>
                    </a:p>
                    <a:p>
                      <a:pPr marL="0" indent="0" algn="ctr">
                        <a:buNone/>
                      </a:pPr>
                      <a:endParaRPr lang="en-GB" sz="1800"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b) 10 + -4 = </a:t>
                      </a:r>
                    </a:p>
                    <a:p>
                      <a:endParaRPr lang="en-GB" sz="1200" dirty="0"/>
                    </a:p>
                    <a:p>
                      <a:pPr algn="ctr"/>
                      <a:endParaRPr lang="en-GB" sz="1800"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c) 15 + -10 = </a:t>
                      </a:r>
                    </a:p>
                    <a:p>
                      <a:endParaRPr lang="en-GB" sz="1200" dirty="0"/>
                    </a:p>
                    <a:p>
                      <a:pPr algn="ctr"/>
                      <a:endParaRPr lang="en-GB" sz="1800"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d) 23 + -17 = </a:t>
                      </a:r>
                    </a:p>
                    <a:p>
                      <a:endParaRPr lang="en-GB" sz="1200" dirty="0"/>
                    </a:p>
                    <a:p>
                      <a:pPr algn="ctr"/>
                      <a:endParaRPr lang="en-GB" sz="1800"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83602460"/>
                  </a:ext>
                </a:extLst>
              </a:tr>
              <a:tr h="795945">
                <a:tc>
                  <a:txBody>
                    <a:bodyPr/>
                    <a:lstStyle/>
                    <a:p>
                      <a:r>
                        <a:rPr lang="en-GB" sz="1200" dirty="0"/>
                        <a:t>e) 4 + -5 = </a:t>
                      </a:r>
                    </a:p>
                    <a:p>
                      <a:endParaRPr lang="en-GB" sz="1200" dirty="0"/>
                    </a:p>
                    <a:p>
                      <a:pPr algn="ctr"/>
                      <a:endParaRPr lang="en-GB" sz="1800"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f) -6 + 7 = </a:t>
                      </a:r>
                    </a:p>
                    <a:p>
                      <a:endParaRPr lang="en-GB" sz="1200" dirty="0"/>
                    </a:p>
                    <a:p>
                      <a:pPr algn="ctr"/>
                      <a:endParaRPr lang="en-GB" sz="1800"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g) -8 + 12 = </a:t>
                      </a:r>
                    </a:p>
                    <a:p>
                      <a:endParaRPr lang="en-GB" sz="1200" dirty="0"/>
                    </a:p>
                    <a:p>
                      <a:pPr algn="ctr"/>
                      <a:endParaRPr lang="en-GB" sz="1800"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h) -12 + 8 = </a:t>
                      </a:r>
                    </a:p>
                    <a:p>
                      <a:endParaRPr lang="en-GB" sz="1200" dirty="0"/>
                    </a:p>
                    <a:p>
                      <a:pPr algn="ctr"/>
                      <a:endParaRPr lang="en-GB" sz="1800"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4974912"/>
                  </a:ext>
                </a:extLst>
              </a:tr>
              <a:tr h="795945">
                <a:tc>
                  <a:txBody>
                    <a:bodyPr/>
                    <a:lstStyle/>
                    <a:p>
                      <a:r>
                        <a:rPr lang="en-GB" sz="1200" dirty="0"/>
                        <a:t>i) -9 + -3 = </a:t>
                      </a:r>
                    </a:p>
                    <a:p>
                      <a:endParaRPr lang="en-GB" sz="1200" dirty="0"/>
                    </a:p>
                    <a:p>
                      <a:pPr algn="ctr"/>
                      <a:endParaRPr lang="en-GB" sz="1800"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j) -10 + -4 = </a:t>
                      </a:r>
                    </a:p>
                    <a:p>
                      <a:endParaRPr lang="en-GB" sz="1200" dirty="0"/>
                    </a:p>
                    <a:p>
                      <a:pPr algn="ctr"/>
                      <a:endParaRPr lang="en-GB" sz="1800"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k) -5 + -10 = </a:t>
                      </a:r>
                    </a:p>
                    <a:p>
                      <a:endParaRPr lang="en-GB" sz="1200" dirty="0"/>
                    </a:p>
                    <a:p>
                      <a:pPr algn="ctr"/>
                      <a:endParaRPr lang="en-GB" sz="1800"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l) -23 + -17 = </a:t>
                      </a:r>
                    </a:p>
                    <a:p>
                      <a:endParaRPr lang="en-GB" sz="1200" dirty="0"/>
                    </a:p>
                    <a:p>
                      <a:pPr algn="ctr"/>
                      <a:endParaRPr lang="en-GB" sz="1800"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702012"/>
                  </a:ext>
                </a:extLst>
              </a:tr>
            </a:tbl>
          </a:graphicData>
        </a:graphic>
      </p:graphicFrame>
      <p:sp>
        <p:nvSpPr>
          <p:cNvPr id="5" name="Slide Number Placeholder 4">
            <a:extLst>
              <a:ext uri="{FF2B5EF4-FFF2-40B4-BE49-F238E27FC236}">
                <a16:creationId xmlns:a16="http://schemas.microsoft.com/office/drawing/2014/main" id="{FC94F606-183B-D05E-D9C1-8FC0FE6F0F7A}"/>
              </a:ext>
            </a:extLst>
          </p:cNvPr>
          <p:cNvSpPr>
            <a:spLocks noGrp="1"/>
          </p:cNvSpPr>
          <p:nvPr>
            <p:ph type="sldNum" sz="quarter" idx="12"/>
          </p:nvPr>
        </p:nvSpPr>
        <p:spPr/>
        <p:txBody>
          <a:bodyPr/>
          <a:lstStyle/>
          <a:p>
            <a:fld id="{DFE403A4-BF53-4A18-A219-2FCD9C5F3F46}" type="slidenum">
              <a:rPr lang="en-GB" smtClean="0"/>
              <a:t>50</a:t>
            </a:fld>
            <a:endParaRPr lang="en-GB"/>
          </a:p>
        </p:txBody>
      </p:sp>
    </p:spTree>
    <p:extLst>
      <p:ext uri="{BB962C8B-B14F-4D97-AF65-F5344CB8AC3E}">
        <p14:creationId xmlns:p14="http://schemas.microsoft.com/office/powerpoint/2010/main" val="162358032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TextBox 93">
            <a:extLst>
              <a:ext uri="{FF2B5EF4-FFF2-40B4-BE49-F238E27FC236}">
                <a16:creationId xmlns:a16="http://schemas.microsoft.com/office/drawing/2014/main" id="{88BE26D3-BD12-8F4B-9608-3EB6530361A1}"/>
              </a:ext>
            </a:extLst>
          </p:cNvPr>
          <p:cNvSpPr txBox="1"/>
          <p:nvPr/>
        </p:nvSpPr>
        <p:spPr>
          <a:xfrm>
            <a:off x="1756107" y="12845"/>
            <a:ext cx="1387046" cy="276999"/>
          </a:xfrm>
          <a:prstGeom prst="rect">
            <a:avLst/>
          </a:prstGeom>
          <a:noFill/>
          <a:ln>
            <a:noFill/>
          </a:ln>
        </p:spPr>
        <p:txBody>
          <a:bodyPr wrap="none" rtlCol="0">
            <a:spAutoFit/>
          </a:bodyPr>
          <a:lstStyle/>
          <a:p>
            <a:r>
              <a:rPr lang="en-GB" sz="1200" b="1" i="1">
                <a:solidFill>
                  <a:srgbClr val="FF0000"/>
                </a:solidFill>
              </a:rPr>
              <a:t>Example 19 - I do…</a:t>
            </a:r>
          </a:p>
        </p:txBody>
      </p:sp>
      <p:sp>
        <p:nvSpPr>
          <p:cNvPr id="95" name="TextBox 94">
            <a:extLst>
              <a:ext uri="{FF2B5EF4-FFF2-40B4-BE49-F238E27FC236}">
                <a16:creationId xmlns:a16="http://schemas.microsoft.com/office/drawing/2014/main" id="{12910BCB-308B-9841-AF03-2F9D2E6E678C}"/>
              </a:ext>
            </a:extLst>
          </p:cNvPr>
          <p:cNvSpPr txBox="1"/>
          <p:nvPr/>
        </p:nvSpPr>
        <p:spPr>
          <a:xfrm>
            <a:off x="3275692" y="31054"/>
            <a:ext cx="1584793" cy="276999"/>
          </a:xfrm>
          <a:prstGeom prst="rect">
            <a:avLst/>
          </a:prstGeom>
          <a:noFill/>
          <a:ln>
            <a:noFill/>
          </a:ln>
        </p:spPr>
        <p:txBody>
          <a:bodyPr wrap="none" rtlCol="0">
            <a:spAutoFit/>
          </a:bodyPr>
          <a:lstStyle/>
          <a:p>
            <a:r>
              <a:rPr lang="en-GB" sz="1200" b="1" i="1">
                <a:solidFill>
                  <a:schemeClr val="accent2"/>
                </a:solidFill>
              </a:rPr>
              <a:t>Example 20 – We do…</a:t>
            </a:r>
          </a:p>
        </p:txBody>
      </p:sp>
      <p:sp>
        <p:nvSpPr>
          <p:cNvPr id="96" name="TextBox 95">
            <a:extLst>
              <a:ext uri="{FF2B5EF4-FFF2-40B4-BE49-F238E27FC236}">
                <a16:creationId xmlns:a16="http://schemas.microsoft.com/office/drawing/2014/main" id="{12910BCB-308B-9841-AF03-2F9D2E6E678C}"/>
              </a:ext>
            </a:extLst>
          </p:cNvPr>
          <p:cNvSpPr txBox="1"/>
          <p:nvPr/>
        </p:nvSpPr>
        <p:spPr>
          <a:xfrm>
            <a:off x="4888441" y="7903"/>
            <a:ext cx="1607812" cy="276999"/>
          </a:xfrm>
          <a:prstGeom prst="rect">
            <a:avLst/>
          </a:prstGeom>
          <a:noFill/>
          <a:ln>
            <a:noFill/>
          </a:ln>
        </p:spPr>
        <p:txBody>
          <a:bodyPr wrap="none" rtlCol="0">
            <a:spAutoFit/>
          </a:bodyPr>
          <a:lstStyle/>
          <a:p>
            <a:r>
              <a:rPr lang="en-GB" sz="1200" b="1" i="1">
                <a:solidFill>
                  <a:srgbClr val="00B050"/>
                </a:solidFill>
              </a:rPr>
              <a:t>Example 21 – You do…</a:t>
            </a:r>
          </a:p>
        </p:txBody>
      </p:sp>
      <mc:AlternateContent xmlns:mc="http://schemas.openxmlformats.org/markup-compatibility/2006" xmlns:a14="http://schemas.microsoft.com/office/drawing/2010/main">
        <mc:Choice Requires="a14">
          <p:graphicFrame>
            <p:nvGraphicFramePr>
              <p:cNvPr id="97" name="Table 96"/>
              <p:cNvGraphicFramePr>
                <a:graphicFrameLocks noGrp="1"/>
              </p:cNvGraphicFramePr>
              <p:nvPr/>
            </p:nvGraphicFramePr>
            <p:xfrm>
              <a:off x="108465" y="298765"/>
              <a:ext cx="6655406" cy="2881315"/>
            </p:xfrm>
            <a:graphic>
              <a:graphicData uri="http://schemas.openxmlformats.org/drawingml/2006/table">
                <a:tbl>
                  <a:tblPr firstRow="1" bandRow="1">
                    <a:tableStyleId>{5C22544A-7EE6-4342-B048-85BDC9FD1C3A}</a:tableStyleId>
                  </a:tblPr>
                  <a:tblGrid>
                    <a:gridCol w="1372066">
                      <a:extLst>
                        <a:ext uri="{9D8B030D-6E8A-4147-A177-3AD203B41FA5}">
                          <a16:colId xmlns:a16="http://schemas.microsoft.com/office/drawing/2014/main" val="3124559182"/>
                        </a:ext>
                      </a:extLst>
                    </a:gridCol>
                    <a:gridCol w="1686009">
                      <a:extLst>
                        <a:ext uri="{9D8B030D-6E8A-4147-A177-3AD203B41FA5}">
                          <a16:colId xmlns:a16="http://schemas.microsoft.com/office/drawing/2014/main" val="1668930051"/>
                        </a:ext>
                      </a:extLst>
                    </a:gridCol>
                    <a:gridCol w="1840036">
                      <a:extLst>
                        <a:ext uri="{9D8B030D-6E8A-4147-A177-3AD203B41FA5}">
                          <a16:colId xmlns:a16="http://schemas.microsoft.com/office/drawing/2014/main" val="2873958374"/>
                        </a:ext>
                      </a:extLst>
                    </a:gridCol>
                    <a:gridCol w="1757295">
                      <a:extLst>
                        <a:ext uri="{9D8B030D-6E8A-4147-A177-3AD203B41FA5}">
                          <a16:colId xmlns:a16="http://schemas.microsoft.com/office/drawing/2014/main" val="2414775215"/>
                        </a:ext>
                      </a:extLst>
                    </a:gridCol>
                  </a:tblGrid>
                  <a:tr h="352486">
                    <a:tc>
                      <a:txBody>
                        <a:bodyPr/>
                        <a:lstStyle/>
                        <a:p>
                          <a:pPr algn="ctr"/>
                          <a:r>
                            <a:rPr lang="en-US" sz="1200">
                              <a:solidFill>
                                <a:schemeClr val="tx1"/>
                              </a:solidFill>
                            </a:rPr>
                            <a:t>Steps</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sz="1200">
                              <a:solidFill>
                                <a:schemeClr val="tx1"/>
                              </a:solidFill>
                            </a:rPr>
                            <a:t>Simplify</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47329628"/>
                      </a:ext>
                    </a:extLst>
                  </a:tr>
                  <a:tr h="2528829">
                    <a:tc>
                      <a:txBody>
                        <a:bodyPr/>
                        <a:lstStyle/>
                        <a:p>
                          <a:r>
                            <a:rPr lang="en-GB" sz="1200">
                              <a:solidFill>
                                <a:schemeClr val="tx1"/>
                              </a:solidFill>
                            </a:rPr>
                            <a:t>When multiplying powers with the same base, we ADD the indices.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sSup>
                                  <m:sSupPr>
                                    <m:ctrlPr>
                                      <a:rPr lang="en-US" sz="1200" b="0" i="1" baseline="0" smtClean="0">
                                        <a:solidFill>
                                          <a:schemeClr val="tx1"/>
                                        </a:solidFill>
                                        <a:latin typeface="Cambria Math" panose="02040503050406030204" pitchFamily="18" charset="0"/>
                                      </a:rPr>
                                    </m:ctrlPr>
                                  </m:sSupPr>
                                  <m:e>
                                    <m:r>
                                      <a:rPr lang="en-US" sz="1200" b="0" i="1" baseline="0" smtClean="0">
                                        <a:solidFill>
                                          <a:schemeClr val="tx1"/>
                                        </a:solidFill>
                                        <a:latin typeface="Cambria Math" panose="02040503050406030204" pitchFamily="18" charset="0"/>
                                      </a:rPr>
                                      <m:t>5</m:t>
                                    </m:r>
                                  </m:e>
                                  <m:sup>
                                    <m:r>
                                      <a:rPr lang="en-US" sz="1200" b="0" i="1" baseline="0" smtClean="0">
                                        <a:solidFill>
                                          <a:schemeClr val="tx1"/>
                                        </a:solidFill>
                                        <a:latin typeface="Cambria Math" panose="02040503050406030204" pitchFamily="18" charset="0"/>
                                      </a:rPr>
                                      <m:t>2</m:t>
                                    </m:r>
                                  </m:sup>
                                </m:sSup>
                                <m:r>
                                  <a:rPr lang="en-US" sz="1200" b="0" i="1" baseline="0" smtClean="0">
                                    <a:solidFill>
                                      <a:schemeClr val="tx1"/>
                                    </a:solidFill>
                                    <a:latin typeface="Cambria Math" panose="02040503050406030204" pitchFamily="18" charset="0"/>
                                  </a:rPr>
                                  <m:t>×</m:t>
                                </m:r>
                                <m:sSup>
                                  <m:sSupPr>
                                    <m:ctrlPr>
                                      <a:rPr lang="en-US" sz="1200" b="0" i="1" baseline="0" smtClean="0">
                                        <a:solidFill>
                                          <a:schemeClr val="tx1"/>
                                        </a:solidFill>
                                        <a:latin typeface="Cambria Math" panose="02040503050406030204" pitchFamily="18" charset="0"/>
                                      </a:rPr>
                                    </m:ctrlPr>
                                  </m:sSupPr>
                                  <m:e>
                                    <m:r>
                                      <a:rPr lang="en-US" sz="1200" b="0" i="1" baseline="0" smtClean="0">
                                        <a:solidFill>
                                          <a:schemeClr val="tx1"/>
                                        </a:solidFill>
                                        <a:latin typeface="Cambria Math" panose="02040503050406030204" pitchFamily="18" charset="0"/>
                                      </a:rPr>
                                      <m:t>5</m:t>
                                    </m:r>
                                  </m:e>
                                  <m:sup>
                                    <m:r>
                                      <a:rPr lang="en-US" sz="1200" b="0" i="1" baseline="0" smtClean="0">
                                        <a:solidFill>
                                          <a:schemeClr val="tx1"/>
                                        </a:solidFill>
                                        <a:latin typeface="Cambria Math" panose="02040503050406030204" pitchFamily="18" charset="0"/>
                                      </a:rPr>
                                      <m:t>−4</m:t>
                                    </m:r>
                                  </m:sup>
                                </m:sSup>
                              </m:oMath>
                            </m:oMathPara>
                          </a14:m>
                          <a:endParaRPr lang="en-GB" sz="1200" b="0">
                            <a:solidFill>
                              <a:schemeClr val="tx1"/>
                            </a:solidFill>
                          </a:endParaRPr>
                        </a:p>
                        <a:p>
                          <a:endParaRPr lang="en-GB" sz="1200" b="0">
                            <a:solidFill>
                              <a:schemeClr val="tx1"/>
                            </a:solidFill>
                          </a:endParaRPr>
                        </a:p>
                        <a:p>
                          <a:endParaRPr lang="en-GB" sz="1200" b="0">
                            <a:solidFill>
                              <a:schemeClr val="tx1"/>
                            </a:solidFill>
                          </a:endParaRPr>
                        </a:p>
                        <a:p>
                          <a:endParaRPr lang="en-GB" sz="1200" b="0">
                            <a:solidFill>
                              <a:schemeClr val="tx1"/>
                            </a:solidFill>
                          </a:endParaRPr>
                        </a:p>
                        <a:p>
                          <a:endParaRPr lang="en-GB" sz="1200" b="0">
                            <a:solidFill>
                              <a:schemeClr val="tx1"/>
                            </a:solidFill>
                          </a:endParaRPr>
                        </a:p>
                        <a:p>
                          <a:endParaRPr lang="en-GB" sz="1200" b="0">
                            <a:solidFill>
                              <a:schemeClr val="tx1"/>
                            </a:solidFill>
                          </a:endParaRPr>
                        </a:p>
                        <a:p>
                          <a:pPr/>
                          <a14:m>
                            <m:oMathPara xmlns:m="http://schemas.openxmlformats.org/officeDocument/2006/math">
                              <m:oMathParaPr>
                                <m:jc m:val="centerGroup"/>
                              </m:oMathParaPr>
                              <m:oMath xmlns:m="http://schemas.openxmlformats.org/officeDocument/2006/math">
                                <m:sSup>
                                  <m:sSupPr>
                                    <m:ctrlPr>
                                      <a:rPr lang="en-US" sz="1200" b="0" i="1" baseline="0" smtClean="0">
                                        <a:solidFill>
                                          <a:schemeClr val="tx1"/>
                                        </a:solidFill>
                                        <a:latin typeface="Cambria Math" panose="02040503050406030204" pitchFamily="18" charset="0"/>
                                      </a:rPr>
                                    </m:ctrlPr>
                                  </m:sSupPr>
                                  <m:e>
                                    <m:r>
                                      <a:rPr lang="en-US" sz="1200" b="0" i="1" baseline="0" smtClean="0">
                                        <a:solidFill>
                                          <a:schemeClr val="tx1"/>
                                        </a:solidFill>
                                        <a:latin typeface="Cambria Math" panose="02040503050406030204" pitchFamily="18" charset="0"/>
                                      </a:rPr>
                                      <m:t>5</m:t>
                                    </m:r>
                                  </m:e>
                                  <m:sup>
                                    <m:r>
                                      <a:rPr lang="en-GB" sz="1200" b="0" i="1" baseline="0" smtClean="0">
                                        <a:solidFill>
                                          <a:schemeClr val="tx1"/>
                                        </a:solidFill>
                                        <a:latin typeface="Cambria Math" panose="02040503050406030204" pitchFamily="18" charset="0"/>
                                      </a:rPr>
                                      <m:t>−</m:t>
                                    </m:r>
                                    <m:r>
                                      <a:rPr lang="en-US" sz="1200" b="0" i="1" baseline="0" smtClean="0">
                                        <a:solidFill>
                                          <a:schemeClr val="tx1"/>
                                        </a:solidFill>
                                        <a:latin typeface="Cambria Math" panose="02040503050406030204" pitchFamily="18" charset="0"/>
                                      </a:rPr>
                                      <m:t>2</m:t>
                                    </m:r>
                                  </m:sup>
                                </m:sSup>
                                <m:r>
                                  <a:rPr lang="en-US" sz="1200" b="0" i="1" baseline="0" smtClean="0">
                                    <a:solidFill>
                                      <a:schemeClr val="tx1"/>
                                    </a:solidFill>
                                    <a:latin typeface="Cambria Math" panose="02040503050406030204" pitchFamily="18" charset="0"/>
                                  </a:rPr>
                                  <m:t>×</m:t>
                                </m:r>
                                <m:sSup>
                                  <m:sSupPr>
                                    <m:ctrlPr>
                                      <a:rPr lang="en-US" sz="1200" b="0" i="1" baseline="0" smtClean="0">
                                        <a:solidFill>
                                          <a:schemeClr val="tx1"/>
                                        </a:solidFill>
                                        <a:latin typeface="Cambria Math" panose="02040503050406030204" pitchFamily="18" charset="0"/>
                                      </a:rPr>
                                    </m:ctrlPr>
                                  </m:sSupPr>
                                  <m:e>
                                    <m:r>
                                      <a:rPr lang="en-US" sz="1200" b="0" i="1" baseline="0" smtClean="0">
                                        <a:solidFill>
                                          <a:schemeClr val="tx1"/>
                                        </a:solidFill>
                                        <a:latin typeface="Cambria Math" panose="02040503050406030204" pitchFamily="18" charset="0"/>
                                      </a:rPr>
                                      <m:t>5</m:t>
                                    </m:r>
                                  </m:e>
                                  <m:sup>
                                    <m:r>
                                      <a:rPr lang="en-US" sz="1200" b="0" i="1" baseline="0" smtClean="0">
                                        <a:solidFill>
                                          <a:schemeClr val="tx1"/>
                                        </a:solidFill>
                                        <a:latin typeface="Cambria Math" panose="02040503050406030204" pitchFamily="18" charset="0"/>
                                      </a:rPr>
                                      <m:t>−4</m:t>
                                    </m:r>
                                  </m:sup>
                                </m:sSup>
                              </m:oMath>
                            </m:oMathPara>
                          </a14:m>
                          <a:endParaRPr lang="en-GB"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sSup>
                                  <m:sSupPr>
                                    <m:ctrlPr>
                                      <a:rPr lang="en-US" sz="1200" b="0" i="1" baseline="0" smtClean="0">
                                        <a:solidFill>
                                          <a:schemeClr val="tx1"/>
                                        </a:solidFill>
                                        <a:latin typeface="Cambria Math" panose="02040503050406030204" pitchFamily="18" charset="0"/>
                                      </a:rPr>
                                    </m:ctrlPr>
                                  </m:sSupPr>
                                  <m:e>
                                    <m:r>
                                      <a:rPr lang="en-US" sz="1200" b="0" i="1" baseline="0" smtClean="0">
                                        <a:solidFill>
                                          <a:schemeClr val="tx1"/>
                                        </a:solidFill>
                                        <a:latin typeface="Cambria Math" panose="02040503050406030204" pitchFamily="18" charset="0"/>
                                      </a:rPr>
                                      <m:t>4</m:t>
                                    </m:r>
                                  </m:e>
                                  <m:sup>
                                    <m:r>
                                      <a:rPr lang="en-US" sz="1200" b="0" i="1" baseline="0" smtClean="0">
                                        <a:solidFill>
                                          <a:schemeClr val="tx1"/>
                                        </a:solidFill>
                                        <a:latin typeface="Cambria Math" panose="02040503050406030204" pitchFamily="18" charset="0"/>
                                      </a:rPr>
                                      <m:t>−2</m:t>
                                    </m:r>
                                  </m:sup>
                                </m:sSup>
                                <m:r>
                                  <a:rPr lang="en-US" sz="1200" b="0" i="1" baseline="0" smtClean="0">
                                    <a:solidFill>
                                      <a:schemeClr val="tx1"/>
                                    </a:solidFill>
                                    <a:latin typeface="Cambria Math" panose="02040503050406030204" pitchFamily="18" charset="0"/>
                                  </a:rPr>
                                  <m:t>×</m:t>
                                </m:r>
                                <m:sSup>
                                  <m:sSupPr>
                                    <m:ctrlPr>
                                      <a:rPr lang="en-US" sz="1200" b="0" i="1" baseline="0" smtClean="0">
                                        <a:solidFill>
                                          <a:schemeClr val="tx1"/>
                                        </a:solidFill>
                                        <a:latin typeface="Cambria Math" panose="02040503050406030204" pitchFamily="18" charset="0"/>
                                      </a:rPr>
                                    </m:ctrlPr>
                                  </m:sSupPr>
                                  <m:e>
                                    <m:r>
                                      <a:rPr lang="en-US" sz="1200" b="0" i="1" baseline="0" smtClean="0">
                                        <a:solidFill>
                                          <a:schemeClr val="tx1"/>
                                        </a:solidFill>
                                        <a:latin typeface="Cambria Math" panose="02040503050406030204" pitchFamily="18" charset="0"/>
                                      </a:rPr>
                                      <m:t>4</m:t>
                                    </m:r>
                                  </m:e>
                                  <m:sup>
                                    <m:r>
                                      <a:rPr lang="en-US" sz="1200" b="0" i="1" baseline="0" smtClean="0">
                                        <a:solidFill>
                                          <a:schemeClr val="tx1"/>
                                        </a:solidFill>
                                        <a:latin typeface="Cambria Math" panose="02040503050406030204" pitchFamily="18" charset="0"/>
                                      </a:rPr>
                                      <m:t>9</m:t>
                                    </m:r>
                                  </m:sup>
                                </m:sSup>
                              </m:oMath>
                            </m:oMathPara>
                          </a14:m>
                          <a:endParaRPr lang="en-GB" sz="1200" b="0">
                            <a:solidFill>
                              <a:schemeClr val="tx1"/>
                            </a:solidFill>
                          </a:endParaRPr>
                        </a:p>
                        <a:p>
                          <a:endParaRPr lang="en-GB" sz="1200" b="0">
                            <a:solidFill>
                              <a:schemeClr val="tx1"/>
                            </a:solidFill>
                          </a:endParaRPr>
                        </a:p>
                        <a:p>
                          <a:endParaRPr lang="en-GB" sz="1200" b="0">
                            <a:solidFill>
                              <a:schemeClr val="tx1"/>
                            </a:solidFill>
                          </a:endParaRPr>
                        </a:p>
                        <a:p>
                          <a:endParaRPr lang="en-GB" sz="1200" b="0">
                            <a:solidFill>
                              <a:schemeClr val="tx1"/>
                            </a:solidFill>
                          </a:endParaRPr>
                        </a:p>
                        <a:p>
                          <a:endParaRPr lang="en-GB" sz="1200" b="0">
                            <a:solidFill>
                              <a:schemeClr val="tx1"/>
                            </a:solidFill>
                          </a:endParaRPr>
                        </a:p>
                        <a:p>
                          <a:endParaRPr lang="en-GB" sz="1200" b="0">
                            <a:solidFill>
                              <a:schemeClr val="tx1"/>
                            </a:solidFill>
                          </a:endParaRPr>
                        </a:p>
                        <a:p>
                          <a:pPr/>
                          <a14:m>
                            <m:oMathPara xmlns:m="http://schemas.openxmlformats.org/officeDocument/2006/math">
                              <m:oMathParaPr>
                                <m:jc m:val="centerGroup"/>
                              </m:oMathParaPr>
                              <m:oMath xmlns:m="http://schemas.openxmlformats.org/officeDocument/2006/math">
                                <m:sSup>
                                  <m:sSupPr>
                                    <m:ctrlPr>
                                      <a:rPr lang="en-US" sz="1200" b="0" i="1" baseline="0" smtClean="0">
                                        <a:solidFill>
                                          <a:schemeClr val="tx1"/>
                                        </a:solidFill>
                                        <a:latin typeface="Cambria Math" panose="02040503050406030204" pitchFamily="18" charset="0"/>
                                      </a:rPr>
                                    </m:ctrlPr>
                                  </m:sSupPr>
                                  <m:e>
                                    <m:r>
                                      <a:rPr lang="en-US" sz="1200" b="0" i="1" baseline="0" smtClean="0">
                                        <a:solidFill>
                                          <a:schemeClr val="tx1"/>
                                        </a:solidFill>
                                        <a:latin typeface="Cambria Math" panose="02040503050406030204" pitchFamily="18" charset="0"/>
                                      </a:rPr>
                                      <m:t>4</m:t>
                                    </m:r>
                                  </m:e>
                                  <m:sup>
                                    <m:r>
                                      <a:rPr lang="en-US" sz="1200" b="0" i="1" baseline="0" smtClean="0">
                                        <a:solidFill>
                                          <a:schemeClr val="tx1"/>
                                        </a:solidFill>
                                        <a:latin typeface="Cambria Math" panose="02040503050406030204" pitchFamily="18" charset="0"/>
                                      </a:rPr>
                                      <m:t>−2</m:t>
                                    </m:r>
                                  </m:sup>
                                </m:sSup>
                                <m:r>
                                  <a:rPr lang="en-US" sz="1200" b="0" i="1" baseline="0" smtClean="0">
                                    <a:solidFill>
                                      <a:schemeClr val="tx1"/>
                                    </a:solidFill>
                                    <a:latin typeface="Cambria Math" panose="02040503050406030204" pitchFamily="18" charset="0"/>
                                  </a:rPr>
                                  <m:t>×</m:t>
                                </m:r>
                                <m:sSup>
                                  <m:sSupPr>
                                    <m:ctrlPr>
                                      <a:rPr lang="en-US" sz="1200" b="0" i="1" baseline="0" smtClean="0">
                                        <a:solidFill>
                                          <a:schemeClr val="tx1"/>
                                        </a:solidFill>
                                        <a:latin typeface="Cambria Math" panose="02040503050406030204" pitchFamily="18" charset="0"/>
                                      </a:rPr>
                                    </m:ctrlPr>
                                  </m:sSupPr>
                                  <m:e>
                                    <m:r>
                                      <a:rPr lang="en-US" sz="1200" b="0" i="1" baseline="0" smtClean="0">
                                        <a:solidFill>
                                          <a:schemeClr val="tx1"/>
                                        </a:solidFill>
                                        <a:latin typeface="Cambria Math" panose="02040503050406030204" pitchFamily="18" charset="0"/>
                                      </a:rPr>
                                      <m:t>4</m:t>
                                    </m:r>
                                  </m:e>
                                  <m:sup>
                                    <m:r>
                                      <a:rPr lang="en-GB" sz="1200" b="0" i="1" baseline="0" smtClean="0">
                                        <a:solidFill>
                                          <a:schemeClr val="tx1"/>
                                        </a:solidFill>
                                        <a:latin typeface="Cambria Math" panose="02040503050406030204" pitchFamily="18" charset="0"/>
                                      </a:rPr>
                                      <m:t>−</m:t>
                                    </m:r>
                                    <m:r>
                                      <a:rPr lang="en-US" sz="1200" b="0" i="1" baseline="0" smtClean="0">
                                        <a:solidFill>
                                          <a:schemeClr val="tx1"/>
                                        </a:solidFill>
                                        <a:latin typeface="Cambria Math" panose="02040503050406030204" pitchFamily="18" charset="0"/>
                                      </a:rPr>
                                      <m:t>9</m:t>
                                    </m:r>
                                  </m:sup>
                                </m:sSup>
                              </m:oMath>
                            </m:oMathPara>
                          </a14:m>
                          <a:endParaRPr lang="en-GB"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sSup>
                                  <m:sSupPr>
                                    <m:ctrlPr>
                                      <a:rPr lang="en-US" sz="1200" b="0" i="1" baseline="0" smtClean="0">
                                        <a:solidFill>
                                          <a:schemeClr val="tx1"/>
                                        </a:solidFill>
                                        <a:latin typeface="Cambria Math" panose="02040503050406030204" pitchFamily="18" charset="0"/>
                                      </a:rPr>
                                    </m:ctrlPr>
                                  </m:sSupPr>
                                  <m:e>
                                    <m:r>
                                      <a:rPr lang="en-US" sz="1200" b="0" i="1" baseline="0" smtClean="0">
                                        <a:solidFill>
                                          <a:schemeClr val="tx1"/>
                                        </a:solidFill>
                                        <a:latin typeface="Cambria Math" panose="02040503050406030204" pitchFamily="18" charset="0"/>
                                      </a:rPr>
                                      <m:t>2</m:t>
                                    </m:r>
                                  </m:e>
                                  <m:sup>
                                    <m:r>
                                      <a:rPr lang="en-US" sz="1200" b="0" i="1" baseline="0" smtClean="0">
                                        <a:solidFill>
                                          <a:schemeClr val="tx1"/>
                                        </a:solidFill>
                                        <a:latin typeface="Cambria Math" panose="02040503050406030204" pitchFamily="18" charset="0"/>
                                      </a:rPr>
                                      <m:t>4</m:t>
                                    </m:r>
                                  </m:sup>
                                </m:sSup>
                                <m:r>
                                  <a:rPr lang="en-US" sz="1200" b="0" i="1" baseline="0" smtClean="0">
                                    <a:solidFill>
                                      <a:schemeClr val="tx1"/>
                                    </a:solidFill>
                                    <a:latin typeface="Cambria Math" panose="02040503050406030204" pitchFamily="18" charset="0"/>
                                  </a:rPr>
                                  <m:t>×</m:t>
                                </m:r>
                                <m:sSup>
                                  <m:sSupPr>
                                    <m:ctrlPr>
                                      <a:rPr lang="en-US" sz="1200" b="0" i="1" baseline="0" smtClean="0">
                                        <a:solidFill>
                                          <a:schemeClr val="tx1"/>
                                        </a:solidFill>
                                        <a:latin typeface="Cambria Math" panose="02040503050406030204" pitchFamily="18" charset="0"/>
                                      </a:rPr>
                                    </m:ctrlPr>
                                  </m:sSupPr>
                                  <m:e>
                                    <m:r>
                                      <a:rPr lang="en-US" sz="1200" b="0" i="1" baseline="0" smtClean="0">
                                        <a:solidFill>
                                          <a:schemeClr val="tx1"/>
                                        </a:solidFill>
                                        <a:latin typeface="Cambria Math" panose="02040503050406030204" pitchFamily="18" charset="0"/>
                                      </a:rPr>
                                      <m:t>2</m:t>
                                    </m:r>
                                  </m:e>
                                  <m:sup>
                                    <m:r>
                                      <a:rPr lang="en-US" sz="1200" b="0" i="1" baseline="0" smtClean="0">
                                        <a:solidFill>
                                          <a:schemeClr val="tx1"/>
                                        </a:solidFill>
                                        <a:latin typeface="Cambria Math" panose="02040503050406030204" pitchFamily="18" charset="0"/>
                                      </a:rPr>
                                      <m:t>−3</m:t>
                                    </m:r>
                                  </m:sup>
                                </m:sSup>
                              </m:oMath>
                            </m:oMathPara>
                          </a14:m>
                          <a:endParaRPr lang="en-GB" sz="1200" b="0">
                            <a:solidFill>
                              <a:schemeClr val="tx1"/>
                            </a:solidFill>
                          </a:endParaRPr>
                        </a:p>
                        <a:p>
                          <a:endParaRPr lang="en-GB" sz="1200" b="0">
                            <a:solidFill>
                              <a:schemeClr val="tx1"/>
                            </a:solidFill>
                          </a:endParaRPr>
                        </a:p>
                        <a:p>
                          <a:endParaRPr lang="en-GB" sz="1200" b="0">
                            <a:solidFill>
                              <a:schemeClr val="tx1"/>
                            </a:solidFill>
                          </a:endParaRPr>
                        </a:p>
                        <a:p>
                          <a:endParaRPr lang="en-GB" sz="1200" b="0">
                            <a:solidFill>
                              <a:schemeClr val="tx1"/>
                            </a:solidFill>
                          </a:endParaRPr>
                        </a:p>
                        <a:p>
                          <a:endParaRPr lang="en-GB" sz="1200" b="0">
                            <a:solidFill>
                              <a:schemeClr val="tx1"/>
                            </a:solidFill>
                          </a:endParaRPr>
                        </a:p>
                        <a:p>
                          <a:endParaRPr lang="en-GB" sz="1200" b="0">
                            <a:solidFill>
                              <a:schemeClr val="tx1"/>
                            </a:solidFill>
                          </a:endParaRPr>
                        </a:p>
                        <a:p>
                          <a:pPr/>
                          <a14:m>
                            <m:oMathPara xmlns:m="http://schemas.openxmlformats.org/officeDocument/2006/math">
                              <m:oMathParaPr>
                                <m:jc m:val="centerGroup"/>
                              </m:oMathParaPr>
                              <m:oMath xmlns:m="http://schemas.openxmlformats.org/officeDocument/2006/math">
                                <m:sSup>
                                  <m:sSupPr>
                                    <m:ctrlPr>
                                      <a:rPr lang="en-US" sz="1200" b="0" i="1" baseline="0" smtClean="0">
                                        <a:solidFill>
                                          <a:schemeClr val="tx1"/>
                                        </a:solidFill>
                                        <a:latin typeface="Cambria Math" panose="02040503050406030204" pitchFamily="18" charset="0"/>
                                      </a:rPr>
                                    </m:ctrlPr>
                                  </m:sSupPr>
                                  <m:e>
                                    <m:r>
                                      <a:rPr lang="en-US" sz="1200" b="0" i="1" baseline="0" smtClean="0">
                                        <a:solidFill>
                                          <a:schemeClr val="tx1"/>
                                        </a:solidFill>
                                        <a:latin typeface="Cambria Math" panose="02040503050406030204" pitchFamily="18" charset="0"/>
                                      </a:rPr>
                                      <m:t>2</m:t>
                                    </m:r>
                                  </m:e>
                                  <m:sup>
                                    <m:r>
                                      <a:rPr lang="en-GB" sz="1200" b="0" i="1" baseline="0" smtClean="0">
                                        <a:solidFill>
                                          <a:schemeClr val="tx1"/>
                                        </a:solidFill>
                                        <a:latin typeface="Cambria Math" panose="02040503050406030204" pitchFamily="18" charset="0"/>
                                      </a:rPr>
                                      <m:t>−</m:t>
                                    </m:r>
                                    <m:r>
                                      <a:rPr lang="en-US" sz="1200" b="0" i="1" baseline="0" smtClean="0">
                                        <a:solidFill>
                                          <a:schemeClr val="tx1"/>
                                        </a:solidFill>
                                        <a:latin typeface="Cambria Math" panose="02040503050406030204" pitchFamily="18" charset="0"/>
                                      </a:rPr>
                                      <m:t>4</m:t>
                                    </m:r>
                                  </m:sup>
                                </m:sSup>
                                <m:r>
                                  <a:rPr lang="en-US" sz="1200" b="0" i="1" baseline="0" smtClean="0">
                                    <a:solidFill>
                                      <a:schemeClr val="tx1"/>
                                    </a:solidFill>
                                    <a:latin typeface="Cambria Math" panose="02040503050406030204" pitchFamily="18" charset="0"/>
                                  </a:rPr>
                                  <m:t>×</m:t>
                                </m:r>
                                <m:sSup>
                                  <m:sSupPr>
                                    <m:ctrlPr>
                                      <a:rPr lang="en-US" sz="1200" b="0" i="1" baseline="0" smtClean="0">
                                        <a:solidFill>
                                          <a:schemeClr val="tx1"/>
                                        </a:solidFill>
                                        <a:latin typeface="Cambria Math" panose="02040503050406030204" pitchFamily="18" charset="0"/>
                                      </a:rPr>
                                    </m:ctrlPr>
                                  </m:sSupPr>
                                  <m:e>
                                    <m:r>
                                      <a:rPr lang="en-US" sz="1200" b="0" i="1" baseline="0" smtClean="0">
                                        <a:solidFill>
                                          <a:schemeClr val="tx1"/>
                                        </a:solidFill>
                                        <a:latin typeface="Cambria Math" panose="02040503050406030204" pitchFamily="18" charset="0"/>
                                      </a:rPr>
                                      <m:t>2</m:t>
                                    </m:r>
                                  </m:e>
                                  <m:sup>
                                    <m:r>
                                      <a:rPr lang="en-US" sz="1200" b="0" i="1" baseline="0" smtClean="0">
                                        <a:solidFill>
                                          <a:schemeClr val="tx1"/>
                                        </a:solidFill>
                                        <a:latin typeface="Cambria Math" panose="02040503050406030204" pitchFamily="18" charset="0"/>
                                      </a:rPr>
                                      <m:t>−3</m:t>
                                    </m:r>
                                  </m:sup>
                                </m:sSup>
                              </m:oMath>
                            </m:oMathPara>
                          </a14:m>
                          <a:endParaRPr lang="en-GB"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41023978"/>
                      </a:ext>
                    </a:extLst>
                  </a:tr>
                </a:tbl>
              </a:graphicData>
            </a:graphic>
          </p:graphicFrame>
        </mc:Choice>
        <mc:Fallback xmlns="">
          <p:graphicFrame>
            <p:nvGraphicFramePr>
              <p:cNvPr id="97" name="Table 96"/>
              <p:cNvGraphicFramePr>
                <a:graphicFrameLocks noGrp="1"/>
              </p:cNvGraphicFramePr>
              <p:nvPr>
                <p:extLst>
                  <p:ext uri="{D42A27DB-BD31-4B8C-83A1-F6EECF244321}">
                    <p14:modId xmlns:p14="http://schemas.microsoft.com/office/powerpoint/2010/main" val="87937259"/>
                  </p:ext>
                </p:extLst>
              </p:nvPr>
            </p:nvGraphicFramePr>
            <p:xfrm>
              <a:off x="108465" y="298765"/>
              <a:ext cx="6655406" cy="2881315"/>
            </p:xfrm>
            <a:graphic>
              <a:graphicData uri="http://schemas.openxmlformats.org/drawingml/2006/table">
                <a:tbl>
                  <a:tblPr firstRow="1" bandRow="1">
                    <a:tableStyleId>{5C22544A-7EE6-4342-B048-85BDC9FD1C3A}</a:tableStyleId>
                  </a:tblPr>
                  <a:tblGrid>
                    <a:gridCol w="1372066">
                      <a:extLst>
                        <a:ext uri="{9D8B030D-6E8A-4147-A177-3AD203B41FA5}">
                          <a16:colId xmlns:a16="http://schemas.microsoft.com/office/drawing/2014/main" val="3124559182"/>
                        </a:ext>
                      </a:extLst>
                    </a:gridCol>
                    <a:gridCol w="1686009">
                      <a:extLst>
                        <a:ext uri="{9D8B030D-6E8A-4147-A177-3AD203B41FA5}">
                          <a16:colId xmlns:a16="http://schemas.microsoft.com/office/drawing/2014/main" val="1668930051"/>
                        </a:ext>
                      </a:extLst>
                    </a:gridCol>
                    <a:gridCol w="1840036">
                      <a:extLst>
                        <a:ext uri="{9D8B030D-6E8A-4147-A177-3AD203B41FA5}">
                          <a16:colId xmlns:a16="http://schemas.microsoft.com/office/drawing/2014/main" val="2873958374"/>
                        </a:ext>
                      </a:extLst>
                    </a:gridCol>
                    <a:gridCol w="1757295">
                      <a:extLst>
                        <a:ext uri="{9D8B030D-6E8A-4147-A177-3AD203B41FA5}">
                          <a16:colId xmlns:a16="http://schemas.microsoft.com/office/drawing/2014/main" val="2414775215"/>
                        </a:ext>
                      </a:extLst>
                    </a:gridCol>
                  </a:tblGrid>
                  <a:tr h="352486">
                    <a:tc>
                      <a:txBody>
                        <a:bodyPr/>
                        <a:lstStyle/>
                        <a:p>
                          <a:pPr algn="ctr"/>
                          <a:r>
                            <a:rPr lang="en-US" sz="1200">
                              <a:solidFill>
                                <a:schemeClr val="tx1"/>
                              </a:solidFill>
                            </a:rPr>
                            <a:t>Steps</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sz="1200">
                              <a:solidFill>
                                <a:schemeClr val="tx1"/>
                              </a:solidFill>
                            </a:rPr>
                            <a:t>Simplify</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47329628"/>
                      </a:ext>
                    </a:extLst>
                  </a:tr>
                  <a:tr h="2528829">
                    <a:tc>
                      <a:txBody>
                        <a:bodyPr/>
                        <a:lstStyle/>
                        <a:p>
                          <a:r>
                            <a:rPr lang="en-GB" sz="1200">
                              <a:solidFill>
                                <a:schemeClr val="tx1"/>
                              </a:solidFill>
                            </a:rPr>
                            <a:t>When multiplying powers with the same base, we ADD the indices.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81588" t="-14458" r="-214079" b="-482"/>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66556" t="-14458" r="-96358" b="-482"/>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78547" t="-14458" r="-692" b="-482"/>
                          </a:stretch>
                        </a:blipFill>
                      </a:tcPr>
                    </a:tc>
                    <a:extLst>
                      <a:ext uri="{0D108BD9-81ED-4DB2-BD59-A6C34878D82A}">
                        <a16:rowId xmlns:a16="http://schemas.microsoft.com/office/drawing/2014/main" val="1541023978"/>
                      </a:ext>
                    </a:extLst>
                  </a:tr>
                </a:tbl>
              </a:graphicData>
            </a:graphic>
          </p:graphicFrame>
        </mc:Fallback>
      </mc:AlternateContent>
      <p:sp>
        <p:nvSpPr>
          <p:cNvPr id="138" name="TextBox 137"/>
          <p:cNvSpPr txBox="1"/>
          <p:nvPr/>
        </p:nvSpPr>
        <p:spPr>
          <a:xfrm>
            <a:off x="1176567" y="3279128"/>
            <a:ext cx="833049" cy="276999"/>
          </a:xfrm>
          <a:prstGeom prst="rect">
            <a:avLst/>
          </a:prstGeom>
          <a:noFill/>
        </p:spPr>
        <p:txBody>
          <a:bodyPr wrap="none" rtlCol="0">
            <a:spAutoFit/>
          </a:bodyPr>
          <a:lstStyle/>
          <a:p>
            <a:r>
              <a:rPr lang="en-US" sz="1200"/>
              <a:t>8. Simplify</a:t>
            </a:r>
            <a:endParaRPr lang="en-GB" sz="1200"/>
          </a:p>
        </p:txBody>
      </p:sp>
      <p:sp>
        <p:nvSpPr>
          <p:cNvPr id="75" name="TextBox 74">
            <a:extLst>
              <a:ext uri="{FF2B5EF4-FFF2-40B4-BE49-F238E27FC236}">
                <a16:creationId xmlns:a16="http://schemas.microsoft.com/office/drawing/2014/main" id="{88BE26D3-BD12-8F4B-9608-3EB6530361A1}"/>
              </a:ext>
            </a:extLst>
          </p:cNvPr>
          <p:cNvSpPr txBox="1"/>
          <p:nvPr/>
        </p:nvSpPr>
        <p:spPr>
          <a:xfrm>
            <a:off x="1640557" y="7461389"/>
            <a:ext cx="1387046" cy="276999"/>
          </a:xfrm>
          <a:prstGeom prst="rect">
            <a:avLst/>
          </a:prstGeom>
          <a:noFill/>
          <a:ln>
            <a:noFill/>
          </a:ln>
        </p:spPr>
        <p:txBody>
          <a:bodyPr wrap="none" rtlCol="0">
            <a:spAutoFit/>
          </a:bodyPr>
          <a:lstStyle/>
          <a:p>
            <a:r>
              <a:rPr lang="en-GB" sz="1200" b="1" i="1">
                <a:solidFill>
                  <a:srgbClr val="FF0000"/>
                </a:solidFill>
              </a:rPr>
              <a:t>Example 22 - I do…</a:t>
            </a:r>
          </a:p>
        </p:txBody>
      </p:sp>
      <p:sp>
        <p:nvSpPr>
          <p:cNvPr id="76" name="TextBox 75">
            <a:extLst>
              <a:ext uri="{FF2B5EF4-FFF2-40B4-BE49-F238E27FC236}">
                <a16:creationId xmlns:a16="http://schemas.microsoft.com/office/drawing/2014/main" id="{12910BCB-308B-9841-AF03-2F9D2E6E678C}"/>
              </a:ext>
            </a:extLst>
          </p:cNvPr>
          <p:cNvSpPr txBox="1"/>
          <p:nvPr/>
        </p:nvSpPr>
        <p:spPr>
          <a:xfrm>
            <a:off x="3160142" y="7456448"/>
            <a:ext cx="1584793" cy="276999"/>
          </a:xfrm>
          <a:prstGeom prst="rect">
            <a:avLst/>
          </a:prstGeom>
          <a:noFill/>
          <a:ln>
            <a:noFill/>
          </a:ln>
        </p:spPr>
        <p:txBody>
          <a:bodyPr wrap="none" rtlCol="0">
            <a:spAutoFit/>
          </a:bodyPr>
          <a:lstStyle/>
          <a:p>
            <a:r>
              <a:rPr lang="en-GB" sz="1200" b="1" i="1">
                <a:solidFill>
                  <a:schemeClr val="accent2"/>
                </a:solidFill>
              </a:rPr>
              <a:t>Example 23 – We do…</a:t>
            </a:r>
          </a:p>
        </p:txBody>
      </p:sp>
      <p:sp>
        <p:nvSpPr>
          <p:cNvPr id="77" name="TextBox 76">
            <a:extLst>
              <a:ext uri="{FF2B5EF4-FFF2-40B4-BE49-F238E27FC236}">
                <a16:creationId xmlns:a16="http://schemas.microsoft.com/office/drawing/2014/main" id="{12910BCB-308B-9841-AF03-2F9D2E6E678C}"/>
              </a:ext>
            </a:extLst>
          </p:cNvPr>
          <p:cNvSpPr txBox="1"/>
          <p:nvPr/>
        </p:nvSpPr>
        <p:spPr>
          <a:xfrm>
            <a:off x="4772891" y="7456447"/>
            <a:ext cx="1607812" cy="276999"/>
          </a:xfrm>
          <a:prstGeom prst="rect">
            <a:avLst/>
          </a:prstGeom>
          <a:noFill/>
          <a:ln>
            <a:noFill/>
          </a:ln>
        </p:spPr>
        <p:txBody>
          <a:bodyPr wrap="none" rtlCol="0">
            <a:spAutoFit/>
          </a:bodyPr>
          <a:lstStyle/>
          <a:p>
            <a:r>
              <a:rPr lang="en-GB" sz="1200" b="1" i="1">
                <a:solidFill>
                  <a:srgbClr val="00B050"/>
                </a:solidFill>
              </a:rPr>
              <a:t>Example 24 – You do…</a:t>
            </a:r>
          </a:p>
        </p:txBody>
      </p:sp>
      <mc:AlternateContent xmlns:mc="http://schemas.openxmlformats.org/markup-compatibility/2006" xmlns:a14="http://schemas.microsoft.com/office/drawing/2010/main">
        <mc:Choice Requires="a14">
          <p:graphicFrame>
            <p:nvGraphicFramePr>
              <p:cNvPr id="82" name="Table 81"/>
              <p:cNvGraphicFramePr>
                <a:graphicFrameLocks noGrp="1"/>
              </p:cNvGraphicFramePr>
              <p:nvPr/>
            </p:nvGraphicFramePr>
            <p:xfrm>
              <a:off x="108464" y="7747309"/>
              <a:ext cx="6655404" cy="1815473"/>
            </p:xfrm>
            <a:graphic>
              <a:graphicData uri="http://schemas.openxmlformats.org/drawingml/2006/table">
                <a:tbl>
                  <a:tblPr firstRow="1" bandRow="1">
                    <a:tableStyleId>{5C22544A-7EE6-4342-B048-85BDC9FD1C3A}</a:tableStyleId>
                  </a:tblPr>
                  <a:tblGrid>
                    <a:gridCol w="1374896">
                      <a:extLst>
                        <a:ext uri="{9D8B030D-6E8A-4147-A177-3AD203B41FA5}">
                          <a16:colId xmlns:a16="http://schemas.microsoft.com/office/drawing/2014/main" val="3124559182"/>
                        </a:ext>
                      </a:extLst>
                    </a:gridCol>
                    <a:gridCol w="1683179">
                      <a:extLst>
                        <a:ext uri="{9D8B030D-6E8A-4147-A177-3AD203B41FA5}">
                          <a16:colId xmlns:a16="http://schemas.microsoft.com/office/drawing/2014/main" val="1668930051"/>
                        </a:ext>
                      </a:extLst>
                    </a:gridCol>
                    <a:gridCol w="1840035">
                      <a:extLst>
                        <a:ext uri="{9D8B030D-6E8A-4147-A177-3AD203B41FA5}">
                          <a16:colId xmlns:a16="http://schemas.microsoft.com/office/drawing/2014/main" val="2873958374"/>
                        </a:ext>
                      </a:extLst>
                    </a:gridCol>
                    <a:gridCol w="1757294">
                      <a:extLst>
                        <a:ext uri="{9D8B030D-6E8A-4147-A177-3AD203B41FA5}">
                          <a16:colId xmlns:a16="http://schemas.microsoft.com/office/drawing/2014/main" val="2414775215"/>
                        </a:ext>
                      </a:extLst>
                    </a:gridCol>
                  </a:tblGrid>
                  <a:tr h="360371">
                    <a:tc>
                      <a:txBody>
                        <a:bodyPr/>
                        <a:lstStyle/>
                        <a:p>
                          <a:pPr algn="ctr"/>
                          <a:r>
                            <a:rPr lang="en-US" sz="1200">
                              <a:solidFill>
                                <a:schemeClr val="tx1"/>
                              </a:solidFill>
                            </a:rPr>
                            <a:t>Steps</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GB" sz="1200">
                              <a:solidFill>
                                <a:schemeClr val="tx1"/>
                              </a:solidFill>
                            </a:rPr>
                            <a:t>Simplify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47329628"/>
                      </a:ext>
                    </a:extLst>
                  </a:tr>
                  <a:tr h="1455102">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a:solidFill>
                                <a:schemeClr val="tx1"/>
                              </a:solidFill>
                            </a:rPr>
                            <a:t>When multiplying powers with the same base, we ADD the indices. </a:t>
                          </a:r>
                        </a:p>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n-US" sz="1200" b="0" i="1" baseline="0" smtClean="0">
                                        <a:solidFill>
                                          <a:schemeClr val="tx1"/>
                                        </a:solidFill>
                                        <a:latin typeface="Cambria Math" panose="02040503050406030204" pitchFamily="18" charset="0"/>
                                      </a:rPr>
                                    </m:ctrlPr>
                                  </m:sSupPr>
                                  <m:e>
                                    <m:r>
                                      <a:rPr lang="en-US" sz="1200" b="0" i="1" baseline="0" smtClean="0">
                                        <a:solidFill>
                                          <a:schemeClr val="tx1"/>
                                        </a:solidFill>
                                        <a:latin typeface="Cambria Math" panose="02040503050406030204" pitchFamily="18" charset="0"/>
                                      </a:rPr>
                                      <m:t>𝑏</m:t>
                                    </m:r>
                                  </m:e>
                                  <m:sup>
                                    <m:r>
                                      <a:rPr lang="en-US" sz="1200" b="0" i="1" baseline="0" smtClean="0">
                                        <a:solidFill>
                                          <a:schemeClr val="tx1"/>
                                        </a:solidFill>
                                        <a:latin typeface="Cambria Math" panose="02040503050406030204" pitchFamily="18" charset="0"/>
                                      </a:rPr>
                                      <m:t>−7</m:t>
                                    </m:r>
                                  </m:sup>
                                </m:sSup>
                                <m:r>
                                  <a:rPr lang="en-US" sz="1200" b="0" i="1" baseline="0" smtClean="0">
                                    <a:solidFill>
                                      <a:schemeClr val="tx1"/>
                                    </a:solidFill>
                                    <a:latin typeface="Cambria Math" panose="02040503050406030204" pitchFamily="18" charset="0"/>
                                  </a:rPr>
                                  <m:t>×</m:t>
                                </m:r>
                                <m:sSup>
                                  <m:sSupPr>
                                    <m:ctrlPr>
                                      <a:rPr lang="en-US" sz="1200" b="0" i="1" baseline="0" smtClean="0">
                                        <a:solidFill>
                                          <a:schemeClr val="tx1"/>
                                        </a:solidFill>
                                        <a:latin typeface="Cambria Math" panose="02040503050406030204" pitchFamily="18" charset="0"/>
                                      </a:rPr>
                                    </m:ctrlPr>
                                  </m:sSupPr>
                                  <m:e>
                                    <m:r>
                                      <a:rPr lang="en-US" sz="1200" b="0" i="1" baseline="0" smtClean="0">
                                        <a:solidFill>
                                          <a:schemeClr val="tx1"/>
                                        </a:solidFill>
                                        <a:latin typeface="Cambria Math" panose="02040503050406030204" pitchFamily="18" charset="0"/>
                                      </a:rPr>
                                      <m:t>𝑏</m:t>
                                    </m:r>
                                  </m:e>
                                  <m:sup>
                                    <m:r>
                                      <a:rPr lang="en-US" sz="1200" b="0" i="1" baseline="0" smtClean="0">
                                        <a:solidFill>
                                          <a:schemeClr val="tx1"/>
                                        </a:solidFill>
                                        <a:latin typeface="Cambria Math" panose="02040503050406030204" pitchFamily="18" charset="0"/>
                                      </a:rPr>
                                      <m:t>9</m:t>
                                    </m:r>
                                  </m:sup>
                                </m:sSup>
                              </m:oMath>
                            </m:oMathPara>
                          </a14:m>
                          <a:endParaRPr lang="en-GB"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n-US" sz="1200" b="0" i="1" baseline="0" smtClean="0">
                                        <a:solidFill>
                                          <a:schemeClr val="tx1"/>
                                        </a:solidFill>
                                        <a:latin typeface="Cambria Math" panose="02040503050406030204" pitchFamily="18" charset="0"/>
                                      </a:rPr>
                                    </m:ctrlPr>
                                  </m:sSupPr>
                                  <m:e>
                                    <m:r>
                                      <a:rPr lang="en-US" sz="1200" b="0" i="1" baseline="0" smtClean="0">
                                        <a:solidFill>
                                          <a:schemeClr val="tx1"/>
                                        </a:solidFill>
                                        <a:latin typeface="Cambria Math" panose="02040503050406030204" pitchFamily="18" charset="0"/>
                                      </a:rPr>
                                      <m:t>𝑚</m:t>
                                    </m:r>
                                  </m:e>
                                  <m:sup>
                                    <m:r>
                                      <a:rPr lang="en-US" sz="1200" b="0" i="1" baseline="0" smtClean="0">
                                        <a:solidFill>
                                          <a:schemeClr val="tx1"/>
                                        </a:solidFill>
                                        <a:latin typeface="Cambria Math" panose="02040503050406030204" pitchFamily="18" charset="0"/>
                                      </a:rPr>
                                      <m:t>−3</m:t>
                                    </m:r>
                                  </m:sup>
                                </m:sSup>
                                <m:r>
                                  <a:rPr lang="en-US" sz="1200" b="0" i="1" baseline="0" smtClean="0">
                                    <a:solidFill>
                                      <a:schemeClr val="tx1"/>
                                    </a:solidFill>
                                    <a:latin typeface="Cambria Math" panose="02040503050406030204" pitchFamily="18" charset="0"/>
                                  </a:rPr>
                                  <m:t>×</m:t>
                                </m:r>
                                <m:sSup>
                                  <m:sSupPr>
                                    <m:ctrlPr>
                                      <a:rPr lang="en-US" sz="1200" b="0" i="1" baseline="0" smtClean="0">
                                        <a:solidFill>
                                          <a:schemeClr val="tx1"/>
                                        </a:solidFill>
                                        <a:latin typeface="Cambria Math" panose="02040503050406030204" pitchFamily="18" charset="0"/>
                                      </a:rPr>
                                    </m:ctrlPr>
                                  </m:sSupPr>
                                  <m:e>
                                    <m:r>
                                      <a:rPr lang="en-US" sz="1200" b="0" i="1" baseline="0" smtClean="0">
                                        <a:solidFill>
                                          <a:schemeClr val="tx1"/>
                                        </a:solidFill>
                                        <a:latin typeface="Cambria Math" panose="02040503050406030204" pitchFamily="18" charset="0"/>
                                      </a:rPr>
                                      <m:t>𝑚</m:t>
                                    </m:r>
                                  </m:e>
                                  <m:sup>
                                    <m:r>
                                      <a:rPr lang="en-US" sz="1200" b="0" i="1" baseline="0" smtClean="0">
                                        <a:solidFill>
                                          <a:schemeClr val="tx1"/>
                                        </a:solidFill>
                                        <a:latin typeface="Cambria Math" panose="02040503050406030204" pitchFamily="18" charset="0"/>
                                      </a:rPr>
                                      <m:t>−5</m:t>
                                    </m:r>
                                  </m:sup>
                                </m:sSup>
                              </m:oMath>
                            </m:oMathPara>
                          </a14:m>
                          <a:endParaRPr lang="en-GB"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n-US" sz="1200" b="0" i="1" baseline="0" smtClean="0">
                                        <a:solidFill>
                                          <a:schemeClr val="tx1"/>
                                        </a:solidFill>
                                        <a:latin typeface="Cambria Math" panose="02040503050406030204" pitchFamily="18" charset="0"/>
                                      </a:rPr>
                                    </m:ctrlPr>
                                  </m:sSupPr>
                                  <m:e>
                                    <m:r>
                                      <a:rPr lang="en-US" sz="1200" b="0" i="1" baseline="0" smtClean="0">
                                        <a:solidFill>
                                          <a:schemeClr val="tx1"/>
                                        </a:solidFill>
                                        <a:latin typeface="Cambria Math" panose="02040503050406030204" pitchFamily="18" charset="0"/>
                                      </a:rPr>
                                      <m:t>𝑡</m:t>
                                    </m:r>
                                  </m:e>
                                  <m:sup>
                                    <m:r>
                                      <a:rPr lang="en-US" sz="1200" b="0" i="1" baseline="0" smtClean="0">
                                        <a:solidFill>
                                          <a:schemeClr val="tx1"/>
                                        </a:solidFill>
                                        <a:latin typeface="Cambria Math" panose="02040503050406030204" pitchFamily="18" charset="0"/>
                                      </a:rPr>
                                      <m:t>5</m:t>
                                    </m:r>
                                  </m:sup>
                                </m:sSup>
                                <m:r>
                                  <a:rPr lang="en-US" sz="1200" b="0" i="1" baseline="0" smtClean="0">
                                    <a:solidFill>
                                      <a:schemeClr val="tx1"/>
                                    </a:solidFill>
                                    <a:latin typeface="Cambria Math" panose="02040503050406030204" pitchFamily="18" charset="0"/>
                                  </a:rPr>
                                  <m:t>×</m:t>
                                </m:r>
                                <m:sSup>
                                  <m:sSupPr>
                                    <m:ctrlPr>
                                      <a:rPr lang="en-US" sz="1200" b="0" i="1" baseline="0" smtClean="0">
                                        <a:solidFill>
                                          <a:schemeClr val="tx1"/>
                                        </a:solidFill>
                                        <a:latin typeface="Cambria Math" panose="02040503050406030204" pitchFamily="18" charset="0"/>
                                      </a:rPr>
                                    </m:ctrlPr>
                                  </m:sSupPr>
                                  <m:e>
                                    <m:r>
                                      <a:rPr lang="en-US" sz="1200" b="0" i="1" baseline="0" smtClean="0">
                                        <a:solidFill>
                                          <a:schemeClr val="tx1"/>
                                        </a:solidFill>
                                        <a:latin typeface="Cambria Math" panose="02040503050406030204" pitchFamily="18" charset="0"/>
                                      </a:rPr>
                                      <m:t>𝑡</m:t>
                                    </m:r>
                                  </m:e>
                                  <m:sup>
                                    <m:r>
                                      <a:rPr lang="en-US" sz="1200" b="0" i="1" baseline="0" smtClean="0">
                                        <a:solidFill>
                                          <a:schemeClr val="tx1"/>
                                        </a:solidFill>
                                        <a:latin typeface="Cambria Math" panose="02040503050406030204" pitchFamily="18" charset="0"/>
                                      </a:rPr>
                                      <m:t>−3</m:t>
                                    </m:r>
                                  </m:sup>
                                </m:sSup>
                              </m:oMath>
                            </m:oMathPara>
                          </a14:m>
                          <a:endParaRPr lang="en-GB"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41023978"/>
                      </a:ext>
                    </a:extLst>
                  </a:tr>
                </a:tbl>
              </a:graphicData>
            </a:graphic>
          </p:graphicFrame>
        </mc:Choice>
        <mc:Fallback xmlns="">
          <p:graphicFrame>
            <p:nvGraphicFramePr>
              <p:cNvPr id="82" name="Table 81"/>
              <p:cNvGraphicFramePr>
                <a:graphicFrameLocks noGrp="1"/>
              </p:cNvGraphicFramePr>
              <p:nvPr>
                <p:extLst>
                  <p:ext uri="{D42A27DB-BD31-4B8C-83A1-F6EECF244321}">
                    <p14:modId xmlns:p14="http://schemas.microsoft.com/office/powerpoint/2010/main" val="2234028498"/>
                  </p:ext>
                </p:extLst>
              </p:nvPr>
            </p:nvGraphicFramePr>
            <p:xfrm>
              <a:off x="108464" y="7747309"/>
              <a:ext cx="6655404" cy="1815473"/>
            </p:xfrm>
            <a:graphic>
              <a:graphicData uri="http://schemas.openxmlformats.org/drawingml/2006/table">
                <a:tbl>
                  <a:tblPr firstRow="1" bandRow="1">
                    <a:tableStyleId>{5C22544A-7EE6-4342-B048-85BDC9FD1C3A}</a:tableStyleId>
                  </a:tblPr>
                  <a:tblGrid>
                    <a:gridCol w="1374896">
                      <a:extLst>
                        <a:ext uri="{9D8B030D-6E8A-4147-A177-3AD203B41FA5}">
                          <a16:colId xmlns:a16="http://schemas.microsoft.com/office/drawing/2014/main" val="3124559182"/>
                        </a:ext>
                      </a:extLst>
                    </a:gridCol>
                    <a:gridCol w="1683179">
                      <a:extLst>
                        <a:ext uri="{9D8B030D-6E8A-4147-A177-3AD203B41FA5}">
                          <a16:colId xmlns:a16="http://schemas.microsoft.com/office/drawing/2014/main" val="1668930051"/>
                        </a:ext>
                      </a:extLst>
                    </a:gridCol>
                    <a:gridCol w="1840035">
                      <a:extLst>
                        <a:ext uri="{9D8B030D-6E8A-4147-A177-3AD203B41FA5}">
                          <a16:colId xmlns:a16="http://schemas.microsoft.com/office/drawing/2014/main" val="2873958374"/>
                        </a:ext>
                      </a:extLst>
                    </a:gridCol>
                    <a:gridCol w="1757294">
                      <a:extLst>
                        <a:ext uri="{9D8B030D-6E8A-4147-A177-3AD203B41FA5}">
                          <a16:colId xmlns:a16="http://schemas.microsoft.com/office/drawing/2014/main" val="2414775215"/>
                        </a:ext>
                      </a:extLst>
                    </a:gridCol>
                  </a:tblGrid>
                  <a:tr h="360371">
                    <a:tc>
                      <a:txBody>
                        <a:bodyPr/>
                        <a:lstStyle/>
                        <a:p>
                          <a:pPr algn="ctr"/>
                          <a:r>
                            <a:rPr lang="en-US" sz="1200">
                              <a:solidFill>
                                <a:schemeClr val="tx1"/>
                              </a:solidFill>
                            </a:rPr>
                            <a:t>Steps</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GB" sz="1200">
                              <a:solidFill>
                                <a:schemeClr val="tx1"/>
                              </a:solidFill>
                            </a:rPr>
                            <a:t>Simplify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47329628"/>
                      </a:ext>
                    </a:extLst>
                  </a:tr>
                  <a:tr h="1455102">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a:solidFill>
                                <a:schemeClr val="tx1"/>
                              </a:solidFill>
                            </a:rPr>
                            <a:t>When multiplying powers with the same base, we ADD the indices. </a:t>
                          </a:r>
                        </a:p>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82246" t="-25000" r="-214855" b="-83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66556" t="-25000" r="-96358" b="-83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78547" t="-25000" r="-692" b="-833"/>
                          </a:stretch>
                        </a:blipFill>
                      </a:tcPr>
                    </a:tc>
                    <a:extLst>
                      <a:ext uri="{0D108BD9-81ED-4DB2-BD59-A6C34878D82A}">
                        <a16:rowId xmlns:a16="http://schemas.microsoft.com/office/drawing/2014/main" val="1541023978"/>
                      </a:ext>
                    </a:extLst>
                  </a:tr>
                </a:tbl>
              </a:graphicData>
            </a:graphic>
          </p:graphicFrame>
        </mc:Fallback>
      </mc:AlternateContent>
      <p:sp>
        <p:nvSpPr>
          <p:cNvPr id="5" name="Rectangle 4">
            <a:extLst>
              <a:ext uri="{FF2B5EF4-FFF2-40B4-BE49-F238E27FC236}">
                <a16:creationId xmlns:a16="http://schemas.microsoft.com/office/drawing/2014/main" id="{D583CADA-9AA0-A967-3D16-EC4DF2313F60}"/>
              </a:ext>
            </a:extLst>
          </p:cNvPr>
          <p:cNvSpPr/>
          <p:nvPr/>
        </p:nvSpPr>
        <p:spPr>
          <a:xfrm>
            <a:off x="101296" y="3264603"/>
            <a:ext cx="1064816" cy="353890"/>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100"/>
              <a:t>INDEPENDENT PRACTICE</a:t>
            </a:r>
          </a:p>
        </p:txBody>
      </p:sp>
      <mc:AlternateContent xmlns:mc="http://schemas.openxmlformats.org/markup-compatibility/2006" xmlns:a14="http://schemas.microsoft.com/office/drawing/2010/main">
        <mc:Choice Requires="a14">
          <p:graphicFrame>
            <p:nvGraphicFramePr>
              <p:cNvPr id="2" name="Table 9">
                <a:extLst>
                  <a:ext uri="{FF2B5EF4-FFF2-40B4-BE49-F238E27FC236}">
                    <a16:creationId xmlns:a16="http://schemas.microsoft.com/office/drawing/2014/main" id="{C71A43CA-4C91-9B96-14D6-2BFBF14EC20D}"/>
                  </a:ext>
                </a:extLst>
              </p:cNvPr>
              <p:cNvGraphicFramePr>
                <a:graphicFrameLocks noGrp="1"/>
              </p:cNvGraphicFramePr>
              <p:nvPr>
                <p:extLst>
                  <p:ext uri="{D42A27DB-BD31-4B8C-83A1-F6EECF244321}">
                    <p14:modId xmlns:p14="http://schemas.microsoft.com/office/powerpoint/2010/main" val="2520703330"/>
                  </p:ext>
                </p:extLst>
              </p:nvPr>
            </p:nvGraphicFramePr>
            <p:xfrm>
              <a:off x="101296" y="3698655"/>
              <a:ext cx="6655408" cy="3677631"/>
            </p:xfrm>
            <a:graphic>
              <a:graphicData uri="http://schemas.openxmlformats.org/drawingml/2006/table">
                <a:tbl>
                  <a:tblPr>
                    <a:tableStyleId>{5C22544A-7EE6-4342-B048-85BDC9FD1C3A}</a:tableStyleId>
                  </a:tblPr>
                  <a:tblGrid>
                    <a:gridCol w="1663852">
                      <a:extLst>
                        <a:ext uri="{9D8B030D-6E8A-4147-A177-3AD203B41FA5}">
                          <a16:colId xmlns:a16="http://schemas.microsoft.com/office/drawing/2014/main" val="3642547164"/>
                        </a:ext>
                      </a:extLst>
                    </a:gridCol>
                    <a:gridCol w="1663852">
                      <a:extLst>
                        <a:ext uri="{9D8B030D-6E8A-4147-A177-3AD203B41FA5}">
                          <a16:colId xmlns:a16="http://schemas.microsoft.com/office/drawing/2014/main" val="1628339999"/>
                        </a:ext>
                      </a:extLst>
                    </a:gridCol>
                    <a:gridCol w="1663852">
                      <a:extLst>
                        <a:ext uri="{9D8B030D-6E8A-4147-A177-3AD203B41FA5}">
                          <a16:colId xmlns:a16="http://schemas.microsoft.com/office/drawing/2014/main" val="2843216093"/>
                        </a:ext>
                      </a:extLst>
                    </a:gridCol>
                    <a:gridCol w="1663852">
                      <a:extLst>
                        <a:ext uri="{9D8B030D-6E8A-4147-A177-3AD203B41FA5}">
                          <a16:colId xmlns:a16="http://schemas.microsoft.com/office/drawing/2014/main" val="2368608426"/>
                        </a:ext>
                      </a:extLst>
                    </a:gridCol>
                  </a:tblGrid>
                  <a:tr h="1225877">
                    <a:tc>
                      <a:txBody>
                        <a:bodyPr/>
                        <a:lstStyle/>
                        <a:p>
                          <a:r>
                            <a:rPr lang="en-GB" sz="1200" dirty="0"/>
                            <a:t>a) </a:t>
                          </a:r>
                          <a14:m>
                            <m:oMath xmlns:m="http://schemas.openxmlformats.org/officeDocument/2006/math">
                              <m:sSup>
                                <m:sSupPr>
                                  <m:ctrlPr>
                                    <a:rPr lang="en-US" sz="1200" b="0" i="1" dirty="0" smtClean="0">
                                      <a:solidFill>
                                        <a:prstClr val="black"/>
                                      </a:solidFill>
                                      <a:latin typeface="Cambria Math" panose="02040503050406030204" pitchFamily="18" charset="0"/>
                                    </a:rPr>
                                  </m:ctrlPr>
                                </m:sSupPr>
                                <m:e>
                                  <m:r>
                                    <a:rPr lang="en-GB" sz="1200" i="1" dirty="0" smtClean="0">
                                      <a:solidFill>
                                        <a:prstClr val="black"/>
                                      </a:solidFill>
                                      <a:latin typeface="Cambria Math" panose="02040503050406030204" pitchFamily="18" charset="0"/>
                                    </a:rPr>
                                    <m:t>2</m:t>
                                  </m:r>
                                </m:e>
                                <m:sup>
                                  <m:r>
                                    <a:rPr lang="en-US" sz="1200" b="0" i="1" dirty="0" smtClean="0">
                                      <a:solidFill>
                                        <a:prstClr val="black"/>
                                      </a:solidFill>
                                      <a:latin typeface="Cambria Math" panose="02040503050406030204" pitchFamily="18" charset="0"/>
                                    </a:rPr>
                                    <m:t>2</m:t>
                                  </m:r>
                                </m:sup>
                              </m:sSup>
                              <m:r>
                                <a:rPr lang="en-US" sz="1200" b="0" i="1" dirty="0" smtClean="0">
                                  <a:solidFill>
                                    <a:prstClr val="black"/>
                                  </a:solidFill>
                                  <a:latin typeface="Cambria Math" panose="02040503050406030204" pitchFamily="18" charset="0"/>
                                </a:rPr>
                                <m:t>×</m:t>
                              </m:r>
                              <m:sSup>
                                <m:sSupPr>
                                  <m:ctrlP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ctrlPr>
                                </m:sSupPr>
                                <m:e>
                                  <m:r>
                                    <a:rPr kumimoji="0" lang="en-GB" sz="1200" b="0" i="1" u="none" strike="noStrike" kern="1200" cap="none" spc="0" normalizeH="0" baseline="0" noProof="0" dirty="0" smtClean="0">
                                      <a:ln>
                                        <a:noFill/>
                                      </a:ln>
                                      <a:solidFill>
                                        <a:prstClr val="black"/>
                                      </a:solidFill>
                                      <a:effectLst/>
                                      <a:uLnTx/>
                                      <a:uFillTx/>
                                      <a:latin typeface="Cambria Math" panose="02040503050406030204" pitchFamily="18" charset="0"/>
                                    </a:rPr>
                                    <m:t>2</m:t>
                                  </m:r>
                                </m:e>
                                <m:sup>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t>−1</m:t>
                                  </m:r>
                                </m:sup>
                              </m:sSup>
                            </m:oMath>
                          </a14:m>
                          <a:endParaRPr lang="en-GB" sz="1200" dirty="0"/>
                        </a:p>
                        <a:p>
                          <a:endParaRPr lang="en-GB" sz="1200" dirty="0"/>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800" b="1" dirty="0">
                            <a:solidFill>
                              <a:srgbClr val="FF0000"/>
                            </a:solidFill>
                          </a:endParaRPr>
                        </a:p>
                        <a:p>
                          <a:pPr algn="ctr"/>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b) </a:t>
                          </a:r>
                          <a14:m>
                            <m:oMath xmlns:m="http://schemas.openxmlformats.org/officeDocument/2006/math">
                              <m:sSup>
                                <m:sSupPr>
                                  <m:ctrlPr>
                                    <a:rPr lang="en-US" sz="1200" b="0" i="1" dirty="0" smtClean="0">
                                      <a:solidFill>
                                        <a:prstClr val="black"/>
                                      </a:solidFill>
                                      <a:latin typeface="Cambria Math" panose="02040503050406030204" pitchFamily="18" charset="0"/>
                                    </a:rPr>
                                  </m:ctrlPr>
                                </m:sSupPr>
                                <m:e>
                                  <m:r>
                                    <a:rPr lang="en-GB" sz="1200" i="1" dirty="0" smtClean="0">
                                      <a:solidFill>
                                        <a:prstClr val="black"/>
                                      </a:solidFill>
                                      <a:latin typeface="Cambria Math" panose="02040503050406030204" pitchFamily="18" charset="0"/>
                                    </a:rPr>
                                    <m:t>3</m:t>
                                  </m:r>
                                </m:e>
                                <m:sup>
                                  <m:r>
                                    <a:rPr lang="en-US" sz="1200" b="0" i="1" dirty="0" smtClean="0">
                                      <a:solidFill>
                                        <a:prstClr val="black"/>
                                      </a:solidFill>
                                      <a:latin typeface="Cambria Math" panose="02040503050406030204" pitchFamily="18" charset="0"/>
                                    </a:rPr>
                                    <m:t>2</m:t>
                                  </m:r>
                                </m:sup>
                              </m:sSup>
                              <m:r>
                                <a:rPr lang="en-US" sz="1200" b="0" i="1" dirty="0" smtClean="0">
                                  <a:solidFill>
                                    <a:prstClr val="black"/>
                                  </a:solidFill>
                                  <a:latin typeface="Cambria Math" panose="02040503050406030204" pitchFamily="18" charset="0"/>
                                </a:rPr>
                                <m:t>×</m:t>
                              </m:r>
                              <m:sSup>
                                <m:sSupPr>
                                  <m:ctrlPr>
                                    <a:rPr lang="en-US" sz="1200" b="0" i="1" dirty="0" smtClean="0">
                                      <a:solidFill>
                                        <a:prstClr val="black"/>
                                      </a:solidFill>
                                      <a:latin typeface="Cambria Math" panose="02040503050406030204" pitchFamily="18" charset="0"/>
                                    </a:rPr>
                                  </m:ctrlPr>
                                </m:sSupPr>
                                <m:e>
                                  <m:r>
                                    <a:rPr lang="en-US" sz="1200" b="0" i="1" dirty="0" smtClean="0">
                                      <a:solidFill>
                                        <a:prstClr val="black"/>
                                      </a:solidFill>
                                      <a:latin typeface="Cambria Math" panose="02040503050406030204" pitchFamily="18" charset="0"/>
                                    </a:rPr>
                                    <m:t>3</m:t>
                                  </m:r>
                                </m:e>
                                <m:sup>
                                  <m:r>
                                    <a:rPr lang="en-US" sz="1200" b="0" i="1" dirty="0" smtClean="0">
                                      <a:solidFill>
                                        <a:prstClr val="black"/>
                                      </a:solidFill>
                                      <a:latin typeface="Cambria Math" panose="02040503050406030204" pitchFamily="18" charset="0"/>
                                    </a:rPr>
                                    <m:t>−3</m:t>
                                  </m:r>
                                </m:sup>
                              </m:sSup>
                            </m:oMath>
                          </a14:m>
                          <a:endParaRPr lang="en-GB" sz="1200" dirty="0"/>
                        </a:p>
                        <a:p>
                          <a:endParaRPr lang="en-GB" sz="1200" dirty="0"/>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800" b="1" dirty="0">
                            <a:solidFill>
                              <a:srgbClr val="FF0000"/>
                            </a:solidFill>
                          </a:endParaRPr>
                        </a:p>
                        <a:p>
                          <a:pPr algn="ctr"/>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c) </a:t>
                          </a:r>
                          <a14:m>
                            <m:oMath xmlns:m="http://schemas.openxmlformats.org/officeDocument/2006/math">
                              <m:sSup>
                                <m:sSupPr>
                                  <m:ctrlPr>
                                    <a:rPr lang="en-US" sz="1200" b="0" i="1" dirty="0" smtClean="0">
                                      <a:solidFill>
                                        <a:prstClr val="black"/>
                                      </a:solidFill>
                                      <a:latin typeface="Cambria Math" panose="02040503050406030204" pitchFamily="18" charset="0"/>
                                    </a:rPr>
                                  </m:ctrlPr>
                                </m:sSupPr>
                                <m:e>
                                  <m:r>
                                    <a:rPr lang="en-GB" sz="1200" i="1" dirty="0" smtClean="0">
                                      <a:solidFill>
                                        <a:prstClr val="black"/>
                                      </a:solidFill>
                                      <a:latin typeface="Cambria Math" panose="02040503050406030204" pitchFamily="18" charset="0"/>
                                    </a:rPr>
                                    <m:t>5</m:t>
                                  </m:r>
                                </m:e>
                                <m:sup>
                                  <m:r>
                                    <a:rPr lang="en-US" sz="1200" b="0" i="1" dirty="0" smtClean="0">
                                      <a:solidFill>
                                        <a:prstClr val="black"/>
                                      </a:solidFill>
                                      <a:latin typeface="Cambria Math" panose="02040503050406030204" pitchFamily="18" charset="0"/>
                                    </a:rPr>
                                    <m:t>4</m:t>
                                  </m:r>
                                </m:sup>
                              </m:sSup>
                              <m:r>
                                <a:rPr lang="en-US" sz="1200" b="0" i="1" dirty="0" smtClean="0">
                                  <a:solidFill>
                                    <a:prstClr val="black"/>
                                  </a:solidFill>
                                  <a:latin typeface="Cambria Math" panose="02040503050406030204" pitchFamily="18" charset="0"/>
                                </a:rPr>
                                <m:t>×</m:t>
                              </m:r>
                              <m:sSup>
                                <m:sSupPr>
                                  <m:ctrlPr>
                                    <a:rPr lang="en-US" sz="1200" b="0" i="1" dirty="0" smtClean="0">
                                      <a:solidFill>
                                        <a:prstClr val="black"/>
                                      </a:solidFill>
                                      <a:latin typeface="Cambria Math" panose="02040503050406030204" pitchFamily="18" charset="0"/>
                                    </a:rPr>
                                  </m:ctrlPr>
                                </m:sSupPr>
                                <m:e>
                                  <m:r>
                                    <a:rPr lang="en-US" sz="1200" b="0" i="1" dirty="0" smtClean="0">
                                      <a:solidFill>
                                        <a:prstClr val="black"/>
                                      </a:solidFill>
                                      <a:latin typeface="Cambria Math" panose="02040503050406030204" pitchFamily="18" charset="0"/>
                                    </a:rPr>
                                    <m:t>5</m:t>
                                  </m:r>
                                </m:e>
                                <m:sup>
                                  <m:r>
                                    <a:rPr lang="en-US" sz="1200" b="0" i="1" dirty="0" smtClean="0">
                                      <a:solidFill>
                                        <a:prstClr val="black"/>
                                      </a:solidFill>
                                      <a:latin typeface="Cambria Math" panose="02040503050406030204" pitchFamily="18" charset="0"/>
                                    </a:rPr>
                                    <m:t>−2</m:t>
                                  </m:r>
                                </m:sup>
                              </m:sSup>
                            </m:oMath>
                          </a14:m>
                          <a:endParaRPr lang="en-GB" sz="1200" dirty="0"/>
                        </a:p>
                        <a:p>
                          <a:endParaRPr lang="en-GB" sz="1200" dirty="0"/>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800" b="1" dirty="0">
                            <a:solidFill>
                              <a:srgbClr val="FF0000"/>
                            </a:solidFill>
                          </a:endParaRPr>
                        </a:p>
                        <a:p>
                          <a:pPr algn="ctr"/>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d) </a:t>
                          </a:r>
                          <a14:m>
                            <m:oMath xmlns:m="http://schemas.openxmlformats.org/officeDocument/2006/math">
                              <m:sSup>
                                <m:sSupPr>
                                  <m:ctrlPr>
                                    <a:rPr kumimoji="0" lang="en-US" sz="1200" b="0" i="1" u="none" strike="noStrike" kern="1200" cap="none" spc="0" normalizeH="0" baseline="0" noProof="0" smtClean="0">
                                      <a:ln>
                                        <a:noFill/>
                                      </a:ln>
                                      <a:solidFill>
                                        <a:prstClr val="black"/>
                                      </a:solidFill>
                                      <a:effectLst/>
                                      <a:uLnTx/>
                                      <a:uFillTx/>
                                      <a:latin typeface="Cambria Math" panose="02040503050406030204" pitchFamily="18" charset="0"/>
                                    </a:rPr>
                                  </m:ctrlPr>
                                </m:sSupPr>
                                <m:e>
                                  <m:r>
                                    <a:rPr kumimoji="0" lang="en-US" sz="1200" b="0" i="1" u="none" strike="noStrike" kern="1200" cap="none" spc="0" normalizeH="0" baseline="0" noProof="0" smtClean="0">
                                      <a:ln>
                                        <a:noFill/>
                                      </a:ln>
                                      <a:solidFill>
                                        <a:prstClr val="black"/>
                                      </a:solidFill>
                                      <a:effectLst/>
                                      <a:uLnTx/>
                                      <a:uFillTx/>
                                      <a:latin typeface="Cambria Math" panose="02040503050406030204" pitchFamily="18" charset="0"/>
                                    </a:rPr>
                                    <m:t>6</m:t>
                                  </m:r>
                                </m:e>
                                <m:sup>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rPr>
                                    <m:t>−</m:t>
                                  </m:r>
                                  <m:r>
                                    <a:rPr kumimoji="0" lang="en-US" sz="1200" b="0" i="1" u="none" strike="noStrike" kern="1200" cap="none" spc="0" normalizeH="0" baseline="0" noProof="0" smtClean="0">
                                      <a:ln>
                                        <a:noFill/>
                                      </a:ln>
                                      <a:solidFill>
                                        <a:prstClr val="black"/>
                                      </a:solidFill>
                                      <a:effectLst/>
                                      <a:uLnTx/>
                                      <a:uFillTx/>
                                      <a:latin typeface="Cambria Math" panose="02040503050406030204" pitchFamily="18" charset="0"/>
                                    </a:rPr>
                                    <m:t>5</m:t>
                                  </m:r>
                                </m:sup>
                              </m:sSup>
                              <m:r>
                                <a:rPr kumimoji="0" lang="en-US" sz="1200" b="0" i="1" u="none" strike="noStrike" kern="1200" cap="none" spc="0" normalizeH="0" baseline="0" noProof="0" smtClean="0">
                                  <a:ln>
                                    <a:noFill/>
                                  </a:ln>
                                  <a:solidFill>
                                    <a:prstClr val="black"/>
                                  </a:solidFill>
                                  <a:effectLst/>
                                  <a:uLnTx/>
                                  <a:uFillTx/>
                                  <a:latin typeface="Cambria Math" panose="02040503050406030204" pitchFamily="18" charset="0"/>
                                </a:rPr>
                                <m:t>×</m:t>
                              </m:r>
                              <m:sSup>
                                <m:sSupPr>
                                  <m:ctrlPr>
                                    <a:rPr kumimoji="0" lang="en-US" sz="1200" b="0" i="1" u="none" strike="noStrike" kern="1200" cap="none" spc="0" normalizeH="0" baseline="0" noProof="0" smtClean="0">
                                      <a:ln>
                                        <a:noFill/>
                                      </a:ln>
                                      <a:solidFill>
                                        <a:prstClr val="black"/>
                                      </a:solidFill>
                                      <a:effectLst/>
                                      <a:uLnTx/>
                                      <a:uFillTx/>
                                      <a:latin typeface="Cambria Math" panose="02040503050406030204" pitchFamily="18" charset="0"/>
                                    </a:rPr>
                                  </m:ctrlPr>
                                </m:sSupPr>
                                <m:e>
                                  <m:r>
                                    <a:rPr kumimoji="0" lang="en-US" sz="1200" b="0" i="1" u="none" strike="noStrike" kern="1200" cap="none" spc="0" normalizeH="0" baseline="0" noProof="0" smtClean="0">
                                      <a:ln>
                                        <a:noFill/>
                                      </a:ln>
                                      <a:solidFill>
                                        <a:prstClr val="black"/>
                                      </a:solidFill>
                                      <a:effectLst/>
                                      <a:uLnTx/>
                                      <a:uFillTx/>
                                      <a:latin typeface="Cambria Math" panose="02040503050406030204" pitchFamily="18" charset="0"/>
                                    </a:rPr>
                                    <m:t>6</m:t>
                                  </m:r>
                                </m:e>
                                <m:sup>
                                  <m:r>
                                    <a:rPr kumimoji="0" lang="en-US" sz="1200" b="0" i="1" u="none" strike="noStrike" kern="1200" cap="none" spc="0" normalizeH="0" baseline="0" noProof="0" smtClean="0">
                                      <a:ln>
                                        <a:noFill/>
                                      </a:ln>
                                      <a:solidFill>
                                        <a:prstClr val="black"/>
                                      </a:solidFill>
                                      <a:effectLst/>
                                      <a:uLnTx/>
                                      <a:uFillTx/>
                                      <a:latin typeface="Cambria Math" panose="02040503050406030204" pitchFamily="18" charset="0"/>
                                    </a:rPr>
                                    <m:t>−3</m:t>
                                  </m:r>
                                </m:sup>
                              </m:sSup>
                            </m:oMath>
                          </a14:m>
                          <a:endParaRPr lang="en-GB" sz="1200" dirty="0"/>
                        </a:p>
                        <a:p>
                          <a:endParaRPr lang="en-GB" sz="1200" dirty="0"/>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800" b="1" dirty="0">
                            <a:solidFill>
                              <a:srgbClr val="FF0000"/>
                            </a:solidFill>
                          </a:endParaRPr>
                        </a:p>
                        <a:p>
                          <a:pPr algn="ctr"/>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83602460"/>
                      </a:ext>
                    </a:extLst>
                  </a:tr>
                  <a:tr h="1225877">
                    <a:tc>
                      <a:txBody>
                        <a:bodyPr/>
                        <a:lstStyle/>
                        <a:p>
                          <a:r>
                            <a:rPr lang="en-GB" sz="1200" dirty="0"/>
                            <a:t>e) </a:t>
                          </a:r>
                          <a14:m>
                            <m:oMath xmlns:m="http://schemas.openxmlformats.org/officeDocument/2006/math">
                              <m:sSup>
                                <m:sSupPr>
                                  <m:ctrlPr>
                                    <a:rPr lang="en-US" sz="1200" b="0" i="1" dirty="0" smtClean="0">
                                      <a:solidFill>
                                        <a:prstClr val="black"/>
                                      </a:solidFill>
                                      <a:latin typeface="Cambria Math" panose="02040503050406030204" pitchFamily="18" charset="0"/>
                                    </a:rPr>
                                  </m:ctrlPr>
                                </m:sSupPr>
                                <m:e>
                                  <m:r>
                                    <a:rPr lang="en-US" sz="1200" b="0" i="1" dirty="0" smtClean="0">
                                      <a:solidFill>
                                        <a:prstClr val="black"/>
                                      </a:solidFill>
                                      <a:latin typeface="Cambria Math" panose="02040503050406030204" pitchFamily="18" charset="0"/>
                                    </a:rPr>
                                    <m:t>4</m:t>
                                  </m:r>
                                </m:e>
                                <m:sup>
                                  <m:r>
                                    <a:rPr lang="en-US" sz="1200" b="0" i="1" dirty="0" smtClean="0">
                                      <a:solidFill>
                                        <a:prstClr val="black"/>
                                      </a:solidFill>
                                      <a:latin typeface="Cambria Math" panose="02040503050406030204" pitchFamily="18" charset="0"/>
                                    </a:rPr>
                                    <m:t>8</m:t>
                                  </m:r>
                                </m:sup>
                              </m:sSup>
                              <m:r>
                                <a:rPr lang="en-US" sz="1200" b="0" i="1" dirty="0" smtClean="0">
                                  <a:solidFill>
                                    <a:prstClr val="black"/>
                                  </a:solidFill>
                                  <a:latin typeface="Cambria Math" panose="02040503050406030204" pitchFamily="18" charset="0"/>
                                </a:rPr>
                                <m:t>×</m:t>
                              </m:r>
                              <m:sSup>
                                <m:sSupPr>
                                  <m:ctrlPr>
                                    <a:rPr lang="en-US" sz="1200" b="0" i="1" dirty="0" smtClean="0">
                                      <a:solidFill>
                                        <a:prstClr val="black"/>
                                      </a:solidFill>
                                      <a:latin typeface="Cambria Math" panose="02040503050406030204" pitchFamily="18" charset="0"/>
                                    </a:rPr>
                                  </m:ctrlPr>
                                </m:sSupPr>
                                <m:e>
                                  <m:r>
                                    <a:rPr lang="en-US" sz="1200" b="0" i="1" dirty="0" smtClean="0">
                                      <a:solidFill>
                                        <a:prstClr val="black"/>
                                      </a:solidFill>
                                      <a:latin typeface="Cambria Math" panose="02040503050406030204" pitchFamily="18" charset="0"/>
                                    </a:rPr>
                                    <m:t>4</m:t>
                                  </m:r>
                                </m:e>
                                <m:sup>
                                  <m:r>
                                    <a:rPr lang="en-US" sz="1200" b="0" i="1" dirty="0" smtClean="0">
                                      <a:solidFill>
                                        <a:prstClr val="black"/>
                                      </a:solidFill>
                                      <a:latin typeface="Cambria Math" panose="02040503050406030204" pitchFamily="18" charset="0"/>
                                    </a:rPr>
                                    <m:t>−5</m:t>
                                  </m:r>
                                </m:sup>
                              </m:sSup>
                            </m:oMath>
                          </a14:m>
                          <a:endParaRPr lang="en-GB" sz="1200" dirty="0"/>
                        </a:p>
                        <a:p>
                          <a:endParaRPr lang="en-GB" sz="1200" dirty="0"/>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800" b="1" dirty="0">
                            <a:solidFill>
                              <a:srgbClr val="FF0000"/>
                            </a:solidFill>
                          </a:endParaRPr>
                        </a:p>
                        <a:p>
                          <a:pPr algn="ctr"/>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f) </a:t>
                          </a:r>
                          <a14:m>
                            <m:oMath xmlns:m="http://schemas.openxmlformats.org/officeDocument/2006/math">
                              <m:sSup>
                                <m:sSupPr>
                                  <m:ctrlPr>
                                    <a:rPr lang="en-US" sz="1200" i="1" dirty="0" smtClean="0">
                                      <a:solidFill>
                                        <a:prstClr val="black"/>
                                      </a:solidFill>
                                      <a:latin typeface="Cambria Math" panose="02040503050406030204" pitchFamily="18" charset="0"/>
                                    </a:rPr>
                                  </m:ctrlPr>
                                </m:sSupPr>
                                <m:e>
                                  <m:r>
                                    <a:rPr lang="en-US" sz="1200" i="1" dirty="0" smtClean="0">
                                      <a:solidFill>
                                        <a:prstClr val="black"/>
                                      </a:solidFill>
                                      <a:latin typeface="Cambria Math" panose="02040503050406030204" pitchFamily="18" charset="0"/>
                                    </a:rPr>
                                    <m:t>7</m:t>
                                  </m:r>
                                </m:e>
                                <m:sup>
                                  <m:r>
                                    <a:rPr lang="en-US" sz="1200" i="1" dirty="0" smtClean="0">
                                      <a:solidFill>
                                        <a:prstClr val="black"/>
                                      </a:solidFill>
                                      <a:latin typeface="Cambria Math" panose="02040503050406030204" pitchFamily="18" charset="0"/>
                                    </a:rPr>
                                    <m:t>3</m:t>
                                  </m:r>
                                </m:sup>
                              </m:sSup>
                              <m:r>
                                <a:rPr lang="en-US" sz="1200" i="1" dirty="0" smtClean="0">
                                  <a:solidFill>
                                    <a:prstClr val="black"/>
                                  </a:solidFill>
                                  <a:latin typeface="Cambria Math" panose="02040503050406030204" pitchFamily="18" charset="0"/>
                                </a:rPr>
                                <m:t>× </m:t>
                              </m:r>
                              <m:sSup>
                                <m:sSupPr>
                                  <m:ctrlPr>
                                    <a:rPr lang="en-US" sz="1200" i="1" dirty="0" smtClean="0">
                                      <a:solidFill>
                                        <a:prstClr val="black"/>
                                      </a:solidFill>
                                      <a:latin typeface="Cambria Math" panose="02040503050406030204" pitchFamily="18" charset="0"/>
                                    </a:rPr>
                                  </m:ctrlPr>
                                </m:sSupPr>
                                <m:e>
                                  <m:r>
                                    <a:rPr lang="en-US" sz="1200" i="1" dirty="0" smtClean="0">
                                      <a:solidFill>
                                        <a:prstClr val="black"/>
                                      </a:solidFill>
                                      <a:latin typeface="Cambria Math" panose="02040503050406030204" pitchFamily="18" charset="0"/>
                                    </a:rPr>
                                    <m:t>7</m:t>
                                  </m:r>
                                </m:e>
                                <m:sup>
                                  <m:r>
                                    <a:rPr lang="en-US" sz="1200" i="1" dirty="0" smtClean="0">
                                      <a:solidFill>
                                        <a:prstClr val="black"/>
                                      </a:solidFill>
                                      <a:latin typeface="Cambria Math" panose="02040503050406030204" pitchFamily="18" charset="0"/>
                                    </a:rPr>
                                    <m:t>−4</m:t>
                                  </m:r>
                                </m:sup>
                              </m:sSup>
                            </m:oMath>
                          </a14:m>
                          <a:endParaRPr lang="en-GB" sz="1200" dirty="0"/>
                        </a:p>
                        <a:p>
                          <a:endParaRPr lang="en-GB" sz="1200" dirty="0"/>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800" b="1" dirty="0">
                            <a:solidFill>
                              <a:srgbClr val="FF0000"/>
                            </a:solidFill>
                          </a:endParaRPr>
                        </a:p>
                        <a:p>
                          <a:pPr algn="ctr"/>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g) </a:t>
                          </a:r>
                          <a14:m>
                            <m:oMath xmlns:m="http://schemas.openxmlformats.org/officeDocument/2006/math">
                              <m:sSup>
                                <m:sSupPr>
                                  <m:ctrlPr>
                                    <a:rPr lang="en-US" sz="1200" b="0" i="1" smtClean="0">
                                      <a:solidFill>
                                        <a:prstClr val="black"/>
                                      </a:solidFill>
                                      <a:latin typeface="Cambria Math" panose="02040503050406030204" pitchFamily="18" charset="0"/>
                                    </a:rPr>
                                  </m:ctrlPr>
                                </m:sSupPr>
                                <m:e>
                                  <m:r>
                                    <a:rPr lang="en-US" sz="1200" b="0" i="1" smtClean="0">
                                      <a:solidFill>
                                        <a:prstClr val="black"/>
                                      </a:solidFill>
                                      <a:latin typeface="Cambria Math" panose="02040503050406030204" pitchFamily="18" charset="0"/>
                                    </a:rPr>
                                    <m:t>1</m:t>
                                  </m:r>
                                </m:e>
                                <m:sup>
                                  <m:r>
                                    <a:rPr lang="en-US" sz="1200" b="0" i="1" smtClean="0">
                                      <a:solidFill>
                                        <a:prstClr val="black"/>
                                      </a:solidFill>
                                      <a:latin typeface="Cambria Math" panose="02040503050406030204" pitchFamily="18" charset="0"/>
                                    </a:rPr>
                                    <m:t>2</m:t>
                                  </m:r>
                                </m:sup>
                              </m:sSup>
                              <m:r>
                                <a:rPr lang="en-US" sz="1200" b="0" i="1" smtClean="0">
                                  <a:solidFill>
                                    <a:prstClr val="black"/>
                                  </a:solidFill>
                                  <a:latin typeface="Cambria Math" panose="02040503050406030204" pitchFamily="18" charset="0"/>
                                </a:rPr>
                                <m:t>×</m:t>
                              </m:r>
                              <m:sSup>
                                <m:sSupPr>
                                  <m:ctrlPr>
                                    <a:rPr lang="en-US" sz="1200" b="0" i="1" smtClean="0">
                                      <a:solidFill>
                                        <a:prstClr val="black"/>
                                      </a:solidFill>
                                      <a:latin typeface="Cambria Math" panose="02040503050406030204" pitchFamily="18" charset="0"/>
                                    </a:rPr>
                                  </m:ctrlPr>
                                </m:sSupPr>
                                <m:e>
                                  <m:r>
                                    <a:rPr lang="en-US" sz="1200" b="0" i="1" smtClean="0">
                                      <a:solidFill>
                                        <a:prstClr val="black"/>
                                      </a:solidFill>
                                      <a:latin typeface="Cambria Math" panose="02040503050406030204" pitchFamily="18" charset="0"/>
                                    </a:rPr>
                                    <m:t>1</m:t>
                                  </m:r>
                                </m:e>
                                <m:sup>
                                  <m:r>
                                    <a:rPr lang="en-US" sz="1200" b="0" i="1" smtClean="0">
                                      <a:solidFill>
                                        <a:prstClr val="black"/>
                                      </a:solidFill>
                                      <a:latin typeface="Cambria Math" panose="02040503050406030204" pitchFamily="18" charset="0"/>
                                    </a:rPr>
                                    <m:t>−5</m:t>
                                  </m:r>
                                </m:sup>
                              </m:sSup>
                            </m:oMath>
                          </a14:m>
                          <a:endParaRPr lang="en-GB" sz="1200" dirty="0"/>
                        </a:p>
                        <a:p>
                          <a:endParaRPr lang="en-GB" sz="1200" dirty="0"/>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800" b="1" dirty="0">
                            <a:solidFill>
                              <a:srgbClr val="FF0000"/>
                            </a:solidFill>
                          </a:endParaRPr>
                        </a:p>
                        <a:p>
                          <a:pPr algn="ctr"/>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h) </a:t>
                          </a:r>
                          <a14:m>
                            <m:oMath xmlns:m="http://schemas.openxmlformats.org/officeDocument/2006/math">
                              <m:sSup>
                                <m:sSupPr>
                                  <m:ctrlPr>
                                    <a:rPr lang="en-US" sz="1200" b="0" i="1" smtClean="0">
                                      <a:solidFill>
                                        <a:prstClr val="black"/>
                                      </a:solidFill>
                                      <a:latin typeface="Cambria Math" panose="02040503050406030204" pitchFamily="18" charset="0"/>
                                    </a:rPr>
                                  </m:ctrlPr>
                                </m:sSupPr>
                                <m:e>
                                  <m:r>
                                    <a:rPr lang="en-US" sz="1200" b="0" i="1" smtClean="0">
                                      <a:solidFill>
                                        <a:prstClr val="black"/>
                                      </a:solidFill>
                                      <a:latin typeface="Cambria Math" panose="02040503050406030204" pitchFamily="18" charset="0"/>
                                    </a:rPr>
                                    <m:t>3</m:t>
                                  </m:r>
                                </m:e>
                                <m:sup>
                                  <m:r>
                                    <a:rPr lang="en-US" sz="1200" b="0" i="1" smtClean="0">
                                      <a:solidFill>
                                        <a:prstClr val="black"/>
                                      </a:solidFill>
                                      <a:latin typeface="Cambria Math" panose="02040503050406030204" pitchFamily="18" charset="0"/>
                                    </a:rPr>
                                    <m:t>6</m:t>
                                  </m:r>
                                </m:sup>
                              </m:sSup>
                              <m:r>
                                <a:rPr lang="en-US" sz="1200" b="0" i="1" smtClean="0">
                                  <a:solidFill>
                                    <a:prstClr val="black"/>
                                  </a:solidFill>
                                  <a:latin typeface="Cambria Math" panose="02040503050406030204" pitchFamily="18" charset="0"/>
                                </a:rPr>
                                <m:t>×</m:t>
                              </m:r>
                              <m:sSup>
                                <m:sSupPr>
                                  <m:ctrlPr>
                                    <a:rPr lang="en-US" sz="1200" b="0" i="1" smtClean="0">
                                      <a:solidFill>
                                        <a:prstClr val="black"/>
                                      </a:solidFill>
                                      <a:latin typeface="Cambria Math" panose="02040503050406030204" pitchFamily="18" charset="0"/>
                                    </a:rPr>
                                  </m:ctrlPr>
                                </m:sSupPr>
                                <m:e>
                                  <m:r>
                                    <a:rPr lang="en-US" sz="1200" b="0" i="1" smtClean="0">
                                      <a:solidFill>
                                        <a:prstClr val="black"/>
                                      </a:solidFill>
                                      <a:latin typeface="Cambria Math" panose="02040503050406030204" pitchFamily="18" charset="0"/>
                                    </a:rPr>
                                    <m:t>3</m:t>
                                  </m:r>
                                </m:e>
                                <m:sup>
                                  <m:r>
                                    <a:rPr lang="en-US" sz="1200" b="0" i="1" smtClean="0">
                                      <a:solidFill>
                                        <a:prstClr val="black"/>
                                      </a:solidFill>
                                      <a:latin typeface="Cambria Math" panose="02040503050406030204" pitchFamily="18" charset="0"/>
                                    </a:rPr>
                                    <m:t>−9</m:t>
                                  </m:r>
                                </m:sup>
                              </m:sSup>
                            </m:oMath>
                          </a14:m>
                          <a:endParaRPr lang="en-GB" sz="1200" dirty="0"/>
                        </a:p>
                        <a:p>
                          <a:endParaRPr lang="en-GB" sz="1200" dirty="0"/>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800" b="1" dirty="0">
                            <a:solidFill>
                              <a:srgbClr val="FF0000"/>
                            </a:solidFill>
                          </a:endParaRPr>
                        </a:p>
                        <a:p>
                          <a:pPr algn="ctr"/>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4974912"/>
                      </a:ext>
                    </a:extLst>
                  </a:tr>
                  <a:tr h="1225877">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i) </a:t>
                          </a:r>
                          <a14:m>
                            <m:oMath xmlns:m="http://schemas.openxmlformats.org/officeDocument/2006/math">
                              <m:r>
                                <a:rPr lang="en-US" sz="1200" b="0" i="1" dirty="0" smtClean="0">
                                  <a:solidFill>
                                    <a:prstClr val="black"/>
                                  </a:solidFill>
                                  <a:latin typeface="Cambria Math" panose="02040503050406030204" pitchFamily="18" charset="0"/>
                                </a:rPr>
                                <m:t>2×</m:t>
                              </m:r>
                              <m:sSup>
                                <m:sSupPr>
                                  <m:ctrlPr>
                                    <a:rPr lang="en-US" sz="1200" b="0" i="1" dirty="0" smtClean="0">
                                      <a:solidFill>
                                        <a:prstClr val="black"/>
                                      </a:solidFill>
                                      <a:latin typeface="Cambria Math" panose="02040503050406030204" pitchFamily="18" charset="0"/>
                                    </a:rPr>
                                  </m:ctrlPr>
                                </m:sSupPr>
                                <m:e>
                                  <m:r>
                                    <a:rPr lang="en-US" sz="1200" b="0" i="1" dirty="0" smtClean="0">
                                      <a:solidFill>
                                        <a:prstClr val="black"/>
                                      </a:solidFill>
                                      <a:latin typeface="Cambria Math" panose="02040503050406030204" pitchFamily="18" charset="0"/>
                                    </a:rPr>
                                    <m:t>2</m:t>
                                  </m:r>
                                </m:e>
                                <m:sup>
                                  <m:r>
                                    <a:rPr lang="en-US" sz="1200" b="0" i="1" dirty="0" smtClean="0">
                                      <a:solidFill>
                                        <a:prstClr val="black"/>
                                      </a:solidFill>
                                      <a:latin typeface="Cambria Math" panose="02040503050406030204" pitchFamily="18" charset="0"/>
                                    </a:rPr>
                                    <m:t>−4</m:t>
                                  </m:r>
                                </m:sup>
                              </m:sSup>
                            </m:oMath>
                          </a14:m>
                          <a:endParaRPr lang="en-US" sz="1200" b="0" dirty="0">
                            <a:solidFill>
                              <a:prstClr val="black"/>
                            </a:solidFill>
                          </a:endParaRPr>
                        </a:p>
                        <a:p>
                          <a:endParaRPr lang="en-GB" sz="1200" dirty="0"/>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800" b="1" dirty="0">
                            <a:solidFill>
                              <a:srgbClr val="FF0000"/>
                            </a:solidFill>
                          </a:endParaRPr>
                        </a:p>
                        <a:p>
                          <a:pPr algn="ctr"/>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j) </a:t>
                          </a:r>
                          <a14:m>
                            <m:oMath xmlns:m="http://schemas.openxmlformats.org/officeDocument/2006/math">
                              <m:sSup>
                                <m:sSupPr>
                                  <m:ctrlPr>
                                    <a:rPr lang="en-US" sz="1200" b="0" i="1" smtClean="0">
                                      <a:solidFill>
                                        <a:prstClr val="black"/>
                                      </a:solidFill>
                                      <a:latin typeface="Cambria Math" panose="02040503050406030204" pitchFamily="18" charset="0"/>
                                    </a:rPr>
                                  </m:ctrlPr>
                                </m:sSupPr>
                                <m:e>
                                  <m:r>
                                    <a:rPr lang="en-US" sz="1200" b="0" i="1" smtClean="0">
                                      <a:solidFill>
                                        <a:prstClr val="black"/>
                                      </a:solidFill>
                                      <a:latin typeface="Cambria Math" panose="02040503050406030204" pitchFamily="18" charset="0"/>
                                    </a:rPr>
                                    <m:t>6</m:t>
                                  </m:r>
                                </m:e>
                                <m:sup>
                                  <m:r>
                                    <a:rPr lang="en-US" sz="1200" b="0" i="1" smtClean="0">
                                      <a:solidFill>
                                        <a:prstClr val="black"/>
                                      </a:solidFill>
                                      <a:latin typeface="Cambria Math" panose="02040503050406030204" pitchFamily="18" charset="0"/>
                                    </a:rPr>
                                    <m:t>−2</m:t>
                                  </m:r>
                                </m:sup>
                              </m:sSup>
                              <m:r>
                                <a:rPr lang="en-US" sz="1200" b="0" i="1" smtClean="0">
                                  <a:solidFill>
                                    <a:prstClr val="black"/>
                                  </a:solidFill>
                                  <a:latin typeface="Cambria Math" panose="02040503050406030204" pitchFamily="18" charset="0"/>
                                </a:rPr>
                                <m:t>×</m:t>
                              </m:r>
                              <m:sSup>
                                <m:sSupPr>
                                  <m:ctrlPr>
                                    <a:rPr lang="en-US" sz="1200" b="0" i="1" smtClean="0">
                                      <a:solidFill>
                                        <a:prstClr val="black"/>
                                      </a:solidFill>
                                      <a:latin typeface="Cambria Math" panose="02040503050406030204" pitchFamily="18" charset="0"/>
                                    </a:rPr>
                                  </m:ctrlPr>
                                </m:sSupPr>
                                <m:e>
                                  <m:r>
                                    <a:rPr lang="en-US" sz="1200" b="0" i="1" smtClean="0">
                                      <a:solidFill>
                                        <a:prstClr val="black"/>
                                      </a:solidFill>
                                      <a:latin typeface="Cambria Math" panose="02040503050406030204" pitchFamily="18" charset="0"/>
                                    </a:rPr>
                                    <m:t>6</m:t>
                                  </m:r>
                                </m:e>
                                <m:sup>
                                  <m:r>
                                    <a:rPr lang="en-GB" sz="1200" b="0" i="1" smtClean="0">
                                      <a:solidFill>
                                        <a:prstClr val="black"/>
                                      </a:solidFill>
                                      <a:latin typeface="Cambria Math" panose="02040503050406030204" pitchFamily="18" charset="0"/>
                                    </a:rPr>
                                    <m:t>−</m:t>
                                  </m:r>
                                  <m:r>
                                    <a:rPr lang="en-US" sz="1200" b="0" i="1" smtClean="0">
                                      <a:solidFill>
                                        <a:prstClr val="black"/>
                                      </a:solidFill>
                                      <a:latin typeface="Cambria Math" panose="02040503050406030204" pitchFamily="18" charset="0"/>
                                    </a:rPr>
                                    <m:t>3</m:t>
                                  </m:r>
                                </m:sup>
                              </m:sSup>
                            </m:oMath>
                          </a14:m>
                          <a:endParaRPr lang="en-GB" sz="1200" dirty="0"/>
                        </a:p>
                        <a:p>
                          <a:endParaRPr lang="en-GB" sz="1200" dirty="0"/>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800" b="1" dirty="0">
                            <a:solidFill>
                              <a:srgbClr val="FF0000"/>
                            </a:solidFill>
                          </a:endParaRPr>
                        </a:p>
                        <a:p>
                          <a:pPr algn="ctr"/>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k) </a:t>
                          </a:r>
                          <a14:m>
                            <m:oMath xmlns:m="http://schemas.openxmlformats.org/officeDocument/2006/math">
                              <m:sSup>
                                <m:sSupPr>
                                  <m:ctrlPr>
                                    <a:rPr lang="en-US" sz="1200" b="0" i="1" smtClean="0">
                                      <a:solidFill>
                                        <a:prstClr val="black"/>
                                      </a:solidFill>
                                      <a:latin typeface="Cambria Math" panose="02040503050406030204" pitchFamily="18" charset="0"/>
                                    </a:rPr>
                                  </m:ctrlPr>
                                </m:sSupPr>
                                <m:e>
                                  <m:r>
                                    <a:rPr lang="en-US" sz="1200" b="0" i="1" smtClean="0">
                                      <a:solidFill>
                                        <a:prstClr val="black"/>
                                      </a:solidFill>
                                      <a:latin typeface="Cambria Math" panose="02040503050406030204" pitchFamily="18" charset="0"/>
                                    </a:rPr>
                                    <m:t>8</m:t>
                                  </m:r>
                                </m:e>
                                <m:sup>
                                  <m:r>
                                    <a:rPr lang="en-US" sz="1200" b="0" i="1" smtClean="0">
                                      <a:solidFill>
                                        <a:prstClr val="black"/>
                                      </a:solidFill>
                                      <a:latin typeface="Cambria Math" panose="02040503050406030204" pitchFamily="18" charset="0"/>
                                    </a:rPr>
                                    <m:t>−</m:t>
                                  </m:r>
                                  <m:r>
                                    <a:rPr lang="en-GB" sz="1200" b="0" i="1" smtClean="0">
                                      <a:solidFill>
                                        <a:prstClr val="black"/>
                                      </a:solidFill>
                                      <a:latin typeface="Cambria Math" panose="02040503050406030204" pitchFamily="18" charset="0"/>
                                    </a:rPr>
                                    <m:t>10</m:t>
                                  </m:r>
                                </m:sup>
                              </m:sSup>
                              <m:r>
                                <a:rPr lang="en-US" sz="1200" b="0" i="1" smtClean="0">
                                  <a:solidFill>
                                    <a:prstClr val="black"/>
                                  </a:solidFill>
                                  <a:latin typeface="Cambria Math" panose="02040503050406030204" pitchFamily="18" charset="0"/>
                                </a:rPr>
                                <m:t>×</m:t>
                              </m:r>
                              <m:sSup>
                                <m:sSupPr>
                                  <m:ctrlPr>
                                    <a:rPr lang="en-US" sz="1200" b="0" i="1" smtClean="0">
                                      <a:solidFill>
                                        <a:prstClr val="black"/>
                                      </a:solidFill>
                                      <a:latin typeface="Cambria Math" panose="02040503050406030204" pitchFamily="18" charset="0"/>
                                    </a:rPr>
                                  </m:ctrlPr>
                                </m:sSupPr>
                                <m:e>
                                  <m:r>
                                    <a:rPr lang="en-US" sz="1200" b="0" i="1" smtClean="0">
                                      <a:solidFill>
                                        <a:prstClr val="black"/>
                                      </a:solidFill>
                                      <a:latin typeface="Cambria Math" panose="02040503050406030204" pitchFamily="18" charset="0"/>
                                    </a:rPr>
                                    <m:t>8</m:t>
                                  </m:r>
                                </m:e>
                                <m:sup>
                                  <m:r>
                                    <a:rPr lang="en-US" sz="1200" b="0" i="1" smtClean="0">
                                      <a:solidFill>
                                        <a:prstClr val="black"/>
                                      </a:solidFill>
                                      <a:latin typeface="Cambria Math" panose="02040503050406030204" pitchFamily="18" charset="0"/>
                                    </a:rPr>
                                    <m:t>6</m:t>
                                  </m:r>
                                </m:sup>
                              </m:sSup>
                            </m:oMath>
                          </a14:m>
                          <a:endParaRPr lang="en-GB" sz="1200" dirty="0"/>
                        </a:p>
                        <a:p>
                          <a:endParaRPr lang="en-GB" sz="1200" dirty="0"/>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800" b="1" dirty="0">
                            <a:solidFill>
                              <a:srgbClr val="FF0000"/>
                            </a:solidFill>
                          </a:endParaRPr>
                        </a:p>
                        <a:p>
                          <a:pPr algn="ctr"/>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l) </a:t>
                          </a:r>
                          <a14:m>
                            <m:oMath xmlns:m="http://schemas.openxmlformats.org/officeDocument/2006/math">
                              <m:sSup>
                                <m:sSupPr>
                                  <m:ctrlPr>
                                    <a:rPr lang="en-US" sz="1200" b="0" i="1" smtClean="0">
                                      <a:solidFill>
                                        <a:prstClr val="black"/>
                                      </a:solidFill>
                                      <a:latin typeface="Cambria Math" panose="02040503050406030204" pitchFamily="18" charset="0"/>
                                    </a:rPr>
                                  </m:ctrlPr>
                                </m:sSupPr>
                                <m:e>
                                  <m:r>
                                    <a:rPr lang="en-US" sz="1200" b="0" i="1" smtClean="0">
                                      <a:solidFill>
                                        <a:prstClr val="black"/>
                                      </a:solidFill>
                                      <a:latin typeface="Cambria Math" panose="02040503050406030204" pitchFamily="18" charset="0"/>
                                    </a:rPr>
                                    <m:t>9</m:t>
                                  </m:r>
                                </m:e>
                                <m:sup>
                                  <m:r>
                                    <a:rPr lang="en-US" sz="1200" b="0" i="1" smtClean="0">
                                      <a:solidFill>
                                        <a:prstClr val="black"/>
                                      </a:solidFill>
                                      <a:latin typeface="Cambria Math" panose="02040503050406030204" pitchFamily="18" charset="0"/>
                                    </a:rPr>
                                    <m:t>−3</m:t>
                                  </m:r>
                                </m:sup>
                              </m:sSup>
                              <m:r>
                                <a:rPr lang="en-US" sz="1200" b="0" i="1" smtClean="0">
                                  <a:solidFill>
                                    <a:prstClr val="black"/>
                                  </a:solidFill>
                                  <a:latin typeface="Cambria Math" panose="02040503050406030204" pitchFamily="18" charset="0"/>
                                </a:rPr>
                                <m:t>×</m:t>
                              </m:r>
                              <m:sSup>
                                <m:sSupPr>
                                  <m:ctrlPr>
                                    <a:rPr lang="en-US" sz="1200" b="0" i="1" smtClean="0">
                                      <a:solidFill>
                                        <a:prstClr val="black"/>
                                      </a:solidFill>
                                      <a:latin typeface="Cambria Math" panose="02040503050406030204" pitchFamily="18" charset="0"/>
                                    </a:rPr>
                                  </m:ctrlPr>
                                </m:sSupPr>
                                <m:e>
                                  <m:r>
                                    <a:rPr lang="en-US" sz="1200" b="0" i="1" smtClean="0">
                                      <a:solidFill>
                                        <a:prstClr val="black"/>
                                      </a:solidFill>
                                      <a:latin typeface="Cambria Math" panose="02040503050406030204" pitchFamily="18" charset="0"/>
                                    </a:rPr>
                                    <m:t>9</m:t>
                                  </m:r>
                                </m:e>
                                <m:sup>
                                  <m:r>
                                    <a:rPr lang="en-US" sz="1200" b="0" i="1" smtClean="0">
                                      <a:solidFill>
                                        <a:prstClr val="black"/>
                                      </a:solidFill>
                                      <a:latin typeface="Cambria Math" panose="02040503050406030204" pitchFamily="18" charset="0"/>
                                    </a:rPr>
                                    <m:t>10</m:t>
                                  </m:r>
                                </m:sup>
                              </m:sSup>
                            </m:oMath>
                          </a14:m>
                          <a:endParaRPr lang="en-GB" sz="1200" dirty="0"/>
                        </a:p>
                        <a:p>
                          <a:endParaRPr lang="en-GB" sz="1200" dirty="0"/>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800" b="1" dirty="0">
                            <a:solidFill>
                              <a:srgbClr val="FF0000"/>
                            </a:solidFill>
                          </a:endParaRPr>
                        </a:p>
                        <a:p>
                          <a:pPr algn="ctr"/>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702012"/>
                      </a:ext>
                    </a:extLst>
                  </a:tr>
                </a:tbl>
              </a:graphicData>
            </a:graphic>
          </p:graphicFrame>
        </mc:Choice>
        <mc:Fallback xmlns="">
          <p:graphicFrame>
            <p:nvGraphicFramePr>
              <p:cNvPr id="2" name="Table 9">
                <a:extLst>
                  <a:ext uri="{FF2B5EF4-FFF2-40B4-BE49-F238E27FC236}">
                    <a16:creationId xmlns:a16="http://schemas.microsoft.com/office/drawing/2014/main" id="{C71A43CA-4C91-9B96-14D6-2BFBF14EC20D}"/>
                  </a:ext>
                </a:extLst>
              </p:cNvPr>
              <p:cNvGraphicFramePr>
                <a:graphicFrameLocks noGrp="1"/>
              </p:cNvGraphicFramePr>
              <p:nvPr>
                <p:extLst>
                  <p:ext uri="{D42A27DB-BD31-4B8C-83A1-F6EECF244321}">
                    <p14:modId xmlns:p14="http://schemas.microsoft.com/office/powerpoint/2010/main" val="2520703330"/>
                  </p:ext>
                </p:extLst>
              </p:nvPr>
            </p:nvGraphicFramePr>
            <p:xfrm>
              <a:off x="101296" y="3698655"/>
              <a:ext cx="6655408" cy="3677631"/>
            </p:xfrm>
            <a:graphic>
              <a:graphicData uri="http://schemas.openxmlformats.org/drawingml/2006/table">
                <a:tbl>
                  <a:tblPr>
                    <a:tableStyleId>{5C22544A-7EE6-4342-B048-85BDC9FD1C3A}</a:tableStyleId>
                  </a:tblPr>
                  <a:tblGrid>
                    <a:gridCol w="1663852">
                      <a:extLst>
                        <a:ext uri="{9D8B030D-6E8A-4147-A177-3AD203B41FA5}">
                          <a16:colId xmlns:a16="http://schemas.microsoft.com/office/drawing/2014/main" val="3642547164"/>
                        </a:ext>
                      </a:extLst>
                    </a:gridCol>
                    <a:gridCol w="1663852">
                      <a:extLst>
                        <a:ext uri="{9D8B030D-6E8A-4147-A177-3AD203B41FA5}">
                          <a16:colId xmlns:a16="http://schemas.microsoft.com/office/drawing/2014/main" val="1628339999"/>
                        </a:ext>
                      </a:extLst>
                    </a:gridCol>
                    <a:gridCol w="1663852">
                      <a:extLst>
                        <a:ext uri="{9D8B030D-6E8A-4147-A177-3AD203B41FA5}">
                          <a16:colId xmlns:a16="http://schemas.microsoft.com/office/drawing/2014/main" val="2843216093"/>
                        </a:ext>
                      </a:extLst>
                    </a:gridCol>
                    <a:gridCol w="1663852">
                      <a:extLst>
                        <a:ext uri="{9D8B030D-6E8A-4147-A177-3AD203B41FA5}">
                          <a16:colId xmlns:a16="http://schemas.microsoft.com/office/drawing/2014/main" val="2368608426"/>
                        </a:ext>
                      </a:extLst>
                    </a:gridCol>
                  </a:tblGrid>
                  <a:tr h="1225877">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366" t="-495" r="-301099" b="-200495"/>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0000" t="-495" r="-200000" b="-200495"/>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00733" t="-495" r="-100733" b="-200495"/>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300733" t="-495" r="-733" b="-200495"/>
                          </a:stretch>
                        </a:blipFill>
                      </a:tcPr>
                    </a:tc>
                    <a:extLst>
                      <a:ext uri="{0D108BD9-81ED-4DB2-BD59-A6C34878D82A}">
                        <a16:rowId xmlns:a16="http://schemas.microsoft.com/office/drawing/2014/main" val="3783602460"/>
                      </a:ext>
                    </a:extLst>
                  </a:tr>
                  <a:tr h="1225877">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366" t="-100995" r="-301099" b="-10149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0000" t="-100995" r="-200000" b="-10149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00733" t="-100995" r="-100733" b="-10149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300733" t="-100995" r="-733" b="-101493"/>
                          </a:stretch>
                        </a:blipFill>
                      </a:tcPr>
                    </a:tc>
                    <a:extLst>
                      <a:ext uri="{0D108BD9-81ED-4DB2-BD59-A6C34878D82A}">
                        <a16:rowId xmlns:a16="http://schemas.microsoft.com/office/drawing/2014/main" val="294974912"/>
                      </a:ext>
                    </a:extLst>
                  </a:tr>
                  <a:tr h="1225877">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366" t="-200000" r="-301099" b="-99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0000" t="-200000" r="-200000" b="-99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00733" t="-200000" r="-100733" b="-99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300733" t="-200000" r="-733" b="-990"/>
                          </a:stretch>
                        </a:blipFill>
                      </a:tcPr>
                    </a:tc>
                    <a:extLst>
                      <a:ext uri="{0D108BD9-81ED-4DB2-BD59-A6C34878D82A}">
                        <a16:rowId xmlns:a16="http://schemas.microsoft.com/office/drawing/2014/main" val="384702012"/>
                      </a:ext>
                    </a:extLst>
                  </a:tr>
                </a:tbl>
              </a:graphicData>
            </a:graphic>
          </p:graphicFrame>
        </mc:Fallback>
      </mc:AlternateContent>
      <p:sp>
        <p:nvSpPr>
          <p:cNvPr id="6" name="Slide Number Placeholder 5">
            <a:extLst>
              <a:ext uri="{FF2B5EF4-FFF2-40B4-BE49-F238E27FC236}">
                <a16:creationId xmlns:a16="http://schemas.microsoft.com/office/drawing/2014/main" id="{4ADBEA31-D7AD-E100-C2E9-82B150F98FAA}"/>
              </a:ext>
            </a:extLst>
          </p:cNvPr>
          <p:cNvSpPr>
            <a:spLocks noGrp="1"/>
          </p:cNvSpPr>
          <p:nvPr>
            <p:ph type="sldNum" sz="quarter" idx="12"/>
          </p:nvPr>
        </p:nvSpPr>
        <p:spPr/>
        <p:txBody>
          <a:bodyPr/>
          <a:lstStyle/>
          <a:p>
            <a:fld id="{DFE403A4-BF53-4A18-A219-2FCD9C5F3F46}" type="slidenum">
              <a:rPr lang="en-GB" smtClean="0"/>
              <a:t>51</a:t>
            </a:fld>
            <a:endParaRPr lang="en-GB"/>
          </a:p>
        </p:txBody>
      </p:sp>
    </p:spTree>
    <p:extLst>
      <p:ext uri="{BB962C8B-B14F-4D97-AF65-F5344CB8AC3E}">
        <p14:creationId xmlns:p14="http://schemas.microsoft.com/office/powerpoint/2010/main" val="402987904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 name="TextBox 260">
            <a:extLst>
              <a:ext uri="{FF2B5EF4-FFF2-40B4-BE49-F238E27FC236}">
                <a16:creationId xmlns:a16="http://schemas.microsoft.com/office/drawing/2014/main" id="{88BE26D3-BD12-8F4B-9608-3EB6530361A1}"/>
              </a:ext>
            </a:extLst>
          </p:cNvPr>
          <p:cNvSpPr txBox="1"/>
          <p:nvPr/>
        </p:nvSpPr>
        <p:spPr>
          <a:xfrm>
            <a:off x="1837683" y="3226326"/>
            <a:ext cx="1387046" cy="276999"/>
          </a:xfrm>
          <a:prstGeom prst="rect">
            <a:avLst/>
          </a:prstGeom>
          <a:noFill/>
          <a:ln>
            <a:noFill/>
          </a:ln>
        </p:spPr>
        <p:txBody>
          <a:bodyPr wrap="none" rtlCol="0">
            <a:spAutoFit/>
          </a:bodyPr>
          <a:lstStyle/>
          <a:p>
            <a:r>
              <a:rPr lang="en-GB" sz="1200" b="1" i="1">
                <a:solidFill>
                  <a:srgbClr val="FF0000"/>
                </a:solidFill>
              </a:rPr>
              <a:t>Example 25 - I do…</a:t>
            </a:r>
          </a:p>
        </p:txBody>
      </p:sp>
      <p:sp>
        <p:nvSpPr>
          <p:cNvPr id="262" name="TextBox 261">
            <a:extLst>
              <a:ext uri="{FF2B5EF4-FFF2-40B4-BE49-F238E27FC236}">
                <a16:creationId xmlns:a16="http://schemas.microsoft.com/office/drawing/2014/main" id="{12910BCB-308B-9841-AF03-2F9D2E6E678C}"/>
              </a:ext>
            </a:extLst>
          </p:cNvPr>
          <p:cNvSpPr txBox="1"/>
          <p:nvPr/>
        </p:nvSpPr>
        <p:spPr>
          <a:xfrm>
            <a:off x="3453134" y="3234163"/>
            <a:ext cx="1584793" cy="276999"/>
          </a:xfrm>
          <a:prstGeom prst="rect">
            <a:avLst/>
          </a:prstGeom>
          <a:noFill/>
          <a:ln>
            <a:noFill/>
          </a:ln>
        </p:spPr>
        <p:txBody>
          <a:bodyPr wrap="none" rtlCol="0">
            <a:spAutoFit/>
          </a:bodyPr>
          <a:lstStyle/>
          <a:p>
            <a:r>
              <a:rPr lang="en-GB" sz="1200" b="1" i="1">
                <a:solidFill>
                  <a:schemeClr val="accent2"/>
                </a:solidFill>
              </a:rPr>
              <a:t>Example 26 – We do…</a:t>
            </a:r>
          </a:p>
        </p:txBody>
      </p:sp>
      <p:sp>
        <p:nvSpPr>
          <p:cNvPr id="263" name="TextBox 262">
            <a:extLst>
              <a:ext uri="{FF2B5EF4-FFF2-40B4-BE49-F238E27FC236}">
                <a16:creationId xmlns:a16="http://schemas.microsoft.com/office/drawing/2014/main" id="{12910BCB-308B-9841-AF03-2F9D2E6E678C}"/>
              </a:ext>
            </a:extLst>
          </p:cNvPr>
          <p:cNvSpPr txBox="1"/>
          <p:nvPr/>
        </p:nvSpPr>
        <p:spPr>
          <a:xfrm>
            <a:off x="5148889" y="3242092"/>
            <a:ext cx="1607812" cy="276999"/>
          </a:xfrm>
          <a:prstGeom prst="rect">
            <a:avLst/>
          </a:prstGeom>
          <a:noFill/>
          <a:ln>
            <a:noFill/>
          </a:ln>
        </p:spPr>
        <p:txBody>
          <a:bodyPr wrap="none" rtlCol="0">
            <a:spAutoFit/>
          </a:bodyPr>
          <a:lstStyle/>
          <a:p>
            <a:r>
              <a:rPr lang="en-GB" sz="1200" b="1" i="1">
                <a:solidFill>
                  <a:srgbClr val="00B050"/>
                </a:solidFill>
              </a:rPr>
              <a:t>Example 27 – You do…</a:t>
            </a:r>
          </a:p>
        </p:txBody>
      </p:sp>
      <mc:AlternateContent xmlns:mc="http://schemas.openxmlformats.org/markup-compatibility/2006" xmlns:a14="http://schemas.microsoft.com/office/drawing/2010/main">
        <mc:Choice Requires="a14">
          <p:graphicFrame>
            <p:nvGraphicFramePr>
              <p:cNvPr id="264" name="Table 263"/>
              <p:cNvGraphicFramePr>
                <a:graphicFrameLocks noGrp="1"/>
              </p:cNvGraphicFramePr>
              <p:nvPr/>
            </p:nvGraphicFramePr>
            <p:xfrm>
              <a:off x="67648" y="3541836"/>
              <a:ext cx="6689053" cy="2116812"/>
            </p:xfrm>
            <a:graphic>
              <a:graphicData uri="http://schemas.openxmlformats.org/drawingml/2006/table">
                <a:tbl>
                  <a:tblPr firstRow="1" bandRow="1">
                    <a:tableStyleId>{5C22544A-7EE6-4342-B048-85BDC9FD1C3A}</a:tableStyleId>
                  </a:tblPr>
                  <a:tblGrid>
                    <a:gridCol w="1460922">
                      <a:extLst>
                        <a:ext uri="{9D8B030D-6E8A-4147-A177-3AD203B41FA5}">
                          <a16:colId xmlns:a16="http://schemas.microsoft.com/office/drawing/2014/main" val="3124559182"/>
                        </a:ext>
                      </a:extLst>
                    </a:gridCol>
                    <a:gridCol w="1883605">
                      <a:extLst>
                        <a:ext uri="{9D8B030D-6E8A-4147-A177-3AD203B41FA5}">
                          <a16:colId xmlns:a16="http://schemas.microsoft.com/office/drawing/2014/main" val="1668930051"/>
                        </a:ext>
                      </a:extLst>
                    </a:gridCol>
                    <a:gridCol w="1752493">
                      <a:extLst>
                        <a:ext uri="{9D8B030D-6E8A-4147-A177-3AD203B41FA5}">
                          <a16:colId xmlns:a16="http://schemas.microsoft.com/office/drawing/2014/main" val="2873958374"/>
                        </a:ext>
                      </a:extLst>
                    </a:gridCol>
                    <a:gridCol w="1592033">
                      <a:extLst>
                        <a:ext uri="{9D8B030D-6E8A-4147-A177-3AD203B41FA5}">
                          <a16:colId xmlns:a16="http://schemas.microsoft.com/office/drawing/2014/main" val="2414775215"/>
                        </a:ext>
                      </a:extLst>
                    </a:gridCol>
                  </a:tblGrid>
                  <a:tr h="359934">
                    <a:tc>
                      <a:txBody>
                        <a:bodyPr/>
                        <a:lstStyle/>
                        <a:p>
                          <a:pPr algn="ctr"/>
                          <a:r>
                            <a:rPr lang="en-US" sz="1200">
                              <a:solidFill>
                                <a:schemeClr val="tx1"/>
                              </a:solidFill>
                            </a:rPr>
                            <a:t>Steps</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sz="1200" b="1">
                              <a:solidFill>
                                <a:schemeClr val="tx1"/>
                              </a:solidFill>
                            </a:rPr>
                            <a:t>Simplify</a:t>
                          </a:r>
                          <a:endParaRPr lang="en-GB" sz="1200" b="1">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sz="1200" b="0">
                              <a:solidFill>
                                <a:schemeClr val="tx1"/>
                              </a:solidFill>
                            </a:rPr>
                            <a:t>Simplify</a:t>
                          </a:r>
                          <a:endParaRPr lang="en-GB" sz="1200" b="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sz="1200" b="0">
                              <a:solidFill>
                                <a:schemeClr val="tx1"/>
                              </a:solidFill>
                            </a:rPr>
                            <a:t>Simplify</a:t>
                          </a:r>
                          <a:endParaRPr lang="en-GB" sz="1200" b="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47329628"/>
                      </a:ext>
                    </a:extLst>
                  </a:tr>
                  <a:tr h="558399">
                    <a:tc>
                      <a:txBody>
                        <a:bodyPr/>
                        <a:lstStyle/>
                        <a:p>
                          <a:r>
                            <a:rPr lang="en-US" sz="1200">
                              <a:solidFill>
                                <a:schemeClr val="tx1"/>
                              </a:solidFill>
                            </a:rPr>
                            <a:t>Multiply the coefficients.</a:t>
                          </a:r>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algn="ctr"/>
                          <a14:m>
                            <m:oMathPara xmlns:m="http://schemas.openxmlformats.org/officeDocument/2006/math">
                              <m:oMathParaPr>
                                <m:jc m:val="centerGroup"/>
                              </m:oMathParaPr>
                              <m:oMath xmlns:m="http://schemas.openxmlformats.org/officeDocument/2006/math">
                                <m:r>
                                  <a:rPr lang="en-GB" sz="1200" b="1" i="1" baseline="0" smtClean="0">
                                    <a:solidFill>
                                      <a:schemeClr val="tx1"/>
                                    </a:solidFill>
                                    <a:latin typeface="Cambria Math" panose="02040503050406030204" pitchFamily="18" charset="0"/>
                                  </a:rPr>
                                  <m:t>𝟒</m:t>
                                </m:r>
                                <m:sSup>
                                  <m:sSupPr>
                                    <m:ctrlPr>
                                      <a:rPr lang="en-US" sz="1200" b="1" i="1" baseline="0" smtClean="0">
                                        <a:solidFill>
                                          <a:schemeClr val="tx1"/>
                                        </a:solidFill>
                                        <a:latin typeface="Cambria Math" panose="02040503050406030204" pitchFamily="18" charset="0"/>
                                      </a:rPr>
                                    </m:ctrlPr>
                                  </m:sSupPr>
                                  <m:e>
                                    <m:r>
                                      <a:rPr lang="en-US" sz="1200" b="1" i="1" baseline="0" smtClean="0">
                                        <a:solidFill>
                                          <a:schemeClr val="tx1"/>
                                        </a:solidFill>
                                        <a:latin typeface="Cambria Math" panose="02040503050406030204" pitchFamily="18" charset="0"/>
                                      </a:rPr>
                                      <m:t>𝒙</m:t>
                                    </m:r>
                                  </m:e>
                                  <m:sup>
                                    <m:r>
                                      <a:rPr lang="en-US" sz="1200" b="1" i="1" baseline="0" smtClean="0">
                                        <a:solidFill>
                                          <a:schemeClr val="tx1"/>
                                        </a:solidFill>
                                        <a:latin typeface="Cambria Math" panose="02040503050406030204" pitchFamily="18" charset="0"/>
                                      </a:rPr>
                                      <m:t>𝟐</m:t>
                                    </m:r>
                                  </m:sup>
                                </m:sSup>
                                <m:r>
                                  <a:rPr lang="en-US" sz="1200" b="1" i="1" baseline="0" smtClean="0">
                                    <a:solidFill>
                                      <a:schemeClr val="tx1"/>
                                    </a:solidFill>
                                    <a:latin typeface="Cambria Math" panose="02040503050406030204" pitchFamily="18" charset="0"/>
                                    <a:ea typeface="Cambria Math" panose="02040503050406030204" pitchFamily="18" charset="0"/>
                                  </a:rPr>
                                  <m:t>×</m:t>
                                </m:r>
                                <m:sSup>
                                  <m:sSupPr>
                                    <m:ctrlPr>
                                      <a:rPr lang="en-US" sz="1200" b="1" i="1" baseline="0" smtClean="0">
                                        <a:solidFill>
                                          <a:schemeClr val="tx1"/>
                                        </a:solidFill>
                                        <a:latin typeface="Cambria Math" panose="02040503050406030204" pitchFamily="18" charset="0"/>
                                        <a:ea typeface="Cambria Math" panose="02040503050406030204" pitchFamily="18" charset="0"/>
                                      </a:rPr>
                                    </m:ctrlPr>
                                  </m:sSupPr>
                                  <m:e>
                                    <m:r>
                                      <a:rPr lang="en-GB" sz="1200" b="1" i="1" baseline="0" smtClean="0">
                                        <a:solidFill>
                                          <a:schemeClr val="tx1"/>
                                        </a:solidFill>
                                        <a:latin typeface="Cambria Math" panose="02040503050406030204" pitchFamily="18" charset="0"/>
                                        <a:ea typeface="Cambria Math" panose="02040503050406030204" pitchFamily="18" charset="0"/>
                                      </a:rPr>
                                      <m:t>𝟓</m:t>
                                    </m:r>
                                    <m:r>
                                      <a:rPr lang="en-US" sz="1200" b="1" i="1" baseline="0" smtClean="0">
                                        <a:solidFill>
                                          <a:schemeClr val="tx1"/>
                                        </a:solidFill>
                                        <a:latin typeface="Cambria Math" panose="02040503050406030204" pitchFamily="18" charset="0"/>
                                        <a:ea typeface="Cambria Math" panose="02040503050406030204" pitchFamily="18" charset="0"/>
                                      </a:rPr>
                                      <m:t>𝒙</m:t>
                                    </m:r>
                                  </m:e>
                                  <m:sup>
                                    <m:r>
                                      <a:rPr lang="en-GB" sz="1200" b="1" i="1" baseline="0" smtClean="0">
                                        <a:solidFill>
                                          <a:schemeClr val="tx1"/>
                                        </a:solidFill>
                                        <a:latin typeface="Cambria Math" panose="02040503050406030204" pitchFamily="18" charset="0"/>
                                        <a:ea typeface="Cambria Math" panose="02040503050406030204" pitchFamily="18" charset="0"/>
                                      </a:rPr>
                                      <m:t>𝟑</m:t>
                                    </m:r>
                                  </m:sup>
                                </m:sSup>
                              </m:oMath>
                            </m:oMathPara>
                          </a14:m>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algn="ctr"/>
                          <a14:m>
                            <m:oMathPara xmlns:m="http://schemas.openxmlformats.org/officeDocument/2006/math">
                              <m:oMathParaPr>
                                <m:jc m:val="centerGroup"/>
                              </m:oMathParaPr>
                              <m:oMath xmlns:m="http://schemas.openxmlformats.org/officeDocument/2006/math">
                                <m:r>
                                  <a:rPr lang="en-US" sz="1200" b="1" i="1" baseline="0" smtClean="0">
                                    <a:solidFill>
                                      <a:schemeClr val="tx1"/>
                                    </a:solidFill>
                                    <a:latin typeface="Cambria Math" panose="02040503050406030204" pitchFamily="18" charset="0"/>
                                  </a:rPr>
                                  <m:t>𝟐</m:t>
                                </m:r>
                                <m:sSup>
                                  <m:sSupPr>
                                    <m:ctrlPr>
                                      <a:rPr lang="en-US" sz="1200" b="1" i="1" baseline="0" smtClean="0">
                                        <a:solidFill>
                                          <a:schemeClr val="tx1"/>
                                        </a:solidFill>
                                        <a:latin typeface="Cambria Math" panose="02040503050406030204" pitchFamily="18" charset="0"/>
                                      </a:rPr>
                                    </m:ctrlPr>
                                  </m:sSupPr>
                                  <m:e>
                                    <m:r>
                                      <a:rPr lang="en-US" sz="1200" b="1" i="1" baseline="0" smtClean="0">
                                        <a:solidFill>
                                          <a:schemeClr val="tx1"/>
                                        </a:solidFill>
                                        <a:latin typeface="Cambria Math" panose="02040503050406030204" pitchFamily="18" charset="0"/>
                                      </a:rPr>
                                      <m:t>𝒙</m:t>
                                    </m:r>
                                  </m:e>
                                  <m:sup>
                                    <m:r>
                                      <a:rPr lang="en-GB" sz="1200" b="1" i="1" baseline="0" smtClean="0">
                                        <a:solidFill>
                                          <a:schemeClr val="tx1"/>
                                        </a:solidFill>
                                        <a:latin typeface="Cambria Math" panose="02040503050406030204" pitchFamily="18" charset="0"/>
                                      </a:rPr>
                                      <m:t>𝟓</m:t>
                                    </m:r>
                                  </m:sup>
                                </m:sSup>
                                <m:r>
                                  <a:rPr lang="en-US" sz="1200" b="1" i="1" baseline="0" smtClean="0">
                                    <a:solidFill>
                                      <a:schemeClr val="tx1"/>
                                    </a:solidFill>
                                    <a:latin typeface="Cambria Math" panose="02040503050406030204" pitchFamily="18" charset="0"/>
                                    <a:ea typeface="Cambria Math" panose="02040503050406030204" pitchFamily="18" charset="0"/>
                                  </a:rPr>
                                  <m:t>×</m:t>
                                </m:r>
                                <m:sSup>
                                  <m:sSupPr>
                                    <m:ctrlPr>
                                      <a:rPr lang="en-US" sz="1200" b="1" i="1" baseline="0" smtClean="0">
                                        <a:solidFill>
                                          <a:schemeClr val="tx1"/>
                                        </a:solidFill>
                                        <a:latin typeface="Cambria Math" panose="02040503050406030204" pitchFamily="18" charset="0"/>
                                        <a:ea typeface="Cambria Math" panose="02040503050406030204" pitchFamily="18" charset="0"/>
                                      </a:rPr>
                                    </m:ctrlPr>
                                  </m:sSupPr>
                                  <m:e>
                                    <m:r>
                                      <a:rPr lang="en-US" sz="1200" b="1" i="1" baseline="0" smtClean="0">
                                        <a:solidFill>
                                          <a:schemeClr val="tx1"/>
                                        </a:solidFill>
                                        <a:latin typeface="Cambria Math" panose="02040503050406030204" pitchFamily="18" charset="0"/>
                                        <a:ea typeface="Cambria Math" panose="02040503050406030204" pitchFamily="18" charset="0"/>
                                      </a:rPr>
                                      <m:t>𝒙</m:t>
                                    </m:r>
                                  </m:e>
                                  <m:sup>
                                    <m:r>
                                      <a:rPr lang="en-GB" sz="1200" b="1" i="1" baseline="0" smtClean="0">
                                        <a:solidFill>
                                          <a:schemeClr val="tx1"/>
                                        </a:solidFill>
                                        <a:latin typeface="Cambria Math" panose="02040503050406030204" pitchFamily="18" charset="0"/>
                                        <a:ea typeface="Cambria Math" panose="02040503050406030204" pitchFamily="18" charset="0"/>
                                      </a:rPr>
                                      <m:t>𝟒</m:t>
                                    </m:r>
                                  </m:sup>
                                </m:sSup>
                              </m:oMath>
                            </m:oMathPara>
                          </a14:m>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algn="ctr"/>
                          <a:r>
                            <a:rPr lang="en-US" sz="1200" baseline="0">
                              <a:solidFill>
                                <a:schemeClr val="tx1"/>
                              </a:solidFill>
                            </a:rPr>
                            <a:t>5</a:t>
                          </a:r>
                          <a14:m>
                            <m:oMath xmlns:m="http://schemas.openxmlformats.org/officeDocument/2006/math">
                              <m:sSup>
                                <m:sSupPr>
                                  <m:ctrlPr>
                                    <a:rPr lang="en-US" sz="1200" b="1" i="1" baseline="0" smtClean="0">
                                      <a:solidFill>
                                        <a:schemeClr val="tx1"/>
                                      </a:solidFill>
                                      <a:latin typeface="Cambria Math" panose="02040503050406030204" pitchFamily="18" charset="0"/>
                                    </a:rPr>
                                  </m:ctrlPr>
                                </m:sSupPr>
                                <m:e>
                                  <m:r>
                                    <a:rPr lang="en-US" sz="1200" b="1" i="1" baseline="0" smtClean="0">
                                      <a:solidFill>
                                        <a:schemeClr val="tx1"/>
                                      </a:solidFill>
                                      <a:latin typeface="Cambria Math" panose="02040503050406030204" pitchFamily="18" charset="0"/>
                                    </a:rPr>
                                    <m:t>𝒙</m:t>
                                  </m:r>
                                </m:e>
                                <m:sup>
                                  <m:r>
                                    <a:rPr lang="en-US" sz="1200" b="1" i="1" baseline="0" smtClean="0">
                                      <a:solidFill>
                                        <a:schemeClr val="tx1"/>
                                      </a:solidFill>
                                      <a:latin typeface="Cambria Math" panose="02040503050406030204" pitchFamily="18" charset="0"/>
                                    </a:rPr>
                                    <m:t>𝟐</m:t>
                                  </m:r>
                                </m:sup>
                              </m:sSup>
                              <m:r>
                                <a:rPr lang="en-US" sz="1200" b="1" i="1" baseline="0" smtClean="0">
                                  <a:solidFill>
                                    <a:schemeClr val="tx1"/>
                                  </a:solidFill>
                                  <a:latin typeface="Cambria Math" panose="02040503050406030204" pitchFamily="18" charset="0"/>
                                  <a:ea typeface="Cambria Math" panose="02040503050406030204" pitchFamily="18" charset="0"/>
                                </a:rPr>
                                <m:t>×</m:t>
                              </m:r>
                              <m:sSup>
                                <m:sSupPr>
                                  <m:ctrlPr>
                                    <a:rPr lang="en-US" sz="1200" b="1" i="1" baseline="0" smtClean="0">
                                      <a:solidFill>
                                        <a:schemeClr val="tx1"/>
                                      </a:solidFill>
                                      <a:latin typeface="Cambria Math" panose="02040503050406030204" pitchFamily="18" charset="0"/>
                                      <a:ea typeface="Cambria Math" panose="02040503050406030204" pitchFamily="18" charset="0"/>
                                    </a:rPr>
                                  </m:ctrlPr>
                                </m:sSupPr>
                                <m:e>
                                  <m:r>
                                    <a:rPr lang="en-GB" sz="1200" b="1" i="1" baseline="0" smtClean="0">
                                      <a:solidFill>
                                        <a:schemeClr val="tx1"/>
                                      </a:solidFill>
                                      <a:latin typeface="Cambria Math" panose="02040503050406030204" pitchFamily="18" charset="0"/>
                                      <a:ea typeface="Cambria Math" panose="02040503050406030204" pitchFamily="18" charset="0"/>
                                    </a:rPr>
                                    <m:t>𝟑</m:t>
                                  </m:r>
                                  <m:r>
                                    <a:rPr lang="en-US" sz="1200" b="1" i="1" baseline="0" smtClean="0">
                                      <a:solidFill>
                                        <a:schemeClr val="tx1"/>
                                      </a:solidFill>
                                      <a:latin typeface="Cambria Math" panose="02040503050406030204" pitchFamily="18" charset="0"/>
                                      <a:ea typeface="Cambria Math" panose="02040503050406030204" pitchFamily="18" charset="0"/>
                                    </a:rPr>
                                    <m:t>𝒙</m:t>
                                  </m:r>
                                </m:e>
                                <m:sup>
                                  <m:r>
                                    <a:rPr lang="en-US" sz="1200" b="1" i="1" baseline="0" smtClean="0">
                                      <a:solidFill>
                                        <a:schemeClr val="tx1"/>
                                      </a:solidFill>
                                      <a:latin typeface="Cambria Math" panose="02040503050406030204" pitchFamily="18" charset="0"/>
                                      <a:ea typeface="Cambria Math" panose="02040503050406030204" pitchFamily="18" charset="0"/>
                                    </a:rPr>
                                    <m:t>𝟕</m:t>
                                  </m:r>
                                </m:sup>
                              </m:sSup>
                            </m:oMath>
                          </a14:m>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41023978"/>
                      </a:ext>
                    </a:extLst>
                  </a:tr>
                  <a:tr h="558399">
                    <a:tc>
                      <a:txBody>
                        <a:bodyPr/>
                        <a:lstStyle/>
                        <a:p>
                          <a:r>
                            <a:rPr lang="en-US" sz="1200">
                              <a:solidFill>
                                <a:schemeClr val="tx1"/>
                              </a:solidFill>
                            </a:rPr>
                            <a:t>Multiply the variables (add the indices)</a:t>
                          </a:r>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0251944"/>
                      </a:ext>
                    </a:extLst>
                  </a:tr>
                  <a:tr h="558399">
                    <a:tc>
                      <a:txBody>
                        <a:bodyPr/>
                        <a:lstStyle/>
                        <a:p>
                          <a:r>
                            <a:rPr lang="en-US" sz="1200" dirty="0">
                              <a:solidFill>
                                <a:schemeClr val="tx1"/>
                              </a:solidFill>
                            </a:rPr>
                            <a:t>Simplify</a:t>
                          </a:r>
                          <a:endParaRPr lang="en-US" sz="1200" baseline="0" dirty="0">
                            <a:solidFill>
                              <a:schemeClr val="tx1"/>
                            </a:solidFill>
                          </a:endParaRPr>
                        </a:p>
                        <a:p>
                          <a:r>
                            <a:rPr lang="en-US" sz="1200" baseline="0" dirty="0">
                              <a:solidFill>
                                <a:schemeClr val="tx1"/>
                              </a:solidFill>
                            </a:rPr>
                            <a:t>(put together)</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60838638"/>
                      </a:ext>
                    </a:extLst>
                  </a:tr>
                </a:tbl>
              </a:graphicData>
            </a:graphic>
          </p:graphicFrame>
        </mc:Choice>
        <mc:Fallback xmlns="">
          <p:graphicFrame>
            <p:nvGraphicFramePr>
              <p:cNvPr id="264" name="Table 263"/>
              <p:cNvGraphicFramePr>
                <a:graphicFrameLocks noGrp="1"/>
              </p:cNvGraphicFramePr>
              <p:nvPr>
                <p:extLst>
                  <p:ext uri="{D42A27DB-BD31-4B8C-83A1-F6EECF244321}">
                    <p14:modId xmlns:p14="http://schemas.microsoft.com/office/powerpoint/2010/main" val="859360492"/>
                  </p:ext>
                </p:extLst>
              </p:nvPr>
            </p:nvGraphicFramePr>
            <p:xfrm>
              <a:off x="67648" y="3541836"/>
              <a:ext cx="6689053" cy="2116812"/>
            </p:xfrm>
            <a:graphic>
              <a:graphicData uri="http://schemas.openxmlformats.org/drawingml/2006/table">
                <a:tbl>
                  <a:tblPr firstRow="1" bandRow="1">
                    <a:tableStyleId>{5C22544A-7EE6-4342-B048-85BDC9FD1C3A}</a:tableStyleId>
                  </a:tblPr>
                  <a:tblGrid>
                    <a:gridCol w="1460922">
                      <a:extLst>
                        <a:ext uri="{9D8B030D-6E8A-4147-A177-3AD203B41FA5}">
                          <a16:colId xmlns:a16="http://schemas.microsoft.com/office/drawing/2014/main" val="3124559182"/>
                        </a:ext>
                      </a:extLst>
                    </a:gridCol>
                    <a:gridCol w="1883605">
                      <a:extLst>
                        <a:ext uri="{9D8B030D-6E8A-4147-A177-3AD203B41FA5}">
                          <a16:colId xmlns:a16="http://schemas.microsoft.com/office/drawing/2014/main" val="1668930051"/>
                        </a:ext>
                      </a:extLst>
                    </a:gridCol>
                    <a:gridCol w="1752493">
                      <a:extLst>
                        <a:ext uri="{9D8B030D-6E8A-4147-A177-3AD203B41FA5}">
                          <a16:colId xmlns:a16="http://schemas.microsoft.com/office/drawing/2014/main" val="2873958374"/>
                        </a:ext>
                      </a:extLst>
                    </a:gridCol>
                    <a:gridCol w="1592033">
                      <a:extLst>
                        <a:ext uri="{9D8B030D-6E8A-4147-A177-3AD203B41FA5}">
                          <a16:colId xmlns:a16="http://schemas.microsoft.com/office/drawing/2014/main" val="2414775215"/>
                        </a:ext>
                      </a:extLst>
                    </a:gridCol>
                  </a:tblGrid>
                  <a:tr h="359934">
                    <a:tc>
                      <a:txBody>
                        <a:bodyPr/>
                        <a:lstStyle/>
                        <a:p>
                          <a:pPr algn="ctr"/>
                          <a:r>
                            <a:rPr lang="en-US" sz="1200">
                              <a:solidFill>
                                <a:schemeClr val="tx1"/>
                              </a:solidFill>
                            </a:rPr>
                            <a:t>Steps</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sz="1200" b="1">
                              <a:solidFill>
                                <a:schemeClr val="tx1"/>
                              </a:solidFill>
                            </a:rPr>
                            <a:t>Simplify</a:t>
                          </a:r>
                          <a:endParaRPr lang="en-GB" sz="1200" b="1">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sz="1200" b="0">
                              <a:solidFill>
                                <a:schemeClr val="tx1"/>
                              </a:solidFill>
                            </a:rPr>
                            <a:t>Simplify</a:t>
                          </a:r>
                          <a:endParaRPr lang="en-GB" sz="1200" b="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sz="1200" b="0">
                              <a:solidFill>
                                <a:schemeClr val="tx1"/>
                              </a:solidFill>
                            </a:rPr>
                            <a:t>Simplify</a:t>
                          </a:r>
                          <a:endParaRPr lang="en-GB" sz="1200" b="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47329628"/>
                      </a:ext>
                    </a:extLst>
                  </a:tr>
                  <a:tr h="558399">
                    <a:tc>
                      <a:txBody>
                        <a:bodyPr/>
                        <a:lstStyle/>
                        <a:p>
                          <a:r>
                            <a:rPr lang="en-US" sz="1200">
                              <a:solidFill>
                                <a:schemeClr val="tx1"/>
                              </a:solidFill>
                            </a:rPr>
                            <a:t>Multiply the coefficients.</a:t>
                          </a:r>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77994" t="-21107" r="-178317" b="-692"/>
                          </a:stretch>
                        </a:blipFill>
                      </a:tcPr>
                    </a:tc>
                    <a:tc rowSpan="3">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90972" t="-21107" r="-91319" b="-692"/>
                          </a:stretch>
                        </a:blipFill>
                      </a:tcPr>
                    </a:tc>
                    <a:tc rowSpan="3">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21073" t="-21107" r="-766" b="-692"/>
                          </a:stretch>
                        </a:blipFill>
                      </a:tcPr>
                    </a:tc>
                    <a:extLst>
                      <a:ext uri="{0D108BD9-81ED-4DB2-BD59-A6C34878D82A}">
                        <a16:rowId xmlns:a16="http://schemas.microsoft.com/office/drawing/2014/main" val="1541023978"/>
                      </a:ext>
                    </a:extLst>
                  </a:tr>
                  <a:tr h="640080">
                    <a:tc>
                      <a:txBody>
                        <a:bodyPr/>
                        <a:lstStyle/>
                        <a:p>
                          <a:r>
                            <a:rPr lang="en-US" sz="1200">
                              <a:solidFill>
                                <a:schemeClr val="tx1"/>
                              </a:solidFill>
                            </a:rPr>
                            <a:t>Multiply the variables (add the indices)</a:t>
                          </a:r>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0251944"/>
                      </a:ext>
                    </a:extLst>
                  </a:tr>
                  <a:tr h="558399">
                    <a:tc>
                      <a:txBody>
                        <a:bodyPr/>
                        <a:lstStyle/>
                        <a:p>
                          <a:r>
                            <a:rPr lang="en-US" sz="1200">
                              <a:solidFill>
                                <a:schemeClr val="tx1"/>
                              </a:solidFill>
                            </a:rPr>
                            <a:t>Simplify</a:t>
                          </a:r>
                          <a:endParaRPr lang="en-US" sz="1200" baseline="0">
                            <a:solidFill>
                              <a:schemeClr val="tx1"/>
                            </a:solidFill>
                          </a:endParaRPr>
                        </a:p>
                        <a:p>
                          <a:r>
                            <a:rPr lang="en-US" sz="1200" baseline="0">
                              <a:solidFill>
                                <a:schemeClr val="tx1"/>
                              </a:solidFill>
                            </a:rPr>
                            <a:t>(put together)</a:t>
                          </a:r>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60838638"/>
                      </a:ext>
                    </a:extLst>
                  </a:tr>
                </a:tbl>
              </a:graphicData>
            </a:graphic>
          </p:graphicFrame>
        </mc:Fallback>
      </mc:AlternateContent>
      <p:sp>
        <p:nvSpPr>
          <p:cNvPr id="221" name="TextBox 220">
            <a:extLst>
              <a:ext uri="{FF2B5EF4-FFF2-40B4-BE49-F238E27FC236}">
                <a16:creationId xmlns:a16="http://schemas.microsoft.com/office/drawing/2014/main" id="{244A782A-DC95-3049-82B4-7824915E73C9}"/>
              </a:ext>
            </a:extLst>
          </p:cNvPr>
          <p:cNvSpPr txBox="1"/>
          <p:nvPr/>
        </p:nvSpPr>
        <p:spPr>
          <a:xfrm>
            <a:off x="1270470" y="5710418"/>
            <a:ext cx="833049"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a:solidFill>
                  <a:prstClr val="black"/>
                </a:solidFill>
                <a:latin typeface="Calibri" panose="020F0502020204030204"/>
              </a:rPr>
              <a:t>9. </a:t>
            </a:r>
            <a:r>
              <a:rPr kumimoji="0" lang="en-GB" sz="1200" i="0" u="none" strike="noStrike" kern="1200" cap="none" spc="0" normalizeH="0" baseline="0" noProof="0">
                <a:ln>
                  <a:noFill/>
                </a:ln>
                <a:solidFill>
                  <a:prstClr val="black"/>
                </a:solidFill>
                <a:effectLst/>
                <a:uLnTx/>
                <a:uFillTx/>
                <a:latin typeface="Calibri" panose="020F0502020204030204"/>
              </a:rPr>
              <a:t>Simplify</a:t>
            </a:r>
          </a:p>
        </p:txBody>
      </p:sp>
      <p:sp>
        <p:nvSpPr>
          <p:cNvPr id="66" name="TextBox 65"/>
          <p:cNvSpPr txBox="1"/>
          <p:nvPr/>
        </p:nvSpPr>
        <p:spPr>
          <a:xfrm>
            <a:off x="1135362" y="31845"/>
            <a:ext cx="833049" cy="276999"/>
          </a:xfrm>
          <a:prstGeom prst="rect">
            <a:avLst/>
          </a:prstGeom>
          <a:noFill/>
        </p:spPr>
        <p:txBody>
          <a:bodyPr wrap="none" rtlCol="0">
            <a:spAutoFit/>
          </a:bodyPr>
          <a:lstStyle/>
          <a:p>
            <a:r>
              <a:rPr lang="en-US" sz="1200"/>
              <a:t>9. Simplify</a:t>
            </a:r>
            <a:endParaRPr lang="en-GB" sz="1200"/>
          </a:p>
        </p:txBody>
      </p:sp>
      <mc:AlternateContent xmlns:mc="http://schemas.openxmlformats.org/markup-compatibility/2006" xmlns:a14="http://schemas.microsoft.com/office/drawing/2010/main">
        <mc:Choice Requires="a14">
          <p:sp>
            <p:nvSpPr>
              <p:cNvPr id="8" name="TextBox 7"/>
              <p:cNvSpPr txBox="1"/>
              <p:nvPr/>
            </p:nvSpPr>
            <p:spPr>
              <a:xfrm>
                <a:off x="67649" y="6098912"/>
                <a:ext cx="995081"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𝑎</m:t>
                      </m:r>
                      <m:r>
                        <a:rPr lang="en-US" sz="1200" b="0" i="1" smtClean="0">
                          <a:latin typeface="Cambria Math" panose="02040503050406030204" pitchFamily="18" charset="0"/>
                        </a:rPr>
                        <m:t>) 2</m:t>
                      </m:r>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𝑥</m:t>
                          </m:r>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𝑥</m:t>
                          </m:r>
                        </m:e>
                        <m:sup>
                          <m:r>
                            <a:rPr lang="en-US" sz="1200" b="0" i="1" smtClean="0">
                              <a:latin typeface="Cambria Math" panose="02040503050406030204" pitchFamily="18" charset="0"/>
                            </a:rPr>
                            <m:t>3</m:t>
                          </m:r>
                        </m:sup>
                      </m:sSup>
                    </m:oMath>
                  </m:oMathPara>
                </a14:m>
                <a:endParaRPr lang="en-GB" sz="1200"/>
              </a:p>
            </p:txBody>
          </p:sp>
        </mc:Choice>
        <mc:Fallback xmlns="">
          <p:sp>
            <p:nvSpPr>
              <p:cNvPr id="8" name="TextBox 7"/>
              <p:cNvSpPr txBox="1">
                <a:spLocks noRot="1" noChangeAspect="1" noMove="1" noResize="1" noEditPoints="1" noAdjustHandles="1" noChangeArrowheads="1" noChangeShapeType="1" noTextEdit="1"/>
              </p:cNvSpPr>
              <p:nvPr/>
            </p:nvSpPr>
            <p:spPr>
              <a:xfrm>
                <a:off x="67649" y="6098912"/>
                <a:ext cx="995081" cy="276999"/>
              </a:xfrm>
              <a:prstGeom prst="rect">
                <a:avLst/>
              </a:prstGeom>
              <a:blipFill>
                <a:blip r:embed="rId3"/>
                <a:stretch>
                  <a:fillRect b="-869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0" name="TextBox 79"/>
              <p:cNvSpPr txBox="1"/>
              <p:nvPr/>
            </p:nvSpPr>
            <p:spPr>
              <a:xfrm>
                <a:off x="2295322" y="6110474"/>
                <a:ext cx="1055545"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𝑏</m:t>
                      </m:r>
                      <m:r>
                        <a:rPr lang="en-US" sz="1200" b="0" i="1" smtClean="0">
                          <a:latin typeface="Cambria Math" panose="02040503050406030204" pitchFamily="18" charset="0"/>
                        </a:rPr>
                        <m:t>) 4</m:t>
                      </m:r>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𝑥</m:t>
                          </m:r>
                        </m:e>
                        <m:sup>
                          <m:r>
                            <a:rPr lang="en-US" sz="1200" b="0" i="1" smtClean="0">
                              <a:latin typeface="Cambria Math" panose="02040503050406030204" pitchFamily="18" charset="0"/>
                            </a:rPr>
                            <m:t>7</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𝑥</m:t>
                          </m:r>
                        </m:e>
                        <m:sup>
                          <m:r>
                            <a:rPr lang="en-US" sz="1200" b="0" i="1" smtClean="0">
                              <a:latin typeface="Cambria Math" panose="02040503050406030204" pitchFamily="18" charset="0"/>
                            </a:rPr>
                            <m:t>10</m:t>
                          </m:r>
                        </m:sup>
                      </m:sSup>
                    </m:oMath>
                  </m:oMathPara>
                </a14:m>
                <a:endParaRPr lang="en-GB" sz="1200"/>
              </a:p>
            </p:txBody>
          </p:sp>
        </mc:Choice>
        <mc:Fallback xmlns="">
          <p:sp>
            <p:nvSpPr>
              <p:cNvPr id="80" name="TextBox 79"/>
              <p:cNvSpPr txBox="1">
                <a:spLocks noRot="1" noChangeAspect="1" noMove="1" noResize="1" noEditPoints="1" noAdjustHandles="1" noChangeArrowheads="1" noChangeShapeType="1" noTextEdit="1"/>
              </p:cNvSpPr>
              <p:nvPr/>
            </p:nvSpPr>
            <p:spPr>
              <a:xfrm>
                <a:off x="2295322" y="6110474"/>
                <a:ext cx="1055545" cy="276999"/>
              </a:xfrm>
              <a:prstGeom prst="rect">
                <a:avLst/>
              </a:prstGeom>
              <a:blipFill>
                <a:blip r:embed="rId4"/>
                <a:stretch>
                  <a:fillRect b="-869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1" name="TextBox 80"/>
              <p:cNvSpPr txBox="1"/>
              <p:nvPr/>
            </p:nvSpPr>
            <p:spPr>
              <a:xfrm>
                <a:off x="4547055" y="6100199"/>
                <a:ext cx="981744" cy="27911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𝑐</m:t>
                      </m:r>
                      <m:r>
                        <a:rPr lang="en-US" sz="1200" b="0" i="1" smtClean="0">
                          <a:latin typeface="Cambria Math" panose="02040503050406030204" pitchFamily="18" charset="0"/>
                        </a:rPr>
                        <m:t>) </m:t>
                      </m:r>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𝑥</m:t>
                          </m:r>
                        </m:e>
                        <m:sup>
                          <m:r>
                            <a:rPr lang="en-US" sz="1200" b="0" i="1" smtClean="0">
                              <a:latin typeface="Cambria Math" panose="02040503050406030204" pitchFamily="18" charset="0"/>
                            </a:rPr>
                            <m:t>5</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8</m:t>
                          </m:r>
                          <m:r>
                            <a:rPr lang="en-US" sz="1200" b="0" i="1" smtClean="0">
                              <a:latin typeface="Cambria Math" panose="02040503050406030204" pitchFamily="18" charset="0"/>
                            </a:rPr>
                            <m:t>𝑥</m:t>
                          </m:r>
                        </m:e>
                        <m:sup>
                          <m:r>
                            <a:rPr lang="en-US" sz="1200" b="0" i="1" smtClean="0">
                              <a:latin typeface="Cambria Math" panose="02040503050406030204" pitchFamily="18" charset="0"/>
                            </a:rPr>
                            <m:t>5</m:t>
                          </m:r>
                        </m:sup>
                      </m:sSup>
                    </m:oMath>
                  </m:oMathPara>
                </a14:m>
                <a:endParaRPr lang="en-GB" sz="1200"/>
              </a:p>
            </p:txBody>
          </p:sp>
        </mc:Choice>
        <mc:Fallback xmlns="">
          <p:sp>
            <p:nvSpPr>
              <p:cNvPr id="81" name="TextBox 80"/>
              <p:cNvSpPr txBox="1">
                <a:spLocks noRot="1" noChangeAspect="1" noMove="1" noResize="1" noEditPoints="1" noAdjustHandles="1" noChangeArrowheads="1" noChangeShapeType="1" noTextEdit="1"/>
              </p:cNvSpPr>
              <p:nvPr/>
            </p:nvSpPr>
            <p:spPr>
              <a:xfrm>
                <a:off x="4547055" y="6100199"/>
                <a:ext cx="981744" cy="279115"/>
              </a:xfrm>
              <a:prstGeom prst="rect">
                <a:avLst/>
              </a:prstGeom>
              <a:blipFill>
                <a:blip r:embed="rId5"/>
                <a:stretch>
                  <a:fillRect b="-1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2" name="TextBox 81"/>
              <p:cNvSpPr txBox="1"/>
              <p:nvPr/>
            </p:nvSpPr>
            <p:spPr>
              <a:xfrm>
                <a:off x="67649" y="7356011"/>
                <a:ext cx="1085938" cy="27911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𝑑</m:t>
                      </m:r>
                      <m:r>
                        <a:rPr lang="en-US" sz="1200" b="0" i="1" smtClean="0">
                          <a:latin typeface="Cambria Math" panose="02040503050406030204" pitchFamily="18" charset="0"/>
                        </a:rPr>
                        <m:t>) 2</m:t>
                      </m:r>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𝑥</m:t>
                          </m:r>
                        </m:e>
                        <m:sup>
                          <m:r>
                            <a:rPr lang="en-US" sz="1200" b="0" i="1" smtClean="0">
                              <a:latin typeface="Cambria Math" panose="02040503050406030204" pitchFamily="18" charset="0"/>
                            </a:rPr>
                            <m:t>3</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3</m:t>
                          </m:r>
                          <m:r>
                            <a:rPr lang="en-US" sz="1200" b="0" i="1" smtClean="0">
                              <a:latin typeface="Cambria Math" panose="02040503050406030204" pitchFamily="18" charset="0"/>
                            </a:rPr>
                            <m:t>𝑥</m:t>
                          </m:r>
                        </m:e>
                        <m:sup>
                          <m:r>
                            <a:rPr lang="en-US" sz="1200" b="0" i="1" smtClean="0">
                              <a:latin typeface="Cambria Math" panose="02040503050406030204" pitchFamily="18" charset="0"/>
                            </a:rPr>
                            <m:t>5</m:t>
                          </m:r>
                        </m:sup>
                      </m:sSup>
                    </m:oMath>
                  </m:oMathPara>
                </a14:m>
                <a:endParaRPr lang="en-GB" sz="1200"/>
              </a:p>
            </p:txBody>
          </p:sp>
        </mc:Choice>
        <mc:Fallback xmlns="">
          <p:sp>
            <p:nvSpPr>
              <p:cNvPr id="82" name="TextBox 81"/>
              <p:cNvSpPr txBox="1">
                <a:spLocks noRot="1" noChangeAspect="1" noMove="1" noResize="1" noEditPoints="1" noAdjustHandles="1" noChangeArrowheads="1" noChangeShapeType="1" noTextEdit="1"/>
              </p:cNvSpPr>
              <p:nvPr/>
            </p:nvSpPr>
            <p:spPr>
              <a:xfrm>
                <a:off x="67649" y="7356011"/>
                <a:ext cx="1085938" cy="279115"/>
              </a:xfrm>
              <a:prstGeom prst="rect">
                <a:avLst/>
              </a:prstGeom>
              <a:blipFill>
                <a:blip r:embed="rId6"/>
                <a:stretch>
                  <a:fillRect b="-1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3" name="TextBox 82"/>
              <p:cNvSpPr txBox="1"/>
              <p:nvPr/>
            </p:nvSpPr>
            <p:spPr>
              <a:xfrm>
                <a:off x="2279227" y="7344649"/>
                <a:ext cx="1071640"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𝑒</m:t>
                      </m:r>
                      <m:r>
                        <a:rPr lang="en-US" sz="1200" b="0" i="1" smtClean="0">
                          <a:latin typeface="Cambria Math" panose="02040503050406030204" pitchFamily="18" charset="0"/>
                        </a:rPr>
                        <m:t>) 4</m:t>
                      </m:r>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𝑥</m:t>
                          </m:r>
                        </m:e>
                        <m:sup>
                          <m:r>
                            <a:rPr lang="en-US" sz="1200" b="0" i="1" smtClean="0">
                              <a:latin typeface="Cambria Math" panose="02040503050406030204" pitchFamily="18" charset="0"/>
                            </a:rPr>
                            <m:t>8</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4</m:t>
                          </m:r>
                          <m:r>
                            <a:rPr lang="en-US" sz="1200" b="0" i="1" smtClean="0">
                              <a:latin typeface="Cambria Math" panose="02040503050406030204" pitchFamily="18" charset="0"/>
                            </a:rPr>
                            <m:t>𝑥</m:t>
                          </m:r>
                        </m:e>
                        <m:sup>
                          <m:r>
                            <a:rPr lang="en-US" sz="1200" b="0" i="1" smtClean="0">
                              <a:latin typeface="Cambria Math" panose="02040503050406030204" pitchFamily="18" charset="0"/>
                            </a:rPr>
                            <m:t>2</m:t>
                          </m:r>
                        </m:sup>
                      </m:sSup>
                    </m:oMath>
                  </m:oMathPara>
                </a14:m>
                <a:endParaRPr lang="en-GB" sz="1200"/>
              </a:p>
            </p:txBody>
          </p:sp>
        </mc:Choice>
        <mc:Fallback xmlns="">
          <p:sp>
            <p:nvSpPr>
              <p:cNvPr id="83" name="TextBox 82"/>
              <p:cNvSpPr txBox="1">
                <a:spLocks noRot="1" noChangeAspect="1" noMove="1" noResize="1" noEditPoints="1" noAdjustHandles="1" noChangeArrowheads="1" noChangeShapeType="1" noTextEdit="1"/>
              </p:cNvSpPr>
              <p:nvPr/>
            </p:nvSpPr>
            <p:spPr>
              <a:xfrm>
                <a:off x="2279227" y="7344649"/>
                <a:ext cx="1071640" cy="276999"/>
              </a:xfrm>
              <a:prstGeom prst="rect">
                <a:avLst/>
              </a:prstGeom>
              <a:blipFill>
                <a:blip r:embed="rId7"/>
                <a:stretch>
                  <a:fillRect b="-1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4" name="TextBox 83"/>
              <p:cNvSpPr txBox="1"/>
              <p:nvPr/>
            </p:nvSpPr>
            <p:spPr>
              <a:xfrm>
                <a:off x="4523973" y="7331774"/>
                <a:ext cx="1004826"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𝑓</m:t>
                      </m:r>
                      <m:r>
                        <a:rPr lang="en-US" sz="1200" b="0" i="1" smtClean="0">
                          <a:latin typeface="Cambria Math" panose="02040503050406030204" pitchFamily="18" charset="0"/>
                        </a:rPr>
                        <m:t>) </m:t>
                      </m:r>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5</m:t>
                          </m:r>
                          <m:r>
                            <a:rPr lang="en-US" sz="1200" b="0" i="1" smtClean="0">
                              <a:latin typeface="Cambria Math" panose="02040503050406030204" pitchFamily="18" charset="0"/>
                            </a:rPr>
                            <m:t>𝑥</m:t>
                          </m:r>
                        </m:e>
                        <m:sup>
                          <m:r>
                            <a:rPr lang="en-US" sz="1200" b="0" i="1" smtClean="0">
                              <a:latin typeface="Cambria Math" panose="02040503050406030204" pitchFamily="18" charset="0"/>
                            </a:rPr>
                            <m:t>2</m:t>
                          </m:r>
                        </m:sup>
                      </m:sSup>
                      <m:r>
                        <a:rPr lang="en-US" sz="1200" b="0" i="1" smtClean="0">
                          <a:latin typeface="Cambria Math" panose="02040503050406030204" pitchFamily="18" charset="0"/>
                        </a:rPr>
                        <m:t>×3</m:t>
                      </m:r>
                      <m:r>
                        <a:rPr lang="en-US" sz="1200" b="0" i="1" smtClean="0">
                          <a:latin typeface="Cambria Math" panose="02040503050406030204" pitchFamily="18" charset="0"/>
                        </a:rPr>
                        <m:t>𝑥</m:t>
                      </m:r>
                    </m:oMath>
                  </m:oMathPara>
                </a14:m>
                <a:endParaRPr lang="en-GB" sz="1200"/>
              </a:p>
            </p:txBody>
          </p:sp>
        </mc:Choice>
        <mc:Fallback xmlns="">
          <p:sp>
            <p:nvSpPr>
              <p:cNvPr id="84" name="TextBox 83"/>
              <p:cNvSpPr txBox="1">
                <a:spLocks noRot="1" noChangeAspect="1" noMove="1" noResize="1" noEditPoints="1" noAdjustHandles="1" noChangeArrowheads="1" noChangeShapeType="1" noTextEdit="1"/>
              </p:cNvSpPr>
              <p:nvPr/>
            </p:nvSpPr>
            <p:spPr>
              <a:xfrm>
                <a:off x="4523973" y="7331774"/>
                <a:ext cx="1004826" cy="276999"/>
              </a:xfrm>
              <a:prstGeom prst="rect">
                <a:avLst/>
              </a:prstGeom>
              <a:blipFill>
                <a:blip r:embed="rId8"/>
                <a:stretch>
                  <a:fillRect b="-1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5" name="TextBox 84"/>
              <p:cNvSpPr txBox="1"/>
              <p:nvPr/>
            </p:nvSpPr>
            <p:spPr>
              <a:xfrm>
                <a:off x="88234" y="8545667"/>
                <a:ext cx="1088503"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𝑔</m:t>
                      </m:r>
                      <m:r>
                        <a:rPr lang="en-US" sz="1200" b="0" i="1" smtClean="0">
                          <a:latin typeface="Cambria Math" panose="02040503050406030204" pitchFamily="18" charset="0"/>
                        </a:rPr>
                        <m:t>) 7</m:t>
                      </m:r>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𝑥</m:t>
                          </m:r>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4</m:t>
                          </m:r>
                          <m:r>
                            <a:rPr lang="en-US" sz="1200" b="0" i="1" smtClean="0">
                              <a:latin typeface="Cambria Math" panose="02040503050406030204" pitchFamily="18" charset="0"/>
                            </a:rPr>
                            <m:t>𝑥</m:t>
                          </m:r>
                        </m:e>
                        <m:sup>
                          <m:r>
                            <a:rPr lang="en-US" sz="1200" b="0" i="1" smtClean="0">
                              <a:latin typeface="Cambria Math" panose="02040503050406030204" pitchFamily="18" charset="0"/>
                            </a:rPr>
                            <m:t>8</m:t>
                          </m:r>
                        </m:sup>
                      </m:sSup>
                    </m:oMath>
                  </m:oMathPara>
                </a14:m>
                <a:endParaRPr lang="en-GB" sz="1200"/>
              </a:p>
            </p:txBody>
          </p:sp>
        </mc:Choice>
        <mc:Fallback xmlns="">
          <p:sp>
            <p:nvSpPr>
              <p:cNvPr id="85" name="TextBox 84"/>
              <p:cNvSpPr txBox="1">
                <a:spLocks noRot="1" noChangeAspect="1" noMove="1" noResize="1" noEditPoints="1" noAdjustHandles="1" noChangeArrowheads="1" noChangeShapeType="1" noTextEdit="1"/>
              </p:cNvSpPr>
              <p:nvPr/>
            </p:nvSpPr>
            <p:spPr>
              <a:xfrm>
                <a:off x="88234" y="8545667"/>
                <a:ext cx="1088503" cy="276999"/>
              </a:xfrm>
              <a:prstGeom prst="rect">
                <a:avLst/>
              </a:prstGeom>
              <a:blipFill>
                <a:blip r:embed="rId9"/>
                <a:stretch>
                  <a:fillRect b="-1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6" name="TextBox 85"/>
              <p:cNvSpPr txBox="1"/>
              <p:nvPr/>
            </p:nvSpPr>
            <p:spPr>
              <a:xfrm>
                <a:off x="2328770" y="8545667"/>
                <a:ext cx="1226298"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h</m:t>
                      </m:r>
                      <m:r>
                        <a:rPr lang="en-US" sz="1200" b="0" i="1" smtClean="0">
                          <a:latin typeface="Cambria Math" panose="02040503050406030204" pitchFamily="18" charset="0"/>
                        </a:rPr>
                        <m:t>) 4</m:t>
                      </m:r>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𝑥</m:t>
                          </m:r>
                        </m:e>
                        <m:sup>
                          <m:r>
                            <a:rPr lang="en-US" sz="1200" b="0" i="1" smtClean="0">
                              <a:latin typeface="Cambria Math" panose="02040503050406030204" pitchFamily="18" charset="0"/>
                            </a:rPr>
                            <m:t>10</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10</m:t>
                          </m:r>
                          <m:r>
                            <a:rPr lang="en-US" sz="1200" b="0" i="1" smtClean="0">
                              <a:latin typeface="Cambria Math" panose="02040503050406030204" pitchFamily="18" charset="0"/>
                            </a:rPr>
                            <m:t>𝑥</m:t>
                          </m:r>
                        </m:e>
                        <m:sup>
                          <m:r>
                            <a:rPr lang="en-US" sz="1200" b="0" i="1" smtClean="0">
                              <a:latin typeface="Cambria Math" panose="02040503050406030204" pitchFamily="18" charset="0"/>
                            </a:rPr>
                            <m:t>2</m:t>
                          </m:r>
                        </m:sup>
                      </m:sSup>
                    </m:oMath>
                  </m:oMathPara>
                </a14:m>
                <a:endParaRPr lang="en-GB" sz="1200"/>
              </a:p>
            </p:txBody>
          </p:sp>
        </mc:Choice>
        <mc:Fallback xmlns="">
          <p:sp>
            <p:nvSpPr>
              <p:cNvPr id="86" name="TextBox 85"/>
              <p:cNvSpPr txBox="1">
                <a:spLocks noRot="1" noChangeAspect="1" noMove="1" noResize="1" noEditPoints="1" noAdjustHandles="1" noChangeArrowheads="1" noChangeShapeType="1" noTextEdit="1"/>
              </p:cNvSpPr>
              <p:nvPr/>
            </p:nvSpPr>
            <p:spPr>
              <a:xfrm>
                <a:off x="2328770" y="8545667"/>
                <a:ext cx="1226298" cy="276999"/>
              </a:xfrm>
              <a:prstGeom prst="rect">
                <a:avLst/>
              </a:prstGeom>
              <a:blipFill>
                <a:blip r:embed="rId10"/>
                <a:stretch>
                  <a:fillRect b="-1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7" name="TextBox 86"/>
              <p:cNvSpPr txBox="1"/>
              <p:nvPr/>
            </p:nvSpPr>
            <p:spPr>
              <a:xfrm>
                <a:off x="4498871" y="8545410"/>
                <a:ext cx="1044260" cy="27911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𝑖</m:t>
                      </m:r>
                      <m:r>
                        <a:rPr lang="en-US" sz="1200" b="0" i="1" smtClean="0">
                          <a:latin typeface="Cambria Math" panose="02040503050406030204" pitchFamily="18" charset="0"/>
                        </a:rPr>
                        <m:t>) </m:t>
                      </m:r>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3</m:t>
                          </m:r>
                          <m:r>
                            <a:rPr lang="en-US" sz="1200" b="0" i="1" smtClean="0">
                              <a:latin typeface="Cambria Math" panose="02040503050406030204" pitchFamily="18" charset="0"/>
                            </a:rPr>
                            <m:t>𝑥</m:t>
                          </m:r>
                        </m:e>
                        <m:sup>
                          <m:r>
                            <a:rPr lang="en-US" sz="1200" b="0" i="1" smtClean="0">
                              <a:latin typeface="Cambria Math" panose="02040503050406030204" pitchFamily="18" charset="0"/>
                            </a:rPr>
                            <m:t>5</m:t>
                          </m:r>
                        </m:sup>
                      </m:sSup>
                      <m:r>
                        <a:rPr lang="en-US" sz="1200" b="0" i="1" smtClean="0">
                          <a:latin typeface="Cambria Math" panose="02040503050406030204" pitchFamily="18" charset="0"/>
                        </a:rPr>
                        <m:t>×8</m:t>
                      </m:r>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𝑥</m:t>
                          </m:r>
                        </m:e>
                        <m:sup>
                          <m:r>
                            <a:rPr lang="en-US" sz="1200" b="0" i="1" smtClean="0">
                              <a:latin typeface="Cambria Math" panose="02040503050406030204" pitchFamily="18" charset="0"/>
                            </a:rPr>
                            <m:t>5</m:t>
                          </m:r>
                        </m:sup>
                      </m:sSup>
                    </m:oMath>
                  </m:oMathPara>
                </a14:m>
                <a:endParaRPr lang="en-GB" sz="1200"/>
              </a:p>
            </p:txBody>
          </p:sp>
        </mc:Choice>
        <mc:Fallback xmlns="">
          <p:sp>
            <p:nvSpPr>
              <p:cNvPr id="87" name="TextBox 86"/>
              <p:cNvSpPr txBox="1">
                <a:spLocks noRot="1" noChangeAspect="1" noMove="1" noResize="1" noEditPoints="1" noAdjustHandles="1" noChangeArrowheads="1" noChangeShapeType="1" noTextEdit="1"/>
              </p:cNvSpPr>
              <p:nvPr/>
            </p:nvSpPr>
            <p:spPr>
              <a:xfrm>
                <a:off x="4498871" y="8545410"/>
                <a:ext cx="1044260" cy="279115"/>
              </a:xfrm>
              <a:prstGeom prst="rect">
                <a:avLst/>
              </a:prstGeom>
              <a:blipFill>
                <a:blip r:embed="rId11"/>
                <a:stretch>
                  <a:fillRect b="-8696"/>
                </a:stretch>
              </a:blipFill>
            </p:spPr>
            <p:txBody>
              <a:bodyPr/>
              <a:lstStyle/>
              <a:p>
                <a:r>
                  <a:rPr lang="en-US">
                    <a:noFill/>
                  </a:rPr>
                  <a:t> </a:t>
                </a:r>
              </a:p>
            </p:txBody>
          </p:sp>
        </mc:Fallback>
      </mc:AlternateContent>
      <p:sp>
        <p:nvSpPr>
          <p:cNvPr id="5" name="Rectangle 4">
            <a:extLst>
              <a:ext uri="{FF2B5EF4-FFF2-40B4-BE49-F238E27FC236}">
                <a16:creationId xmlns:a16="http://schemas.microsoft.com/office/drawing/2014/main" id="{82C8A2F4-78CC-17F5-A172-FD29A904047D}"/>
              </a:ext>
            </a:extLst>
          </p:cNvPr>
          <p:cNvSpPr/>
          <p:nvPr/>
        </p:nvSpPr>
        <p:spPr>
          <a:xfrm>
            <a:off x="111831" y="5669529"/>
            <a:ext cx="1064816" cy="353890"/>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100"/>
              <a:t>INDEPENDENT PRACTICE</a:t>
            </a:r>
          </a:p>
        </p:txBody>
      </p:sp>
      <p:sp>
        <p:nvSpPr>
          <p:cNvPr id="6" name="Rectangle 5">
            <a:extLst>
              <a:ext uri="{FF2B5EF4-FFF2-40B4-BE49-F238E27FC236}">
                <a16:creationId xmlns:a16="http://schemas.microsoft.com/office/drawing/2014/main" id="{FDEA2F7D-BD86-D5BC-CFB1-D84FDEADDAFC}"/>
              </a:ext>
            </a:extLst>
          </p:cNvPr>
          <p:cNvSpPr/>
          <p:nvPr/>
        </p:nvSpPr>
        <p:spPr>
          <a:xfrm>
            <a:off x="67649" y="21108"/>
            <a:ext cx="1064816" cy="353890"/>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100"/>
              <a:t>INDEPENDENT PRACTICE</a:t>
            </a:r>
          </a:p>
        </p:txBody>
      </p:sp>
      <mc:AlternateContent xmlns:mc="http://schemas.openxmlformats.org/markup-compatibility/2006" xmlns:a14="http://schemas.microsoft.com/office/drawing/2010/main">
        <mc:Choice Requires="a14">
          <p:graphicFrame>
            <p:nvGraphicFramePr>
              <p:cNvPr id="7" name="Table 9">
                <a:extLst>
                  <a:ext uri="{FF2B5EF4-FFF2-40B4-BE49-F238E27FC236}">
                    <a16:creationId xmlns:a16="http://schemas.microsoft.com/office/drawing/2014/main" id="{A80AC612-CCD7-8329-0198-C92A43F525D3}"/>
                  </a:ext>
                </a:extLst>
              </p:cNvPr>
              <p:cNvGraphicFramePr>
                <a:graphicFrameLocks noGrp="1"/>
              </p:cNvGraphicFramePr>
              <p:nvPr>
                <p:extLst>
                  <p:ext uri="{D42A27DB-BD31-4B8C-83A1-F6EECF244321}">
                    <p14:modId xmlns:p14="http://schemas.microsoft.com/office/powerpoint/2010/main" val="1765820447"/>
                  </p:ext>
                </p:extLst>
              </p:nvPr>
            </p:nvGraphicFramePr>
            <p:xfrm>
              <a:off x="101296" y="365404"/>
              <a:ext cx="6655408" cy="2853942"/>
            </p:xfrm>
            <a:graphic>
              <a:graphicData uri="http://schemas.openxmlformats.org/drawingml/2006/table">
                <a:tbl>
                  <a:tblPr>
                    <a:tableStyleId>{5C22544A-7EE6-4342-B048-85BDC9FD1C3A}</a:tableStyleId>
                  </a:tblPr>
                  <a:tblGrid>
                    <a:gridCol w="1663852">
                      <a:extLst>
                        <a:ext uri="{9D8B030D-6E8A-4147-A177-3AD203B41FA5}">
                          <a16:colId xmlns:a16="http://schemas.microsoft.com/office/drawing/2014/main" val="3642547164"/>
                        </a:ext>
                      </a:extLst>
                    </a:gridCol>
                    <a:gridCol w="1663852">
                      <a:extLst>
                        <a:ext uri="{9D8B030D-6E8A-4147-A177-3AD203B41FA5}">
                          <a16:colId xmlns:a16="http://schemas.microsoft.com/office/drawing/2014/main" val="1628339999"/>
                        </a:ext>
                      </a:extLst>
                    </a:gridCol>
                    <a:gridCol w="1663852">
                      <a:extLst>
                        <a:ext uri="{9D8B030D-6E8A-4147-A177-3AD203B41FA5}">
                          <a16:colId xmlns:a16="http://schemas.microsoft.com/office/drawing/2014/main" val="2843216093"/>
                        </a:ext>
                      </a:extLst>
                    </a:gridCol>
                    <a:gridCol w="1663852">
                      <a:extLst>
                        <a:ext uri="{9D8B030D-6E8A-4147-A177-3AD203B41FA5}">
                          <a16:colId xmlns:a16="http://schemas.microsoft.com/office/drawing/2014/main" val="2368608426"/>
                        </a:ext>
                      </a:extLst>
                    </a:gridCol>
                  </a:tblGrid>
                  <a:tr h="951314">
                    <a:tc>
                      <a:txBody>
                        <a:bodyPr/>
                        <a:lstStyle/>
                        <a:p>
                          <a:r>
                            <a:rPr lang="en-GB" sz="1200" dirty="0"/>
                            <a:t>a) </a:t>
                          </a:r>
                          <a14:m>
                            <m:oMath xmlns:m="http://schemas.openxmlformats.org/officeDocument/2006/math">
                              <m:sSup>
                                <m:sSupPr>
                                  <m:ctrlPr>
                                    <a:rPr lang="en-US" sz="1200" b="0" i="1" dirty="0" smtClean="0">
                                      <a:solidFill>
                                        <a:srgbClr val="000000"/>
                                      </a:solidFill>
                                      <a:latin typeface="Cambria Math" panose="02040503050406030204" pitchFamily="18" charset="0"/>
                                    </a:rPr>
                                  </m:ctrlPr>
                                </m:sSupPr>
                                <m:e>
                                  <m:r>
                                    <a:rPr lang="en-GB" sz="1200" i="1" dirty="0" smtClean="0">
                                      <a:solidFill>
                                        <a:srgbClr val="000000"/>
                                      </a:solidFill>
                                      <a:latin typeface="Cambria Math" panose="02040503050406030204" pitchFamily="18" charset="0"/>
                                    </a:rPr>
                                    <m:t>𝑥</m:t>
                                  </m:r>
                                </m:e>
                                <m:sup>
                                  <m:r>
                                    <a:rPr lang="en-US" sz="1200" b="0" i="1" dirty="0" smtClean="0">
                                      <a:solidFill>
                                        <a:srgbClr val="000000"/>
                                      </a:solidFill>
                                      <a:latin typeface="Cambria Math" panose="02040503050406030204" pitchFamily="18" charset="0"/>
                                    </a:rPr>
                                    <m:t>5</m:t>
                                  </m:r>
                                </m:sup>
                              </m:sSup>
                              <m:r>
                                <a:rPr lang="en-US" sz="1200" b="0" i="1" dirty="0" smtClean="0">
                                  <a:solidFill>
                                    <a:srgbClr val="000000"/>
                                  </a:solidFill>
                                  <a:latin typeface="Cambria Math" panose="02040503050406030204" pitchFamily="18" charset="0"/>
                                </a:rPr>
                                <m:t>×</m:t>
                              </m:r>
                              <m:sSup>
                                <m:sSupPr>
                                  <m:ctrlPr>
                                    <a:rPr lang="en-US" sz="1200" b="0" i="1" dirty="0" smtClean="0">
                                      <a:solidFill>
                                        <a:srgbClr val="000000"/>
                                      </a:solidFill>
                                      <a:latin typeface="Cambria Math" panose="02040503050406030204" pitchFamily="18" charset="0"/>
                                    </a:rPr>
                                  </m:ctrlPr>
                                </m:sSupPr>
                                <m:e>
                                  <m:r>
                                    <a:rPr lang="en-US" sz="1200" b="0" i="1" dirty="0" smtClean="0">
                                      <a:solidFill>
                                        <a:srgbClr val="000000"/>
                                      </a:solidFill>
                                      <a:latin typeface="Cambria Math" panose="02040503050406030204" pitchFamily="18" charset="0"/>
                                    </a:rPr>
                                    <m:t>𝑥</m:t>
                                  </m:r>
                                </m:e>
                                <m:sup>
                                  <m:r>
                                    <a:rPr lang="en-US" sz="1200" b="0" i="1" dirty="0" smtClean="0">
                                      <a:solidFill>
                                        <a:srgbClr val="000000"/>
                                      </a:solidFill>
                                      <a:latin typeface="Cambria Math" panose="02040503050406030204" pitchFamily="18" charset="0"/>
                                    </a:rPr>
                                    <m:t>−8</m:t>
                                  </m:r>
                                </m:sup>
                              </m:sSup>
                            </m:oMath>
                          </a14:m>
                          <a:endParaRPr lang="en-GB" sz="1200" dirty="0"/>
                        </a:p>
                        <a:p>
                          <a:endParaRPr lang="en-GB" sz="1200" dirty="0"/>
                        </a:p>
                        <a:p>
                          <a:pPr algn="ctr"/>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b) </a:t>
                          </a:r>
                          <a14:m>
                            <m:oMath xmlns:m="http://schemas.openxmlformats.org/officeDocument/2006/math">
                              <m:sSup>
                                <m:sSupPr>
                                  <m:ctrlPr>
                                    <a:rPr lang="en-US" sz="1200" b="0" i="1" dirty="0" smtClean="0">
                                      <a:solidFill>
                                        <a:srgbClr val="000000"/>
                                      </a:solidFill>
                                      <a:latin typeface="Cambria Math" panose="02040503050406030204" pitchFamily="18" charset="0"/>
                                    </a:rPr>
                                  </m:ctrlPr>
                                </m:sSupPr>
                                <m:e>
                                  <m:r>
                                    <a:rPr lang="en-GB" sz="1200" i="1" dirty="0" smtClean="0">
                                      <a:solidFill>
                                        <a:srgbClr val="000000"/>
                                      </a:solidFill>
                                      <a:latin typeface="Cambria Math" panose="02040503050406030204" pitchFamily="18" charset="0"/>
                                    </a:rPr>
                                    <m:t>𝑎</m:t>
                                  </m:r>
                                </m:e>
                                <m:sup>
                                  <m:r>
                                    <a:rPr lang="en-US" sz="1200" b="0" i="1" dirty="0" smtClean="0">
                                      <a:solidFill>
                                        <a:srgbClr val="000000"/>
                                      </a:solidFill>
                                      <a:latin typeface="Cambria Math" panose="02040503050406030204" pitchFamily="18" charset="0"/>
                                    </a:rPr>
                                    <m:t>−7</m:t>
                                  </m:r>
                                </m:sup>
                              </m:sSup>
                              <m:r>
                                <a:rPr lang="en-US" sz="1200" b="0" i="1" dirty="0" smtClean="0">
                                  <a:solidFill>
                                    <a:srgbClr val="000000"/>
                                  </a:solidFill>
                                  <a:latin typeface="Cambria Math" panose="02040503050406030204" pitchFamily="18" charset="0"/>
                                </a:rPr>
                                <m:t>×</m:t>
                              </m:r>
                              <m:sSup>
                                <m:sSupPr>
                                  <m:ctrlPr>
                                    <a:rPr lang="en-US" sz="1200" b="0" i="1" dirty="0" smtClean="0">
                                      <a:solidFill>
                                        <a:srgbClr val="000000"/>
                                      </a:solidFill>
                                      <a:latin typeface="Cambria Math" panose="02040503050406030204" pitchFamily="18" charset="0"/>
                                    </a:rPr>
                                  </m:ctrlPr>
                                </m:sSupPr>
                                <m:e>
                                  <m:r>
                                    <a:rPr lang="en-US" sz="1200" b="0" i="1" dirty="0" smtClean="0">
                                      <a:solidFill>
                                        <a:srgbClr val="000000"/>
                                      </a:solidFill>
                                      <a:latin typeface="Cambria Math" panose="02040503050406030204" pitchFamily="18" charset="0"/>
                                    </a:rPr>
                                    <m:t>𝑎</m:t>
                                  </m:r>
                                </m:e>
                                <m:sup>
                                  <m:r>
                                    <a:rPr lang="en-US" sz="1200" b="0" i="1" dirty="0" smtClean="0">
                                      <a:solidFill>
                                        <a:srgbClr val="000000"/>
                                      </a:solidFill>
                                      <a:latin typeface="Cambria Math" panose="02040503050406030204" pitchFamily="18" charset="0"/>
                                    </a:rPr>
                                    <m:t>4</m:t>
                                  </m:r>
                                </m:sup>
                              </m:sSup>
                            </m:oMath>
                          </a14:m>
                          <a:endParaRPr lang="en-GB" sz="1200" dirty="0"/>
                        </a:p>
                        <a:p>
                          <a:endParaRPr lang="en-GB" sz="1200" dirty="0"/>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c) </a:t>
                          </a:r>
                          <a14:m>
                            <m:oMath xmlns:m="http://schemas.openxmlformats.org/officeDocument/2006/math">
                              <m:sSup>
                                <m:sSupPr>
                                  <m:ctrlPr>
                                    <a:rPr lang="en-US" sz="1200" b="0" i="1" dirty="0" smtClean="0">
                                      <a:solidFill>
                                        <a:srgbClr val="000000"/>
                                      </a:solidFill>
                                      <a:latin typeface="Cambria Math" panose="02040503050406030204" pitchFamily="18" charset="0"/>
                                    </a:rPr>
                                  </m:ctrlPr>
                                </m:sSupPr>
                                <m:e>
                                  <m:r>
                                    <a:rPr lang="en-GB" sz="1200" i="1" dirty="0" smtClean="0">
                                      <a:solidFill>
                                        <a:srgbClr val="000000"/>
                                      </a:solidFill>
                                      <a:latin typeface="Cambria Math" panose="02040503050406030204" pitchFamily="18" charset="0"/>
                                    </a:rPr>
                                    <m:t>𝑥</m:t>
                                  </m:r>
                                </m:e>
                                <m:sup>
                                  <m:r>
                                    <a:rPr lang="en-US" sz="1200" b="0" i="1" dirty="0" smtClean="0">
                                      <a:solidFill>
                                        <a:srgbClr val="000000"/>
                                      </a:solidFill>
                                      <a:latin typeface="Cambria Math" panose="02040503050406030204" pitchFamily="18" charset="0"/>
                                    </a:rPr>
                                    <m:t>−2</m:t>
                                  </m:r>
                                </m:sup>
                              </m:sSup>
                              <m:r>
                                <a:rPr lang="en-US" sz="1200" b="0" i="1" dirty="0" smtClean="0">
                                  <a:solidFill>
                                    <a:srgbClr val="000000"/>
                                  </a:solidFill>
                                  <a:latin typeface="Cambria Math" panose="02040503050406030204" pitchFamily="18" charset="0"/>
                                </a:rPr>
                                <m:t>×</m:t>
                              </m:r>
                              <m:sSup>
                                <m:sSupPr>
                                  <m:ctrlPr>
                                    <a:rPr lang="en-US" sz="1200" b="0" i="1" dirty="0" smtClean="0">
                                      <a:solidFill>
                                        <a:srgbClr val="000000"/>
                                      </a:solidFill>
                                      <a:latin typeface="Cambria Math" panose="02040503050406030204" pitchFamily="18" charset="0"/>
                                    </a:rPr>
                                  </m:ctrlPr>
                                </m:sSupPr>
                                <m:e>
                                  <m:r>
                                    <a:rPr lang="en-US" sz="1200" b="0" i="1" dirty="0" smtClean="0">
                                      <a:solidFill>
                                        <a:srgbClr val="000000"/>
                                      </a:solidFill>
                                      <a:latin typeface="Cambria Math" panose="02040503050406030204" pitchFamily="18" charset="0"/>
                                    </a:rPr>
                                    <m:t>𝑥</m:t>
                                  </m:r>
                                </m:e>
                                <m:sup>
                                  <m:r>
                                    <a:rPr lang="en-US" sz="1200" b="0" i="1" dirty="0" smtClean="0">
                                      <a:solidFill>
                                        <a:srgbClr val="000000"/>
                                      </a:solidFill>
                                      <a:latin typeface="Cambria Math" panose="02040503050406030204" pitchFamily="18" charset="0"/>
                                    </a:rPr>
                                    <m:t>−2</m:t>
                                  </m:r>
                                </m:sup>
                              </m:sSup>
                            </m:oMath>
                          </a14:m>
                          <a:endParaRPr lang="en-GB" sz="1200" dirty="0"/>
                        </a:p>
                        <a:p>
                          <a:endParaRPr lang="en-GB" sz="1200" dirty="0"/>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d) </a:t>
                          </a:r>
                          <a14:m>
                            <m:oMath xmlns:m="http://schemas.openxmlformats.org/officeDocument/2006/math">
                              <m:sSup>
                                <m:sSupPr>
                                  <m:ctrlPr>
                                    <a:rPr lang="en-US" sz="1200" b="0" i="1" smtClean="0">
                                      <a:solidFill>
                                        <a:srgbClr val="000000"/>
                                      </a:solidFill>
                                      <a:latin typeface="Cambria Math" panose="02040503050406030204" pitchFamily="18" charset="0"/>
                                    </a:rPr>
                                  </m:ctrlPr>
                                </m:sSupPr>
                                <m:e>
                                  <m:r>
                                    <a:rPr lang="en-US" sz="1200" b="0" i="1" smtClean="0">
                                      <a:solidFill>
                                        <a:srgbClr val="000000"/>
                                      </a:solidFill>
                                      <a:latin typeface="Cambria Math" panose="02040503050406030204" pitchFamily="18" charset="0"/>
                                    </a:rPr>
                                    <m:t>𝑐</m:t>
                                  </m:r>
                                </m:e>
                                <m:sup>
                                  <m:r>
                                    <a:rPr lang="en-US" sz="1200" b="0" i="1" smtClean="0">
                                      <a:solidFill>
                                        <a:srgbClr val="000000"/>
                                      </a:solidFill>
                                      <a:latin typeface="Cambria Math" panose="02040503050406030204" pitchFamily="18" charset="0"/>
                                    </a:rPr>
                                    <m:t>12</m:t>
                                  </m:r>
                                </m:sup>
                              </m:sSup>
                              <m:r>
                                <a:rPr lang="en-US" sz="1200" b="0" i="1" smtClean="0">
                                  <a:solidFill>
                                    <a:srgbClr val="000000"/>
                                  </a:solidFill>
                                  <a:latin typeface="Cambria Math" panose="02040503050406030204" pitchFamily="18" charset="0"/>
                                </a:rPr>
                                <m:t>×</m:t>
                              </m:r>
                              <m:sSup>
                                <m:sSupPr>
                                  <m:ctrlPr>
                                    <a:rPr lang="en-US" sz="1200" b="0" i="1" smtClean="0">
                                      <a:solidFill>
                                        <a:srgbClr val="000000"/>
                                      </a:solidFill>
                                      <a:latin typeface="Cambria Math" panose="02040503050406030204" pitchFamily="18" charset="0"/>
                                    </a:rPr>
                                  </m:ctrlPr>
                                </m:sSupPr>
                                <m:e>
                                  <m:r>
                                    <a:rPr lang="en-US" sz="1200" b="0" i="1" smtClean="0">
                                      <a:solidFill>
                                        <a:srgbClr val="000000"/>
                                      </a:solidFill>
                                      <a:latin typeface="Cambria Math" panose="02040503050406030204" pitchFamily="18" charset="0"/>
                                    </a:rPr>
                                    <m:t>𝑐</m:t>
                                  </m:r>
                                </m:e>
                                <m:sup>
                                  <m:r>
                                    <a:rPr lang="en-US" sz="1200" b="0" i="1" smtClean="0">
                                      <a:solidFill>
                                        <a:srgbClr val="000000"/>
                                      </a:solidFill>
                                      <a:latin typeface="Cambria Math" panose="02040503050406030204" pitchFamily="18" charset="0"/>
                                    </a:rPr>
                                    <m:t>−4</m:t>
                                  </m:r>
                                </m:sup>
                              </m:sSup>
                            </m:oMath>
                          </a14:m>
                          <a:endParaRPr lang="en-GB" sz="1200" dirty="0"/>
                        </a:p>
                        <a:p>
                          <a:endParaRPr lang="en-GB" sz="1200" dirty="0"/>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83602460"/>
                      </a:ext>
                    </a:extLst>
                  </a:tr>
                  <a:tr h="951314">
                    <a:tc>
                      <a:txBody>
                        <a:bodyPr/>
                        <a:lstStyle/>
                        <a:p>
                          <a:r>
                            <a:rPr lang="en-GB" sz="1200" dirty="0"/>
                            <a:t>e) </a:t>
                          </a:r>
                          <a14:m>
                            <m:oMath xmlns:m="http://schemas.openxmlformats.org/officeDocument/2006/math">
                              <m:sSup>
                                <m:sSupPr>
                                  <m:ctrlPr>
                                    <a:rPr lang="en-US" sz="1200" b="0" i="1" dirty="0" smtClean="0">
                                      <a:solidFill>
                                        <a:srgbClr val="000000"/>
                                      </a:solidFill>
                                      <a:latin typeface="Cambria Math" panose="02040503050406030204" pitchFamily="18" charset="0"/>
                                    </a:rPr>
                                  </m:ctrlPr>
                                </m:sSupPr>
                                <m:e>
                                  <m:r>
                                    <a:rPr lang="en-US" sz="1200" b="0" i="1" dirty="0" smtClean="0">
                                      <a:solidFill>
                                        <a:srgbClr val="000000"/>
                                      </a:solidFill>
                                      <a:latin typeface="Cambria Math" panose="02040503050406030204" pitchFamily="18" charset="0"/>
                                    </a:rPr>
                                    <m:t>𝑦</m:t>
                                  </m:r>
                                </m:e>
                                <m:sup>
                                  <m:r>
                                    <a:rPr lang="en-US" sz="1200" b="0" i="1" dirty="0" smtClean="0">
                                      <a:solidFill>
                                        <a:srgbClr val="000000"/>
                                      </a:solidFill>
                                      <a:latin typeface="Cambria Math" panose="02040503050406030204" pitchFamily="18" charset="0"/>
                                    </a:rPr>
                                    <m:t>−6</m:t>
                                  </m:r>
                                </m:sup>
                              </m:sSup>
                              <m:r>
                                <a:rPr lang="en-US" sz="1200" b="0" i="1" dirty="0" smtClean="0">
                                  <a:solidFill>
                                    <a:srgbClr val="000000"/>
                                  </a:solidFill>
                                  <a:latin typeface="Cambria Math" panose="02040503050406030204" pitchFamily="18" charset="0"/>
                                </a:rPr>
                                <m:t>×</m:t>
                              </m:r>
                              <m:sSup>
                                <m:sSupPr>
                                  <m:ctrlPr>
                                    <a:rPr lang="en-US" sz="1200" b="0" i="1" dirty="0" smtClean="0">
                                      <a:solidFill>
                                        <a:srgbClr val="000000"/>
                                      </a:solidFill>
                                      <a:latin typeface="Cambria Math" panose="02040503050406030204" pitchFamily="18" charset="0"/>
                                    </a:rPr>
                                  </m:ctrlPr>
                                </m:sSupPr>
                                <m:e>
                                  <m:r>
                                    <a:rPr lang="en-US" sz="1200" b="0" i="1" dirty="0" smtClean="0">
                                      <a:solidFill>
                                        <a:srgbClr val="000000"/>
                                      </a:solidFill>
                                      <a:latin typeface="Cambria Math" panose="02040503050406030204" pitchFamily="18" charset="0"/>
                                    </a:rPr>
                                    <m:t>𝑦</m:t>
                                  </m:r>
                                </m:e>
                                <m:sup>
                                  <m:r>
                                    <a:rPr lang="en-US" sz="1200" b="0" i="1" dirty="0" smtClean="0">
                                      <a:solidFill>
                                        <a:srgbClr val="000000"/>
                                      </a:solidFill>
                                      <a:latin typeface="Cambria Math" panose="02040503050406030204" pitchFamily="18" charset="0"/>
                                    </a:rPr>
                                    <m:t>10</m:t>
                                  </m:r>
                                </m:sup>
                              </m:sSup>
                            </m:oMath>
                          </a14:m>
                          <a:endParaRPr lang="en-GB" sz="1200" dirty="0"/>
                        </a:p>
                        <a:p>
                          <a:endParaRPr lang="en-GB" sz="1200" dirty="0"/>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f) </a:t>
                          </a:r>
                          <a14:m>
                            <m:oMath xmlns:m="http://schemas.openxmlformats.org/officeDocument/2006/math">
                              <m:sSup>
                                <m:sSupPr>
                                  <m:ctrlPr>
                                    <a:rPr lang="en-US" sz="1200" b="0" i="1" smtClean="0">
                                      <a:solidFill>
                                        <a:srgbClr val="000000"/>
                                      </a:solidFill>
                                      <a:latin typeface="Cambria Math" panose="02040503050406030204" pitchFamily="18" charset="0"/>
                                    </a:rPr>
                                  </m:ctrlPr>
                                </m:sSupPr>
                                <m:e>
                                  <m:r>
                                    <a:rPr lang="en-US" sz="1200" b="0" i="1" smtClean="0">
                                      <a:solidFill>
                                        <a:srgbClr val="000000"/>
                                      </a:solidFill>
                                      <a:latin typeface="Cambria Math" panose="02040503050406030204" pitchFamily="18" charset="0"/>
                                    </a:rPr>
                                    <m:t>𝑝</m:t>
                                  </m:r>
                                </m:e>
                                <m:sup>
                                  <m:r>
                                    <a:rPr lang="en-US" sz="1200" b="0" i="1" smtClean="0">
                                      <a:solidFill>
                                        <a:srgbClr val="000000"/>
                                      </a:solidFill>
                                      <a:latin typeface="Cambria Math" panose="02040503050406030204" pitchFamily="18" charset="0"/>
                                    </a:rPr>
                                    <m:t>10</m:t>
                                  </m:r>
                                </m:sup>
                              </m:sSup>
                              <m:r>
                                <a:rPr lang="en-US" sz="1200" b="0" i="1" smtClean="0">
                                  <a:solidFill>
                                    <a:srgbClr val="000000"/>
                                  </a:solidFill>
                                  <a:latin typeface="Cambria Math" panose="02040503050406030204" pitchFamily="18" charset="0"/>
                                </a:rPr>
                                <m:t>×</m:t>
                              </m:r>
                              <m:sSup>
                                <m:sSupPr>
                                  <m:ctrlPr>
                                    <a:rPr lang="en-US" sz="1200" b="0" i="1" smtClean="0">
                                      <a:solidFill>
                                        <a:srgbClr val="000000"/>
                                      </a:solidFill>
                                      <a:latin typeface="Cambria Math" panose="02040503050406030204" pitchFamily="18" charset="0"/>
                                    </a:rPr>
                                  </m:ctrlPr>
                                </m:sSupPr>
                                <m:e>
                                  <m:r>
                                    <a:rPr lang="en-US" sz="1200" b="0" i="1" smtClean="0">
                                      <a:solidFill>
                                        <a:srgbClr val="000000"/>
                                      </a:solidFill>
                                      <a:latin typeface="Cambria Math" panose="02040503050406030204" pitchFamily="18" charset="0"/>
                                    </a:rPr>
                                    <m:t>𝑝</m:t>
                                  </m:r>
                                </m:e>
                                <m:sup>
                                  <m:r>
                                    <a:rPr lang="en-US" sz="1200" b="0" i="1" smtClean="0">
                                      <a:solidFill>
                                        <a:srgbClr val="000000"/>
                                      </a:solidFill>
                                      <a:latin typeface="Cambria Math" panose="02040503050406030204" pitchFamily="18" charset="0"/>
                                    </a:rPr>
                                    <m:t>−4</m:t>
                                  </m:r>
                                </m:sup>
                              </m:sSup>
                            </m:oMath>
                          </a14:m>
                          <a:endParaRPr lang="en-GB" sz="1200" dirty="0"/>
                        </a:p>
                        <a:p>
                          <a:endParaRPr lang="en-GB" sz="1200" dirty="0"/>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g) </a:t>
                          </a:r>
                          <a14:m>
                            <m:oMath xmlns:m="http://schemas.openxmlformats.org/officeDocument/2006/math">
                              <m:sSup>
                                <m:sSupPr>
                                  <m:ctrlPr>
                                    <a:rPr lang="en-US" sz="1200" b="0" i="1" smtClean="0">
                                      <a:solidFill>
                                        <a:srgbClr val="000000"/>
                                      </a:solidFill>
                                      <a:latin typeface="Cambria Math" panose="02040503050406030204" pitchFamily="18" charset="0"/>
                                    </a:rPr>
                                  </m:ctrlPr>
                                </m:sSupPr>
                                <m:e>
                                  <m:r>
                                    <a:rPr lang="en-US" sz="1200" b="0" i="1" smtClean="0">
                                      <a:solidFill>
                                        <a:srgbClr val="000000"/>
                                      </a:solidFill>
                                      <a:latin typeface="Cambria Math" panose="02040503050406030204" pitchFamily="18" charset="0"/>
                                    </a:rPr>
                                    <m:t>𝑢</m:t>
                                  </m:r>
                                </m:e>
                                <m:sup>
                                  <m:r>
                                    <a:rPr lang="en-US" sz="1200" b="0" i="1" smtClean="0">
                                      <a:solidFill>
                                        <a:srgbClr val="000000"/>
                                      </a:solidFill>
                                      <a:latin typeface="Cambria Math" panose="02040503050406030204" pitchFamily="18" charset="0"/>
                                    </a:rPr>
                                    <m:t>−3</m:t>
                                  </m:r>
                                </m:sup>
                              </m:sSup>
                              <m:r>
                                <a:rPr lang="en-US" sz="1200" b="0" i="1" smtClean="0">
                                  <a:solidFill>
                                    <a:srgbClr val="000000"/>
                                  </a:solidFill>
                                  <a:latin typeface="Cambria Math" panose="02040503050406030204" pitchFamily="18" charset="0"/>
                                </a:rPr>
                                <m:t>×</m:t>
                              </m:r>
                              <m:sSup>
                                <m:sSupPr>
                                  <m:ctrlPr>
                                    <a:rPr lang="en-US" sz="1200" b="0" i="1" smtClean="0">
                                      <a:solidFill>
                                        <a:srgbClr val="000000"/>
                                      </a:solidFill>
                                      <a:latin typeface="Cambria Math" panose="02040503050406030204" pitchFamily="18" charset="0"/>
                                    </a:rPr>
                                  </m:ctrlPr>
                                </m:sSupPr>
                                <m:e>
                                  <m:r>
                                    <a:rPr lang="en-US" sz="1200" b="0" i="1" smtClean="0">
                                      <a:solidFill>
                                        <a:srgbClr val="000000"/>
                                      </a:solidFill>
                                      <a:latin typeface="Cambria Math" panose="02040503050406030204" pitchFamily="18" charset="0"/>
                                    </a:rPr>
                                    <m:t>𝑢</m:t>
                                  </m:r>
                                </m:e>
                                <m:sup>
                                  <m:r>
                                    <a:rPr lang="en-US" sz="1200" b="0" i="1" smtClean="0">
                                      <a:solidFill>
                                        <a:srgbClr val="000000"/>
                                      </a:solidFill>
                                      <a:latin typeface="Cambria Math" panose="02040503050406030204" pitchFamily="18" charset="0"/>
                                    </a:rPr>
                                    <m:t>−7</m:t>
                                  </m:r>
                                </m:sup>
                              </m:sSup>
                            </m:oMath>
                          </a14:m>
                          <a:endParaRPr lang="en-GB" sz="1200" dirty="0"/>
                        </a:p>
                        <a:p>
                          <a:endParaRPr lang="en-GB" sz="1200" dirty="0"/>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h) </a:t>
                          </a:r>
                          <a14:m>
                            <m:oMath xmlns:m="http://schemas.openxmlformats.org/officeDocument/2006/math">
                              <m:sSup>
                                <m:sSupPr>
                                  <m:ctrlPr>
                                    <a:rPr lang="en-US" sz="1200" b="0" i="1" smtClean="0">
                                      <a:solidFill>
                                        <a:srgbClr val="000000"/>
                                      </a:solidFill>
                                      <a:latin typeface="Cambria Math" panose="02040503050406030204" pitchFamily="18" charset="0"/>
                                    </a:rPr>
                                  </m:ctrlPr>
                                </m:sSupPr>
                                <m:e>
                                  <m:r>
                                    <a:rPr lang="en-US" sz="1200" b="0" i="1" smtClean="0">
                                      <a:solidFill>
                                        <a:srgbClr val="000000"/>
                                      </a:solidFill>
                                      <a:latin typeface="Cambria Math" panose="02040503050406030204" pitchFamily="18" charset="0"/>
                                    </a:rPr>
                                    <m:t>𝑧</m:t>
                                  </m:r>
                                </m:e>
                                <m:sup>
                                  <m:r>
                                    <a:rPr lang="en-US" sz="1200" b="0" i="1" smtClean="0">
                                      <a:solidFill>
                                        <a:srgbClr val="000000"/>
                                      </a:solidFill>
                                      <a:latin typeface="Cambria Math" panose="02040503050406030204" pitchFamily="18" charset="0"/>
                                    </a:rPr>
                                    <m:t>5</m:t>
                                  </m:r>
                                </m:sup>
                              </m:sSup>
                              <m:r>
                                <a:rPr lang="en-US" sz="1200" b="0" i="1" smtClean="0">
                                  <a:solidFill>
                                    <a:srgbClr val="000000"/>
                                  </a:solidFill>
                                  <a:latin typeface="Cambria Math" panose="02040503050406030204" pitchFamily="18" charset="0"/>
                                </a:rPr>
                                <m:t>×</m:t>
                              </m:r>
                              <m:sSup>
                                <m:sSupPr>
                                  <m:ctrlPr>
                                    <a:rPr lang="en-US" sz="1200" b="0" i="1" smtClean="0">
                                      <a:solidFill>
                                        <a:srgbClr val="000000"/>
                                      </a:solidFill>
                                      <a:latin typeface="Cambria Math" panose="02040503050406030204" pitchFamily="18" charset="0"/>
                                    </a:rPr>
                                  </m:ctrlPr>
                                </m:sSupPr>
                                <m:e>
                                  <m:r>
                                    <a:rPr lang="en-US" sz="1200" b="0" i="1" smtClean="0">
                                      <a:solidFill>
                                        <a:srgbClr val="000000"/>
                                      </a:solidFill>
                                      <a:latin typeface="Cambria Math" panose="02040503050406030204" pitchFamily="18" charset="0"/>
                                    </a:rPr>
                                    <m:t>𝑧</m:t>
                                  </m:r>
                                </m:e>
                                <m:sup>
                                  <m:r>
                                    <a:rPr lang="en-US" sz="1200" b="0" i="1" smtClean="0">
                                      <a:solidFill>
                                        <a:srgbClr val="000000"/>
                                      </a:solidFill>
                                      <a:latin typeface="Cambria Math" panose="02040503050406030204" pitchFamily="18" charset="0"/>
                                    </a:rPr>
                                    <m:t>−12</m:t>
                                  </m:r>
                                </m:sup>
                              </m:sSup>
                            </m:oMath>
                          </a14:m>
                          <a:endParaRPr lang="en-GB" sz="1200" dirty="0"/>
                        </a:p>
                        <a:p>
                          <a:endParaRPr lang="en-GB" sz="1200" dirty="0"/>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4974912"/>
                      </a:ext>
                    </a:extLst>
                  </a:tr>
                  <a:tr h="951314">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i) </a:t>
                          </a:r>
                          <a14:m>
                            <m:oMath xmlns:m="http://schemas.openxmlformats.org/officeDocument/2006/math">
                              <m:sSup>
                                <m:sSupPr>
                                  <m:ctrlPr>
                                    <a:rPr lang="en-US" sz="1200" b="0" i="1" dirty="0" smtClean="0">
                                      <a:solidFill>
                                        <a:srgbClr val="000000"/>
                                      </a:solidFill>
                                      <a:latin typeface="Cambria Math" panose="02040503050406030204" pitchFamily="18" charset="0"/>
                                    </a:rPr>
                                  </m:ctrlPr>
                                </m:sSupPr>
                                <m:e>
                                  <m:r>
                                    <a:rPr lang="en-US" sz="1200" b="0" i="1" dirty="0" smtClean="0">
                                      <a:solidFill>
                                        <a:srgbClr val="000000"/>
                                      </a:solidFill>
                                      <a:latin typeface="Cambria Math" panose="02040503050406030204" pitchFamily="18" charset="0"/>
                                    </a:rPr>
                                    <m:t>𝑦</m:t>
                                  </m:r>
                                </m:e>
                                <m:sup>
                                  <m:r>
                                    <a:rPr lang="en-US" sz="1200" b="0" i="1" dirty="0" smtClean="0">
                                      <a:solidFill>
                                        <a:srgbClr val="000000"/>
                                      </a:solidFill>
                                      <a:latin typeface="Cambria Math" panose="02040503050406030204" pitchFamily="18" charset="0"/>
                                    </a:rPr>
                                    <m:t>−6</m:t>
                                  </m:r>
                                </m:sup>
                              </m:sSup>
                              <m:r>
                                <a:rPr lang="en-US" sz="1200" b="0" i="1" dirty="0" smtClean="0">
                                  <a:solidFill>
                                    <a:srgbClr val="000000"/>
                                  </a:solidFill>
                                  <a:latin typeface="Cambria Math" panose="02040503050406030204" pitchFamily="18" charset="0"/>
                                </a:rPr>
                                <m:t>×</m:t>
                              </m:r>
                              <m:sSup>
                                <m:sSupPr>
                                  <m:ctrlPr>
                                    <a:rPr lang="en-US" sz="1200" b="0" i="1" dirty="0" smtClean="0">
                                      <a:solidFill>
                                        <a:srgbClr val="000000"/>
                                      </a:solidFill>
                                      <a:latin typeface="Cambria Math" panose="02040503050406030204" pitchFamily="18" charset="0"/>
                                    </a:rPr>
                                  </m:ctrlPr>
                                </m:sSupPr>
                                <m:e>
                                  <m:r>
                                    <a:rPr lang="en-US" sz="1200" b="0" i="1" dirty="0" smtClean="0">
                                      <a:solidFill>
                                        <a:srgbClr val="000000"/>
                                      </a:solidFill>
                                      <a:latin typeface="Cambria Math" panose="02040503050406030204" pitchFamily="18" charset="0"/>
                                    </a:rPr>
                                    <m:t>𝑦</m:t>
                                  </m:r>
                                </m:e>
                                <m:sup>
                                  <m:r>
                                    <a:rPr lang="en-US" sz="1200" b="0" i="1" dirty="0" smtClean="0">
                                      <a:solidFill>
                                        <a:srgbClr val="000000"/>
                                      </a:solidFill>
                                      <a:latin typeface="Cambria Math" panose="02040503050406030204" pitchFamily="18" charset="0"/>
                                    </a:rPr>
                                    <m:t>−7</m:t>
                                  </m:r>
                                </m:sup>
                              </m:sSup>
                            </m:oMath>
                          </a14:m>
                          <a:endParaRPr lang="en-US" sz="1200" b="0" dirty="0">
                            <a:solidFill>
                              <a:prstClr val="black"/>
                            </a:solidFill>
                          </a:endParaRPr>
                        </a:p>
                        <a:p>
                          <a:endParaRPr lang="en-GB" sz="1200" dirty="0"/>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j) </a:t>
                          </a:r>
                          <a14:m>
                            <m:oMath xmlns:m="http://schemas.openxmlformats.org/officeDocument/2006/math">
                              <m:r>
                                <a:rPr lang="en-GB" sz="1200" b="0" i="1" smtClean="0">
                                  <a:solidFill>
                                    <a:srgbClr val="000000"/>
                                  </a:solidFill>
                                  <a:latin typeface="Cambria Math" panose="02040503050406030204" pitchFamily="18" charset="0"/>
                                </a:rPr>
                                <m:t>𝑝</m:t>
                              </m:r>
                              <m:r>
                                <a:rPr lang="en-US" sz="1200" b="0" i="1" smtClean="0">
                                  <a:solidFill>
                                    <a:srgbClr val="000000"/>
                                  </a:solidFill>
                                  <a:latin typeface="Cambria Math" panose="02040503050406030204" pitchFamily="18" charset="0"/>
                                </a:rPr>
                                <m:t>×</m:t>
                              </m:r>
                              <m:sSup>
                                <m:sSupPr>
                                  <m:ctrlPr>
                                    <a:rPr lang="en-US" sz="1200" b="0" i="1" smtClean="0">
                                      <a:solidFill>
                                        <a:srgbClr val="000000"/>
                                      </a:solidFill>
                                      <a:latin typeface="Cambria Math" panose="02040503050406030204" pitchFamily="18" charset="0"/>
                                    </a:rPr>
                                  </m:ctrlPr>
                                </m:sSupPr>
                                <m:e>
                                  <m:r>
                                    <a:rPr lang="en-US" sz="1200" b="0" i="1" smtClean="0">
                                      <a:solidFill>
                                        <a:srgbClr val="000000"/>
                                      </a:solidFill>
                                      <a:latin typeface="Cambria Math" panose="02040503050406030204" pitchFamily="18" charset="0"/>
                                    </a:rPr>
                                    <m:t>𝑝</m:t>
                                  </m:r>
                                </m:e>
                                <m:sup>
                                  <m:r>
                                    <a:rPr lang="en-US" sz="1200" b="0" i="1" smtClean="0">
                                      <a:solidFill>
                                        <a:srgbClr val="000000"/>
                                      </a:solidFill>
                                      <a:latin typeface="Cambria Math" panose="02040503050406030204" pitchFamily="18" charset="0"/>
                                    </a:rPr>
                                    <m:t>−4</m:t>
                                  </m:r>
                                </m:sup>
                              </m:sSup>
                            </m:oMath>
                          </a14:m>
                          <a:endParaRPr lang="en-GB" sz="1200" dirty="0"/>
                        </a:p>
                        <a:p>
                          <a:endParaRPr lang="en-GB" sz="1200" dirty="0"/>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k) </a:t>
                          </a:r>
                          <a14:m>
                            <m:oMath xmlns:m="http://schemas.openxmlformats.org/officeDocument/2006/math">
                              <m:sSup>
                                <m:sSupPr>
                                  <m:ctrlPr>
                                    <a:rPr lang="en-US" sz="1200" b="0" i="1" smtClean="0">
                                      <a:solidFill>
                                        <a:srgbClr val="000000"/>
                                      </a:solidFill>
                                      <a:latin typeface="Cambria Math" panose="02040503050406030204" pitchFamily="18" charset="0"/>
                                    </a:rPr>
                                  </m:ctrlPr>
                                </m:sSupPr>
                                <m:e>
                                  <m:r>
                                    <a:rPr lang="en-US" sz="1200" b="0" i="1" smtClean="0">
                                      <a:solidFill>
                                        <a:srgbClr val="000000"/>
                                      </a:solidFill>
                                      <a:latin typeface="Cambria Math" panose="02040503050406030204" pitchFamily="18" charset="0"/>
                                    </a:rPr>
                                    <m:t>𝑢</m:t>
                                  </m:r>
                                </m:e>
                                <m:sup>
                                  <m:r>
                                    <a:rPr lang="en-US" sz="1200" b="0" i="1" smtClean="0">
                                      <a:solidFill>
                                        <a:srgbClr val="000000"/>
                                      </a:solidFill>
                                      <a:latin typeface="Cambria Math" panose="02040503050406030204" pitchFamily="18" charset="0"/>
                                    </a:rPr>
                                    <m:t>−7</m:t>
                                  </m:r>
                                </m:sup>
                              </m:sSup>
                              <m:r>
                                <a:rPr lang="en-US" sz="1200" b="0" i="1" smtClean="0">
                                  <a:solidFill>
                                    <a:srgbClr val="000000"/>
                                  </a:solidFill>
                                  <a:latin typeface="Cambria Math" panose="02040503050406030204" pitchFamily="18" charset="0"/>
                                </a:rPr>
                                <m:t>×</m:t>
                              </m:r>
                              <m:sSup>
                                <m:sSupPr>
                                  <m:ctrlPr>
                                    <a:rPr lang="en-US" sz="1200" b="0" i="1" smtClean="0">
                                      <a:solidFill>
                                        <a:srgbClr val="000000"/>
                                      </a:solidFill>
                                      <a:latin typeface="Cambria Math" panose="02040503050406030204" pitchFamily="18" charset="0"/>
                                    </a:rPr>
                                  </m:ctrlPr>
                                </m:sSupPr>
                                <m:e>
                                  <m:r>
                                    <a:rPr lang="en-US" sz="1200" b="0" i="1" smtClean="0">
                                      <a:solidFill>
                                        <a:srgbClr val="000000"/>
                                      </a:solidFill>
                                      <a:latin typeface="Cambria Math" panose="02040503050406030204" pitchFamily="18" charset="0"/>
                                    </a:rPr>
                                    <m:t>𝑢</m:t>
                                  </m:r>
                                </m:e>
                                <m:sup>
                                  <m:r>
                                    <a:rPr lang="en-US" sz="1200" b="0" i="1" smtClean="0">
                                      <a:solidFill>
                                        <a:srgbClr val="000000"/>
                                      </a:solidFill>
                                      <a:latin typeface="Cambria Math" panose="02040503050406030204" pitchFamily="18" charset="0"/>
                                    </a:rPr>
                                    <m:t>−7</m:t>
                                  </m:r>
                                </m:sup>
                              </m:sSup>
                            </m:oMath>
                          </a14:m>
                          <a:endParaRPr lang="en-GB" sz="1200" dirty="0"/>
                        </a:p>
                        <a:p>
                          <a:endParaRPr lang="en-GB" sz="1200" dirty="0"/>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l) </a:t>
                          </a:r>
                          <a14:m>
                            <m:oMath xmlns:m="http://schemas.openxmlformats.org/officeDocument/2006/math">
                              <m:sSup>
                                <m:sSupPr>
                                  <m:ctrlPr>
                                    <a:rPr lang="en-US" sz="1200" b="0" i="1" smtClean="0">
                                      <a:solidFill>
                                        <a:srgbClr val="000000"/>
                                      </a:solidFill>
                                      <a:latin typeface="Cambria Math" panose="02040503050406030204" pitchFamily="18" charset="0"/>
                                    </a:rPr>
                                  </m:ctrlPr>
                                </m:sSupPr>
                                <m:e>
                                  <m:r>
                                    <a:rPr lang="en-US" sz="1200" b="0" i="1" smtClean="0">
                                      <a:solidFill>
                                        <a:srgbClr val="000000"/>
                                      </a:solidFill>
                                      <a:latin typeface="Cambria Math" panose="02040503050406030204" pitchFamily="18" charset="0"/>
                                    </a:rPr>
                                    <m:t>𝑧</m:t>
                                  </m:r>
                                </m:e>
                                <m:sup>
                                  <m:r>
                                    <a:rPr lang="en-US" sz="1200" b="0" i="1" smtClean="0">
                                      <a:solidFill>
                                        <a:srgbClr val="000000"/>
                                      </a:solidFill>
                                      <a:latin typeface="Cambria Math" panose="02040503050406030204" pitchFamily="18" charset="0"/>
                                    </a:rPr>
                                    <m:t>−5</m:t>
                                  </m:r>
                                </m:sup>
                              </m:sSup>
                              <m:r>
                                <a:rPr lang="en-US" sz="1200" b="0" i="1" smtClean="0">
                                  <a:solidFill>
                                    <a:srgbClr val="000000"/>
                                  </a:solidFill>
                                  <a:latin typeface="Cambria Math" panose="02040503050406030204" pitchFamily="18" charset="0"/>
                                </a:rPr>
                                <m:t>×</m:t>
                              </m:r>
                              <m:sSup>
                                <m:sSupPr>
                                  <m:ctrlPr>
                                    <a:rPr lang="en-US" sz="1200" b="0" i="1" smtClean="0">
                                      <a:solidFill>
                                        <a:srgbClr val="000000"/>
                                      </a:solidFill>
                                      <a:latin typeface="Cambria Math" panose="02040503050406030204" pitchFamily="18" charset="0"/>
                                    </a:rPr>
                                  </m:ctrlPr>
                                </m:sSupPr>
                                <m:e>
                                  <m:r>
                                    <a:rPr lang="en-US" sz="1200" b="0" i="1" smtClean="0">
                                      <a:solidFill>
                                        <a:srgbClr val="000000"/>
                                      </a:solidFill>
                                      <a:latin typeface="Cambria Math" panose="02040503050406030204" pitchFamily="18" charset="0"/>
                                    </a:rPr>
                                    <m:t>𝑧</m:t>
                                  </m:r>
                                </m:e>
                                <m:sup>
                                  <m:r>
                                    <a:rPr lang="en-US" sz="1200" b="0" i="1" smtClean="0">
                                      <a:solidFill>
                                        <a:srgbClr val="000000"/>
                                      </a:solidFill>
                                      <a:latin typeface="Cambria Math" panose="02040503050406030204" pitchFamily="18" charset="0"/>
                                    </a:rPr>
                                    <m:t>−12</m:t>
                                  </m:r>
                                </m:sup>
                              </m:sSup>
                            </m:oMath>
                          </a14:m>
                          <a:endParaRPr lang="en-GB" sz="1200" dirty="0"/>
                        </a:p>
                        <a:p>
                          <a:endParaRPr lang="en-GB" sz="1200" dirty="0"/>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702012"/>
                      </a:ext>
                    </a:extLst>
                  </a:tr>
                </a:tbl>
              </a:graphicData>
            </a:graphic>
          </p:graphicFrame>
        </mc:Choice>
        <mc:Fallback xmlns="">
          <p:graphicFrame>
            <p:nvGraphicFramePr>
              <p:cNvPr id="7" name="Table 9">
                <a:extLst>
                  <a:ext uri="{FF2B5EF4-FFF2-40B4-BE49-F238E27FC236}">
                    <a16:creationId xmlns:a16="http://schemas.microsoft.com/office/drawing/2014/main" id="{A80AC612-CCD7-8329-0198-C92A43F525D3}"/>
                  </a:ext>
                </a:extLst>
              </p:cNvPr>
              <p:cNvGraphicFramePr>
                <a:graphicFrameLocks noGrp="1"/>
              </p:cNvGraphicFramePr>
              <p:nvPr>
                <p:extLst>
                  <p:ext uri="{D42A27DB-BD31-4B8C-83A1-F6EECF244321}">
                    <p14:modId xmlns:p14="http://schemas.microsoft.com/office/powerpoint/2010/main" val="1765820447"/>
                  </p:ext>
                </p:extLst>
              </p:nvPr>
            </p:nvGraphicFramePr>
            <p:xfrm>
              <a:off x="101296" y="365404"/>
              <a:ext cx="6655408" cy="2853942"/>
            </p:xfrm>
            <a:graphic>
              <a:graphicData uri="http://schemas.openxmlformats.org/drawingml/2006/table">
                <a:tbl>
                  <a:tblPr>
                    <a:tableStyleId>{5C22544A-7EE6-4342-B048-85BDC9FD1C3A}</a:tableStyleId>
                  </a:tblPr>
                  <a:tblGrid>
                    <a:gridCol w="1663852">
                      <a:extLst>
                        <a:ext uri="{9D8B030D-6E8A-4147-A177-3AD203B41FA5}">
                          <a16:colId xmlns:a16="http://schemas.microsoft.com/office/drawing/2014/main" val="3642547164"/>
                        </a:ext>
                      </a:extLst>
                    </a:gridCol>
                    <a:gridCol w="1663852">
                      <a:extLst>
                        <a:ext uri="{9D8B030D-6E8A-4147-A177-3AD203B41FA5}">
                          <a16:colId xmlns:a16="http://schemas.microsoft.com/office/drawing/2014/main" val="1628339999"/>
                        </a:ext>
                      </a:extLst>
                    </a:gridCol>
                    <a:gridCol w="1663852">
                      <a:extLst>
                        <a:ext uri="{9D8B030D-6E8A-4147-A177-3AD203B41FA5}">
                          <a16:colId xmlns:a16="http://schemas.microsoft.com/office/drawing/2014/main" val="2843216093"/>
                        </a:ext>
                      </a:extLst>
                    </a:gridCol>
                    <a:gridCol w="1663852">
                      <a:extLst>
                        <a:ext uri="{9D8B030D-6E8A-4147-A177-3AD203B41FA5}">
                          <a16:colId xmlns:a16="http://schemas.microsoft.com/office/drawing/2014/main" val="2368608426"/>
                        </a:ext>
                      </a:extLst>
                    </a:gridCol>
                  </a:tblGrid>
                  <a:tr h="951314">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2"/>
                          <a:stretch>
                            <a:fillRect l="-366" t="-637" r="-301099" b="-20063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2"/>
                          <a:stretch>
                            <a:fillRect l="-100000" t="-637" r="-200000" b="-20063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2"/>
                          <a:stretch>
                            <a:fillRect l="-200733" t="-637" r="-100733" b="-20063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2"/>
                          <a:stretch>
                            <a:fillRect l="-300733" t="-637" r="-733" b="-200637"/>
                          </a:stretch>
                        </a:blipFill>
                      </a:tcPr>
                    </a:tc>
                    <a:extLst>
                      <a:ext uri="{0D108BD9-81ED-4DB2-BD59-A6C34878D82A}">
                        <a16:rowId xmlns:a16="http://schemas.microsoft.com/office/drawing/2014/main" val="3783602460"/>
                      </a:ext>
                    </a:extLst>
                  </a:tr>
                  <a:tr h="951314">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2"/>
                          <a:stretch>
                            <a:fillRect l="-366" t="-101282" r="-301099" b="-10192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2"/>
                          <a:stretch>
                            <a:fillRect l="-100000" t="-101282" r="-200000" b="-10192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2"/>
                          <a:stretch>
                            <a:fillRect l="-200733" t="-101282" r="-100733" b="-10192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2"/>
                          <a:stretch>
                            <a:fillRect l="-300733" t="-101282" r="-733" b="-101923"/>
                          </a:stretch>
                        </a:blipFill>
                      </a:tcPr>
                    </a:tc>
                    <a:extLst>
                      <a:ext uri="{0D108BD9-81ED-4DB2-BD59-A6C34878D82A}">
                        <a16:rowId xmlns:a16="http://schemas.microsoft.com/office/drawing/2014/main" val="294974912"/>
                      </a:ext>
                    </a:extLst>
                  </a:tr>
                  <a:tr h="951314">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2"/>
                          <a:stretch>
                            <a:fillRect l="-366" t="-200000" r="-301099" b="-1274"/>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2"/>
                          <a:stretch>
                            <a:fillRect l="-100000" t="-200000" r="-200000" b="-1274"/>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2"/>
                          <a:stretch>
                            <a:fillRect l="-200733" t="-200000" r="-100733" b="-1274"/>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2"/>
                          <a:stretch>
                            <a:fillRect l="-300733" t="-200000" r="-733" b="-1274"/>
                          </a:stretch>
                        </a:blipFill>
                      </a:tcPr>
                    </a:tc>
                    <a:extLst>
                      <a:ext uri="{0D108BD9-81ED-4DB2-BD59-A6C34878D82A}">
                        <a16:rowId xmlns:a16="http://schemas.microsoft.com/office/drawing/2014/main" val="384702012"/>
                      </a:ext>
                    </a:extLst>
                  </a:tr>
                </a:tbl>
              </a:graphicData>
            </a:graphic>
          </p:graphicFrame>
        </mc:Fallback>
      </mc:AlternateContent>
      <p:graphicFrame>
        <p:nvGraphicFramePr>
          <p:cNvPr id="9" name="Table 9">
            <a:extLst>
              <a:ext uri="{FF2B5EF4-FFF2-40B4-BE49-F238E27FC236}">
                <a16:creationId xmlns:a16="http://schemas.microsoft.com/office/drawing/2014/main" id="{B23068E9-55EB-9B93-FAB3-9D246B6E5FD1}"/>
              </a:ext>
            </a:extLst>
          </p:cNvPr>
          <p:cNvGraphicFramePr>
            <a:graphicFrameLocks noGrp="1"/>
          </p:cNvGraphicFramePr>
          <p:nvPr>
            <p:extLst>
              <p:ext uri="{D42A27DB-BD31-4B8C-83A1-F6EECF244321}">
                <p14:modId xmlns:p14="http://schemas.microsoft.com/office/powerpoint/2010/main" val="1227047993"/>
              </p:ext>
            </p:extLst>
          </p:nvPr>
        </p:nvGraphicFramePr>
        <p:xfrm>
          <a:off x="101295" y="6064739"/>
          <a:ext cx="6655407" cy="3681183"/>
        </p:xfrm>
        <a:graphic>
          <a:graphicData uri="http://schemas.openxmlformats.org/drawingml/2006/table">
            <a:tbl>
              <a:tblPr>
                <a:tableStyleId>{5C22544A-7EE6-4342-B048-85BDC9FD1C3A}</a:tableStyleId>
              </a:tblPr>
              <a:tblGrid>
                <a:gridCol w="2218469">
                  <a:extLst>
                    <a:ext uri="{9D8B030D-6E8A-4147-A177-3AD203B41FA5}">
                      <a16:colId xmlns:a16="http://schemas.microsoft.com/office/drawing/2014/main" val="1289253696"/>
                    </a:ext>
                  </a:extLst>
                </a:gridCol>
                <a:gridCol w="2218469">
                  <a:extLst>
                    <a:ext uri="{9D8B030D-6E8A-4147-A177-3AD203B41FA5}">
                      <a16:colId xmlns:a16="http://schemas.microsoft.com/office/drawing/2014/main" val="3614161887"/>
                    </a:ext>
                  </a:extLst>
                </a:gridCol>
                <a:gridCol w="2218469">
                  <a:extLst>
                    <a:ext uri="{9D8B030D-6E8A-4147-A177-3AD203B41FA5}">
                      <a16:colId xmlns:a16="http://schemas.microsoft.com/office/drawing/2014/main" val="432697677"/>
                    </a:ext>
                  </a:extLst>
                </a:gridCol>
              </a:tblGrid>
              <a:tr h="1227061">
                <a:tc>
                  <a:txBody>
                    <a:bodyPr/>
                    <a:lstStyle/>
                    <a:p>
                      <a:endParaRPr lang="en-GB" dirty="0"/>
                    </a:p>
                    <a:p>
                      <a:endParaRPr lang="en-GB" dirty="0"/>
                    </a:p>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dirty="0"/>
                    </a:p>
                    <a:p>
                      <a:endParaRPr lang="en-GB" dirty="0"/>
                    </a:p>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dirty="0"/>
                    </a:p>
                    <a:p>
                      <a:endParaRPr lang="en-GB" dirty="0"/>
                    </a:p>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07842844"/>
                  </a:ext>
                </a:extLst>
              </a:tr>
              <a:tr h="1227061">
                <a:tc>
                  <a:txBody>
                    <a:bodyPr/>
                    <a:lstStyle/>
                    <a:p>
                      <a:endParaRPr lang="en-GB" dirty="0"/>
                    </a:p>
                    <a:p>
                      <a:endParaRPr lang="en-GB" dirty="0"/>
                    </a:p>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dirty="0"/>
                    </a:p>
                    <a:p>
                      <a:endParaRPr lang="en-GB" dirty="0"/>
                    </a:p>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dirty="0"/>
                    </a:p>
                    <a:p>
                      <a:endParaRPr lang="en-GB" dirty="0"/>
                    </a:p>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25415549"/>
                  </a:ext>
                </a:extLst>
              </a:tr>
              <a:tr h="1227061">
                <a:tc>
                  <a:txBody>
                    <a:bodyPr/>
                    <a:lstStyle/>
                    <a:p>
                      <a:endParaRPr lang="en-GB" dirty="0"/>
                    </a:p>
                    <a:p>
                      <a:endParaRPr lang="en-GB" dirty="0"/>
                    </a:p>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dirty="0"/>
                    </a:p>
                    <a:p>
                      <a:endParaRPr lang="en-GB" dirty="0"/>
                    </a:p>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dirty="0"/>
                    </a:p>
                    <a:p>
                      <a:endParaRPr lang="en-GB" dirty="0"/>
                    </a:p>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61641073"/>
                  </a:ext>
                </a:extLst>
              </a:tr>
            </a:tbl>
          </a:graphicData>
        </a:graphic>
      </p:graphicFrame>
      <p:sp>
        <p:nvSpPr>
          <p:cNvPr id="4" name="Slide Number Placeholder 3">
            <a:extLst>
              <a:ext uri="{FF2B5EF4-FFF2-40B4-BE49-F238E27FC236}">
                <a16:creationId xmlns:a16="http://schemas.microsoft.com/office/drawing/2014/main" id="{C3FEEF5C-DB2B-BB88-BF09-4B828D01B32E}"/>
              </a:ext>
            </a:extLst>
          </p:cNvPr>
          <p:cNvSpPr>
            <a:spLocks noGrp="1"/>
          </p:cNvSpPr>
          <p:nvPr>
            <p:ph type="sldNum" sz="quarter" idx="12"/>
          </p:nvPr>
        </p:nvSpPr>
        <p:spPr/>
        <p:txBody>
          <a:bodyPr/>
          <a:lstStyle/>
          <a:p>
            <a:fld id="{DFE403A4-BF53-4A18-A219-2FCD9C5F3F46}" type="slidenum">
              <a:rPr lang="en-GB" smtClean="0"/>
              <a:t>52</a:t>
            </a:fld>
            <a:endParaRPr lang="en-GB"/>
          </a:p>
        </p:txBody>
      </p:sp>
    </p:spTree>
    <p:extLst>
      <p:ext uri="{BB962C8B-B14F-4D97-AF65-F5344CB8AC3E}">
        <p14:creationId xmlns:p14="http://schemas.microsoft.com/office/powerpoint/2010/main" val="290740178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6" name="Table 9">
                <a:extLst>
                  <a:ext uri="{FF2B5EF4-FFF2-40B4-BE49-F238E27FC236}">
                    <a16:creationId xmlns:a16="http://schemas.microsoft.com/office/drawing/2014/main" id="{4217F4CD-628F-DA8F-D51E-5FD36B1C3B8E}"/>
                  </a:ext>
                </a:extLst>
              </p:cNvPr>
              <p:cNvGraphicFramePr>
                <a:graphicFrameLocks noGrp="1"/>
              </p:cNvGraphicFramePr>
              <p:nvPr>
                <p:extLst>
                  <p:ext uri="{D42A27DB-BD31-4B8C-83A1-F6EECF244321}">
                    <p14:modId xmlns:p14="http://schemas.microsoft.com/office/powerpoint/2010/main" val="2663748866"/>
                  </p:ext>
                </p:extLst>
              </p:nvPr>
            </p:nvGraphicFramePr>
            <p:xfrm>
              <a:off x="101295" y="5533953"/>
              <a:ext cx="6655407" cy="4211970"/>
            </p:xfrm>
            <a:graphic>
              <a:graphicData uri="http://schemas.openxmlformats.org/drawingml/2006/table">
                <a:tbl>
                  <a:tblPr>
                    <a:tableStyleId>{5C22544A-7EE6-4342-B048-85BDC9FD1C3A}</a:tableStyleId>
                  </a:tblPr>
                  <a:tblGrid>
                    <a:gridCol w="2218469">
                      <a:extLst>
                        <a:ext uri="{9D8B030D-6E8A-4147-A177-3AD203B41FA5}">
                          <a16:colId xmlns:a16="http://schemas.microsoft.com/office/drawing/2014/main" val="1289253696"/>
                        </a:ext>
                      </a:extLst>
                    </a:gridCol>
                    <a:gridCol w="2218469">
                      <a:extLst>
                        <a:ext uri="{9D8B030D-6E8A-4147-A177-3AD203B41FA5}">
                          <a16:colId xmlns:a16="http://schemas.microsoft.com/office/drawing/2014/main" val="3614161887"/>
                        </a:ext>
                      </a:extLst>
                    </a:gridCol>
                    <a:gridCol w="2218469">
                      <a:extLst>
                        <a:ext uri="{9D8B030D-6E8A-4147-A177-3AD203B41FA5}">
                          <a16:colId xmlns:a16="http://schemas.microsoft.com/office/drawing/2014/main" val="432697677"/>
                        </a:ext>
                      </a:extLst>
                    </a:gridCol>
                  </a:tblGrid>
                  <a:tr h="1403990">
                    <a:tc>
                      <a:txBody>
                        <a:bodyPr/>
                        <a:lstStyle/>
                        <a:p>
                          <a:endParaRPr lang="en-GB" sz="1200" dirty="0"/>
                        </a:p>
                        <a:p>
                          <a:endParaRPr lang="en-GB" sz="1200" dirty="0"/>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  </a:t>
                          </a:r>
                        </a:p>
                        <a:p>
                          <a:endParaRPr lang="en-GB" sz="1200" dirty="0"/>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dirty="0"/>
                        </a:p>
                        <a:p>
                          <a:endParaRPr lang="en-GB" sz="1200" dirty="0"/>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07842844"/>
                      </a:ext>
                    </a:extLst>
                  </a:tr>
                  <a:tr h="1403990">
                    <a:tc>
                      <a:txBody>
                        <a:bodyPr/>
                        <a:lstStyle/>
                        <a:p>
                          <a:endParaRPr lang="en-GB" sz="1200" dirty="0"/>
                        </a:p>
                        <a:p>
                          <a:endParaRPr lang="en-GB" sz="1200" dirty="0"/>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dirty="0"/>
                        </a:p>
                        <a:p>
                          <a:endParaRPr lang="en-GB" sz="1200" dirty="0"/>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dirty="0"/>
                        </a:p>
                        <a:p>
                          <a:endParaRPr lang="en-GB" sz="1200" dirty="0"/>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25415549"/>
                      </a:ext>
                    </a:extLst>
                  </a:tr>
                  <a:tr h="1403990">
                    <a:tc>
                      <a:txBody>
                        <a:bodyPr/>
                        <a:lstStyle/>
                        <a:p>
                          <a:r>
                            <a:rPr lang="en-GB" sz="1200" dirty="0"/>
                            <a:t>g)</a:t>
                          </a:r>
                          <a:r>
                            <a:rPr lang="en-GB" sz="1200" baseline="0" dirty="0"/>
                            <a:t> </a:t>
                          </a:r>
                          <a14:m>
                            <m:oMath xmlns:m="http://schemas.openxmlformats.org/officeDocument/2006/math">
                              <m:r>
                                <a:rPr lang="en-GB" sz="1200" b="0" i="0" dirty="0" smtClean="0">
                                  <a:solidFill>
                                    <a:prstClr val="black"/>
                                  </a:solidFill>
                                  <a:latin typeface="Cambria Math" panose="02040503050406030204" pitchFamily="18" charset="0"/>
                                </a:rPr>
                                <m:t>10</m:t>
                              </m:r>
                              <m:sSup>
                                <m:sSupPr>
                                  <m:ctrlPr>
                                    <a:rPr lang="en-US" sz="1200" b="0" i="1" dirty="0" smtClean="0">
                                      <a:solidFill>
                                        <a:prstClr val="black"/>
                                      </a:solidFill>
                                      <a:latin typeface="Cambria Math" panose="02040503050406030204" pitchFamily="18" charset="0"/>
                                    </a:rPr>
                                  </m:ctrlPr>
                                </m:sSupPr>
                                <m:e>
                                  <m:r>
                                    <a:rPr lang="en-US" sz="1200" b="0" i="1" dirty="0" smtClean="0">
                                      <a:solidFill>
                                        <a:prstClr val="black"/>
                                      </a:solidFill>
                                      <a:latin typeface="Cambria Math" panose="02040503050406030204" pitchFamily="18" charset="0"/>
                                    </a:rPr>
                                    <m:t>𝑥</m:t>
                                  </m:r>
                                </m:e>
                                <m:sup>
                                  <m:r>
                                    <a:rPr lang="en-GB" sz="1200" b="0" i="1" dirty="0" smtClean="0">
                                      <a:solidFill>
                                        <a:prstClr val="black"/>
                                      </a:solidFill>
                                      <a:latin typeface="Cambria Math" panose="02040503050406030204" pitchFamily="18" charset="0"/>
                                    </a:rPr>
                                    <m:t>7</m:t>
                                  </m:r>
                                </m:sup>
                              </m:sSup>
                              <m:r>
                                <a:rPr lang="en-GB" sz="1200" i="1" dirty="0" smtClean="0">
                                  <a:solidFill>
                                    <a:prstClr val="black"/>
                                  </a:solidFill>
                                  <a:latin typeface="Cambria Math" panose="02040503050406030204" pitchFamily="18" charset="0"/>
                                </a:rPr>
                                <m:t>×</m:t>
                              </m:r>
                              <m:sSup>
                                <m:sSupPr>
                                  <m:ctrlPr>
                                    <a:rPr lang="en-US" sz="1200" b="0" i="1" dirty="0" smtClean="0">
                                      <a:solidFill>
                                        <a:prstClr val="black"/>
                                      </a:solidFill>
                                      <a:latin typeface="Cambria Math" panose="02040503050406030204" pitchFamily="18" charset="0"/>
                                    </a:rPr>
                                  </m:ctrlPr>
                                </m:sSupPr>
                                <m:e>
                                  <m:r>
                                    <a:rPr lang="en-US" sz="1200" b="0" i="1" dirty="0" smtClean="0">
                                      <a:solidFill>
                                        <a:prstClr val="black"/>
                                      </a:solidFill>
                                      <a:latin typeface="Cambria Math" panose="02040503050406030204" pitchFamily="18" charset="0"/>
                                    </a:rPr>
                                    <m:t>𝑥</m:t>
                                  </m:r>
                                </m:e>
                                <m:sup>
                                  <m:r>
                                    <a:rPr lang="en-GB" sz="1200" b="0" i="1" dirty="0" smtClean="0">
                                      <a:solidFill>
                                        <a:prstClr val="black"/>
                                      </a:solidFill>
                                      <a:latin typeface="Cambria Math" panose="02040503050406030204" pitchFamily="18" charset="0"/>
                                    </a:rPr>
                                    <m:t>−</m:t>
                                  </m:r>
                                  <m:r>
                                    <a:rPr lang="en-US" sz="1200" b="0" i="1" dirty="0" smtClean="0">
                                      <a:solidFill>
                                        <a:prstClr val="black"/>
                                      </a:solidFill>
                                      <a:latin typeface="Cambria Math" panose="02040503050406030204" pitchFamily="18" charset="0"/>
                                    </a:rPr>
                                    <m:t>2</m:t>
                                  </m:r>
                                </m:sup>
                              </m:sSup>
                            </m:oMath>
                          </a14:m>
                          <a:r>
                            <a:rPr lang="en-US" sz="1200" baseline="30000" dirty="0">
                              <a:solidFill>
                                <a:prstClr val="black"/>
                              </a:solidFill>
                            </a:rPr>
                            <a:t> </a:t>
                          </a:r>
                        </a:p>
                        <a:p>
                          <a:endParaRPr lang="en-US" sz="1200" baseline="30000" dirty="0">
                            <a:solidFill>
                              <a:prstClr val="black"/>
                            </a:solidFill>
                          </a:endParaRPr>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h) </a:t>
                          </a:r>
                          <a14:m>
                            <m:oMath xmlns:m="http://schemas.openxmlformats.org/officeDocument/2006/math">
                              <m:r>
                                <a:rPr lang="en-GB" sz="1200" b="0" i="0" dirty="0" smtClean="0">
                                  <a:solidFill>
                                    <a:prstClr val="black"/>
                                  </a:solidFill>
                                  <a:latin typeface="Cambria Math" panose="02040503050406030204" pitchFamily="18" charset="0"/>
                                </a:rPr>
                                <m:t>10</m:t>
                              </m:r>
                              <m:sSup>
                                <m:sSupPr>
                                  <m:ctrlPr>
                                    <a:rPr lang="en-US" sz="1200" b="0" i="1" dirty="0" smtClean="0">
                                      <a:solidFill>
                                        <a:prstClr val="black"/>
                                      </a:solidFill>
                                      <a:latin typeface="Cambria Math" panose="02040503050406030204" pitchFamily="18" charset="0"/>
                                    </a:rPr>
                                  </m:ctrlPr>
                                </m:sSupPr>
                                <m:e>
                                  <m:r>
                                    <a:rPr lang="en-US" sz="1200" b="0" i="1" dirty="0" smtClean="0">
                                      <a:solidFill>
                                        <a:prstClr val="black"/>
                                      </a:solidFill>
                                      <a:latin typeface="Cambria Math" panose="02040503050406030204" pitchFamily="18" charset="0"/>
                                    </a:rPr>
                                    <m:t>𝑥</m:t>
                                  </m:r>
                                </m:e>
                                <m:sup>
                                  <m:r>
                                    <a:rPr lang="en-GB" sz="1200" b="0" i="1" dirty="0" smtClean="0">
                                      <a:solidFill>
                                        <a:prstClr val="black"/>
                                      </a:solidFill>
                                      <a:latin typeface="Cambria Math" panose="02040503050406030204" pitchFamily="18" charset="0"/>
                                    </a:rPr>
                                    <m:t>7</m:t>
                                  </m:r>
                                </m:sup>
                              </m:sSup>
                              <m:r>
                                <a:rPr lang="en-GB" sz="1200" i="1" dirty="0" smtClean="0">
                                  <a:solidFill>
                                    <a:prstClr val="black"/>
                                  </a:solidFill>
                                  <a:latin typeface="Cambria Math" panose="02040503050406030204" pitchFamily="18" charset="0"/>
                                </a:rPr>
                                <m:t>×</m:t>
                              </m:r>
                              <m:sSup>
                                <m:sSupPr>
                                  <m:ctrlPr>
                                    <a:rPr lang="en-US" sz="1200" b="0" i="1" dirty="0" smtClean="0">
                                      <a:solidFill>
                                        <a:prstClr val="black"/>
                                      </a:solidFill>
                                      <a:latin typeface="Cambria Math" panose="02040503050406030204" pitchFamily="18" charset="0"/>
                                    </a:rPr>
                                  </m:ctrlPr>
                                </m:sSupPr>
                                <m:e>
                                  <m:r>
                                    <a:rPr lang="en-US" sz="1200" b="0" i="1" dirty="0" smtClean="0">
                                      <a:solidFill>
                                        <a:prstClr val="black"/>
                                      </a:solidFill>
                                      <a:latin typeface="Cambria Math" panose="02040503050406030204" pitchFamily="18" charset="0"/>
                                    </a:rPr>
                                    <m:t>𝑥</m:t>
                                  </m:r>
                                </m:e>
                                <m:sup>
                                  <m:r>
                                    <a:rPr lang="en-GB" sz="1200" b="0" i="1" dirty="0" smtClean="0">
                                      <a:solidFill>
                                        <a:prstClr val="black"/>
                                      </a:solidFill>
                                      <a:latin typeface="Cambria Math" panose="02040503050406030204" pitchFamily="18" charset="0"/>
                                    </a:rPr>
                                    <m:t>−</m:t>
                                  </m:r>
                                  <m:r>
                                    <a:rPr lang="en-US" sz="1200" b="0" i="1" dirty="0" smtClean="0">
                                      <a:solidFill>
                                        <a:prstClr val="black"/>
                                      </a:solidFill>
                                      <a:latin typeface="Cambria Math" panose="02040503050406030204" pitchFamily="18" charset="0"/>
                                    </a:rPr>
                                    <m:t>2</m:t>
                                  </m:r>
                                </m:sup>
                              </m:sSup>
                            </m:oMath>
                          </a14:m>
                          <a:r>
                            <a:rPr lang="en-US" sz="1200" baseline="30000" dirty="0">
                              <a:solidFill>
                                <a:prstClr val="black"/>
                              </a:solidFill>
                            </a:rPr>
                            <a:t> </a:t>
                          </a:r>
                        </a:p>
                        <a:p>
                          <a:endParaRPr lang="en-US" sz="1200" baseline="30000" dirty="0">
                            <a:solidFill>
                              <a:prstClr val="black"/>
                            </a:solidFill>
                          </a:endParaRPr>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i) </a:t>
                          </a:r>
                          <a14:m>
                            <m:oMath xmlns:m="http://schemas.openxmlformats.org/officeDocument/2006/math">
                              <m:r>
                                <a:rPr lang="en-GB" sz="1200" b="0" i="0" dirty="0" smtClean="0">
                                  <a:solidFill>
                                    <a:prstClr val="black"/>
                                  </a:solidFill>
                                  <a:latin typeface="Cambria Math" panose="02040503050406030204" pitchFamily="18" charset="0"/>
                                </a:rPr>
                                <m:t>4</m:t>
                              </m:r>
                              <m:sSup>
                                <m:sSupPr>
                                  <m:ctrlPr>
                                    <a:rPr lang="en-US" sz="1200" i="1" dirty="0" smtClean="0">
                                      <a:solidFill>
                                        <a:prstClr val="black"/>
                                      </a:solidFill>
                                      <a:latin typeface="Cambria Math" panose="02040503050406030204" pitchFamily="18" charset="0"/>
                                    </a:rPr>
                                  </m:ctrlPr>
                                </m:sSupPr>
                                <m:e>
                                  <m:r>
                                    <a:rPr lang="en-US" sz="1200" i="1" dirty="0">
                                      <a:solidFill>
                                        <a:prstClr val="black"/>
                                      </a:solidFill>
                                      <a:latin typeface="Cambria Math" panose="02040503050406030204" pitchFamily="18" charset="0"/>
                                    </a:rPr>
                                    <m:t>𝑥</m:t>
                                  </m:r>
                                </m:e>
                                <m:sup>
                                  <m:r>
                                    <a:rPr lang="en-US" sz="1200" i="1" dirty="0">
                                      <a:solidFill>
                                        <a:prstClr val="black"/>
                                      </a:solidFill>
                                      <a:latin typeface="Cambria Math" panose="02040503050406030204" pitchFamily="18" charset="0"/>
                                    </a:rPr>
                                    <m:t>−</m:t>
                                  </m:r>
                                  <m:r>
                                    <a:rPr lang="en-GB" sz="1200" b="0" i="1" dirty="0" smtClean="0">
                                      <a:solidFill>
                                        <a:prstClr val="black"/>
                                      </a:solidFill>
                                      <a:latin typeface="Cambria Math" panose="02040503050406030204" pitchFamily="18" charset="0"/>
                                    </a:rPr>
                                    <m:t>3</m:t>
                                  </m:r>
                                </m:sup>
                              </m:sSup>
                              <m:r>
                                <a:rPr lang="en-US" sz="1200" i="1" dirty="0">
                                  <a:solidFill>
                                    <a:prstClr val="black"/>
                                  </a:solidFill>
                                  <a:latin typeface="Cambria Math" panose="02040503050406030204" pitchFamily="18" charset="0"/>
                                </a:rPr>
                                <m:t>×</m:t>
                              </m:r>
                              <m:r>
                                <a:rPr lang="en-GB" sz="1200" b="0" i="1" dirty="0" smtClean="0">
                                  <a:solidFill>
                                    <a:prstClr val="black"/>
                                  </a:solidFill>
                                  <a:latin typeface="Cambria Math" panose="02040503050406030204" pitchFamily="18" charset="0"/>
                                </a:rPr>
                                <m:t>8</m:t>
                              </m:r>
                              <m:sSup>
                                <m:sSupPr>
                                  <m:ctrlPr>
                                    <a:rPr lang="en-US" sz="1200" i="1" dirty="0">
                                      <a:solidFill>
                                        <a:prstClr val="black"/>
                                      </a:solidFill>
                                      <a:latin typeface="Cambria Math" panose="02040503050406030204" pitchFamily="18" charset="0"/>
                                    </a:rPr>
                                  </m:ctrlPr>
                                </m:sSupPr>
                                <m:e>
                                  <m:r>
                                    <a:rPr lang="en-US" sz="1200" i="1" dirty="0">
                                      <a:solidFill>
                                        <a:prstClr val="black"/>
                                      </a:solidFill>
                                      <a:latin typeface="Cambria Math" panose="02040503050406030204" pitchFamily="18" charset="0"/>
                                    </a:rPr>
                                    <m:t>𝑥</m:t>
                                  </m:r>
                                </m:e>
                                <m:sup>
                                  <m:r>
                                    <a:rPr lang="en-GB" sz="1200" b="0" i="1" dirty="0" smtClean="0">
                                      <a:solidFill>
                                        <a:prstClr val="black"/>
                                      </a:solidFill>
                                      <a:latin typeface="Cambria Math" panose="02040503050406030204" pitchFamily="18" charset="0"/>
                                    </a:rPr>
                                    <m:t>6</m:t>
                                  </m:r>
                                </m:sup>
                              </m:sSup>
                            </m:oMath>
                          </a14:m>
                          <a:endParaRPr lang="en-GB" sz="1200" dirty="0"/>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dirty="0"/>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61641073"/>
                      </a:ext>
                    </a:extLst>
                  </a:tr>
                </a:tbl>
              </a:graphicData>
            </a:graphic>
          </p:graphicFrame>
        </mc:Choice>
        <mc:Fallback xmlns="">
          <p:graphicFrame>
            <p:nvGraphicFramePr>
              <p:cNvPr id="6" name="Table 9">
                <a:extLst>
                  <a:ext uri="{FF2B5EF4-FFF2-40B4-BE49-F238E27FC236}">
                    <a16:creationId xmlns:a16="http://schemas.microsoft.com/office/drawing/2014/main" id="{4217F4CD-628F-DA8F-D51E-5FD36B1C3B8E}"/>
                  </a:ext>
                </a:extLst>
              </p:cNvPr>
              <p:cNvGraphicFramePr>
                <a:graphicFrameLocks noGrp="1"/>
              </p:cNvGraphicFramePr>
              <p:nvPr>
                <p:extLst>
                  <p:ext uri="{D42A27DB-BD31-4B8C-83A1-F6EECF244321}">
                    <p14:modId xmlns:p14="http://schemas.microsoft.com/office/powerpoint/2010/main" val="2663748866"/>
                  </p:ext>
                </p:extLst>
              </p:nvPr>
            </p:nvGraphicFramePr>
            <p:xfrm>
              <a:off x="101295" y="5533953"/>
              <a:ext cx="6655407" cy="4211970"/>
            </p:xfrm>
            <a:graphic>
              <a:graphicData uri="http://schemas.openxmlformats.org/drawingml/2006/table">
                <a:tbl>
                  <a:tblPr>
                    <a:tableStyleId>{5C22544A-7EE6-4342-B048-85BDC9FD1C3A}</a:tableStyleId>
                  </a:tblPr>
                  <a:tblGrid>
                    <a:gridCol w="2218469">
                      <a:extLst>
                        <a:ext uri="{9D8B030D-6E8A-4147-A177-3AD203B41FA5}">
                          <a16:colId xmlns:a16="http://schemas.microsoft.com/office/drawing/2014/main" val="1289253696"/>
                        </a:ext>
                      </a:extLst>
                    </a:gridCol>
                    <a:gridCol w="2218469">
                      <a:extLst>
                        <a:ext uri="{9D8B030D-6E8A-4147-A177-3AD203B41FA5}">
                          <a16:colId xmlns:a16="http://schemas.microsoft.com/office/drawing/2014/main" val="3614161887"/>
                        </a:ext>
                      </a:extLst>
                    </a:gridCol>
                    <a:gridCol w="2218469">
                      <a:extLst>
                        <a:ext uri="{9D8B030D-6E8A-4147-A177-3AD203B41FA5}">
                          <a16:colId xmlns:a16="http://schemas.microsoft.com/office/drawing/2014/main" val="432697677"/>
                        </a:ext>
                      </a:extLst>
                    </a:gridCol>
                  </a:tblGrid>
                  <a:tr h="1403990">
                    <a:tc>
                      <a:txBody>
                        <a:bodyPr/>
                        <a:lstStyle/>
                        <a:p>
                          <a:endParaRPr lang="en-GB" sz="1200" dirty="0"/>
                        </a:p>
                        <a:p>
                          <a:endParaRPr lang="en-GB" sz="1200" dirty="0"/>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  </a:t>
                          </a:r>
                        </a:p>
                        <a:p>
                          <a:endParaRPr lang="en-GB" sz="1200" dirty="0"/>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dirty="0"/>
                        </a:p>
                        <a:p>
                          <a:endParaRPr lang="en-GB" sz="1200" dirty="0"/>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07842844"/>
                      </a:ext>
                    </a:extLst>
                  </a:tr>
                  <a:tr h="1403990">
                    <a:tc>
                      <a:txBody>
                        <a:bodyPr/>
                        <a:lstStyle/>
                        <a:p>
                          <a:endParaRPr lang="en-GB" sz="1200" dirty="0"/>
                        </a:p>
                        <a:p>
                          <a:endParaRPr lang="en-GB" sz="1200" dirty="0"/>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dirty="0"/>
                        </a:p>
                        <a:p>
                          <a:endParaRPr lang="en-GB" sz="1200" dirty="0"/>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dirty="0"/>
                        </a:p>
                        <a:p>
                          <a:endParaRPr lang="en-GB" sz="1200" dirty="0"/>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25415549"/>
                      </a:ext>
                    </a:extLst>
                  </a:tr>
                  <a:tr h="140399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75" t="-200000" r="-200824" b="-866"/>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000" t="-200000" r="-100274" b="-866"/>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549" t="-200000" r="-549" b="-866"/>
                          </a:stretch>
                        </a:blipFill>
                      </a:tcPr>
                    </a:tc>
                    <a:extLst>
                      <a:ext uri="{0D108BD9-81ED-4DB2-BD59-A6C34878D82A}">
                        <a16:rowId xmlns:a16="http://schemas.microsoft.com/office/drawing/2014/main" val="1961641073"/>
                      </a:ext>
                    </a:extLst>
                  </a:tr>
                </a:tbl>
              </a:graphicData>
            </a:graphic>
          </p:graphicFrame>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67A42642-AFB8-F342-9415-99A81178C405}"/>
                  </a:ext>
                </a:extLst>
              </p:cNvPr>
              <p:cNvSpPr txBox="1"/>
              <p:nvPr/>
            </p:nvSpPr>
            <p:spPr>
              <a:xfrm>
                <a:off x="171946" y="5561666"/>
                <a:ext cx="6496755" cy="276999"/>
              </a:xfrm>
              <a:prstGeom prst="rect">
                <a:avLst/>
              </a:prstGeom>
              <a:noFill/>
            </p:spPr>
            <p:txBody>
              <a:bodyPr wrap="square" numCol="3" rtlCol="0">
                <a:spAutoFit/>
              </a:bodyPr>
              <a:lstStyle/>
              <a:p>
                <a:pPr marR="0" lvl="0" algn="l" defTabSz="914400" rtl="0" eaLnBrk="1" fontAlgn="auto" latinLnBrk="0" hangingPunct="1">
                  <a:spcBef>
                    <a:spcPts val="0"/>
                  </a:spcBef>
                  <a:spcAft>
                    <a:spcPts val="0"/>
                  </a:spcAft>
                  <a:buClrTx/>
                  <a:buSzTx/>
                  <a:tabLst/>
                  <a:defRPr/>
                </a:pPr>
                <a:r>
                  <a:rPr lang="en-GB" sz="1200">
                    <a:solidFill>
                      <a:prstClr val="black"/>
                    </a:solidFill>
                    <a:latin typeface="Calibri" panose="020F0502020204030204"/>
                  </a:rPr>
                  <a:t>a) </a:t>
                </a:r>
                <a14:m>
                  <m:oMath xmlns:m="http://schemas.openxmlformats.org/officeDocument/2006/math">
                    <m:r>
                      <a:rPr lang="en-GB" sz="1200" i="1" dirty="0" smtClean="0">
                        <a:solidFill>
                          <a:prstClr val="black"/>
                        </a:solidFill>
                        <a:latin typeface="Cambria Math" panose="02040503050406030204" pitchFamily="18" charset="0"/>
                      </a:rPr>
                      <m:t>7</m:t>
                    </m:r>
                    <m:sSup>
                      <m:sSupPr>
                        <m:ctrlPr>
                          <a:rPr lang="en-US" sz="1200" b="0" i="1" dirty="0" smtClean="0">
                            <a:solidFill>
                              <a:prstClr val="black"/>
                            </a:solidFill>
                            <a:latin typeface="Cambria Math" panose="02040503050406030204" pitchFamily="18" charset="0"/>
                          </a:rPr>
                        </m:ctrlPr>
                      </m:sSupPr>
                      <m:e>
                        <m:r>
                          <a:rPr lang="en-US" sz="1200" b="0" i="1" dirty="0" smtClean="0">
                            <a:solidFill>
                              <a:prstClr val="black"/>
                            </a:solidFill>
                            <a:latin typeface="Cambria Math" panose="02040503050406030204" pitchFamily="18" charset="0"/>
                          </a:rPr>
                          <m:t>𝑥</m:t>
                        </m:r>
                      </m:e>
                      <m:sup>
                        <m:r>
                          <a:rPr lang="en-US" sz="1200" b="0" i="1" dirty="0" smtClean="0">
                            <a:solidFill>
                              <a:prstClr val="black"/>
                            </a:solidFill>
                            <a:latin typeface="Cambria Math" panose="02040503050406030204" pitchFamily="18" charset="0"/>
                          </a:rPr>
                          <m:t>−2</m:t>
                        </m:r>
                      </m:sup>
                    </m:sSup>
                    <m:r>
                      <a:rPr kumimoji="0" lang="en-GB" sz="1200" b="0" i="1" u="none" strike="noStrike" kern="1200" cap="none" spc="0" normalizeH="0" baseline="0" noProof="0" dirty="0" smtClean="0">
                        <a:ln>
                          <a:noFill/>
                        </a:ln>
                        <a:solidFill>
                          <a:prstClr val="black"/>
                        </a:solidFill>
                        <a:effectLst/>
                        <a:uLnTx/>
                        <a:uFillTx/>
                        <a:latin typeface="Cambria Math" panose="02040503050406030204" pitchFamily="18" charset="0"/>
                      </a:rPr>
                      <m:t>×</m:t>
                    </m:r>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t>4</m:t>
                    </m:r>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t>𝑥</m:t>
                    </m:r>
                    <m:r>
                      <a:rPr lang="en-GB" sz="1200" i="1" baseline="30000" noProof="0" dirty="0" smtClean="0">
                        <a:solidFill>
                          <a:prstClr val="black"/>
                        </a:solidFill>
                        <a:latin typeface="Cambria Math" panose="02040503050406030204" pitchFamily="18" charset="0"/>
                      </a:rPr>
                      <m:t>4</m:t>
                    </m:r>
                  </m:oMath>
                </a14:m>
                <a:endParaRPr lang="en-GB" sz="1200" baseline="30000">
                  <a:solidFill>
                    <a:prstClr val="black"/>
                  </a:solidFill>
                </a:endParaRPr>
              </a:p>
              <a:p>
                <a:pPr lvl="0">
                  <a:defRPr/>
                </a:pPr>
                <a:r>
                  <a:rPr lang="en-GB" sz="1200">
                    <a:solidFill>
                      <a:srgbClr val="000000"/>
                    </a:solidFill>
                  </a:rPr>
                  <a:t>b) </a:t>
                </a:r>
                <a14:m>
                  <m:oMath xmlns:m="http://schemas.openxmlformats.org/officeDocument/2006/math">
                    <m:r>
                      <a:rPr lang="en-GB" sz="1200" i="1" dirty="0" smtClean="0">
                        <a:solidFill>
                          <a:prstClr val="black"/>
                        </a:solidFill>
                        <a:latin typeface="Cambria Math" panose="02040503050406030204" pitchFamily="18" charset="0"/>
                      </a:rPr>
                      <m:t>2</m:t>
                    </m:r>
                    <m:sSup>
                      <m:sSupPr>
                        <m:ctrlPr>
                          <a:rPr lang="en-US" sz="1200" b="0" i="1" dirty="0" smtClean="0">
                            <a:solidFill>
                              <a:prstClr val="black"/>
                            </a:solidFill>
                            <a:latin typeface="Cambria Math" panose="02040503050406030204" pitchFamily="18" charset="0"/>
                          </a:rPr>
                        </m:ctrlPr>
                      </m:sSupPr>
                      <m:e>
                        <m:r>
                          <a:rPr lang="en-US" sz="1200" b="0" i="1" dirty="0" smtClean="0">
                            <a:solidFill>
                              <a:prstClr val="black"/>
                            </a:solidFill>
                            <a:latin typeface="Cambria Math" panose="02040503050406030204" pitchFamily="18" charset="0"/>
                          </a:rPr>
                          <m:t>𝑥</m:t>
                        </m:r>
                      </m:e>
                      <m:sup>
                        <m:r>
                          <a:rPr lang="en-US" sz="1200" b="0" i="1" dirty="0" smtClean="0">
                            <a:solidFill>
                              <a:prstClr val="black"/>
                            </a:solidFill>
                            <a:latin typeface="Cambria Math" panose="02040503050406030204" pitchFamily="18" charset="0"/>
                          </a:rPr>
                          <m:t>−4</m:t>
                        </m:r>
                      </m:sup>
                    </m:sSup>
                    <m:r>
                      <a:rPr lang="en-GB" sz="1200" i="1" dirty="0" smtClean="0">
                        <a:solidFill>
                          <a:prstClr val="black"/>
                        </a:solidFill>
                        <a:latin typeface="Cambria Math" panose="02040503050406030204" pitchFamily="18" charset="0"/>
                      </a:rPr>
                      <m:t>×11</m:t>
                    </m:r>
                    <m:sSup>
                      <m:sSupPr>
                        <m:ctrlPr>
                          <a:rPr lang="en-US" sz="1200" b="0" i="1" dirty="0" smtClean="0">
                            <a:solidFill>
                              <a:prstClr val="black"/>
                            </a:solidFill>
                            <a:latin typeface="Cambria Math" panose="02040503050406030204" pitchFamily="18" charset="0"/>
                          </a:rPr>
                        </m:ctrlPr>
                      </m:sSupPr>
                      <m:e>
                        <m:r>
                          <a:rPr lang="en-US" sz="1200" b="0" i="1" dirty="0" smtClean="0">
                            <a:solidFill>
                              <a:prstClr val="black"/>
                            </a:solidFill>
                            <a:latin typeface="Cambria Math" panose="02040503050406030204" pitchFamily="18" charset="0"/>
                          </a:rPr>
                          <m:t>𝑥</m:t>
                        </m:r>
                      </m:e>
                      <m:sup>
                        <m:r>
                          <a:rPr lang="en-US" sz="1200" b="0" i="1" dirty="0" smtClean="0">
                            <a:solidFill>
                              <a:prstClr val="black"/>
                            </a:solidFill>
                            <a:latin typeface="Cambria Math" panose="02040503050406030204" pitchFamily="18" charset="0"/>
                          </a:rPr>
                          <m:t>−7</m:t>
                        </m:r>
                      </m:sup>
                    </m:sSup>
                  </m:oMath>
                </a14:m>
                <a:r>
                  <a:rPr lang="en-GB" sz="1200" baseline="30000">
                    <a:solidFill>
                      <a:prstClr val="black"/>
                    </a:solidFill>
                  </a:rPr>
                  <a:t>   </a:t>
                </a:r>
              </a:p>
              <a:p>
                <a:pPr lvl="0">
                  <a:defRPr/>
                </a:pPr>
                <a:r>
                  <a:rPr lang="en-GB" sz="1200">
                    <a:solidFill>
                      <a:srgbClr val="000000"/>
                    </a:solidFill>
                  </a:rPr>
                  <a:t>    c) </a:t>
                </a:r>
                <a14:m>
                  <m:oMath xmlns:m="http://schemas.openxmlformats.org/officeDocument/2006/math">
                    <m:r>
                      <a:rPr lang="en-US" sz="1200" b="0" i="0" dirty="0" smtClean="0">
                        <a:solidFill>
                          <a:prstClr val="black"/>
                        </a:solidFill>
                        <a:latin typeface="Cambria Math" panose="02040503050406030204" pitchFamily="18" charset="0"/>
                      </a:rPr>
                      <m:t>6</m:t>
                    </m:r>
                    <m:sSup>
                      <m:sSupPr>
                        <m:ctrlPr>
                          <a:rPr lang="en-US" sz="1200" b="0" i="1" dirty="0" smtClean="0">
                            <a:solidFill>
                              <a:prstClr val="black"/>
                            </a:solidFill>
                            <a:latin typeface="Cambria Math" panose="02040503050406030204" pitchFamily="18" charset="0"/>
                          </a:rPr>
                        </m:ctrlPr>
                      </m:sSupPr>
                      <m:e>
                        <m:r>
                          <a:rPr lang="en-US" sz="1200" b="0" i="1" dirty="0" smtClean="0">
                            <a:solidFill>
                              <a:prstClr val="black"/>
                            </a:solidFill>
                            <a:latin typeface="Cambria Math" panose="02040503050406030204" pitchFamily="18" charset="0"/>
                          </a:rPr>
                          <m:t>𝑥</m:t>
                        </m:r>
                      </m:e>
                      <m:sup>
                        <m:r>
                          <a:rPr lang="en-US" sz="1200" b="0" i="1" dirty="0" smtClean="0">
                            <a:solidFill>
                              <a:prstClr val="black"/>
                            </a:solidFill>
                            <a:latin typeface="Cambria Math" panose="02040503050406030204" pitchFamily="18" charset="0"/>
                          </a:rPr>
                          <m:t>−7</m:t>
                        </m:r>
                      </m:sup>
                    </m:sSup>
                    <m:r>
                      <a:rPr lang="en-US" sz="1200" b="0" i="1" dirty="0" smtClean="0">
                        <a:solidFill>
                          <a:prstClr val="black"/>
                        </a:solidFill>
                        <a:latin typeface="Cambria Math" panose="02040503050406030204" pitchFamily="18" charset="0"/>
                      </a:rPr>
                      <m:t>×</m:t>
                    </m:r>
                    <m:r>
                      <a:rPr lang="en-GB" sz="1200" i="1" dirty="0" smtClean="0">
                        <a:solidFill>
                          <a:prstClr val="black"/>
                        </a:solidFill>
                        <a:latin typeface="Cambria Math" panose="02040503050406030204" pitchFamily="18" charset="0"/>
                      </a:rPr>
                      <m:t>6</m:t>
                    </m:r>
                    <m:sSup>
                      <m:sSupPr>
                        <m:ctrlPr>
                          <a:rPr lang="en-US" sz="1200" b="0" i="1" dirty="0" smtClean="0">
                            <a:solidFill>
                              <a:prstClr val="black"/>
                            </a:solidFill>
                            <a:latin typeface="Cambria Math" panose="02040503050406030204" pitchFamily="18" charset="0"/>
                          </a:rPr>
                        </m:ctrlPr>
                      </m:sSupPr>
                      <m:e>
                        <m:r>
                          <a:rPr lang="en-US" sz="1200" b="0" i="1" dirty="0" smtClean="0">
                            <a:solidFill>
                              <a:prstClr val="black"/>
                            </a:solidFill>
                            <a:latin typeface="Cambria Math" panose="02040503050406030204" pitchFamily="18" charset="0"/>
                          </a:rPr>
                          <m:t>𝑥</m:t>
                        </m:r>
                      </m:e>
                      <m:sup>
                        <m:r>
                          <a:rPr lang="en-US" sz="1200" b="0" i="1" dirty="0" smtClean="0">
                            <a:solidFill>
                              <a:prstClr val="black"/>
                            </a:solidFill>
                            <a:latin typeface="Cambria Math" panose="02040503050406030204" pitchFamily="18" charset="0"/>
                          </a:rPr>
                          <m:t>−11</m:t>
                        </m:r>
                      </m:sup>
                    </m:sSup>
                  </m:oMath>
                </a14:m>
                <a:endParaRPr lang="en-US" sz="1200" baseline="30000">
                  <a:solidFill>
                    <a:prstClr val="black"/>
                  </a:solidFill>
                </a:endParaRPr>
              </a:p>
            </p:txBody>
          </p:sp>
        </mc:Choice>
        <mc:Fallback xmlns="">
          <p:sp>
            <p:nvSpPr>
              <p:cNvPr id="208" name="TextBox 207">
                <a:extLst>
                  <a:ext uri="{FF2B5EF4-FFF2-40B4-BE49-F238E27FC236}">
                    <a16:creationId xmlns:a16="http://schemas.microsoft.com/office/drawing/2014/main" id="{67A42642-AFB8-F342-9415-99A81178C405}"/>
                  </a:ext>
                </a:extLst>
              </p:cNvPr>
              <p:cNvSpPr txBox="1">
                <a:spLocks noRot="1" noChangeAspect="1" noMove="1" noResize="1" noEditPoints="1" noAdjustHandles="1" noChangeArrowheads="1" noChangeShapeType="1" noTextEdit="1"/>
              </p:cNvSpPr>
              <p:nvPr/>
            </p:nvSpPr>
            <p:spPr>
              <a:xfrm>
                <a:off x="171946" y="5561666"/>
                <a:ext cx="6496755" cy="276999"/>
              </a:xfrm>
              <a:prstGeom prst="rect">
                <a:avLst/>
              </a:prstGeom>
              <a:blipFill>
                <a:blip r:embed="rId3"/>
                <a:stretch>
                  <a:fillRect b="-173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7" name="TextBox 66"/>
              <p:cNvSpPr txBox="1"/>
              <p:nvPr/>
            </p:nvSpPr>
            <p:spPr>
              <a:xfrm>
                <a:off x="134328" y="47271"/>
                <a:ext cx="1200713"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𝑗</m:t>
                      </m:r>
                      <m:r>
                        <a:rPr lang="en-US" sz="1200" b="0" i="1" smtClean="0">
                          <a:latin typeface="Cambria Math" panose="02040503050406030204" pitchFamily="18" charset="0"/>
                        </a:rPr>
                        <m:t>) 11</m:t>
                      </m:r>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𝑥</m:t>
                          </m:r>
                        </m:e>
                        <m:sup>
                          <m:r>
                            <a:rPr lang="en-US" sz="1200" b="0" i="1" smtClean="0">
                              <a:latin typeface="Cambria Math" panose="02040503050406030204" pitchFamily="18" charset="0"/>
                            </a:rPr>
                            <m:t>22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4</m:t>
                          </m:r>
                          <m:r>
                            <a:rPr lang="en-US" sz="1200" b="0" i="1" smtClean="0">
                              <a:latin typeface="Cambria Math" panose="02040503050406030204" pitchFamily="18" charset="0"/>
                            </a:rPr>
                            <m:t>𝑥</m:t>
                          </m:r>
                        </m:e>
                        <m:sup>
                          <m:r>
                            <a:rPr lang="en-US" sz="1200" b="0" i="1" smtClean="0">
                              <a:latin typeface="Cambria Math" panose="02040503050406030204" pitchFamily="18" charset="0"/>
                            </a:rPr>
                            <m:t>8</m:t>
                          </m:r>
                        </m:sup>
                      </m:sSup>
                    </m:oMath>
                  </m:oMathPara>
                </a14:m>
                <a:endParaRPr lang="en-GB" sz="1200"/>
              </a:p>
            </p:txBody>
          </p:sp>
        </mc:Choice>
        <mc:Fallback xmlns="">
          <p:sp>
            <p:nvSpPr>
              <p:cNvPr id="67" name="TextBox 66"/>
              <p:cNvSpPr txBox="1">
                <a:spLocks noRot="1" noChangeAspect="1" noMove="1" noResize="1" noEditPoints="1" noAdjustHandles="1" noChangeArrowheads="1" noChangeShapeType="1" noTextEdit="1"/>
              </p:cNvSpPr>
              <p:nvPr/>
            </p:nvSpPr>
            <p:spPr>
              <a:xfrm>
                <a:off x="134328" y="47271"/>
                <a:ext cx="1200713" cy="276999"/>
              </a:xfrm>
              <a:prstGeom prst="rect">
                <a:avLst/>
              </a:prstGeom>
              <a:blipFill>
                <a:blip r:embed="rId4"/>
                <a:stretch>
                  <a:fillRect b="-1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TextBox 67"/>
              <p:cNvSpPr txBox="1"/>
              <p:nvPr/>
            </p:nvSpPr>
            <p:spPr>
              <a:xfrm>
                <a:off x="2307063" y="47271"/>
                <a:ext cx="1080745"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𝑘</m:t>
                      </m:r>
                      <m:r>
                        <a:rPr lang="en-US" sz="1200" b="0" i="1" smtClean="0">
                          <a:latin typeface="Cambria Math" panose="02040503050406030204" pitchFamily="18" charset="0"/>
                        </a:rPr>
                        <m:t>) 3</m:t>
                      </m:r>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𝑥</m:t>
                          </m:r>
                        </m:e>
                        <m:sup>
                          <m:r>
                            <a:rPr lang="en-US" sz="1200" b="0" i="1" smtClean="0">
                              <a:latin typeface="Cambria Math" panose="02040503050406030204" pitchFamily="18" charset="0"/>
                            </a:rPr>
                            <m:t>8</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2</m:t>
                          </m:r>
                          <m:r>
                            <a:rPr lang="en-US" sz="1200" b="0" i="1" smtClean="0">
                              <a:latin typeface="Cambria Math" panose="02040503050406030204" pitchFamily="18" charset="0"/>
                            </a:rPr>
                            <m:t>𝑥</m:t>
                          </m:r>
                        </m:e>
                        <m:sup>
                          <m:r>
                            <a:rPr lang="en-US" sz="1200" b="0" i="1" smtClean="0">
                              <a:latin typeface="Cambria Math" panose="02040503050406030204" pitchFamily="18" charset="0"/>
                            </a:rPr>
                            <m:t>2</m:t>
                          </m:r>
                        </m:sup>
                      </m:sSup>
                    </m:oMath>
                  </m:oMathPara>
                </a14:m>
                <a:endParaRPr lang="en-GB" sz="1200"/>
              </a:p>
            </p:txBody>
          </p:sp>
        </mc:Choice>
        <mc:Fallback xmlns="">
          <p:sp>
            <p:nvSpPr>
              <p:cNvPr id="68" name="TextBox 67"/>
              <p:cNvSpPr txBox="1">
                <a:spLocks noRot="1" noChangeAspect="1" noMove="1" noResize="1" noEditPoints="1" noAdjustHandles="1" noChangeArrowheads="1" noChangeShapeType="1" noTextEdit="1"/>
              </p:cNvSpPr>
              <p:nvPr/>
            </p:nvSpPr>
            <p:spPr>
              <a:xfrm>
                <a:off x="2307063" y="47271"/>
                <a:ext cx="1080745" cy="276999"/>
              </a:xfrm>
              <a:prstGeom prst="rect">
                <a:avLst/>
              </a:prstGeom>
              <a:blipFill>
                <a:blip r:embed="rId5"/>
                <a:stretch>
                  <a:fillRect b="-1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9" name="TextBox 68"/>
              <p:cNvSpPr txBox="1"/>
              <p:nvPr/>
            </p:nvSpPr>
            <p:spPr>
              <a:xfrm>
                <a:off x="4467110" y="37196"/>
                <a:ext cx="1044260" cy="27911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𝑙</m:t>
                      </m:r>
                      <m:r>
                        <a:rPr lang="en-US" sz="1200" b="0" i="1" smtClean="0">
                          <a:latin typeface="Cambria Math" panose="02040503050406030204" pitchFamily="18" charset="0"/>
                        </a:rPr>
                        <m:t>) 3</m:t>
                      </m:r>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𝑥</m:t>
                          </m:r>
                        </m:e>
                        <m:sup>
                          <m:r>
                            <a:rPr lang="en-US" sz="1200" b="0" i="1" smtClean="0">
                              <a:latin typeface="Cambria Math" panose="02040503050406030204" pitchFamily="18" charset="0"/>
                            </a:rPr>
                            <m:t>5</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7</m:t>
                          </m:r>
                          <m:r>
                            <a:rPr lang="en-US" sz="1200" b="0" i="1" smtClean="0">
                              <a:latin typeface="Cambria Math" panose="02040503050406030204" pitchFamily="18" charset="0"/>
                            </a:rPr>
                            <m:t>𝑥</m:t>
                          </m:r>
                        </m:e>
                        <m:sup>
                          <m:r>
                            <a:rPr lang="en-US" sz="1200" b="0" i="1" smtClean="0">
                              <a:latin typeface="Cambria Math" panose="02040503050406030204" pitchFamily="18" charset="0"/>
                            </a:rPr>
                            <m:t>3</m:t>
                          </m:r>
                        </m:sup>
                      </m:sSup>
                    </m:oMath>
                  </m:oMathPara>
                </a14:m>
                <a:endParaRPr lang="en-GB" sz="1200"/>
              </a:p>
            </p:txBody>
          </p:sp>
        </mc:Choice>
        <mc:Fallback xmlns="">
          <p:sp>
            <p:nvSpPr>
              <p:cNvPr id="69" name="TextBox 68"/>
              <p:cNvSpPr txBox="1">
                <a:spLocks noRot="1" noChangeAspect="1" noMove="1" noResize="1" noEditPoints="1" noAdjustHandles="1" noChangeArrowheads="1" noChangeShapeType="1" noTextEdit="1"/>
              </p:cNvSpPr>
              <p:nvPr/>
            </p:nvSpPr>
            <p:spPr>
              <a:xfrm>
                <a:off x="4467110" y="37196"/>
                <a:ext cx="1044260" cy="279115"/>
              </a:xfrm>
              <a:prstGeom prst="rect">
                <a:avLst/>
              </a:prstGeom>
              <a:blipFill>
                <a:blip r:embed="rId6"/>
                <a:stretch>
                  <a:fillRect b="-869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 name="TextBox 69"/>
              <p:cNvSpPr txBox="1"/>
              <p:nvPr/>
            </p:nvSpPr>
            <p:spPr>
              <a:xfrm>
                <a:off x="134328" y="1295835"/>
                <a:ext cx="1122167"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𝑚</m:t>
                      </m:r>
                      <m:r>
                        <a:rPr lang="en-US" sz="1200" b="0" i="1" smtClean="0">
                          <a:latin typeface="Cambria Math" panose="02040503050406030204" pitchFamily="18" charset="0"/>
                        </a:rPr>
                        <m:t>) 8</m:t>
                      </m:r>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𝑥</m:t>
                          </m:r>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2</m:t>
                          </m:r>
                          <m:r>
                            <a:rPr lang="en-US" sz="1200" b="0" i="1" smtClean="0">
                              <a:latin typeface="Cambria Math" panose="02040503050406030204" pitchFamily="18" charset="0"/>
                            </a:rPr>
                            <m:t>𝑥</m:t>
                          </m:r>
                        </m:e>
                        <m:sup>
                          <m:r>
                            <a:rPr lang="en-US" sz="1200" b="0" i="1" smtClean="0">
                              <a:latin typeface="Cambria Math" panose="02040503050406030204" pitchFamily="18" charset="0"/>
                            </a:rPr>
                            <m:t>3</m:t>
                          </m:r>
                        </m:sup>
                      </m:sSup>
                    </m:oMath>
                  </m:oMathPara>
                </a14:m>
                <a:endParaRPr lang="en-GB" sz="1200"/>
              </a:p>
            </p:txBody>
          </p:sp>
        </mc:Choice>
        <mc:Fallback xmlns="">
          <p:sp>
            <p:nvSpPr>
              <p:cNvPr id="70" name="TextBox 69"/>
              <p:cNvSpPr txBox="1">
                <a:spLocks noRot="1" noChangeAspect="1" noMove="1" noResize="1" noEditPoints="1" noAdjustHandles="1" noChangeArrowheads="1" noChangeShapeType="1" noTextEdit="1"/>
              </p:cNvSpPr>
              <p:nvPr/>
            </p:nvSpPr>
            <p:spPr>
              <a:xfrm>
                <a:off x="134328" y="1295835"/>
                <a:ext cx="1122167" cy="276999"/>
              </a:xfrm>
              <a:prstGeom prst="rect">
                <a:avLst/>
              </a:prstGeom>
              <a:blipFill>
                <a:blip r:embed="rId7"/>
                <a:stretch>
                  <a:fillRect b="-1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TextBox 70"/>
              <p:cNvSpPr txBox="1"/>
              <p:nvPr/>
            </p:nvSpPr>
            <p:spPr>
              <a:xfrm>
                <a:off x="2253193" y="1295835"/>
                <a:ext cx="1091132"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𝑛</m:t>
                      </m:r>
                      <m:r>
                        <a:rPr lang="en-US" sz="1200" b="0" i="1" smtClean="0">
                          <a:latin typeface="Cambria Math" panose="02040503050406030204" pitchFamily="18" charset="0"/>
                        </a:rPr>
                        <m:t>) 15</m:t>
                      </m:r>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𝑥</m:t>
                          </m:r>
                        </m:e>
                        <m:sup>
                          <m:r>
                            <a:rPr lang="en-US" sz="1200" b="0" i="1" smtClean="0">
                              <a:latin typeface="Cambria Math" panose="02040503050406030204" pitchFamily="18" charset="0"/>
                            </a:rPr>
                            <m:t>6</m:t>
                          </m:r>
                        </m:sup>
                      </m:sSup>
                      <m:r>
                        <a:rPr lang="en-US" sz="1200" b="0" i="1" smtClean="0">
                          <a:latin typeface="Cambria Math" panose="02040503050406030204" pitchFamily="18" charset="0"/>
                        </a:rPr>
                        <m:t>×3</m:t>
                      </m:r>
                      <m:r>
                        <a:rPr lang="en-US" sz="1200" b="0" i="1" smtClean="0">
                          <a:latin typeface="Cambria Math" panose="02040503050406030204" pitchFamily="18" charset="0"/>
                        </a:rPr>
                        <m:t>𝑥</m:t>
                      </m:r>
                    </m:oMath>
                  </m:oMathPara>
                </a14:m>
                <a:endParaRPr lang="en-GB" sz="1200"/>
              </a:p>
            </p:txBody>
          </p:sp>
        </mc:Choice>
        <mc:Fallback xmlns="">
          <p:sp>
            <p:nvSpPr>
              <p:cNvPr id="71" name="TextBox 70"/>
              <p:cNvSpPr txBox="1">
                <a:spLocks noRot="1" noChangeAspect="1" noMove="1" noResize="1" noEditPoints="1" noAdjustHandles="1" noChangeArrowheads="1" noChangeShapeType="1" noTextEdit="1"/>
              </p:cNvSpPr>
              <p:nvPr/>
            </p:nvSpPr>
            <p:spPr>
              <a:xfrm>
                <a:off x="2253193" y="1295835"/>
                <a:ext cx="1091132" cy="276999"/>
              </a:xfrm>
              <a:prstGeom prst="rect">
                <a:avLst/>
              </a:prstGeom>
              <a:blipFill>
                <a:blip r:embed="rId8"/>
                <a:stretch>
                  <a:fillRect b="-1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TextBox 71"/>
              <p:cNvSpPr txBox="1"/>
              <p:nvPr/>
            </p:nvSpPr>
            <p:spPr>
              <a:xfrm>
                <a:off x="4548751" y="1288580"/>
                <a:ext cx="1053942" cy="27911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𝑜</m:t>
                      </m:r>
                      <m:r>
                        <a:rPr lang="en-US" sz="1200" b="0" i="1" smtClean="0">
                          <a:latin typeface="Cambria Math" panose="02040503050406030204" pitchFamily="18" charset="0"/>
                        </a:rPr>
                        <m:t>) </m:t>
                      </m:r>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𝑥</m:t>
                          </m:r>
                        </m:e>
                        <m:sup>
                          <m:r>
                            <a:rPr lang="en-US" sz="1200" b="0" i="1" smtClean="0">
                              <a:latin typeface="Cambria Math" panose="02040503050406030204" pitchFamily="18" charset="0"/>
                            </a:rPr>
                            <m:t>5</m:t>
                          </m:r>
                        </m:sup>
                      </m:sSup>
                      <m:r>
                        <a:rPr lang="en-US" sz="1200" b="0" i="1" smtClean="0">
                          <a:latin typeface="Cambria Math" panose="02040503050406030204" pitchFamily="18" charset="0"/>
                        </a:rPr>
                        <m:t>×9</m:t>
                      </m:r>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𝑥</m:t>
                          </m:r>
                        </m:e>
                        <m:sup>
                          <m:r>
                            <a:rPr lang="en-US" sz="1200" b="0" i="1" smtClean="0">
                              <a:latin typeface="Cambria Math" panose="02040503050406030204" pitchFamily="18" charset="0"/>
                            </a:rPr>
                            <m:t>10</m:t>
                          </m:r>
                        </m:sup>
                      </m:sSup>
                    </m:oMath>
                  </m:oMathPara>
                </a14:m>
                <a:endParaRPr lang="en-GB" sz="1200"/>
              </a:p>
            </p:txBody>
          </p:sp>
        </mc:Choice>
        <mc:Fallback xmlns="">
          <p:sp>
            <p:nvSpPr>
              <p:cNvPr id="72" name="TextBox 71"/>
              <p:cNvSpPr txBox="1">
                <a:spLocks noRot="1" noChangeAspect="1" noMove="1" noResize="1" noEditPoints="1" noAdjustHandles="1" noChangeArrowheads="1" noChangeShapeType="1" noTextEdit="1"/>
              </p:cNvSpPr>
              <p:nvPr/>
            </p:nvSpPr>
            <p:spPr>
              <a:xfrm>
                <a:off x="4548751" y="1288580"/>
                <a:ext cx="1053942" cy="279115"/>
              </a:xfrm>
              <a:prstGeom prst="rect">
                <a:avLst/>
              </a:prstGeom>
              <a:blipFill>
                <a:blip r:embed="rId9"/>
                <a:stretch>
                  <a:fillRect b="-8696"/>
                </a:stretch>
              </a:blipFill>
            </p:spPr>
            <p:txBody>
              <a:bodyPr/>
              <a:lstStyle/>
              <a:p>
                <a:r>
                  <a:rPr lang="en-US">
                    <a:noFill/>
                  </a:rPr>
                  <a:t> </a:t>
                </a:r>
              </a:p>
            </p:txBody>
          </p:sp>
        </mc:Fallback>
      </mc:AlternateContent>
      <p:sp>
        <p:nvSpPr>
          <p:cNvPr id="73" name="TextBox 72">
            <a:extLst>
              <a:ext uri="{FF2B5EF4-FFF2-40B4-BE49-F238E27FC236}">
                <a16:creationId xmlns:a16="http://schemas.microsoft.com/office/drawing/2014/main" id="{88BE26D3-BD12-8F4B-9608-3EB6530361A1}"/>
              </a:ext>
            </a:extLst>
          </p:cNvPr>
          <p:cNvSpPr txBox="1"/>
          <p:nvPr/>
        </p:nvSpPr>
        <p:spPr>
          <a:xfrm>
            <a:off x="1912738" y="2581640"/>
            <a:ext cx="1400691" cy="276999"/>
          </a:xfrm>
          <a:prstGeom prst="rect">
            <a:avLst/>
          </a:prstGeom>
          <a:noFill/>
          <a:ln>
            <a:noFill/>
          </a:ln>
        </p:spPr>
        <p:txBody>
          <a:bodyPr wrap="square" rtlCol="0">
            <a:spAutoFit/>
          </a:bodyPr>
          <a:lstStyle/>
          <a:p>
            <a:r>
              <a:rPr lang="en-GB" sz="1200" b="1" i="1">
                <a:solidFill>
                  <a:srgbClr val="FF0000"/>
                </a:solidFill>
              </a:rPr>
              <a:t>Example 28 - I do…</a:t>
            </a:r>
          </a:p>
        </p:txBody>
      </p:sp>
      <p:sp>
        <p:nvSpPr>
          <p:cNvPr id="74" name="TextBox 73">
            <a:extLst>
              <a:ext uri="{FF2B5EF4-FFF2-40B4-BE49-F238E27FC236}">
                <a16:creationId xmlns:a16="http://schemas.microsoft.com/office/drawing/2014/main" id="{12910BCB-308B-9841-AF03-2F9D2E6E678C}"/>
              </a:ext>
            </a:extLst>
          </p:cNvPr>
          <p:cNvSpPr txBox="1"/>
          <p:nvPr/>
        </p:nvSpPr>
        <p:spPr>
          <a:xfrm>
            <a:off x="3432324" y="2576699"/>
            <a:ext cx="1600383" cy="276999"/>
          </a:xfrm>
          <a:prstGeom prst="rect">
            <a:avLst/>
          </a:prstGeom>
          <a:noFill/>
          <a:ln>
            <a:noFill/>
          </a:ln>
        </p:spPr>
        <p:txBody>
          <a:bodyPr wrap="square" rtlCol="0">
            <a:spAutoFit/>
          </a:bodyPr>
          <a:lstStyle/>
          <a:p>
            <a:r>
              <a:rPr lang="en-GB" sz="1200" b="1" i="1">
                <a:solidFill>
                  <a:schemeClr val="accent2"/>
                </a:solidFill>
              </a:rPr>
              <a:t>Example 29 – We do…</a:t>
            </a:r>
          </a:p>
        </p:txBody>
      </p:sp>
      <p:sp>
        <p:nvSpPr>
          <p:cNvPr id="75" name="TextBox 74">
            <a:extLst>
              <a:ext uri="{FF2B5EF4-FFF2-40B4-BE49-F238E27FC236}">
                <a16:creationId xmlns:a16="http://schemas.microsoft.com/office/drawing/2014/main" id="{12910BCB-308B-9841-AF03-2F9D2E6E678C}"/>
              </a:ext>
            </a:extLst>
          </p:cNvPr>
          <p:cNvSpPr txBox="1"/>
          <p:nvPr/>
        </p:nvSpPr>
        <p:spPr>
          <a:xfrm>
            <a:off x="5045073" y="2576698"/>
            <a:ext cx="1623628" cy="276999"/>
          </a:xfrm>
          <a:prstGeom prst="rect">
            <a:avLst/>
          </a:prstGeom>
          <a:noFill/>
          <a:ln>
            <a:noFill/>
          </a:ln>
        </p:spPr>
        <p:txBody>
          <a:bodyPr wrap="square" rtlCol="0">
            <a:spAutoFit/>
          </a:bodyPr>
          <a:lstStyle/>
          <a:p>
            <a:r>
              <a:rPr lang="en-GB" sz="1200" b="1" i="1">
                <a:solidFill>
                  <a:srgbClr val="00B050"/>
                </a:solidFill>
              </a:rPr>
              <a:t>Example 30 – You do…</a:t>
            </a:r>
          </a:p>
        </p:txBody>
      </p:sp>
      <mc:AlternateContent xmlns:mc="http://schemas.openxmlformats.org/markup-compatibility/2006" xmlns:a14="http://schemas.microsoft.com/office/drawing/2010/main">
        <mc:Choice Requires="a14">
          <p:graphicFrame>
            <p:nvGraphicFramePr>
              <p:cNvPr id="76" name="Table 75"/>
              <p:cNvGraphicFramePr>
                <a:graphicFrameLocks noGrp="1"/>
              </p:cNvGraphicFramePr>
              <p:nvPr/>
            </p:nvGraphicFramePr>
            <p:xfrm>
              <a:off x="101296" y="2888974"/>
              <a:ext cx="6655406" cy="2116812"/>
            </p:xfrm>
            <a:graphic>
              <a:graphicData uri="http://schemas.openxmlformats.org/drawingml/2006/table">
                <a:tbl>
                  <a:tblPr firstRow="1" bandRow="1">
                    <a:tableStyleId>{5C22544A-7EE6-4342-B048-85BDC9FD1C3A}</a:tableStyleId>
                  </a:tblPr>
                  <a:tblGrid>
                    <a:gridCol w="1211035">
                      <a:extLst>
                        <a:ext uri="{9D8B030D-6E8A-4147-A177-3AD203B41FA5}">
                          <a16:colId xmlns:a16="http://schemas.microsoft.com/office/drawing/2014/main" val="3124559182"/>
                        </a:ext>
                      </a:extLst>
                    </a:gridCol>
                    <a:gridCol w="1936880">
                      <a:extLst>
                        <a:ext uri="{9D8B030D-6E8A-4147-A177-3AD203B41FA5}">
                          <a16:colId xmlns:a16="http://schemas.microsoft.com/office/drawing/2014/main" val="1668930051"/>
                        </a:ext>
                      </a:extLst>
                    </a:gridCol>
                    <a:gridCol w="1821708">
                      <a:extLst>
                        <a:ext uri="{9D8B030D-6E8A-4147-A177-3AD203B41FA5}">
                          <a16:colId xmlns:a16="http://schemas.microsoft.com/office/drawing/2014/main" val="2873958374"/>
                        </a:ext>
                      </a:extLst>
                    </a:gridCol>
                    <a:gridCol w="1685783">
                      <a:extLst>
                        <a:ext uri="{9D8B030D-6E8A-4147-A177-3AD203B41FA5}">
                          <a16:colId xmlns:a16="http://schemas.microsoft.com/office/drawing/2014/main" val="2414775215"/>
                        </a:ext>
                      </a:extLst>
                    </a:gridCol>
                  </a:tblGrid>
                  <a:tr h="359934">
                    <a:tc>
                      <a:txBody>
                        <a:bodyPr/>
                        <a:lstStyle/>
                        <a:p>
                          <a:pPr algn="ctr"/>
                          <a:r>
                            <a:rPr lang="en-US" sz="1200">
                              <a:solidFill>
                                <a:schemeClr val="tx1"/>
                              </a:solidFill>
                            </a:rPr>
                            <a:t>Steps</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GB" sz="1200">
                              <a:solidFill>
                                <a:schemeClr val="tx1"/>
                              </a:solidFill>
                            </a:rPr>
                            <a:t>Simplify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47329628"/>
                      </a:ext>
                    </a:extLst>
                  </a:tr>
                  <a:tr h="558399">
                    <a:tc>
                      <a:txBody>
                        <a:bodyPr/>
                        <a:lstStyle/>
                        <a:p>
                          <a:r>
                            <a:rPr lang="en-US" sz="1200">
                              <a:solidFill>
                                <a:schemeClr val="tx1"/>
                              </a:solidFill>
                            </a:rPr>
                            <a:t>Multiply the coefficients.</a:t>
                          </a:r>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a14:m>
                            <m:oMathPara xmlns:m="http://schemas.openxmlformats.org/officeDocument/2006/math">
                              <m:oMathParaPr>
                                <m:jc m:val="centerGroup"/>
                              </m:oMathParaPr>
                              <m:oMath xmlns:m="http://schemas.openxmlformats.org/officeDocument/2006/math">
                                <m:r>
                                  <a:rPr lang="en-GB" sz="1200" b="0" i="1" baseline="0" smtClean="0">
                                    <a:solidFill>
                                      <a:schemeClr val="tx1"/>
                                    </a:solidFill>
                                    <a:latin typeface="Cambria Math" panose="02040503050406030204" pitchFamily="18" charset="0"/>
                                  </a:rPr>
                                  <m:t>5</m:t>
                                </m:r>
                                <m:sSup>
                                  <m:sSupPr>
                                    <m:ctrlPr>
                                      <a:rPr lang="en-US" sz="1200" b="0" i="1" baseline="0" smtClean="0">
                                        <a:solidFill>
                                          <a:schemeClr val="tx1"/>
                                        </a:solidFill>
                                        <a:latin typeface="Cambria Math" panose="02040503050406030204" pitchFamily="18" charset="0"/>
                                      </a:rPr>
                                    </m:ctrlPr>
                                  </m:sSupPr>
                                  <m:e>
                                    <m:r>
                                      <a:rPr lang="en-US" sz="1200" b="0" i="1" baseline="0" smtClean="0">
                                        <a:solidFill>
                                          <a:schemeClr val="tx1"/>
                                        </a:solidFill>
                                        <a:latin typeface="Cambria Math" panose="02040503050406030204" pitchFamily="18" charset="0"/>
                                      </a:rPr>
                                      <m:t>𝑥</m:t>
                                    </m:r>
                                  </m:e>
                                  <m:sup>
                                    <m:r>
                                      <a:rPr lang="en-US" sz="1200" b="0" i="1" baseline="0" smtClean="0">
                                        <a:solidFill>
                                          <a:schemeClr val="tx1"/>
                                        </a:solidFill>
                                        <a:latin typeface="Cambria Math" panose="02040503050406030204" pitchFamily="18" charset="0"/>
                                      </a:rPr>
                                      <m:t>−2</m:t>
                                    </m:r>
                                  </m:sup>
                                </m:sSup>
                                <m:r>
                                  <a:rPr lang="en-US" sz="1200" b="0" i="1" baseline="0" smtClean="0">
                                    <a:solidFill>
                                      <a:schemeClr val="tx1"/>
                                    </a:solidFill>
                                    <a:latin typeface="Cambria Math" panose="02040503050406030204" pitchFamily="18" charset="0"/>
                                    <a:ea typeface="Cambria Math" panose="02040503050406030204" pitchFamily="18" charset="0"/>
                                  </a:rPr>
                                  <m:t>×</m:t>
                                </m:r>
                                <m:sSup>
                                  <m:sSupPr>
                                    <m:ctrlPr>
                                      <a:rPr lang="en-US" sz="1200" b="0" i="1" baseline="0" smtClean="0">
                                        <a:solidFill>
                                          <a:schemeClr val="tx1"/>
                                        </a:solidFill>
                                        <a:latin typeface="Cambria Math" panose="02040503050406030204" pitchFamily="18" charset="0"/>
                                        <a:ea typeface="Cambria Math" panose="02040503050406030204" pitchFamily="18" charset="0"/>
                                      </a:rPr>
                                    </m:ctrlPr>
                                  </m:sSupPr>
                                  <m:e>
                                    <m:r>
                                      <a:rPr lang="en-US" sz="1200" b="0" i="1" baseline="0" smtClean="0">
                                        <a:solidFill>
                                          <a:schemeClr val="tx1"/>
                                        </a:solidFill>
                                        <a:latin typeface="Cambria Math" panose="02040503050406030204" pitchFamily="18" charset="0"/>
                                        <a:ea typeface="Cambria Math" panose="02040503050406030204" pitchFamily="18" charset="0"/>
                                      </a:rPr>
                                      <m:t>𝑥</m:t>
                                    </m:r>
                                  </m:e>
                                  <m:sup>
                                    <m:r>
                                      <a:rPr lang="en-US" sz="1200" b="0" i="1" baseline="0" smtClean="0">
                                        <a:solidFill>
                                          <a:schemeClr val="tx1"/>
                                        </a:solidFill>
                                        <a:latin typeface="Cambria Math" panose="02040503050406030204" pitchFamily="18" charset="0"/>
                                        <a:ea typeface="Cambria Math" panose="02040503050406030204" pitchFamily="18" charset="0"/>
                                      </a:rPr>
                                      <m:t>−</m:t>
                                    </m:r>
                                    <m:r>
                                      <a:rPr lang="en-GB" sz="1200" b="0" i="1" baseline="0" smtClean="0">
                                        <a:solidFill>
                                          <a:schemeClr val="tx1"/>
                                        </a:solidFill>
                                        <a:latin typeface="Cambria Math" panose="02040503050406030204" pitchFamily="18" charset="0"/>
                                        <a:ea typeface="Cambria Math" panose="02040503050406030204" pitchFamily="18" charset="0"/>
                                      </a:rPr>
                                      <m:t>3</m:t>
                                    </m:r>
                                  </m:sup>
                                </m:sSup>
                              </m:oMath>
                            </m:oMathPara>
                          </a14:m>
                          <a:endParaRPr lang="en-GB"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200" b="0" i="1" baseline="0" smtClean="0">
                                    <a:solidFill>
                                      <a:schemeClr val="tx1"/>
                                    </a:solidFill>
                                    <a:latin typeface="Cambria Math" panose="02040503050406030204" pitchFamily="18" charset="0"/>
                                  </a:rPr>
                                  <m:t>2</m:t>
                                </m:r>
                                <m:sSup>
                                  <m:sSupPr>
                                    <m:ctrlPr>
                                      <a:rPr lang="en-US" sz="1200" b="0" i="1" baseline="0" smtClean="0">
                                        <a:solidFill>
                                          <a:schemeClr val="tx1"/>
                                        </a:solidFill>
                                        <a:latin typeface="Cambria Math" panose="02040503050406030204" pitchFamily="18" charset="0"/>
                                      </a:rPr>
                                    </m:ctrlPr>
                                  </m:sSupPr>
                                  <m:e>
                                    <m:r>
                                      <a:rPr lang="en-US" sz="1200" b="0" i="1" baseline="0" smtClean="0">
                                        <a:solidFill>
                                          <a:schemeClr val="tx1"/>
                                        </a:solidFill>
                                        <a:latin typeface="Cambria Math" panose="02040503050406030204" pitchFamily="18" charset="0"/>
                                      </a:rPr>
                                      <m:t>𝑥</m:t>
                                    </m:r>
                                  </m:e>
                                  <m:sup>
                                    <m:r>
                                      <a:rPr lang="en-GB" sz="1200" b="0" i="1" baseline="0" smtClean="0">
                                        <a:solidFill>
                                          <a:schemeClr val="tx1"/>
                                        </a:solidFill>
                                        <a:latin typeface="Cambria Math" panose="02040503050406030204" pitchFamily="18" charset="0"/>
                                      </a:rPr>
                                      <m:t>5</m:t>
                                    </m:r>
                                  </m:sup>
                                </m:sSup>
                                <m:r>
                                  <a:rPr lang="en-US" sz="1200" b="0" i="1" baseline="0" smtClean="0">
                                    <a:solidFill>
                                      <a:schemeClr val="tx1"/>
                                    </a:solidFill>
                                    <a:latin typeface="Cambria Math" panose="02040503050406030204" pitchFamily="18" charset="0"/>
                                    <a:ea typeface="Cambria Math" panose="02040503050406030204" pitchFamily="18" charset="0"/>
                                  </a:rPr>
                                  <m:t>×</m:t>
                                </m:r>
                                <m:sSup>
                                  <m:sSupPr>
                                    <m:ctrlPr>
                                      <a:rPr lang="en-US" sz="1200" b="0" i="1" baseline="0" smtClean="0">
                                        <a:solidFill>
                                          <a:schemeClr val="tx1"/>
                                        </a:solidFill>
                                        <a:latin typeface="Cambria Math" panose="02040503050406030204" pitchFamily="18" charset="0"/>
                                        <a:ea typeface="Cambria Math" panose="02040503050406030204" pitchFamily="18" charset="0"/>
                                      </a:rPr>
                                    </m:ctrlPr>
                                  </m:sSupPr>
                                  <m:e>
                                    <m:r>
                                      <a:rPr lang="en-US" sz="1200" b="0" i="1" baseline="0" smtClean="0">
                                        <a:solidFill>
                                          <a:schemeClr val="tx1"/>
                                        </a:solidFill>
                                        <a:latin typeface="Cambria Math" panose="02040503050406030204" pitchFamily="18" charset="0"/>
                                        <a:ea typeface="Cambria Math" panose="02040503050406030204" pitchFamily="18" charset="0"/>
                                      </a:rPr>
                                      <m:t>3</m:t>
                                    </m:r>
                                    <m:r>
                                      <a:rPr lang="en-US" sz="1200" b="0" i="1" baseline="0" smtClean="0">
                                        <a:solidFill>
                                          <a:schemeClr val="tx1"/>
                                        </a:solidFill>
                                        <a:latin typeface="Cambria Math" panose="02040503050406030204" pitchFamily="18" charset="0"/>
                                        <a:ea typeface="Cambria Math" panose="02040503050406030204" pitchFamily="18" charset="0"/>
                                      </a:rPr>
                                      <m:t>𝑥</m:t>
                                    </m:r>
                                  </m:e>
                                  <m:sup>
                                    <m:r>
                                      <a:rPr lang="en-US" sz="1200" b="0" i="1" baseline="0" smtClean="0">
                                        <a:solidFill>
                                          <a:schemeClr val="tx1"/>
                                        </a:solidFill>
                                        <a:latin typeface="Cambria Math" panose="02040503050406030204" pitchFamily="18" charset="0"/>
                                        <a:ea typeface="Cambria Math" panose="02040503050406030204" pitchFamily="18" charset="0"/>
                                      </a:rPr>
                                      <m:t>−3</m:t>
                                    </m:r>
                                  </m:sup>
                                </m:sSup>
                              </m:oMath>
                            </m:oMathPara>
                          </a14:m>
                          <a:endParaRPr lang="en-GB" sz="1200" b="0">
                            <a:solidFill>
                              <a:schemeClr val="tx1"/>
                            </a:solidFill>
                          </a:endParaRPr>
                        </a:p>
                        <a:p>
                          <a:endParaRPr lang="en-GB"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a14:m>
                            <m:oMathPara xmlns:m="http://schemas.openxmlformats.org/officeDocument/2006/math">
                              <m:oMathParaPr>
                                <m:jc m:val="centerGroup"/>
                              </m:oMathParaPr>
                              <m:oMath xmlns:m="http://schemas.openxmlformats.org/officeDocument/2006/math">
                                <m:r>
                                  <a:rPr lang="en-US" sz="1200" b="0" i="1" baseline="0" smtClean="0">
                                    <a:solidFill>
                                      <a:schemeClr val="tx1"/>
                                    </a:solidFill>
                                    <a:latin typeface="Cambria Math" panose="02040503050406030204" pitchFamily="18" charset="0"/>
                                  </a:rPr>
                                  <m:t>2</m:t>
                                </m:r>
                                <m:sSup>
                                  <m:sSupPr>
                                    <m:ctrlPr>
                                      <a:rPr lang="en-US" sz="1200" b="0" i="1" baseline="0" smtClean="0">
                                        <a:solidFill>
                                          <a:schemeClr val="tx1"/>
                                        </a:solidFill>
                                        <a:latin typeface="Cambria Math" panose="02040503050406030204" pitchFamily="18" charset="0"/>
                                      </a:rPr>
                                    </m:ctrlPr>
                                  </m:sSupPr>
                                  <m:e>
                                    <m:r>
                                      <a:rPr lang="en-US" sz="1200" b="0" i="1" baseline="0" smtClean="0">
                                        <a:solidFill>
                                          <a:schemeClr val="tx1"/>
                                        </a:solidFill>
                                        <a:latin typeface="Cambria Math" panose="02040503050406030204" pitchFamily="18" charset="0"/>
                                      </a:rPr>
                                      <m:t>𝑥</m:t>
                                    </m:r>
                                  </m:e>
                                  <m:sup>
                                    <m:r>
                                      <a:rPr lang="en-US" sz="1200" b="0" i="1" baseline="0" smtClean="0">
                                        <a:solidFill>
                                          <a:schemeClr val="tx1"/>
                                        </a:solidFill>
                                        <a:latin typeface="Cambria Math" panose="02040503050406030204" pitchFamily="18" charset="0"/>
                                      </a:rPr>
                                      <m:t>−2</m:t>
                                    </m:r>
                                  </m:sup>
                                </m:sSup>
                                <m:r>
                                  <a:rPr lang="en-US" sz="1200" b="0" i="1" baseline="0" smtClean="0">
                                    <a:solidFill>
                                      <a:schemeClr val="tx1"/>
                                    </a:solidFill>
                                    <a:latin typeface="Cambria Math" panose="02040503050406030204" pitchFamily="18" charset="0"/>
                                    <a:ea typeface="Cambria Math" panose="02040503050406030204" pitchFamily="18" charset="0"/>
                                  </a:rPr>
                                  <m:t>×</m:t>
                                </m:r>
                                <m:sSup>
                                  <m:sSupPr>
                                    <m:ctrlPr>
                                      <a:rPr lang="en-US" sz="1200" b="0" i="1" baseline="0" smtClean="0">
                                        <a:solidFill>
                                          <a:schemeClr val="tx1"/>
                                        </a:solidFill>
                                        <a:latin typeface="Cambria Math" panose="02040503050406030204" pitchFamily="18" charset="0"/>
                                        <a:ea typeface="Cambria Math" panose="02040503050406030204" pitchFamily="18" charset="0"/>
                                      </a:rPr>
                                    </m:ctrlPr>
                                  </m:sSupPr>
                                  <m:e>
                                    <m:r>
                                      <a:rPr lang="en-US" sz="1200" b="0" i="1" baseline="0" smtClean="0">
                                        <a:solidFill>
                                          <a:schemeClr val="tx1"/>
                                        </a:solidFill>
                                        <a:latin typeface="Cambria Math" panose="02040503050406030204" pitchFamily="18" charset="0"/>
                                        <a:ea typeface="Cambria Math" panose="02040503050406030204" pitchFamily="18" charset="0"/>
                                      </a:rPr>
                                      <m:t>4</m:t>
                                    </m:r>
                                    <m:r>
                                      <a:rPr lang="en-US" sz="1200" b="0" i="1" baseline="0" smtClean="0">
                                        <a:solidFill>
                                          <a:schemeClr val="tx1"/>
                                        </a:solidFill>
                                        <a:latin typeface="Cambria Math" panose="02040503050406030204" pitchFamily="18" charset="0"/>
                                        <a:ea typeface="Cambria Math" panose="02040503050406030204" pitchFamily="18" charset="0"/>
                                      </a:rPr>
                                      <m:t>𝑥</m:t>
                                    </m:r>
                                  </m:e>
                                  <m:sup>
                                    <m:r>
                                      <a:rPr lang="en-GB" sz="1200" b="0" i="1" baseline="0" smtClean="0">
                                        <a:solidFill>
                                          <a:schemeClr val="tx1"/>
                                        </a:solidFill>
                                        <a:latin typeface="Cambria Math" panose="02040503050406030204" pitchFamily="18" charset="0"/>
                                        <a:ea typeface="Cambria Math" panose="02040503050406030204" pitchFamily="18" charset="0"/>
                                      </a:rPr>
                                      <m:t>5</m:t>
                                    </m:r>
                                  </m:sup>
                                </m:sSup>
                              </m:oMath>
                            </m:oMathPara>
                          </a14:m>
                          <a:endParaRPr lang="en-GB"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41023978"/>
                      </a:ext>
                    </a:extLst>
                  </a:tr>
                  <a:tr h="558399">
                    <a:tc>
                      <a:txBody>
                        <a:bodyPr/>
                        <a:lstStyle/>
                        <a:p>
                          <a:r>
                            <a:rPr lang="en-US" sz="1200">
                              <a:solidFill>
                                <a:schemeClr val="tx1"/>
                              </a:solidFill>
                            </a:rPr>
                            <a:t>Multiply the variables (add the indices)</a:t>
                          </a:r>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0251944"/>
                      </a:ext>
                    </a:extLst>
                  </a:tr>
                  <a:tr h="558399">
                    <a:tc>
                      <a:txBody>
                        <a:bodyPr/>
                        <a:lstStyle/>
                        <a:p>
                          <a:r>
                            <a:rPr lang="en-US" sz="1200">
                              <a:solidFill>
                                <a:schemeClr val="tx1"/>
                              </a:solidFill>
                            </a:rPr>
                            <a:t>Simplify</a:t>
                          </a:r>
                          <a:endParaRPr lang="en-US" sz="1200" baseline="0">
                            <a:solidFill>
                              <a:schemeClr val="tx1"/>
                            </a:solidFill>
                          </a:endParaRPr>
                        </a:p>
                        <a:p>
                          <a:r>
                            <a:rPr lang="en-US" sz="1200" baseline="0">
                              <a:solidFill>
                                <a:schemeClr val="tx1"/>
                              </a:solidFill>
                            </a:rPr>
                            <a:t>(put together)</a:t>
                          </a:r>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60838638"/>
                      </a:ext>
                    </a:extLst>
                  </a:tr>
                </a:tbl>
              </a:graphicData>
            </a:graphic>
          </p:graphicFrame>
        </mc:Choice>
        <mc:Fallback xmlns="">
          <p:graphicFrame>
            <p:nvGraphicFramePr>
              <p:cNvPr id="76" name="Table 75"/>
              <p:cNvGraphicFramePr>
                <a:graphicFrameLocks noGrp="1"/>
              </p:cNvGraphicFramePr>
              <p:nvPr>
                <p:extLst>
                  <p:ext uri="{D42A27DB-BD31-4B8C-83A1-F6EECF244321}">
                    <p14:modId xmlns:p14="http://schemas.microsoft.com/office/powerpoint/2010/main" val="1259762210"/>
                  </p:ext>
                </p:extLst>
              </p:nvPr>
            </p:nvGraphicFramePr>
            <p:xfrm>
              <a:off x="101296" y="2888974"/>
              <a:ext cx="6655406" cy="2116812"/>
            </p:xfrm>
            <a:graphic>
              <a:graphicData uri="http://schemas.openxmlformats.org/drawingml/2006/table">
                <a:tbl>
                  <a:tblPr firstRow="1" bandRow="1">
                    <a:tableStyleId>{5C22544A-7EE6-4342-B048-85BDC9FD1C3A}</a:tableStyleId>
                  </a:tblPr>
                  <a:tblGrid>
                    <a:gridCol w="1211035">
                      <a:extLst>
                        <a:ext uri="{9D8B030D-6E8A-4147-A177-3AD203B41FA5}">
                          <a16:colId xmlns:a16="http://schemas.microsoft.com/office/drawing/2014/main" val="3124559182"/>
                        </a:ext>
                      </a:extLst>
                    </a:gridCol>
                    <a:gridCol w="1936880">
                      <a:extLst>
                        <a:ext uri="{9D8B030D-6E8A-4147-A177-3AD203B41FA5}">
                          <a16:colId xmlns:a16="http://schemas.microsoft.com/office/drawing/2014/main" val="1668930051"/>
                        </a:ext>
                      </a:extLst>
                    </a:gridCol>
                    <a:gridCol w="1821708">
                      <a:extLst>
                        <a:ext uri="{9D8B030D-6E8A-4147-A177-3AD203B41FA5}">
                          <a16:colId xmlns:a16="http://schemas.microsoft.com/office/drawing/2014/main" val="2873958374"/>
                        </a:ext>
                      </a:extLst>
                    </a:gridCol>
                    <a:gridCol w="1685783">
                      <a:extLst>
                        <a:ext uri="{9D8B030D-6E8A-4147-A177-3AD203B41FA5}">
                          <a16:colId xmlns:a16="http://schemas.microsoft.com/office/drawing/2014/main" val="2414775215"/>
                        </a:ext>
                      </a:extLst>
                    </a:gridCol>
                  </a:tblGrid>
                  <a:tr h="359934">
                    <a:tc>
                      <a:txBody>
                        <a:bodyPr/>
                        <a:lstStyle/>
                        <a:p>
                          <a:pPr algn="ctr"/>
                          <a:r>
                            <a:rPr lang="en-US" sz="1200">
                              <a:solidFill>
                                <a:schemeClr val="tx1"/>
                              </a:solidFill>
                            </a:rPr>
                            <a:t>Steps</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GB" sz="1200">
                              <a:solidFill>
                                <a:schemeClr val="tx1"/>
                              </a:solidFill>
                            </a:rPr>
                            <a:t>Simplify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47329628"/>
                      </a:ext>
                    </a:extLst>
                  </a:tr>
                  <a:tr h="558399">
                    <a:tc>
                      <a:txBody>
                        <a:bodyPr/>
                        <a:lstStyle/>
                        <a:p>
                          <a:r>
                            <a:rPr lang="en-US" sz="1200">
                              <a:solidFill>
                                <a:schemeClr val="tx1"/>
                              </a:solidFill>
                            </a:rPr>
                            <a:t>Multiply the coefficients.</a:t>
                          </a:r>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0"/>
                          <a:stretch>
                            <a:fillRect l="-62893" t="-20690" r="-181761" b="-690"/>
                          </a:stretch>
                        </a:blipFill>
                      </a:tcPr>
                    </a:tc>
                    <a:tc rowSpan="3">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0"/>
                          <a:stretch>
                            <a:fillRect l="-173244" t="-20690" r="-93311" b="-690"/>
                          </a:stretch>
                        </a:blipFill>
                      </a:tcPr>
                    </a:tc>
                    <a:tc rowSpan="3">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0"/>
                          <a:stretch>
                            <a:fillRect l="-294946" t="-20690" r="-722" b="-690"/>
                          </a:stretch>
                        </a:blipFill>
                      </a:tcPr>
                    </a:tc>
                    <a:extLst>
                      <a:ext uri="{0D108BD9-81ED-4DB2-BD59-A6C34878D82A}">
                        <a16:rowId xmlns:a16="http://schemas.microsoft.com/office/drawing/2014/main" val="1541023978"/>
                      </a:ext>
                    </a:extLst>
                  </a:tr>
                  <a:tr h="640080">
                    <a:tc>
                      <a:txBody>
                        <a:bodyPr/>
                        <a:lstStyle/>
                        <a:p>
                          <a:r>
                            <a:rPr lang="en-US" sz="1200">
                              <a:solidFill>
                                <a:schemeClr val="tx1"/>
                              </a:solidFill>
                            </a:rPr>
                            <a:t>Multiply the variables (add the indices)</a:t>
                          </a:r>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0251944"/>
                      </a:ext>
                    </a:extLst>
                  </a:tr>
                  <a:tr h="558399">
                    <a:tc>
                      <a:txBody>
                        <a:bodyPr/>
                        <a:lstStyle/>
                        <a:p>
                          <a:r>
                            <a:rPr lang="en-US" sz="1200">
                              <a:solidFill>
                                <a:schemeClr val="tx1"/>
                              </a:solidFill>
                            </a:rPr>
                            <a:t>Simplify</a:t>
                          </a:r>
                          <a:endParaRPr lang="en-US" sz="1200" baseline="0">
                            <a:solidFill>
                              <a:schemeClr val="tx1"/>
                            </a:solidFill>
                          </a:endParaRPr>
                        </a:p>
                        <a:p>
                          <a:r>
                            <a:rPr lang="en-US" sz="1200" baseline="0">
                              <a:solidFill>
                                <a:schemeClr val="tx1"/>
                              </a:solidFill>
                            </a:rPr>
                            <a:t>(put together)</a:t>
                          </a:r>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60838638"/>
                      </a:ext>
                    </a:extLst>
                  </a:tr>
                </a:tbl>
              </a:graphicData>
            </a:graphic>
          </p:graphicFrame>
        </mc:Fallback>
      </mc:AlternateContent>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67A42642-AFB8-F342-9415-99A81178C405}"/>
                  </a:ext>
                </a:extLst>
              </p:cNvPr>
              <p:cNvSpPr txBox="1"/>
              <p:nvPr/>
            </p:nvSpPr>
            <p:spPr>
              <a:xfrm>
                <a:off x="134328" y="7000184"/>
                <a:ext cx="6496755" cy="276999"/>
              </a:xfrm>
              <a:prstGeom prst="rect">
                <a:avLst/>
              </a:prstGeom>
              <a:noFill/>
            </p:spPr>
            <p:txBody>
              <a:bodyPr wrap="square" numCol="3" rtlCol="0">
                <a:spAutoFit/>
              </a:bodyPr>
              <a:lstStyle/>
              <a:p>
                <a:pPr marR="0" lvl="0" algn="l" defTabSz="914400" rtl="0" eaLnBrk="1" fontAlgn="auto" latinLnBrk="0" hangingPunct="1">
                  <a:spcBef>
                    <a:spcPts val="0"/>
                  </a:spcBef>
                  <a:spcAft>
                    <a:spcPts val="0"/>
                  </a:spcAft>
                  <a:buClrTx/>
                  <a:buSzTx/>
                  <a:tabLst/>
                  <a:defRPr/>
                </a:pPr>
                <a:r>
                  <a:rPr lang="en-GB" sz="1200">
                    <a:solidFill>
                      <a:prstClr val="black"/>
                    </a:solidFill>
                    <a:latin typeface="Calibri" panose="020F0502020204030204"/>
                  </a:rPr>
                  <a:t>d) </a:t>
                </a:r>
                <a14:m>
                  <m:oMath xmlns:m="http://schemas.openxmlformats.org/officeDocument/2006/math">
                    <m:r>
                      <a:rPr lang="en-GB" sz="1200" i="1" dirty="0">
                        <a:solidFill>
                          <a:prstClr val="black"/>
                        </a:solidFill>
                        <a:latin typeface="Cambria Math" panose="02040503050406030204" pitchFamily="18" charset="0"/>
                      </a:rPr>
                      <m:t>3</m:t>
                    </m:r>
                    <m:sSup>
                      <m:sSupPr>
                        <m:ctrlPr>
                          <a:rPr lang="en-US" sz="1200" b="0" i="1" dirty="0" smtClean="0">
                            <a:solidFill>
                              <a:prstClr val="black"/>
                            </a:solidFill>
                            <a:latin typeface="Cambria Math" panose="02040503050406030204" pitchFamily="18" charset="0"/>
                          </a:rPr>
                        </m:ctrlPr>
                      </m:sSupPr>
                      <m:e>
                        <m:r>
                          <a:rPr lang="en-US" sz="1200" b="0" i="1" dirty="0" smtClean="0">
                            <a:solidFill>
                              <a:prstClr val="black"/>
                            </a:solidFill>
                            <a:latin typeface="Cambria Math" panose="02040503050406030204" pitchFamily="18" charset="0"/>
                          </a:rPr>
                          <m:t>𝑥</m:t>
                        </m:r>
                      </m:e>
                      <m:sup>
                        <m:r>
                          <a:rPr lang="en-US" sz="1200" b="0" i="1" dirty="0" smtClean="0">
                            <a:solidFill>
                              <a:prstClr val="black"/>
                            </a:solidFill>
                            <a:latin typeface="Cambria Math" panose="02040503050406030204" pitchFamily="18" charset="0"/>
                          </a:rPr>
                          <m:t>−2</m:t>
                        </m:r>
                      </m:sup>
                    </m:sSup>
                    <m:r>
                      <a:rPr kumimoji="0" lang="en-GB" sz="1200" b="0" i="1" u="none" strike="noStrike" kern="1200" cap="none" spc="0" normalizeH="0" baseline="0" noProof="0" dirty="0" smtClean="0">
                        <a:ln>
                          <a:noFill/>
                        </a:ln>
                        <a:solidFill>
                          <a:prstClr val="black"/>
                        </a:solidFill>
                        <a:effectLst/>
                        <a:uLnTx/>
                        <a:uFillTx/>
                        <a:latin typeface="Cambria Math" panose="02040503050406030204" pitchFamily="18" charset="0"/>
                      </a:rPr>
                      <m:t>×8</m:t>
                    </m:r>
                    <m:sSup>
                      <m:sSupPr>
                        <m:ctrlP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ctrlPr>
                      </m:sSupPr>
                      <m:e>
                        <m:r>
                          <a:rPr kumimoji="0" lang="en-US" sz="1200" b="0" i="1" u="none" strike="noStrike" kern="1200" cap="none" spc="0" normalizeH="0" noProof="0" dirty="0" smtClean="0">
                            <a:ln>
                              <a:noFill/>
                            </a:ln>
                            <a:solidFill>
                              <a:prstClr val="black"/>
                            </a:solidFill>
                            <a:effectLst/>
                            <a:uLnTx/>
                            <a:uFillTx/>
                            <a:latin typeface="Cambria Math" panose="02040503050406030204" pitchFamily="18" charset="0"/>
                          </a:rPr>
                          <m:t>𝑥</m:t>
                        </m:r>
                      </m:e>
                      <m:sup>
                        <m:r>
                          <a:rPr kumimoji="0" lang="en-US" sz="1200" b="0" i="1" u="none" strike="noStrike" kern="1200" cap="none" spc="0" normalizeH="0" noProof="0" dirty="0" smtClean="0">
                            <a:ln>
                              <a:noFill/>
                            </a:ln>
                            <a:solidFill>
                              <a:prstClr val="black"/>
                            </a:solidFill>
                            <a:effectLst/>
                            <a:uLnTx/>
                            <a:uFillTx/>
                            <a:latin typeface="Cambria Math" panose="02040503050406030204" pitchFamily="18" charset="0"/>
                          </a:rPr>
                          <m:t>−6</m:t>
                        </m:r>
                      </m:sup>
                    </m:sSup>
                  </m:oMath>
                </a14:m>
                <a:endParaRPr lang="en-GB" sz="1200" baseline="30000">
                  <a:solidFill>
                    <a:prstClr val="black"/>
                  </a:solidFill>
                </a:endParaRPr>
              </a:p>
              <a:p>
                <a:pPr lvl="0">
                  <a:defRPr/>
                </a:pPr>
                <a:r>
                  <a:rPr lang="en-GB" sz="1200">
                    <a:solidFill>
                      <a:srgbClr val="000000"/>
                    </a:solidFill>
                  </a:rPr>
                  <a:t> e) </a:t>
                </a:r>
                <a14:m>
                  <m:oMath xmlns:m="http://schemas.openxmlformats.org/officeDocument/2006/math">
                    <m:r>
                      <a:rPr lang="en-US" sz="1200" b="0" i="0" dirty="0" smtClean="0">
                        <a:solidFill>
                          <a:prstClr val="black"/>
                        </a:solidFill>
                        <a:latin typeface="Cambria Math" panose="02040503050406030204" pitchFamily="18" charset="0"/>
                      </a:rPr>
                      <m:t>5</m:t>
                    </m:r>
                    <m:sSup>
                      <m:sSupPr>
                        <m:ctrlPr>
                          <a:rPr lang="en-US" sz="1200" b="0" i="1" dirty="0" smtClean="0">
                            <a:solidFill>
                              <a:prstClr val="black"/>
                            </a:solidFill>
                            <a:latin typeface="Cambria Math" panose="02040503050406030204" pitchFamily="18" charset="0"/>
                          </a:rPr>
                        </m:ctrlPr>
                      </m:sSupPr>
                      <m:e>
                        <m:r>
                          <a:rPr lang="en-US" sz="1200" b="0" i="1" dirty="0" smtClean="0">
                            <a:solidFill>
                              <a:prstClr val="black"/>
                            </a:solidFill>
                            <a:latin typeface="Cambria Math" panose="02040503050406030204" pitchFamily="18" charset="0"/>
                          </a:rPr>
                          <m:t>𝑥</m:t>
                        </m:r>
                      </m:e>
                      <m:sup>
                        <m:r>
                          <a:rPr lang="en-US" sz="1200" b="0" i="1" dirty="0" smtClean="0">
                            <a:solidFill>
                              <a:prstClr val="black"/>
                            </a:solidFill>
                            <a:latin typeface="Cambria Math" panose="02040503050406030204" pitchFamily="18" charset="0"/>
                          </a:rPr>
                          <m:t>−4</m:t>
                        </m:r>
                      </m:sup>
                    </m:sSup>
                    <m:r>
                      <a:rPr lang="en-GB" sz="1200" i="1" dirty="0" smtClean="0">
                        <a:solidFill>
                          <a:prstClr val="black"/>
                        </a:solidFill>
                        <a:latin typeface="Cambria Math" panose="02040503050406030204" pitchFamily="18" charset="0"/>
                      </a:rPr>
                      <m:t>×</m:t>
                    </m:r>
                    <m:r>
                      <a:rPr lang="en-US" sz="1200" b="0" i="1" dirty="0" smtClean="0">
                        <a:solidFill>
                          <a:prstClr val="black"/>
                        </a:solidFill>
                        <a:latin typeface="Cambria Math" panose="02040503050406030204" pitchFamily="18" charset="0"/>
                      </a:rPr>
                      <m:t>5</m:t>
                    </m:r>
                    <m:sSup>
                      <m:sSupPr>
                        <m:ctrlPr>
                          <a:rPr lang="en-US" sz="1200" b="0" i="1" dirty="0" smtClean="0">
                            <a:solidFill>
                              <a:prstClr val="black"/>
                            </a:solidFill>
                            <a:latin typeface="Cambria Math" panose="02040503050406030204" pitchFamily="18" charset="0"/>
                          </a:rPr>
                        </m:ctrlPr>
                      </m:sSupPr>
                      <m:e>
                        <m:r>
                          <a:rPr lang="en-US" sz="1200" b="0" i="1" dirty="0" smtClean="0">
                            <a:solidFill>
                              <a:prstClr val="black"/>
                            </a:solidFill>
                            <a:latin typeface="Cambria Math" panose="02040503050406030204" pitchFamily="18" charset="0"/>
                          </a:rPr>
                          <m:t>𝑥</m:t>
                        </m:r>
                      </m:e>
                      <m:sup>
                        <m:r>
                          <a:rPr lang="en-US" sz="1200" b="0" i="1" dirty="0" smtClean="0">
                            <a:solidFill>
                              <a:prstClr val="black"/>
                            </a:solidFill>
                            <a:latin typeface="Cambria Math" panose="02040503050406030204" pitchFamily="18" charset="0"/>
                          </a:rPr>
                          <m:t>2</m:t>
                        </m:r>
                      </m:sup>
                    </m:sSup>
                  </m:oMath>
                </a14:m>
                <a:endParaRPr lang="en-GB" sz="1200" baseline="30000">
                  <a:solidFill>
                    <a:prstClr val="black"/>
                  </a:solidFill>
                </a:endParaRPr>
              </a:p>
              <a:p>
                <a:pPr lvl="0">
                  <a:defRPr/>
                </a:pPr>
                <a:r>
                  <a:rPr lang="en-GB" sz="1200">
                    <a:solidFill>
                      <a:srgbClr val="000000"/>
                    </a:solidFill>
                  </a:rPr>
                  <a:t>     f) </a:t>
                </a:r>
                <a14:m>
                  <m:oMath xmlns:m="http://schemas.openxmlformats.org/officeDocument/2006/math">
                    <m:r>
                      <a:rPr lang="en-US" sz="1200" b="0" i="0" dirty="0" smtClean="0">
                        <a:solidFill>
                          <a:prstClr val="black"/>
                        </a:solidFill>
                        <a:latin typeface="Cambria Math" panose="02040503050406030204" pitchFamily="18" charset="0"/>
                      </a:rPr>
                      <m:t>12</m:t>
                    </m:r>
                    <m:sSup>
                      <m:sSupPr>
                        <m:ctrlPr>
                          <a:rPr lang="en-US" sz="1200" b="0" i="1" dirty="0" smtClean="0">
                            <a:solidFill>
                              <a:prstClr val="black"/>
                            </a:solidFill>
                            <a:latin typeface="Cambria Math" panose="02040503050406030204" pitchFamily="18" charset="0"/>
                          </a:rPr>
                        </m:ctrlPr>
                      </m:sSupPr>
                      <m:e>
                        <m:r>
                          <a:rPr lang="en-US" sz="1200" b="0" i="1" dirty="0" smtClean="0">
                            <a:solidFill>
                              <a:prstClr val="black"/>
                            </a:solidFill>
                            <a:latin typeface="Cambria Math" panose="02040503050406030204" pitchFamily="18" charset="0"/>
                          </a:rPr>
                          <m:t>𝑥</m:t>
                        </m:r>
                      </m:e>
                      <m:sup>
                        <m:r>
                          <a:rPr lang="en-US" sz="1200" b="0" i="1" dirty="0" smtClean="0">
                            <a:solidFill>
                              <a:prstClr val="black"/>
                            </a:solidFill>
                            <a:latin typeface="Cambria Math" panose="02040503050406030204" pitchFamily="18" charset="0"/>
                          </a:rPr>
                          <m:t>−8</m:t>
                        </m:r>
                      </m:sup>
                    </m:sSup>
                    <m:r>
                      <a:rPr lang="en-US" sz="1200" b="0" i="1" dirty="0" smtClean="0">
                        <a:solidFill>
                          <a:prstClr val="black"/>
                        </a:solidFill>
                        <a:latin typeface="Cambria Math" panose="02040503050406030204" pitchFamily="18" charset="0"/>
                      </a:rPr>
                      <m:t>×3</m:t>
                    </m:r>
                    <m:sSup>
                      <m:sSupPr>
                        <m:ctrlPr>
                          <a:rPr lang="en-US" sz="1200" b="0" i="1" dirty="0" smtClean="0">
                            <a:solidFill>
                              <a:prstClr val="black"/>
                            </a:solidFill>
                            <a:latin typeface="Cambria Math" panose="02040503050406030204" pitchFamily="18" charset="0"/>
                          </a:rPr>
                        </m:ctrlPr>
                      </m:sSupPr>
                      <m:e>
                        <m:r>
                          <a:rPr lang="en-US" sz="1200" b="0" i="1" dirty="0" smtClean="0">
                            <a:solidFill>
                              <a:prstClr val="black"/>
                            </a:solidFill>
                            <a:latin typeface="Cambria Math" panose="02040503050406030204" pitchFamily="18" charset="0"/>
                          </a:rPr>
                          <m:t>𝑥</m:t>
                        </m:r>
                      </m:e>
                      <m:sup>
                        <m:r>
                          <a:rPr lang="en-US" sz="1200" b="0" i="1" dirty="0" smtClean="0">
                            <a:solidFill>
                              <a:prstClr val="black"/>
                            </a:solidFill>
                            <a:latin typeface="Cambria Math" panose="02040503050406030204" pitchFamily="18" charset="0"/>
                          </a:rPr>
                          <m:t>−4</m:t>
                        </m:r>
                      </m:sup>
                    </m:sSup>
                  </m:oMath>
                </a14:m>
                <a:endParaRPr lang="en-US" sz="1200" baseline="30000">
                  <a:solidFill>
                    <a:prstClr val="black"/>
                  </a:solidFill>
                </a:endParaRPr>
              </a:p>
            </p:txBody>
          </p:sp>
        </mc:Choice>
        <mc:Fallback xmlns="">
          <p:sp>
            <p:nvSpPr>
              <p:cNvPr id="79" name="TextBox 78">
                <a:extLst>
                  <a:ext uri="{FF2B5EF4-FFF2-40B4-BE49-F238E27FC236}">
                    <a16:creationId xmlns:a16="http://schemas.microsoft.com/office/drawing/2014/main" id="{67A42642-AFB8-F342-9415-99A81178C405}"/>
                  </a:ext>
                </a:extLst>
              </p:cNvPr>
              <p:cNvSpPr txBox="1">
                <a:spLocks noRot="1" noChangeAspect="1" noMove="1" noResize="1" noEditPoints="1" noAdjustHandles="1" noChangeArrowheads="1" noChangeShapeType="1" noTextEdit="1"/>
              </p:cNvSpPr>
              <p:nvPr/>
            </p:nvSpPr>
            <p:spPr>
              <a:xfrm>
                <a:off x="134328" y="7000184"/>
                <a:ext cx="6496755" cy="276999"/>
              </a:xfrm>
              <a:prstGeom prst="rect">
                <a:avLst/>
              </a:prstGeom>
              <a:blipFill>
                <a:blip r:embed="rId11"/>
                <a:stretch>
                  <a:fillRect b="-17391"/>
                </a:stretch>
              </a:blipFill>
            </p:spPr>
            <p:txBody>
              <a:bodyPr/>
              <a:lstStyle/>
              <a:p>
                <a:r>
                  <a:rPr lang="en-US">
                    <a:noFill/>
                  </a:rPr>
                  <a:t> </a:t>
                </a:r>
              </a:p>
            </p:txBody>
          </p:sp>
        </mc:Fallback>
      </mc:AlternateContent>
      <p:sp>
        <p:nvSpPr>
          <p:cNvPr id="80" name="TextBox 79">
            <a:extLst>
              <a:ext uri="{FF2B5EF4-FFF2-40B4-BE49-F238E27FC236}">
                <a16:creationId xmlns:a16="http://schemas.microsoft.com/office/drawing/2014/main" id="{244A782A-DC95-3049-82B4-7824915E73C9}"/>
              </a:ext>
            </a:extLst>
          </p:cNvPr>
          <p:cNvSpPr txBox="1"/>
          <p:nvPr/>
        </p:nvSpPr>
        <p:spPr>
          <a:xfrm>
            <a:off x="1273134" y="5181725"/>
            <a:ext cx="911596"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a:solidFill>
                  <a:prstClr val="black"/>
                </a:solidFill>
                <a:latin typeface="Calibri" panose="020F0502020204030204"/>
              </a:rPr>
              <a:t>11. </a:t>
            </a:r>
            <a:r>
              <a:rPr kumimoji="0" lang="en-GB" sz="1200" i="0" u="none" strike="noStrike" kern="1200" cap="none" spc="0" normalizeH="0" baseline="0" noProof="0">
                <a:ln>
                  <a:noFill/>
                </a:ln>
                <a:solidFill>
                  <a:prstClr val="black"/>
                </a:solidFill>
                <a:effectLst/>
                <a:uLnTx/>
                <a:uFillTx/>
                <a:latin typeface="Calibri" panose="020F0502020204030204"/>
              </a:rPr>
              <a:t>Simplify</a:t>
            </a:r>
          </a:p>
        </p:txBody>
      </p:sp>
      <p:sp>
        <p:nvSpPr>
          <p:cNvPr id="4" name="Rectangle 3">
            <a:extLst>
              <a:ext uri="{FF2B5EF4-FFF2-40B4-BE49-F238E27FC236}">
                <a16:creationId xmlns:a16="http://schemas.microsoft.com/office/drawing/2014/main" id="{DA71815A-7294-8541-8CBB-F243810FB526}"/>
              </a:ext>
            </a:extLst>
          </p:cNvPr>
          <p:cNvSpPr/>
          <p:nvPr/>
        </p:nvSpPr>
        <p:spPr>
          <a:xfrm>
            <a:off x="101295" y="5100544"/>
            <a:ext cx="1064816" cy="353890"/>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100"/>
              <a:t>INDEPENDENT PRACTICE</a:t>
            </a:r>
          </a:p>
        </p:txBody>
      </p:sp>
      <p:graphicFrame>
        <p:nvGraphicFramePr>
          <p:cNvPr id="5" name="Table 4">
            <a:extLst>
              <a:ext uri="{FF2B5EF4-FFF2-40B4-BE49-F238E27FC236}">
                <a16:creationId xmlns:a16="http://schemas.microsoft.com/office/drawing/2014/main" id="{984E88F2-330D-66EF-7D91-EEFBBDE030E8}"/>
              </a:ext>
            </a:extLst>
          </p:cNvPr>
          <p:cNvGraphicFramePr>
            <a:graphicFrameLocks noGrp="1"/>
          </p:cNvGraphicFramePr>
          <p:nvPr>
            <p:extLst>
              <p:ext uri="{D42A27DB-BD31-4B8C-83A1-F6EECF244321}">
                <p14:modId xmlns:p14="http://schemas.microsoft.com/office/powerpoint/2010/main" val="928859693"/>
              </p:ext>
            </p:extLst>
          </p:nvPr>
        </p:nvGraphicFramePr>
        <p:xfrm>
          <a:off x="101296" y="43955"/>
          <a:ext cx="6655407" cy="2454122"/>
        </p:xfrm>
        <a:graphic>
          <a:graphicData uri="http://schemas.openxmlformats.org/drawingml/2006/table">
            <a:tbl>
              <a:tblPr>
                <a:tableStyleId>{5C22544A-7EE6-4342-B048-85BDC9FD1C3A}</a:tableStyleId>
              </a:tblPr>
              <a:tblGrid>
                <a:gridCol w="2218469">
                  <a:extLst>
                    <a:ext uri="{9D8B030D-6E8A-4147-A177-3AD203B41FA5}">
                      <a16:colId xmlns:a16="http://schemas.microsoft.com/office/drawing/2014/main" val="3884366235"/>
                    </a:ext>
                  </a:extLst>
                </a:gridCol>
                <a:gridCol w="2218469">
                  <a:extLst>
                    <a:ext uri="{9D8B030D-6E8A-4147-A177-3AD203B41FA5}">
                      <a16:colId xmlns:a16="http://schemas.microsoft.com/office/drawing/2014/main" val="3535353253"/>
                    </a:ext>
                  </a:extLst>
                </a:gridCol>
                <a:gridCol w="2218469">
                  <a:extLst>
                    <a:ext uri="{9D8B030D-6E8A-4147-A177-3AD203B41FA5}">
                      <a16:colId xmlns:a16="http://schemas.microsoft.com/office/drawing/2014/main" val="1683283048"/>
                    </a:ext>
                  </a:extLst>
                </a:gridCol>
              </a:tblGrid>
              <a:tr h="1227061">
                <a:tc>
                  <a:txBody>
                    <a:bodyPr/>
                    <a:lstStyle/>
                    <a:p>
                      <a:endParaRPr lang="en-GB" dirty="0"/>
                    </a:p>
                    <a:p>
                      <a:endParaRPr lang="en-GB" dirty="0"/>
                    </a:p>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dirty="0"/>
                    </a:p>
                    <a:p>
                      <a:endParaRPr lang="en-GB" dirty="0"/>
                    </a:p>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dirty="0"/>
                    </a:p>
                    <a:p>
                      <a:endParaRPr lang="en-GB" dirty="0"/>
                    </a:p>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85833923"/>
                  </a:ext>
                </a:extLst>
              </a:tr>
              <a:tr h="1227061">
                <a:tc>
                  <a:txBody>
                    <a:bodyPr/>
                    <a:lstStyle/>
                    <a:p>
                      <a:endParaRPr lang="en-GB" dirty="0"/>
                    </a:p>
                    <a:p>
                      <a:endParaRPr lang="en-GB" dirty="0"/>
                    </a:p>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dirty="0"/>
                    </a:p>
                    <a:p>
                      <a:endParaRPr lang="en-GB" dirty="0"/>
                    </a:p>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dirty="0"/>
                    </a:p>
                    <a:p>
                      <a:endParaRPr lang="en-GB" dirty="0"/>
                    </a:p>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37083690"/>
                  </a:ext>
                </a:extLst>
              </a:tr>
            </a:tbl>
          </a:graphicData>
        </a:graphic>
      </p:graphicFrame>
      <p:sp>
        <p:nvSpPr>
          <p:cNvPr id="8" name="Slide Number Placeholder 7">
            <a:extLst>
              <a:ext uri="{FF2B5EF4-FFF2-40B4-BE49-F238E27FC236}">
                <a16:creationId xmlns:a16="http://schemas.microsoft.com/office/drawing/2014/main" id="{82F3AEDA-03B1-93B6-8803-A0F5DE9007FA}"/>
              </a:ext>
            </a:extLst>
          </p:cNvPr>
          <p:cNvSpPr>
            <a:spLocks noGrp="1"/>
          </p:cNvSpPr>
          <p:nvPr>
            <p:ph type="sldNum" sz="quarter" idx="12"/>
          </p:nvPr>
        </p:nvSpPr>
        <p:spPr/>
        <p:txBody>
          <a:bodyPr/>
          <a:lstStyle/>
          <a:p>
            <a:fld id="{DFE403A4-BF53-4A18-A219-2FCD9C5F3F46}" type="slidenum">
              <a:rPr lang="en-GB" smtClean="0"/>
              <a:t>53</a:t>
            </a:fld>
            <a:endParaRPr lang="en-GB"/>
          </a:p>
        </p:txBody>
      </p:sp>
    </p:spTree>
    <p:extLst>
      <p:ext uri="{BB962C8B-B14F-4D97-AF65-F5344CB8AC3E}">
        <p14:creationId xmlns:p14="http://schemas.microsoft.com/office/powerpoint/2010/main" val="240778685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70" name="Table 69"/>
              <p:cNvGraphicFramePr>
                <a:graphicFrameLocks noGrp="1"/>
              </p:cNvGraphicFramePr>
              <p:nvPr/>
            </p:nvGraphicFramePr>
            <p:xfrm>
              <a:off x="99077" y="302991"/>
              <a:ext cx="6667484" cy="3517169"/>
            </p:xfrm>
            <a:graphic>
              <a:graphicData uri="http://schemas.openxmlformats.org/drawingml/2006/table">
                <a:tbl>
                  <a:tblPr firstRow="1" bandRow="1">
                    <a:tableStyleId>{5C22544A-7EE6-4342-B048-85BDC9FD1C3A}</a:tableStyleId>
                  </a:tblPr>
                  <a:tblGrid>
                    <a:gridCol w="1393078">
                      <a:extLst>
                        <a:ext uri="{9D8B030D-6E8A-4147-A177-3AD203B41FA5}">
                          <a16:colId xmlns:a16="http://schemas.microsoft.com/office/drawing/2014/main" val="3124559182"/>
                        </a:ext>
                      </a:extLst>
                    </a:gridCol>
                    <a:gridCol w="1891726">
                      <a:extLst>
                        <a:ext uri="{9D8B030D-6E8A-4147-A177-3AD203B41FA5}">
                          <a16:colId xmlns:a16="http://schemas.microsoft.com/office/drawing/2014/main" val="1668930051"/>
                        </a:ext>
                      </a:extLst>
                    </a:gridCol>
                    <a:gridCol w="1710926">
                      <a:extLst>
                        <a:ext uri="{9D8B030D-6E8A-4147-A177-3AD203B41FA5}">
                          <a16:colId xmlns:a16="http://schemas.microsoft.com/office/drawing/2014/main" val="2873958374"/>
                        </a:ext>
                      </a:extLst>
                    </a:gridCol>
                    <a:gridCol w="1671754">
                      <a:extLst>
                        <a:ext uri="{9D8B030D-6E8A-4147-A177-3AD203B41FA5}">
                          <a16:colId xmlns:a16="http://schemas.microsoft.com/office/drawing/2014/main" val="2414775215"/>
                        </a:ext>
                      </a:extLst>
                    </a:gridCol>
                  </a:tblGrid>
                  <a:tr h="306609">
                    <a:tc>
                      <a:txBody>
                        <a:bodyPr/>
                        <a:lstStyle/>
                        <a:p>
                          <a:pPr algn="ctr"/>
                          <a:r>
                            <a:rPr lang="en-US" sz="1200">
                              <a:solidFill>
                                <a:schemeClr val="tx1"/>
                              </a:solidFill>
                            </a:rPr>
                            <a:t>Steps</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sz="1200">
                              <a:solidFill>
                                <a:schemeClr val="tx1"/>
                              </a:solidFill>
                            </a:rPr>
                            <a:t>Simplify</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47329628"/>
                      </a:ext>
                    </a:extLst>
                  </a:tr>
                  <a:tr h="3210560">
                    <a:tc>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0">
                              <a:solidFill>
                                <a:schemeClr val="tx1"/>
                              </a:solidFill>
                            </a:rPr>
                            <a:t> </a:t>
                          </a:r>
                          <a14:m>
                            <m:oMath xmlns:m="http://schemas.openxmlformats.org/officeDocument/2006/math">
                              <m:sSup>
                                <m:sSupPr>
                                  <m:ctrlPr>
                                    <a:rPr lang="en-US" sz="1200" b="0" i="1" baseline="0" smtClean="0">
                                      <a:solidFill>
                                        <a:schemeClr val="tx1"/>
                                      </a:solidFill>
                                      <a:latin typeface="Cambria Math" panose="02040503050406030204" pitchFamily="18" charset="0"/>
                                    </a:rPr>
                                  </m:ctrlPr>
                                </m:sSupPr>
                                <m:e>
                                  <m:r>
                                    <a:rPr lang="en-US" sz="1200" b="0" i="1" baseline="0" smtClean="0">
                                      <a:solidFill>
                                        <a:schemeClr val="tx1"/>
                                      </a:solidFill>
                                      <a:latin typeface="Cambria Math" panose="02040503050406030204" pitchFamily="18" charset="0"/>
                                    </a:rPr>
                                    <m:t>5</m:t>
                                  </m:r>
                                </m:e>
                                <m:sup>
                                  <m:r>
                                    <a:rPr lang="en-US" sz="1200" b="0" i="1" baseline="0" smtClean="0">
                                      <a:solidFill>
                                        <a:schemeClr val="tx1"/>
                                      </a:solidFill>
                                      <a:latin typeface="Cambria Math" panose="02040503050406030204" pitchFamily="18" charset="0"/>
                                    </a:rPr>
                                    <m:t>7</m:t>
                                  </m:r>
                                </m:sup>
                              </m:sSup>
                              <m:r>
                                <a:rPr lang="en-US" sz="1200" b="0" i="1" baseline="0" smtClean="0">
                                  <a:solidFill>
                                    <a:schemeClr val="tx1"/>
                                  </a:solidFill>
                                  <a:latin typeface="Cambria Math" panose="02040503050406030204" pitchFamily="18" charset="0"/>
                                </a:rPr>
                                <m:t>÷</m:t>
                              </m:r>
                              <m:sSup>
                                <m:sSupPr>
                                  <m:ctrlPr>
                                    <a:rPr lang="en-US" sz="1200" b="0" i="1" baseline="0" smtClean="0">
                                      <a:solidFill>
                                        <a:schemeClr val="tx1"/>
                                      </a:solidFill>
                                      <a:latin typeface="Cambria Math" panose="02040503050406030204" pitchFamily="18" charset="0"/>
                                    </a:rPr>
                                  </m:ctrlPr>
                                </m:sSupPr>
                                <m:e>
                                  <m:r>
                                    <a:rPr lang="en-US" sz="1200" b="0" i="1" baseline="0" smtClean="0">
                                      <a:solidFill>
                                        <a:schemeClr val="tx1"/>
                                      </a:solidFill>
                                      <a:latin typeface="Cambria Math" panose="02040503050406030204" pitchFamily="18" charset="0"/>
                                    </a:rPr>
                                    <m:t>5</m:t>
                                  </m:r>
                                </m:e>
                                <m:sup>
                                  <m:r>
                                    <a:rPr lang="en-US" sz="1200" b="0" i="1" baseline="0" smtClean="0">
                                      <a:solidFill>
                                        <a:schemeClr val="tx1"/>
                                      </a:solidFill>
                                      <a:latin typeface="Cambria Math" panose="02040503050406030204" pitchFamily="18" charset="0"/>
                                    </a:rPr>
                                    <m:t>4</m:t>
                                  </m:r>
                                </m:sup>
                              </m:sSup>
                            </m:oMath>
                          </a14:m>
                          <a:endParaRPr lang="en-GB" sz="1200" b="0">
                            <a:solidFill>
                              <a:schemeClr val="tx1"/>
                            </a:solidFill>
                          </a:endParaRPr>
                        </a:p>
                        <a:p>
                          <a:pPr algn="ctr"/>
                          <a:endParaRPr lang="en-GB" sz="1200" b="0">
                            <a:solidFill>
                              <a:schemeClr val="tx1"/>
                            </a:solidFill>
                          </a:endParaRPr>
                        </a:p>
                        <a:p>
                          <a:pPr algn="ctr"/>
                          <a:endParaRPr lang="en-GB" sz="1200" b="0">
                            <a:solidFill>
                              <a:schemeClr val="tx1"/>
                            </a:solidFill>
                          </a:endParaRPr>
                        </a:p>
                        <a:p>
                          <a:pPr algn="ctr"/>
                          <a:endParaRPr lang="en-GB" sz="1200" b="0">
                            <a:solidFill>
                              <a:schemeClr val="tx1"/>
                            </a:solidFill>
                          </a:endParaRPr>
                        </a:p>
                        <a:p>
                          <a:pPr algn="ctr"/>
                          <a:endParaRPr lang="en-GB" sz="1200" b="0">
                            <a:solidFill>
                              <a:schemeClr val="tx1"/>
                            </a:solidFill>
                          </a:endParaRPr>
                        </a:p>
                        <a:p>
                          <a:pPr algn="ctr"/>
                          <a:endParaRPr lang="en-GB" sz="1200" b="0">
                            <a:solidFill>
                              <a:schemeClr val="tx1"/>
                            </a:solidFill>
                          </a:endParaRPr>
                        </a:p>
                        <a:p>
                          <a:pPr algn="ctr"/>
                          <a:endParaRPr lang="en-GB" sz="1200" b="0">
                            <a:solidFill>
                              <a:schemeClr val="tx1"/>
                            </a:solidFill>
                          </a:endParaRPr>
                        </a:p>
                        <a:p>
                          <a:pPr algn="ctr"/>
                          <a:endParaRPr lang="en-GB" sz="1200" b="0">
                            <a:solidFill>
                              <a:schemeClr val="tx1"/>
                            </a:solidFill>
                          </a:endParaRPr>
                        </a:p>
                        <a:p>
                          <a:pPr algn="ctr"/>
                          <a:endParaRPr lang="en-GB" sz="1200" b="0">
                            <a:solidFill>
                              <a:schemeClr val="tx1"/>
                            </a:solidFill>
                          </a:endParaRPr>
                        </a:p>
                        <a:p>
                          <a:pPr algn="ctr"/>
                          <a14:m>
                            <m:oMathPara xmlns:m="http://schemas.openxmlformats.org/officeDocument/2006/math">
                              <m:oMathParaPr>
                                <m:jc m:val="centerGroup"/>
                              </m:oMathParaPr>
                              <m:oMath xmlns:m="http://schemas.openxmlformats.org/officeDocument/2006/math">
                                <m:sSup>
                                  <m:sSupPr>
                                    <m:ctrlPr>
                                      <a:rPr lang="en-US" sz="1200" b="0" i="1" baseline="0" smtClean="0">
                                        <a:solidFill>
                                          <a:schemeClr val="tx1"/>
                                        </a:solidFill>
                                        <a:latin typeface="Cambria Math" panose="02040503050406030204" pitchFamily="18" charset="0"/>
                                      </a:rPr>
                                    </m:ctrlPr>
                                  </m:sSupPr>
                                  <m:e>
                                    <m:r>
                                      <a:rPr lang="en-US" sz="1200" b="0" i="1" baseline="0" smtClean="0">
                                        <a:solidFill>
                                          <a:schemeClr val="tx1"/>
                                        </a:solidFill>
                                        <a:latin typeface="Cambria Math" panose="02040503050406030204" pitchFamily="18" charset="0"/>
                                      </a:rPr>
                                      <m:t>𝑥</m:t>
                                    </m:r>
                                  </m:e>
                                  <m:sup>
                                    <m:r>
                                      <a:rPr lang="en-GB" sz="1200" b="0" i="1" baseline="0" smtClean="0">
                                        <a:solidFill>
                                          <a:schemeClr val="tx1"/>
                                        </a:solidFill>
                                        <a:latin typeface="Cambria Math" panose="02040503050406030204" pitchFamily="18" charset="0"/>
                                      </a:rPr>
                                      <m:t>6</m:t>
                                    </m:r>
                                  </m:sup>
                                </m:sSup>
                                <m:r>
                                  <a:rPr lang="en-US" sz="1200" b="0" i="1" baseline="0" smtClean="0">
                                    <a:solidFill>
                                      <a:schemeClr val="tx1"/>
                                    </a:solidFill>
                                    <a:latin typeface="Cambria Math" panose="02040503050406030204" pitchFamily="18" charset="0"/>
                                  </a:rPr>
                                  <m:t>÷</m:t>
                                </m:r>
                                <m:sSup>
                                  <m:sSupPr>
                                    <m:ctrlPr>
                                      <a:rPr lang="en-US" sz="1200" b="0" i="1" baseline="0" smtClean="0">
                                        <a:solidFill>
                                          <a:schemeClr val="tx1"/>
                                        </a:solidFill>
                                        <a:latin typeface="Cambria Math" panose="02040503050406030204" pitchFamily="18" charset="0"/>
                                      </a:rPr>
                                    </m:ctrlPr>
                                  </m:sSupPr>
                                  <m:e>
                                    <m:r>
                                      <a:rPr lang="en-US" sz="1200" b="0" i="1" baseline="0" smtClean="0">
                                        <a:solidFill>
                                          <a:schemeClr val="tx1"/>
                                        </a:solidFill>
                                        <a:latin typeface="Cambria Math" panose="02040503050406030204" pitchFamily="18" charset="0"/>
                                      </a:rPr>
                                      <m:t>𝑥</m:t>
                                    </m:r>
                                  </m:e>
                                  <m:sup>
                                    <m:r>
                                      <a:rPr lang="en-US" sz="1200" b="0" i="1" baseline="0" smtClean="0">
                                        <a:solidFill>
                                          <a:schemeClr val="tx1"/>
                                        </a:solidFill>
                                        <a:latin typeface="Cambria Math" panose="02040503050406030204" pitchFamily="18" charset="0"/>
                                      </a:rPr>
                                      <m:t>4</m:t>
                                    </m:r>
                                  </m:sup>
                                </m:sSup>
                              </m:oMath>
                            </m:oMathPara>
                          </a14:m>
                          <a:endParaRPr lang="en-GB"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sSup>
                                  <m:sSupPr>
                                    <m:ctrlPr>
                                      <a:rPr lang="en-US" sz="1200" b="0" i="1" baseline="0" smtClean="0">
                                        <a:solidFill>
                                          <a:schemeClr val="tx1"/>
                                        </a:solidFill>
                                        <a:latin typeface="Cambria Math" panose="02040503050406030204" pitchFamily="18" charset="0"/>
                                      </a:rPr>
                                    </m:ctrlPr>
                                  </m:sSupPr>
                                  <m:e>
                                    <m:r>
                                      <a:rPr lang="en-US" sz="1200" b="0" i="1" baseline="0" smtClean="0">
                                        <a:solidFill>
                                          <a:schemeClr val="tx1"/>
                                        </a:solidFill>
                                        <a:latin typeface="Cambria Math" panose="02040503050406030204" pitchFamily="18" charset="0"/>
                                      </a:rPr>
                                      <m:t>4</m:t>
                                    </m:r>
                                  </m:e>
                                  <m:sup>
                                    <m:r>
                                      <a:rPr lang="en-GB" sz="1200" b="0" i="1" baseline="0" smtClean="0">
                                        <a:solidFill>
                                          <a:schemeClr val="tx1"/>
                                        </a:solidFill>
                                        <a:latin typeface="Cambria Math" panose="02040503050406030204" pitchFamily="18" charset="0"/>
                                      </a:rPr>
                                      <m:t>5</m:t>
                                    </m:r>
                                  </m:sup>
                                </m:sSup>
                                <m:r>
                                  <a:rPr lang="en-US" sz="1200" b="0" i="1" baseline="0" smtClean="0">
                                    <a:solidFill>
                                      <a:schemeClr val="tx1"/>
                                    </a:solidFill>
                                    <a:latin typeface="Cambria Math" panose="02040503050406030204" pitchFamily="18" charset="0"/>
                                  </a:rPr>
                                  <m:t>÷</m:t>
                                </m:r>
                                <m:sSup>
                                  <m:sSupPr>
                                    <m:ctrlPr>
                                      <a:rPr lang="en-US" sz="1200" b="0" i="1" baseline="0" smtClean="0">
                                        <a:solidFill>
                                          <a:schemeClr val="tx1"/>
                                        </a:solidFill>
                                        <a:latin typeface="Cambria Math" panose="02040503050406030204" pitchFamily="18" charset="0"/>
                                      </a:rPr>
                                    </m:ctrlPr>
                                  </m:sSupPr>
                                  <m:e>
                                    <m:r>
                                      <a:rPr lang="en-US" sz="1200" b="0" i="1" baseline="0" smtClean="0">
                                        <a:solidFill>
                                          <a:schemeClr val="tx1"/>
                                        </a:solidFill>
                                        <a:latin typeface="Cambria Math" panose="02040503050406030204" pitchFamily="18" charset="0"/>
                                      </a:rPr>
                                      <m:t>4</m:t>
                                    </m:r>
                                  </m:e>
                                  <m:sup>
                                    <m:r>
                                      <a:rPr lang="en-GB" sz="1200" b="0" i="1" baseline="0" smtClean="0">
                                        <a:solidFill>
                                          <a:schemeClr val="tx1"/>
                                        </a:solidFill>
                                        <a:latin typeface="Cambria Math" panose="02040503050406030204" pitchFamily="18" charset="0"/>
                                      </a:rPr>
                                      <m:t>3</m:t>
                                    </m:r>
                                  </m:sup>
                                </m:sSup>
                              </m:oMath>
                            </m:oMathPara>
                          </a14:m>
                          <a:endParaRPr lang="en-GB" sz="1200" b="0">
                            <a:solidFill>
                              <a:schemeClr val="tx1"/>
                            </a:solidFill>
                          </a:endParaRPr>
                        </a:p>
                        <a:p>
                          <a:pPr algn="ctr"/>
                          <a:endParaRPr lang="en-GB" sz="1200" b="0">
                            <a:solidFill>
                              <a:schemeClr val="tx1"/>
                            </a:solidFill>
                          </a:endParaRPr>
                        </a:p>
                        <a:p>
                          <a:pPr algn="ctr"/>
                          <a:endParaRPr lang="en-GB" sz="1200" b="0">
                            <a:solidFill>
                              <a:schemeClr val="tx1"/>
                            </a:solidFill>
                          </a:endParaRPr>
                        </a:p>
                        <a:p>
                          <a:pPr algn="ctr"/>
                          <a:endParaRPr lang="en-GB" sz="1200" b="0">
                            <a:solidFill>
                              <a:schemeClr val="tx1"/>
                            </a:solidFill>
                          </a:endParaRPr>
                        </a:p>
                        <a:p>
                          <a:pPr algn="ctr"/>
                          <a:endParaRPr lang="en-GB" sz="1200" b="0">
                            <a:solidFill>
                              <a:schemeClr val="tx1"/>
                            </a:solidFill>
                          </a:endParaRPr>
                        </a:p>
                        <a:p>
                          <a:pPr algn="ctr"/>
                          <a:endParaRPr lang="en-GB" sz="1200" b="0">
                            <a:solidFill>
                              <a:schemeClr val="tx1"/>
                            </a:solidFill>
                          </a:endParaRPr>
                        </a:p>
                        <a:p>
                          <a:pPr algn="ctr"/>
                          <a:endParaRPr lang="en-GB" sz="1200" b="0">
                            <a:solidFill>
                              <a:schemeClr val="tx1"/>
                            </a:solidFill>
                          </a:endParaRPr>
                        </a:p>
                        <a:p>
                          <a:pPr algn="ctr"/>
                          <a:endParaRPr lang="en-GB" sz="1200" b="0">
                            <a:solidFill>
                              <a:schemeClr val="tx1"/>
                            </a:solidFill>
                          </a:endParaRPr>
                        </a:p>
                        <a:p>
                          <a:pPr algn="ctr"/>
                          <a:endParaRPr lang="en-GB" sz="1200" b="0">
                            <a:solidFill>
                              <a:schemeClr val="tx1"/>
                            </a:solidFill>
                          </a:endParaRPr>
                        </a:p>
                        <a:p>
                          <a:pPr algn="ctr"/>
                          <a14:m>
                            <m:oMathPara xmlns:m="http://schemas.openxmlformats.org/officeDocument/2006/math">
                              <m:oMathParaPr>
                                <m:jc m:val="centerGroup"/>
                              </m:oMathParaPr>
                              <m:oMath xmlns:m="http://schemas.openxmlformats.org/officeDocument/2006/math">
                                <m:sSup>
                                  <m:sSupPr>
                                    <m:ctrlPr>
                                      <a:rPr lang="en-US" sz="1200" b="0" i="1" baseline="0" smtClean="0">
                                        <a:solidFill>
                                          <a:schemeClr val="tx1"/>
                                        </a:solidFill>
                                        <a:latin typeface="Cambria Math" panose="02040503050406030204" pitchFamily="18" charset="0"/>
                                      </a:rPr>
                                    </m:ctrlPr>
                                  </m:sSupPr>
                                  <m:e>
                                    <m:r>
                                      <a:rPr lang="en-US" sz="1200" b="0" i="1" baseline="0" smtClean="0">
                                        <a:solidFill>
                                          <a:schemeClr val="tx1"/>
                                        </a:solidFill>
                                        <a:latin typeface="Cambria Math" panose="02040503050406030204" pitchFamily="18" charset="0"/>
                                      </a:rPr>
                                      <m:t>𝑦</m:t>
                                    </m:r>
                                  </m:e>
                                  <m:sup>
                                    <m:r>
                                      <a:rPr lang="en-GB" sz="1200" b="0" i="1" baseline="0" smtClean="0">
                                        <a:solidFill>
                                          <a:schemeClr val="tx1"/>
                                        </a:solidFill>
                                        <a:latin typeface="Cambria Math" panose="02040503050406030204" pitchFamily="18" charset="0"/>
                                      </a:rPr>
                                      <m:t>4</m:t>
                                    </m:r>
                                  </m:sup>
                                </m:sSup>
                                <m:r>
                                  <a:rPr lang="en-US" sz="1200" b="0" i="1" baseline="0" smtClean="0">
                                    <a:solidFill>
                                      <a:schemeClr val="tx1"/>
                                    </a:solidFill>
                                    <a:latin typeface="Cambria Math" panose="02040503050406030204" pitchFamily="18" charset="0"/>
                                  </a:rPr>
                                  <m:t>÷</m:t>
                                </m:r>
                                <m:sSup>
                                  <m:sSupPr>
                                    <m:ctrlPr>
                                      <a:rPr lang="en-US" sz="1200" b="0" i="1" baseline="0" smtClean="0">
                                        <a:solidFill>
                                          <a:schemeClr val="tx1"/>
                                        </a:solidFill>
                                        <a:latin typeface="Cambria Math" panose="02040503050406030204" pitchFamily="18" charset="0"/>
                                      </a:rPr>
                                    </m:ctrlPr>
                                  </m:sSupPr>
                                  <m:e>
                                    <m:r>
                                      <a:rPr lang="en-US" sz="1200" b="0" i="1" baseline="0" smtClean="0">
                                        <a:solidFill>
                                          <a:schemeClr val="tx1"/>
                                        </a:solidFill>
                                        <a:latin typeface="Cambria Math" panose="02040503050406030204" pitchFamily="18" charset="0"/>
                                      </a:rPr>
                                      <m:t>𝑦</m:t>
                                    </m:r>
                                  </m:e>
                                  <m:sup>
                                    <m:r>
                                      <a:rPr lang="en-GB" sz="1200" b="0" i="1" baseline="0" smtClean="0">
                                        <a:solidFill>
                                          <a:schemeClr val="tx1"/>
                                        </a:solidFill>
                                        <a:latin typeface="Cambria Math" panose="02040503050406030204" pitchFamily="18" charset="0"/>
                                      </a:rPr>
                                      <m:t>3</m:t>
                                    </m:r>
                                  </m:sup>
                                </m:sSup>
                              </m:oMath>
                            </m:oMathPara>
                          </a14:m>
                          <a:endParaRPr lang="en-GB"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sSup>
                                  <m:sSupPr>
                                    <m:ctrlPr>
                                      <a:rPr lang="en-US" sz="1200" b="0" i="1" baseline="0" smtClean="0">
                                        <a:solidFill>
                                          <a:schemeClr val="tx1"/>
                                        </a:solidFill>
                                        <a:latin typeface="Cambria Math" panose="02040503050406030204" pitchFamily="18" charset="0"/>
                                      </a:rPr>
                                    </m:ctrlPr>
                                  </m:sSupPr>
                                  <m:e>
                                    <m:r>
                                      <a:rPr lang="en-US" sz="1200" b="0" i="1" baseline="0" smtClean="0">
                                        <a:solidFill>
                                          <a:schemeClr val="tx1"/>
                                        </a:solidFill>
                                        <a:latin typeface="Cambria Math" panose="02040503050406030204" pitchFamily="18" charset="0"/>
                                      </a:rPr>
                                      <m:t>8</m:t>
                                    </m:r>
                                  </m:e>
                                  <m:sup>
                                    <m:r>
                                      <a:rPr lang="en-GB" sz="1200" b="0" i="1" baseline="0" smtClean="0">
                                        <a:solidFill>
                                          <a:schemeClr val="tx1"/>
                                        </a:solidFill>
                                        <a:latin typeface="Cambria Math" panose="02040503050406030204" pitchFamily="18" charset="0"/>
                                      </a:rPr>
                                      <m:t>7</m:t>
                                    </m:r>
                                  </m:sup>
                                </m:sSup>
                                <m:r>
                                  <a:rPr lang="en-US" sz="1200" b="0" i="1" baseline="0" smtClean="0">
                                    <a:solidFill>
                                      <a:schemeClr val="tx1"/>
                                    </a:solidFill>
                                    <a:latin typeface="Cambria Math" panose="02040503050406030204" pitchFamily="18" charset="0"/>
                                  </a:rPr>
                                  <m:t>÷</m:t>
                                </m:r>
                                <m:sSup>
                                  <m:sSupPr>
                                    <m:ctrlPr>
                                      <a:rPr lang="en-US" sz="1200" b="0" i="1" baseline="0" smtClean="0">
                                        <a:solidFill>
                                          <a:schemeClr val="tx1"/>
                                        </a:solidFill>
                                        <a:latin typeface="Cambria Math" panose="02040503050406030204" pitchFamily="18" charset="0"/>
                                      </a:rPr>
                                    </m:ctrlPr>
                                  </m:sSupPr>
                                  <m:e>
                                    <m:r>
                                      <a:rPr lang="en-US" sz="1200" b="0" i="1" baseline="0" smtClean="0">
                                        <a:solidFill>
                                          <a:schemeClr val="tx1"/>
                                        </a:solidFill>
                                        <a:latin typeface="Cambria Math" panose="02040503050406030204" pitchFamily="18" charset="0"/>
                                      </a:rPr>
                                      <m:t>8</m:t>
                                    </m:r>
                                  </m:e>
                                  <m:sup>
                                    <m:r>
                                      <a:rPr lang="en-GB" sz="1200" b="0" i="1" baseline="0" smtClean="0">
                                        <a:solidFill>
                                          <a:schemeClr val="tx1"/>
                                        </a:solidFill>
                                        <a:latin typeface="Cambria Math" panose="02040503050406030204" pitchFamily="18" charset="0"/>
                                      </a:rPr>
                                      <m:t>3</m:t>
                                    </m:r>
                                  </m:sup>
                                </m:sSup>
                              </m:oMath>
                            </m:oMathPara>
                          </a14:m>
                          <a:endParaRPr lang="en-GB" sz="1200" b="0">
                            <a:solidFill>
                              <a:schemeClr val="tx1"/>
                            </a:solidFill>
                          </a:endParaRPr>
                        </a:p>
                        <a:p>
                          <a:pPr algn="ctr"/>
                          <a:endParaRPr lang="en-GB" sz="1200" b="0">
                            <a:solidFill>
                              <a:schemeClr val="tx1"/>
                            </a:solidFill>
                          </a:endParaRPr>
                        </a:p>
                        <a:p>
                          <a:pPr algn="ctr"/>
                          <a:endParaRPr lang="en-GB" sz="1200" b="0">
                            <a:solidFill>
                              <a:schemeClr val="tx1"/>
                            </a:solidFill>
                          </a:endParaRPr>
                        </a:p>
                        <a:p>
                          <a:pPr algn="ctr"/>
                          <a:endParaRPr lang="en-GB" sz="1200" b="0">
                            <a:solidFill>
                              <a:schemeClr val="tx1"/>
                            </a:solidFill>
                          </a:endParaRPr>
                        </a:p>
                        <a:p>
                          <a:pPr algn="ctr"/>
                          <a:endParaRPr lang="en-GB" sz="1200" b="0">
                            <a:solidFill>
                              <a:schemeClr val="tx1"/>
                            </a:solidFill>
                          </a:endParaRPr>
                        </a:p>
                        <a:p>
                          <a:pPr algn="ctr"/>
                          <a:endParaRPr lang="en-GB" sz="1200" b="0">
                            <a:solidFill>
                              <a:schemeClr val="tx1"/>
                            </a:solidFill>
                          </a:endParaRPr>
                        </a:p>
                        <a:p>
                          <a:pPr algn="ctr"/>
                          <a:endParaRPr lang="en-GB" sz="1200" b="0">
                            <a:solidFill>
                              <a:schemeClr val="tx1"/>
                            </a:solidFill>
                          </a:endParaRPr>
                        </a:p>
                        <a:p>
                          <a:pPr algn="ctr"/>
                          <a:endParaRPr lang="en-GB" sz="1200" b="0">
                            <a:solidFill>
                              <a:schemeClr val="tx1"/>
                            </a:solidFill>
                          </a:endParaRPr>
                        </a:p>
                        <a:p>
                          <a:pPr algn="ctr"/>
                          <a:endParaRPr lang="en-GB" sz="1200" b="0">
                            <a:solidFill>
                              <a:schemeClr val="tx1"/>
                            </a:solidFill>
                          </a:endParaRPr>
                        </a:p>
                        <a:p>
                          <a:pPr algn="ctr"/>
                          <a14:m>
                            <m:oMathPara xmlns:m="http://schemas.openxmlformats.org/officeDocument/2006/math">
                              <m:oMathParaPr>
                                <m:jc m:val="centerGroup"/>
                              </m:oMathParaPr>
                              <m:oMath xmlns:m="http://schemas.openxmlformats.org/officeDocument/2006/math">
                                <m:sSup>
                                  <m:sSupPr>
                                    <m:ctrlPr>
                                      <a:rPr lang="en-US" sz="1200" b="0" i="1" baseline="0" smtClean="0">
                                        <a:solidFill>
                                          <a:schemeClr val="tx1"/>
                                        </a:solidFill>
                                        <a:latin typeface="Cambria Math" panose="02040503050406030204" pitchFamily="18" charset="0"/>
                                      </a:rPr>
                                    </m:ctrlPr>
                                  </m:sSupPr>
                                  <m:e>
                                    <m:r>
                                      <a:rPr lang="en-US" sz="1200" b="0" i="1" baseline="0" smtClean="0">
                                        <a:solidFill>
                                          <a:schemeClr val="tx1"/>
                                        </a:solidFill>
                                        <a:latin typeface="Cambria Math" panose="02040503050406030204" pitchFamily="18" charset="0"/>
                                      </a:rPr>
                                      <m:t>𝑧</m:t>
                                    </m:r>
                                  </m:e>
                                  <m:sup>
                                    <m:r>
                                      <a:rPr lang="en-GB" sz="1200" b="0" i="1" baseline="0" smtClean="0">
                                        <a:solidFill>
                                          <a:schemeClr val="tx1"/>
                                        </a:solidFill>
                                        <a:latin typeface="Cambria Math" panose="02040503050406030204" pitchFamily="18" charset="0"/>
                                      </a:rPr>
                                      <m:t>5</m:t>
                                    </m:r>
                                  </m:sup>
                                </m:sSup>
                                <m:r>
                                  <a:rPr lang="en-US" sz="1200" b="0" i="1" baseline="0" smtClean="0">
                                    <a:solidFill>
                                      <a:schemeClr val="tx1"/>
                                    </a:solidFill>
                                    <a:latin typeface="Cambria Math" panose="02040503050406030204" pitchFamily="18" charset="0"/>
                                  </a:rPr>
                                  <m:t>÷</m:t>
                                </m:r>
                                <m:sSup>
                                  <m:sSupPr>
                                    <m:ctrlPr>
                                      <a:rPr lang="en-US" sz="1200" b="0" i="1" baseline="0" smtClean="0">
                                        <a:solidFill>
                                          <a:schemeClr val="tx1"/>
                                        </a:solidFill>
                                        <a:latin typeface="Cambria Math" panose="02040503050406030204" pitchFamily="18" charset="0"/>
                                      </a:rPr>
                                    </m:ctrlPr>
                                  </m:sSupPr>
                                  <m:e>
                                    <m:r>
                                      <a:rPr lang="en-US" sz="1200" b="0" i="1" baseline="0" smtClean="0">
                                        <a:solidFill>
                                          <a:schemeClr val="tx1"/>
                                        </a:solidFill>
                                        <a:latin typeface="Cambria Math" panose="02040503050406030204" pitchFamily="18" charset="0"/>
                                      </a:rPr>
                                      <m:t>𝑧</m:t>
                                    </m:r>
                                  </m:e>
                                  <m:sup>
                                    <m:r>
                                      <a:rPr lang="en-GB" sz="1200" b="0" i="1" baseline="0" smtClean="0">
                                        <a:solidFill>
                                          <a:schemeClr val="tx1"/>
                                        </a:solidFill>
                                        <a:latin typeface="Cambria Math" panose="02040503050406030204" pitchFamily="18" charset="0"/>
                                      </a:rPr>
                                      <m:t>2</m:t>
                                    </m:r>
                                  </m:sup>
                                </m:sSup>
                              </m:oMath>
                            </m:oMathPara>
                          </a14:m>
                          <a:endParaRPr lang="en-GB"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41023978"/>
                      </a:ext>
                    </a:extLst>
                  </a:tr>
                </a:tbl>
              </a:graphicData>
            </a:graphic>
          </p:graphicFrame>
        </mc:Choice>
        <mc:Fallback xmlns="">
          <p:graphicFrame>
            <p:nvGraphicFramePr>
              <p:cNvPr id="70" name="Table 69"/>
              <p:cNvGraphicFramePr>
                <a:graphicFrameLocks noGrp="1"/>
              </p:cNvGraphicFramePr>
              <p:nvPr>
                <p:extLst>
                  <p:ext uri="{D42A27DB-BD31-4B8C-83A1-F6EECF244321}">
                    <p14:modId xmlns:p14="http://schemas.microsoft.com/office/powerpoint/2010/main" val="609153552"/>
                  </p:ext>
                </p:extLst>
              </p:nvPr>
            </p:nvGraphicFramePr>
            <p:xfrm>
              <a:off x="99077" y="302991"/>
              <a:ext cx="6667484" cy="3517169"/>
            </p:xfrm>
            <a:graphic>
              <a:graphicData uri="http://schemas.openxmlformats.org/drawingml/2006/table">
                <a:tbl>
                  <a:tblPr firstRow="1" bandRow="1">
                    <a:tableStyleId>{5C22544A-7EE6-4342-B048-85BDC9FD1C3A}</a:tableStyleId>
                  </a:tblPr>
                  <a:tblGrid>
                    <a:gridCol w="1393078">
                      <a:extLst>
                        <a:ext uri="{9D8B030D-6E8A-4147-A177-3AD203B41FA5}">
                          <a16:colId xmlns:a16="http://schemas.microsoft.com/office/drawing/2014/main" val="3124559182"/>
                        </a:ext>
                      </a:extLst>
                    </a:gridCol>
                    <a:gridCol w="1891726">
                      <a:extLst>
                        <a:ext uri="{9D8B030D-6E8A-4147-A177-3AD203B41FA5}">
                          <a16:colId xmlns:a16="http://schemas.microsoft.com/office/drawing/2014/main" val="1668930051"/>
                        </a:ext>
                      </a:extLst>
                    </a:gridCol>
                    <a:gridCol w="1710926">
                      <a:extLst>
                        <a:ext uri="{9D8B030D-6E8A-4147-A177-3AD203B41FA5}">
                          <a16:colId xmlns:a16="http://schemas.microsoft.com/office/drawing/2014/main" val="2873958374"/>
                        </a:ext>
                      </a:extLst>
                    </a:gridCol>
                    <a:gridCol w="1671754">
                      <a:extLst>
                        <a:ext uri="{9D8B030D-6E8A-4147-A177-3AD203B41FA5}">
                          <a16:colId xmlns:a16="http://schemas.microsoft.com/office/drawing/2014/main" val="2414775215"/>
                        </a:ext>
                      </a:extLst>
                    </a:gridCol>
                  </a:tblGrid>
                  <a:tr h="306609">
                    <a:tc>
                      <a:txBody>
                        <a:bodyPr/>
                        <a:lstStyle/>
                        <a:p>
                          <a:pPr algn="ctr"/>
                          <a:r>
                            <a:rPr lang="en-US" sz="1200">
                              <a:solidFill>
                                <a:schemeClr val="tx1"/>
                              </a:solidFill>
                            </a:rPr>
                            <a:t>Steps</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sz="1200">
                              <a:solidFill>
                                <a:schemeClr val="tx1"/>
                              </a:solidFill>
                            </a:rPr>
                            <a:t>Simplify</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47329628"/>
                      </a:ext>
                    </a:extLst>
                  </a:tr>
                  <a:tr h="3210560">
                    <a:tc>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74194" t="-9659" r="-180000" b="-379"/>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92171" t="-9659" r="-98577" b="-379"/>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98545" t="-9659" r="-727" b="-379"/>
                          </a:stretch>
                        </a:blipFill>
                      </a:tcPr>
                    </a:tc>
                    <a:extLst>
                      <a:ext uri="{0D108BD9-81ED-4DB2-BD59-A6C34878D82A}">
                        <a16:rowId xmlns:a16="http://schemas.microsoft.com/office/drawing/2014/main" val="1541023978"/>
                      </a:ext>
                    </a:extLst>
                  </a:tr>
                </a:tbl>
              </a:graphicData>
            </a:graphic>
          </p:graphicFrame>
        </mc:Fallback>
      </mc:AlternateContent>
      <p:sp>
        <p:nvSpPr>
          <p:cNvPr id="71" name="TextBox 70">
            <a:extLst>
              <a:ext uri="{FF2B5EF4-FFF2-40B4-BE49-F238E27FC236}">
                <a16:creationId xmlns:a16="http://schemas.microsoft.com/office/drawing/2014/main" id="{88BE26D3-BD12-8F4B-9608-3EB6530361A1}"/>
              </a:ext>
            </a:extLst>
          </p:cNvPr>
          <p:cNvSpPr txBox="1"/>
          <p:nvPr/>
        </p:nvSpPr>
        <p:spPr>
          <a:xfrm>
            <a:off x="1762038" y="37610"/>
            <a:ext cx="1387046" cy="276999"/>
          </a:xfrm>
          <a:prstGeom prst="rect">
            <a:avLst/>
          </a:prstGeom>
          <a:noFill/>
          <a:ln>
            <a:noFill/>
          </a:ln>
        </p:spPr>
        <p:txBody>
          <a:bodyPr wrap="none" rtlCol="0">
            <a:spAutoFit/>
          </a:bodyPr>
          <a:lstStyle/>
          <a:p>
            <a:r>
              <a:rPr lang="en-GB" sz="1200" b="1" i="1">
                <a:solidFill>
                  <a:srgbClr val="FF0000"/>
                </a:solidFill>
              </a:rPr>
              <a:t>Example 31 - I do…</a:t>
            </a:r>
          </a:p>
        </p:txBody>
      </p:sp>
      <p:sp>
        <p:nvSpPr>
          <p:cNvPr id="72" name="TextBox 71">
            <a:extLst>
              <a:ext uri="{FF2B5EF4-FFF2-40B4-BE49-F238E27FC236}">
                <a16:creationId xmlns:a16="http://schemas.microsoft.com/office/drawing/2014/main" id="{12910BCB-308B-9841-AF03-2F9D2E6E678C}"/>
              </a:ext>
            </a:extLst>
          </p:cNvPr>
          <p:cNvSpPr txBox="1"/>
          <p:nvPr/>
        </p:nvSpPr>
        <p:spPr>
          <a:xfrm>
            <a:off x="3431337" y="25992"/>
            <a:ext cx="1584793" cy="276999"/>
          </a:xfrm>
          <a:prstGeom prst="rect">
            <a:avLst/>
          </a:prstGeom>
          <a:noFill/>
          <a:ln>
            <a:noFill/>
          </a:ln>
        </p:spPr>
        <p:txBody>
          <a:bodyPr wrap="none" rtlCol="0">
            <a:spAutoFit/>
          </a:bodyPr>
          <a:lstStyle/>
          <a:p>
            <a:r>
              <a:rPr lang="en-GB" sz="1200" b="1" i="1">
                <a:solidFill>
                  <a:schemeClr val="accent2"/>
                </a:solidFill>
              </a:rPr>
              <a:t>Example 32 – We do…</a:t>
            </a:r>
          </a:p>
        </p:txBody>
      </p:sp>
      <p:sp>
        <p:nvSpPr>
          <p:cNvPr id="73" name="TextBox 72">
            <a:extLst>
              <a:ext uri="{FF2B5EF4-FFF2-40B4-BE49-F238E27FC236}">
                <a16:creationId xmlns:a16="http://schemas.microsoft.com/office/drawing/2014/main" id="{12910BCB-308B-9841-AF03-2F9D2E6E678C}"/>
              </a:ext>
            </a:extLst>
          </p:cNvPr>
          <p:cNvSpPr txBox="1"/>
          <p:nvPr/>
        </p:nvSpPr>
        <p:spPr>
          <a:xfrm>
            <a:off x="5137160" y="37610"/>
            <a:ext cx="1607812" cy="276999"/>
          </a:xfrm>
          <a:prstGeom prst="rect">
            <a:avLst/>
          </a:prstGeom>
          <a:noFill/>
          <a:ln>
            <a:noFill/>
          </a:ln>
        </p:spPr>
        <p:txBody>
          <a:bodyPr wrap="none" rtlCol="0">
            <a:spAutoFit/>
          </a:bodyPr>
          <a:lstStyle/>
          <a:p>
            <a:r>
              <a:rPr lang="en-GB" sz="1200" b="1" i="1">
                <a:solidFill>
                  <a:srgbClr val="00B050"/>
                </a:solidFill>
              </a:rPr>
              <a:t>Example 33 – You do…</a:t>
            </a:r>
          </a:p>
        </p:txBody>
      </p:sp>
      <p:sp>
        <p:nvSpPr>
          <p:cNvPr id="87" name="TextBox 86">
            <a:extLst>
              <a:ext uri="{FF2B5EF4-FFF2-40B4-BE49-F238E27FC236}">
                <a16:creationId xmlns:a16="http://schemas.microsoft.com/office/drawing/2014/main" id="{244A782A-DC95-3049-82B4-7824915E73C9}"/>
              </a:ext>
            </a:extLst>
          </p:cNvPr>
          <p:cNvSpPr txBox="1"/>
          <p:nvPr/>
        </p:nvSpPr>
        <p:spPr>
          <a:xfrm>
            <a:off x="1299264" y="3815378"/>
            <a:ext cx="911596"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a:solidFill>
                  <a:prstClr val="black"/>
                </a:solidFill>
                <a:latin typeface="Calibri" panose="020F0502020204030204"/>
              </a:rPr>
              <a:t>12. </a:t>
            </a:r>
            <a:r>
              <a:rPr kumimoji="0" lang="en-GB" sz="1200" i="0" u="none" strike="noStrike" kern="1200" cap="none" spc="0" normalizeH="0" baseline="0" noProof="0">
                <a:ln>
                  <a:noFill/>
                </a:ln>
                <a:solidFill>
                  <a:prstClr val="black"/>
                </a:solidFill>
                <a:effectLst/>
                <a:uLnTx/>
                <a:uFillTx/>
                <a:latin typeface="Calibri" panose="020F0502020204030204"/>
              </a:rPr>
              <a:t>Simplify</a:t>
            </a:r>
          </a:p>
        </p:txBody>
      </p:sp>
      <p:sp>
        <p:nvSpPr>
          <p:cNvPr id="97" name="TextBox 96">
            <a:extLst>
              <a:ext uri="{FF2B5EF4-FFF2-40B4-BE49-F238E27FC236}">
                <a16:creationId xmlns:a16="http://schemas.microsoft.com/office/drawing/2014/main" id="{244A782A-DC95-3049-82B4-7824915E73C9}"/>
              </a:ext>
            </a:extLst>
          </p:cNvPr>
          <p:cNvSpPr txBox="1"/>
          <p:nvPr/>
        </p:nvSpPr>
        <p:spPr>
          <a:xfrm>
            <a:off x="1299264" y="6879459"/>
            <a:ext cx="911596"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a:solidFill>
                  <a:prstClr val="black"/>
                </a:solidFill>
                <a:latin typeface="Calibri" panose="020F0502020204030204"/>
              </a:rPr>
              <a:t>13. </a:t>
            </a:r>
            <a:r>
              <a:rPr kumimoji="0" lang="en-GB" sz="1200" i="0" u="none" strike="noStrike" kern="1200" cap="none" spc="0" normalizeH="0" baseline="0" noProof="0">
                <a:ln>
                  <a:noFill/>
                </a:ln>
                <a:solidFill>
                  <a:prstClr val="black"/>
                </a:solidFill>
                <a:effectLst/>
                <a:uLnTx/>
                <a:uFillTx/>
                <a:latin typeface="Calibri" panose="020F0502020204030204"/>
              </a:rPr>
              <a:t>Simplify</a:t>
            </a:r>
          </a:p>
        </p:txBody>
      </p:sp>
      <p:sp>
        <p:nvSpPr>
          <p:cNvPr id="6" name="Rectangle 5">
            <a:extLst>
              <a:ext uri="{FF2B5EF4-FFF2-40B4-BE49-F238E27FC236}">
                <a16:creationId xmlns:a16="http://schemas.microsoft.com/office/drawing/2014/main" id="{7257AE5C-BD4B-5AA9-DACC-DAA98BA01B37}"/>
              </a:ext>
            </a:extLst>
          </p:cNvPr>
          <p:cNvSpPr/>
          <p:nvPr/>
        </p:nvSpPr>
        <p:spPr>
          <a:xfrm>
            <a:off x="92101" y="3829709"/>
            <a:ext cx="1064816" cy="353890"/>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100"/>
              <a:t>INDEPENDENT PRACTICE</a:t>
            </a:r>
          </a:p>
        </p:txBody>
      </p:sp>
      <p:graphicFrame>
        <p:nvGraphicFramePr>
          <p:cNvPr id="9" name="Table 9">
            <a:extLst>
              <a:ext uri="{FF2B5EF4-FFF2-40B4-BE49-F238E27FC236}">
                <a16:creationId xmlns:a16="http://schemas.microsoft.com/office/drawing/2014/main" id="{7E04FF43-1FCA-18EC-02DC-508DA39B753B}"/>
              </a:ext>
            </a:extLst>
          </p:cNvPr>
          <p:cNvGraphicFramePr>
            <a:graphicFrameLocks noGrp="1"/>
          </p:cNvGraphicFramePr>
          <p:nvPr>
            <p:extLst>
              <p:ext uri="{D42A27DB-BD31-4B8C-83A1-F6EECF244321}">
                <p14:modId xmlns:p14="http://schemas.microsoft.com/office/powerpoint/2010/main" val="610549149"/>
              </p:ext>
            </p:extLst>
          </p:nvPr>
        </p:nvGraphicFramePr>
        <p:xfrm>
          <a:off x="92100" y="4183599"/>
          <a:ext cx="6645896" cy="2695860"/>
        </p:xfrm>
        <a:graphic>
          <a:graphicData uri="http://schemas.openxmlformats.org/drawingml/2006/table">
            <a:tbl>
              <a:tblPr>
                <a:tableStyleId>{5C22544A-7EE6-4342-B048-85BDC9FD1C3A}</a:tableStyleId>
              </a:tblPr>
              <a:tblGrid>
                <a:gridCol w="1661474">
                  <a:extLst>
                    <a:ext uri="{9D8B030D-6E8A-4147-A177-3AD203B41FA5}">
                      <a16:colId xmlns:a16="http://schemas.microsoft.com/office/drawing/2014/main" val="1992204135"/>
                    </a:ext>
                  </a:extLst>
                </a:gridCol>
                <a:gridCol w="1661474">
                  <a:extLst>
                    <a:ext uri="{9D8B030D-6E8A-4147-A177-3AD203B41FA5}">
                      <a16:colId xmlns:a16="http://schemas.microsoft.com/office/drawing/2014/main" val="3366815076"/>
                    </a:ext>
                  </a:extLst>
                </a:gridCol>
                <a:gridCol w="1661474">
                  <a:extLst>
                    <a:ext uri="{9D8B030D-6E8A-4147-A177-3AD203B41FA5}">
                      <a16:colId xmlns:a16="http://schemas.microsoft.com/office/drawing/2014/main" val="1606094187"/>
                    </a:ext>
                  </a:extLst>
                </a:gridCol>
                <a:gridCol w="1661474">
                  <a:extLst>
                    <a:ext uri="{9D8B030D-6E8A-4147-A177-3AD203B41FA5}">
                      <a16:colId xmlns:a16="http://schemas.microsoft.com/office/drawing/2014/main" val="4111745528"/>
                    </a:ext>
                  </a:extLst>
                </a:gridCol>
              </a:tblGrid>
              <a:tr h="89862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a) </a:t>
                      </a:r>
                      <a:r>
                        <a:rPr kumimoji="0" lang="en-GB" sz="1200" b="0" i="0" u="none" strike="noStrike" kern="1200" cap="none" spc="0" normalizeH="0" baseline="0" noProof="0" dirty="0">
                          <a:ln>
                            <a:noFill/>
                          </a:ln>
                          <a:solidFill>
                            <a:prstClr val="black"/>
                          </a:solidFill>
                          <a:effectLst/>
                          <a:uLnTx/>
                          <a:uFillTx/>
                        </a:rPr>
                        <a:t>3</a:t>
                      </a:r>
                      <a:r>
                        <a:rPr kumimoji="0" lang="en-GB" sz="1200" b="0" i="0" u="none" strike="noStrike" kern="1200" cap="none" spc="0" normalizeH="0" baseline="30000" noProof="0" dirty="0">
                          <a:ln>
                            <a:noFill/>
                          </a:ln>
                          <a:solidFill>
                            <a:prstClr val="black"/>
                          </a:solidFill>
                          <a:effectLst/>
                          <a:uLnTx/>
                          <a:uFillTx/>
                        </a:rPr>
                        <a:t>2</a:t>
                      </a:r>
                      <a:r>
                        <a:rPr kumimoji="0" lang="en-GB" sz="1200" b="0" i="0" u="none" strike="noStrike" kern="1200" cap="none" spc="0" normalizeH="0" baseline="0" noProof="0" dirty="0">
                          <a:ln>
                            <a:noFill/>
                          </a:ln>
                          <a:solidFill>
                            <a:prstClr val="black"/>
                          </a:solidFill>
                          <a:effectLst/>
                          <a:uLnTx/>
                          <a:uFillTx/>
                        </a:rPr>
                        <a:t> ÷ 3</a:t>
                      </a:r>
                      <a:r>
                        <a:rPr kumimoji="0" lang="en-GB" sz="1200" b="0" i="0" u="none" strike="noStrike" kern="1200" cap="none" spc="0" normalizeH="0" baseline="30000" noProof="0" dirty="0">
                          <a:ln>
                            <a:noFill/>
                          </a:ln>
                          <a:solidFill>
                            <a:prstClr val="black"/>
                          </a:solidFill>
                          <a:effectLst/>
                          <a:uLnTx/>
                          <a:uFillTx/>
                        </a:rPr>
                        <a:t>2</a:t>
                      </a:r>
                      <a:endParaRPr kumimoji="0" lang="en-GB" sz="1200" b="0" i="0" u="none" strike="noStrike" kern="1200" cap="none" spc="0" normalizeH="0" baseline="0" noProof="0" dirty="0">
                        <a:ln>
                          <a:noFill/>
                        </a:ln>
                        <a:solidFill>
                          <a:prstClr val="black"/>
                        </a:solidFill>
                        <a:effectLst/>
                        <a:uLnTx/>
                        <a:uFillTx/>
                      </a:endParaRPr>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b) </a:t>
                      </a:r>
                      <a:r>
                        <a:rPr kumimoji="0" lang="en-GB" sz="1200" b="0" i="0" u="none" strike="noStrike" kern="1200" cap="none" spc="0" normalizeH="0" baseline="0" noProof="0" dirty="0">
                          <a:ln>
                            <a:noFill/>
                          </a:ln>
                          <a:solidFill>
                            <a:prstClr val="black"/>
                          </a:solidFill>
                          <a:effectLst/>
                          <a:uLnTx/>
                          <a:uFillTx/>
                          <a:latin typeface="+mn-lt"/>
                        </a:rPr>
                        <a:t>4</a:t>
                      </a:r>
                      <a:r>
                        <a:rPr kumimoji="0" lang="en-GB" sz="1200" b="0" i="0" u="none" strike="noStrike" kern="1200" cap="none" spc="0" normalizeH="0" baseline="30000" noProof="0" dirty="0">
                          <a:ln>
                            <a:noFill/>
                          </a:ln>
                          <a:solidFill>
                            <a:prstClr val="black"/>
                          </a:solidFill>
                          <a:effectLst/>
                          <a:uLnTx/>
                          <a:uFillTx/>
                          <a:latin typeface="+mn-lt"/>
                        </a:rPr>
                        <a:t>4</a:t>
                      </a:r>
                      <a:r>
                        <a:rPr kumimoji="0" lang="en-GB" sz="1200" b="0" i="0" u="none" strike="noStrike" kern="1200" cap="none" spc="0" normalizeH="0" baseline="0" noProof="0" dirty="0">
                          <a:ln>
                            <a:noFill/>
                          </a:ln>
                          <a:solidFill>
                            <a:prstClr val="black"/>
                          </a:solidFill>
                          <a:effectLst/>
                          <a:uLnTx/>
                          <a:uFillTx/>
                          <a:latin typeface="+mn-lt"/>
                        </a:rPr>
                        <a:t> </a:t>
                      </a:r>
                      <a:r>
                        <a:rPr lang="en-GB" sz="1200" dirty="0">
                          <a:solidFill>
                            <a:prstClr val="black"/>
                          </a:solidFill>
                        </a:rPr>
                        <a:t>÷</a:t>
                      </a:r>
                      <a:r>
                        <a:rPr kumimoji="0" lang="en-GB" sz="1200" b="0" i="0" u="none" strike="noStrike" kern="1200" cap="none" spc="0" normalizeH="0" baseline="0" noProof="0" dirty="0">
                          <a:ln>
                            <a:noFill/>
                          </a:ln>
                          <a:solidFill>
                            <a:prstClr val="black"/>
                          </a:solidFill>
                          <a:effectLst/>
                          <a:uLnTx/>
                          <a:uFillTx/>
                          <a:latin typeface="+mn-lt"/>
                        </a:rPr>
                        <a:t> 4</a:t>
                      </a:r>
                      <a:r>
                        <a:rPr lang="en-GB" sz="1200" baseline="30000" dirty="0">
                          <a:solidFill>
                            <a:prstClr val="black"/>
                          </a:solidFill>
                          <a:latin typeface="+mn-lt"/>
                        </a:rPr>
                        <a:t>3</a:t>
                      </a:r>
                      <a:endParaRPr kumimoji="0" lang="en-GB" sz="1200" b="0" i="0" u="none" strike="noStrike" kern="1200" cap="none" spc="0" normalizeH="0" baseline="0" noProof="0" dirty="0">
                        <a:ln>
                          <a:noFill/>
                        </a:ln>
                        <a:solidFill>
                          <a:prstClr val="black"/>
                        </a:solidFill>
                        <a:effectLst/>
                        <a:uLnTx/>
                        <a:uFillTx/>
                        <a:latin typeface="+mn-lt"/>
                      </a:endParaRPr>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c) </a:t>
                      </a:r>
                      <a:r>
                        <a:rPr kumimoji="0" lang="en-GB" sz="1200" b="0" i="0" u="none" strike="noStrike" kern="1200" cap="none" spc="0" normalizeH="0" baseline="0" noProof="0" dirty="0">
                          <a:ln>
                            <a:noFill/>
                          </a:ln>
                          <a:solidFill>
                            <a:prstClr val="black"/>
                          </a:solidFill>
                          <a:effectLst/>
                          <a:uLnTx/>
                          <a:uFillTx/>
                          <a:latin typeface="+mn-lt"/>
                        </a:rPr>
                        <a:t>2</a:t>
                      </a:r>
                      <a:r>
                        <a:rPr lang="en-GB" sz="1200" baseline="30000" dirty="0">
                          <a:solidFill>
                            <a:prstClr val="black"/>
                          </a:solidFill>
                          <a:latin typeface="+mn-lt"/>
                        </a:rPr>
                        <a:t>7</a:t>
                      </a:r>
                      <a:r>
                        <a:rPr kumimoji="0" lang="en-GB" sz="1200" b="0" i="0" u="none" strike="noStrike" kern="1200" cap="none" spc="0" normalizeH="0" baseline="0" noProof="0" dirty="0">
                          <a:ln>
                            <a:noFill/>
                          </a:ln>
                          <a:solidFill>
                            <a:prstClr val="black"/>
                          </a:solidFill>
                          <a:effectLst/>
                          <a:uLnTx/>
                          <a:uFillTx/>
                          <a:latin typeface="+mn-lt"/>
                        </a:rPr>
                        <a:t> </a:t>
                      </a:r>
                      <a:r>
                        <a:rPr lang="en-GB" sz="1200" dirty="0">
                          <a:solidFill>
                            <a:prstClr val="black"/>
                          </a:solidFill>
                        </a:rPr>
                        <a:t>÷</a:t>
                      </a:r>
                      <a:r>
                        <a:rPr kumimoji="0" lang="en-GB" sz="1200" b="0" i="0" u="none" strike="noStrike" kern="1200" cap="none" spc="0" normalizeH="0" baseline="0" noProof="0" dirty="0">
                          <a:ln>
                            <a:noFill/>
                          </a:ln>
                          <a:solidFill>
                            <a:prstClr val="black"/>
                          </a:solidFill>
                          <a:effectLst/>
                          <a:uLnTx/>
                          <a:uFillTx/>
                          <a:latin typeface="+mn-lt"/>
                        </a:rPr>
                        <a:t> 2</a:t>
                      </a:r>
                      <a:r>
                        <a:rPr lang="en-GB" sz="1200" baseline="30000" dirty="0">
                          <a:solidFill>
                            <a:prstClr val="black"/>
                          </a:solidFill>
                          <a:latin typeface="+mn-lt"/>
                        </a:rPr>
                        <a:t>5</a:t>
                      </a:r>
                      <a:endParaRPr kumimoji="0" lang="en-GB" sz="1200" b="0" i="0" u="none" strike="noStrike" kern="1200" cap="none" spc="0" normalizeH="0" baseline="0" noProof="0" dirty="0">
                        <a:ln>
                          <a:noFill/>
                        </a:ln>
                        <a:solidFill>
                          <a:prstClr val="black"/>
                        </a:solidFill>
                        <a:effectLst/>
                        <a:uLnTx/>
                        <a:uFillTx/>
                        <a:latin typeface="+mn-lt"/>
                      </a:endParaRPr>
                    </a:p>
                    <a:p>
                      <a:endParaRPr lang="en-GB" sz="1200" dirty="0"/>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d) </a:t>
                      </a:r>
                      <a:r>
                        <a:rPr kumimoji="0" lang="en-GB" sz="1200" b="0" i="0" u="none" strike="noStrike" kern="1200" cap="none" spc="0" normalizeH="0" baseline="0" noProof="0" dirty="0">
                          <a:ln>
                            <a:noFill/>
                          </a:ln>
                          <a:solidFill>
                            <a:prstClr val="black"/>
                          </a:solidFill>
                          <a:effectLst/>
                          <a:uLnTx/>
                          <a:uFillTx/>
                          <a:latin typeface="+mn-lt"/>
                        </a:rPr>
                        <a:t>9</a:t>
                      </a:r>
                      <a:r>
                        <a:rPr kumimoji="0" lang="en-GB" sz="1200" b="0" i="0" u="none" strike="noStrike" kern="1200" cap="none" spc="0" normalizeH="0" baseline="30000" noProof="0" dirty="0">
                          <a:ln>
                            <a:noFill/>
                          </a:ln>
                          <a:solidFill>
                            <a:prstClr val="black"/>
                          </a:solidFill>
                          <a:effectLst/>
                          <a:uLnTx/>
                          <a:uFillTx/>
                          <a:latin typeface="+mn-lt"/>
                        </a:rPr>
                        <a:t>5</a:t>
                      </a:r>
                      <a:r>
                        <a:rPr kumimoji="0" lang="en-GB" sz="1200" b="0" i="0" u="none" strike="noStrike" kern="1200" cap="none" spc="0" normalizeH="0" baseline="0" noProof="0" dirty="0">
                          <a:ln>
                            <a:noFill/>
                          </a:ln>
                          <a:solidFill>
                            <a:prstClr val="black"/>
                          </a:solidFill>
                          <a:effectLst/>
                          <a:uLnTx/>
                          <a:uFillTx/>
                          <a:latin typeface="+mn-lt"/>
                        </a:rPr>
                        <a:t> </a:t>
                      </a:r>
                      <a:r>
                        <a:rPr lang="en-GB" sz="1200" dirty="0">
                          <a:solidFill>
                            <a:prstClr val="black"/>
                          </a:solidFill>
                        </a:rPr>
                        <a:t>÷</a:t>
                      </a:r>
                      <a:r>
                        <a:rPr kumimoji="0" lang="en-GB" sz="1200" b="0" i="0" u="none" strike="noStrike" kern="1200" cap="none" spc="0" normalizeH="0" baseline="0" noProof="0" dirty="0">
                          <a:ln>
                            <a:noFill/>
                          </a:ln>
                          <a:solidFill>
                            <a:prstClr val="black"/>
                          </a:solidFill>
                          <a:effectLst/>
                          <a:uLnTx/>
                          <a:uFillTx/>
                          <a:latin typeface="+mn-lt"/>
                        </a:rPr>
                        <a:t> 9</a:t>
                      </a:r>
                      <a:r>
                        <a:rPr lang="en-GB" sz="1200" baseline="30000" noProof="0" dirty="0">
                          <a:solidFill>
                            <a:prstClr val="black"/>
                          </a:solidFill>
                          <a:latin typeface="+mn-lt"/>
                        </a:rPr>
                        <a:t>2</a:t>
                      </a:r>
                      <a:endParaRPr kumimoji="0" lang="en-GB" sz="1200" b="0" i="0" u="none" strike="noStrike" kern="1200" cap="none" spc="0" normalizeH="0" baseline="30000" noProof="0" dirty="0">
                        <a:ln>
                          <a:noFill/>
                        </a:ln>
                        <a:solidFill>
                          <a:prstClr val="black"/>
                        </a:solidFill>
                        <a:effectLst/>
                        <a:uLnTx/>
                        <a:uFillTx/>
                        <a:latin typeface="+mn-lt"/>
                      </a:endParaRPr>
                    </a:p>
                    <a:p>
                      <a:endParaRPr lang="en-GB" sz="1200" dirty="0"/>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6735652"/>
                  </a:ext>
                </a:extLst>
              </a:tr>
              <a:tr h="89862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e) </a:t>
                      </a:r>
                      <a:r>
                        <a:rPr lang="en-US" sz="1200" dirty="0">
                          <a:solidFill>
                            <a:prstClr val="black"/>
                          </a:solidFill>
                        </a:rPr>
                        <a:t>2</a:t>
                      </a:r>
                      <a:r>
                        <a:rPr lang="en-GB" sz="1200" baseline="30000" dirty="0">
                          <a:solidFill>
                            <a:prstClr val="black"/>
                          </a:solidFill>
                        </a:rPr>
                        <a:t>10</a:t>
                      </a:r>
                      <a:r>
                        <a:rPr lang="en-US" sz="1200" dirty="0">
                          <a:solidFill>
                            <a:prstClr val="black"/>
                          </a:solidFill>
                        </a:rPr>
                        <a:t> </a:t>
                      </a:r>
                      <a:r>
                        <a:rPr lang="en-GB" sz="1200" dirty="0">
                          <a:solidFill>
                            <a:prstClr val="black"/>
                          </a:solidFill>
                        </a:rPr>
                        <a:t>÷</a:t>
                      </a:r>
                      <a:r>
                        <a:rPr lang="en-US" sz="1200" dirty="0">
                          <a:solidFill>
                            <a:prstClr val="black"/>
                          </a:solidFill>
                        </a:rPr>
                        <a:t> 2</a:t>
                      </a:r>
                      <a:r>
                        <a:rPr lang="en-GB" sz="1200" baseline="30000" dirty="0">
                          <a:solidFill>
                            <a:prstClr val="black"/>
                          </a:solidFill>
                        </a:rPr>
                        <a:t>2</a:t>
                      </a:r>
                      <a:endParaRPr lang="en-US" sz="1200" dirty="0">
                        <a:solidFill>
                          <a:prstClr val="black"/>
                        </a:solidFill>
                      </a:endParaRPr>
                    </a:p>
                    <a:p>
                      <a:endParaRPr lang="en-GB" sz="1200" dirty="0"/>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f) </a:t>
                      </a:r>
                      <a:r>
                        <a:rPr lang="en-US" sz="1200" dirty="0">
                          <a:solidFill>
                            <a:prstClr val="black"/>
                          </a:solidFill>
                        </a:rPr>
                        <a:t>7</a:t>
                      </a:r>
                      <a:r>
                        <a:rPr lang="en-GB" sz="1200" baseline="30000" dirty="0">
                          <a:solidFill>
                            <a:prstClr val="black"/>
                          </a:solidFill>
                        </a:rPr>
                        <a:t>12</a:t>
                      </a:r>
                      <a:r>
                        <a:rPr lang="en-US" sz="1200" dirty="0">
                          <a:solidFill>
                            <a:prstClr val="black"/>
                          </a:solidFill>
                        </a:rPr>
                        <a:t> </a:t>
                      </a:r>
                      <a:r>
                        <a:rPr lang="en-GB" sz="1200" dirty="0">
                          <a:solidFill>
                            <a:prstClr val="black"/>
                          </a:solidFill>
                        </a:rPr>
                        <a:t>÷</a:t>
                      </a:r>
                      <a:r>
                        <a:rPr lang="en-US" sz="1200" dirty="0">
                          <a:solidFill>
                            <a:prstClr val="black"/>
                          </a:solidFill>
                        </a:rPr>
                        <a:t> 7</a:t>
                      </a:r>
                      <a:r>
                        <a:rPr lang="en-GB" sz="1200" baseline="30000" dirty="0">
                          <a:solidFill>
                            <a:prstClr val="black"/>
                          </a:solidFill>
                        </a:rPr>
                        <a:t>4</a:t>
                      </a:r>
                      <a:endParaRPr lang="en-US" sz="1200" dirty="0">
                        <a:solidFill>
                          <a:prstClr val="black"/>
                        </a:solidFill>
                      </a:endParaRPr>
                    </a:p>
                    <a:p>
                      <a:endParaRPr lang="en-GB" sz="1200" dirty="0"/>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g) </a:t>
                      </a:r>
                      <a:r>
                        <a:rPr lang="en-US" sz="1200" dirty="0">
                          <a:solidFill>
                            <a:prstClr val="black"/>
                          </a:solidFill>
                        </a:rPr>
                        <a:t>10</a:t>
                      </a:r>
                      <a:r>
                        <a:rPr lang="en-GB" sz="1200" baseline="30000" dirty="0">
                          <a:solidFill>
                            <a:prstClr val="black"/>
                          </a:solidFill>
                        </a:rPr>
                        <a:t>10</a:t>
                      </a:r>
                      <a:r>
                        <a:rPr lang="en-US" sz="1200" dirty="0">
                          <a:solidFill>
                            <a:prstClr val="black"/>
                          </a:solidFill>
                        </a:rPr>
                        <a:t> </a:t>
                      </a:r>
                      <a:r>
                        <a:rPr lang="en-GB" sz="1200" dirty="0">
                          <a:solidFill>
                            <a:prstClr val="black"/>
                          </a:solidFill>
                        </a:rPr>
                        <a:t>÷</a:t>
                      </a:r>
                      <a:r>
                        <a:rPr lang="en-US" sz="1200" dirty="0">
                          <a:solidFill>
                            <a:prstClr val="black"/>
                          </a:solidFill>
                        </a:rPr>
                        <a:t> 10</a:t>
                      </a:r>
                      <a:r>
                        <a:rPr lang="en-GB" sz="1200" baseline="30000" dirty="0">
                          <a:solidFill>
                            <a:prstClr val="black"/>
                          </a:solidFill>
                        </a:rPr>
                        <a:t>5</a:t>
                      </a:r>
                    </a:p>
                    <a:p>
                      <a:endParaRPr lang="en-GB" sz="1200" dirty="0"/>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h) </a:t>
                      </a:r>
                      <a:r>
                        <a:rPr lang="en-GB" sz="1200" dirty="0">
                          <a:solidFill>
                            <a:prstClr val="black"/>
                          </a:solidFill>
                        </a:rPr>
                        <a:t>1</a:t>
                      </a:r>
                      <a:r>
                        <a:rPr lang="en-GB" sz="1200" baseline="30000" dirty="0">
                          <a:solidFill>
                            <a:prstClr val="black"/>
                          </a:solidFill>
                        </a:rPr>
                        <a:t>6</a:t>
                      </a:r>
                      <a:r>
                        <a:rPr lang="en-GB" sz="1200" dirty="0">
                          <a:solidFill>
                            <a:prstClr val="black"/>
                          </a:solidFill>
                        </a:rPr>
                        <a:t>  ÷ 1</a:t>
                      </a:r>
                    </a:p>
                    <a:p>
                      <a:endParaRPr lang="en-GB" sz="1200" dirty="0"/>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38828580"/>
                  </a:ext>
                </a:extLst>
              </a:tr>
              <a:tr h="89862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i) </a:t>
                      </a:r>
                      <a:r>
                        <a:rPr lang="en-GB" sz="1200" dirty="0">
                          <a:solidFill>
                            <a:prstClr val="black"/>
                          </a:solidFill>
                        </a:rPr>
                        <a:t>5</a:t>
                      </a:r>
                      <a:r>
                        <a:rPr lang="en-GB" sz="1200" baseline="30000" dirty="0">
                          <a:solidFill>
                            <a:prstClr val="black"/>
                          </a:solidFill>
                        </a:rPr>
                        <a:t>9</a:t>
                      </a:r>
                      <a:r>
                        <a:rPr lang="en-GB" sz="1200" dirty="0">
                          <a:solidFill>
                            <a:prstClr val="black"/>
                          </a:solidFill>
                        </a:rPr>
                        <a:t> ÷ 5</a:t>
                      </a:r>
                      <a:r>
                        <a:rPr lang="en-GB" sz="1200" baseline="30000" dirty="0">
                          <a:solidFill>
                            <a:prstClr val="black"/>
                          </a:solidFill>
                        </a:rPr>
                        <a:t>8</a:t>
                      </a:r>
                      <a:endParaRPr lang="en-GB" sz="1200" dirty="0">
                        <a:solidFill>
                          <a:prstClr val="black"/>
                        </a:solidFill>
                      </a:endParaRPr>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j) </a:t>
                      </a:r>
                      <a:r>
                        <a:rPr lang="en-GB" sz="1200" dirty="0">
                          <a:solidFill>
                            <a:prstClr val="black"/>
                          </a:solidFill>
                        </a:rPr>
                        <a:t>6</a:t>
                      </a:r>
                      <a:r>
                        <a:rPr lang="en-GB" sz="1200" baseline="30000" dirty="0">
                          <a:solidFill>
                            <a:prstClr val="black"/>
                          </a:solidFill>
                        </a:rPr>
                        <a:t>14</a:t>
                      </a:r>
                      <a:r>
                        <a:rPr lang="en-GB" sz="1200" dirty="0">
                          <a:solidFill>
                            <a:prstClr val="black"/>
                          </a:solidFill>
                        </a:rPr>
                        <a:t> ÷ 6</a:t>
                      </a:r>
                      <a:r>
                        <a:rPr lang="en-GB" sz="1200" baseline="30000" dirty="0">
                          <a:solidFill>
                            <a:prstClr val="black"/>
                          </a:solidFill>
                        </a:rPr>
                        <a:t>10</a:t>
                      </a:r>
                      <a:endParaRPr lang="en-GB" sz="1200" dirty="0">
                        <a:solidFill>
                          <a:prstClr val="black"/>
                        </a:solidFill>
                      </a:endParaRPr>
                    </a:p>
                    <a:p>
                      <a:endParaRPr lang="en-GB" sz="1200" dirty="0"/>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k) </a:t>
                      </a:r>
                      <a:r>
                        <a:rPr lang="en-GB" sz="1200" dirty="0">
                          <a:solidFill>
                            <a:prstClr val="black"/>
                          </a:solidFill>
                        </a:rPr>
                        <a:t>2</a:t>
                      </a:r>
                      <a:r>
                        <a:rPr lang="en-GB" sz="1200" baseline="30000" dirty="0">
                          <a:solidFill>
                            <a:prstClr val="black"/>
                          </a:solidFill>
                        </a:rPr>
                        <a:t>11</a:t>
                      </a:r>
                      <a:r>
                        <a:rPr lang="en-GB" sz="1200" dirty="0">
                          <a:solidFill>
                            <a:prstClr val="black"/>
                          </a:solidFill>
                        </a:rPr>
                        <a:t> ÷ 2</a:t>
                      </a:r>
                      <a:endParaRPr lang="en-GB" sz="1200" baseline="30000" dirty="0">
                        <a:solidFill>
                          <a:prstClr val="black"/>
                        </a:solidFill>
                      </a:endParaRPr>
                    </a:p>
                    <a:p>
                      <a:endParaRPr lang="en-GB" sz="1200" dirty="0"/>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l) </a:t>
                      </a:r>
                      <a:r>
                        <a:rPr lang="en-US" sz="1200" dirty="0">
                          <a:solidFill>
                            <a:prstClr val="black"/>
                          </a:solidFill>
                        </a:rPr>
                        <a:t>4</a:t>
                      </a:r>
                      <a:r>
                        <a:rPr lang="en-GB" sz="1200" baseline="30000" dirty="0">
                          <a:solidFill>
                            <a:prstClr val="black"/>
                          </a:solidFill>
                        </a:rPr>
                        <a:t>20</a:t>
                      </a:r>
                      <a:r>
                        <a:rPr lang="en-US" sz="1200" dirty="0">
                          <a:solidFill>
                            <a:prstClr val="black"/>
                          </a:solidFill>
                        </a:rPr>
                        <a:t> </a:t>
                      </a:r>
                      <a:r>
                        <a:rPr lang="en-GB" sz="1200" dirty="0">
                          <a:solidFill>
                            <a:prstClr val="black"/>
                          </a:solidFill>
                        </a:rPr>
                        <a:t>÷</a:t>
                      </a:r>
                      <a:r>
                        <a:rPr lang="en-US" sz="1200" dirty="0">
                          <a:solidFill>
                            <a:prstClr val="black"/>
                          </a:solidFill>
                        </a:rPr>
                        <a:t> 4</a:t>
                      </a:r>
                      <a:r>
                        <a:rPr lang="en-GB" sz="1200" baseline="30000" dirty="0">
                          <a:solidFill>
                            <a:prstClr val="black"/>
                          </a:solidFill>
                        </a:rPr>
                        <a:t>18</a:t>
                      </a:r>
                      <a:endParaRPr lang="en-US" sz="1200" dirty="0">
                        <a:solidFill>
                          <a:prstClr val="black"/>
                        </a:solidFill>
                      </a:endParaRPr>
                    </a:p>
                    <a:p>
                      <a:endParaRPr lang="en-GB" sz="1200" dirty="0"/>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69757657"/>
                  </a:ext>
                </a:extLst>
              </a:tr>
            </a:tbl>
          </a:graphicData>
        </a:graphic>
      </p:graphicFrame>
      <mc:AlternateContent xmlns:mc="http://schemas.openxmlformats.org/markup-compatibility/2006" xmlns:a14="http://schemas.microsoft.com/office/drawing/2010/main">
        <mc:Choice Requires="a14">
          <p:graphicFrame>
            <p:nvGraphicFramePr>
              <p:cNvPr id="10" name="Table 9">
                <a:extLst>
                  <a:ext uri="{FF2B5EF4-FFF2-40B4-BE49-F238E27FC236}">
                    <a16:creationId xmlns:a16="http://schemas.microsoft.com/office/drawing/2014/main" id="{ED69CCCF-9AAF-DA97-B834-8F69A7796111}"/>
                  </a:ext>
                </a:extLst>
              </p:cNvPr>
              <p:cNvGraphicFramePr>
                <a:graphicFrameLocks noGrp="1"/>
              </p:cNvGraphicFramePr>
              <p:nvPr>
                <p:extLst>
                  <p:ext uri="{D42A27DB-BD31-4B8C-83A1-F6EECF244321}">
                    <p14:modId xmlns:p14="http://schemas.microsoft.com/office/powerpoint/2010/main" val="3749439976"/>
                  </p:ext>
                </p:extLst>
              </p:nvPr>
            </p:nvGraphicFramePr>
            <p:xfrm>
              <a:off x="99076" y="7156458"/>
              <a:ext cx="6645896" cy="2586981"/>
            </p:xfrm>
            <a:graphic>
              <a:graphicData uri="http://schemas.openxmlformats.org/drawingml/2006/table">
                <a:tbl>
                  <a:tblPr>
                    <a:tableStyleId>{5C22544A-7EE6-4342-B048-85BDC9FD1C3A}</a:tableStyleId>
                  </a:tblPr>
                  <a:tblGrid>
                    <a:gridCol w="1661474">
                      <a:extLst>
                        <a:ext uri="{9D8B030D-6E8A-4147-A177-3AD203B41FA5}">
                          <a16:colId xmlns:a16="http://schemas.microsoft.com/office/drawing/2014/main" val="1992204135"/>
                        </a:ext>
                      </a:extLst>
                    </a:gridCol>
                    <a:gridCol w="1661474">
                      <a:extLst>
                        <a:ext uri="{9D8B030D-6E8A-4147-A177-3AD203B41FA5}">
                          <a16:colId xmlns:a16="http://schemas.microsoft.com/office/drawing/2014/main" val="3366815076"/>
                        </a:ext>
                      </a:extLst>
                    </a:gridCol>
                    <a:gridCol w="1661474">
                      <a:extLst>
                        <a:ext uri="{9D8B030D-6E8A-4147-A177-3AD203B41FA5}">
                          <a16:colId xmlns:a16="http://schemas.microsoft.com/office/drawing/2014/main" val="1606094187"/>
                        </a:ext>
                      </a:extLst>
                    </a:gridCol>
                    <a:gridCol w="1661474">
                      <a:extLst>
                        <a:ext uri="{9D8B030D-6E8A-4147-A177-3AD203B41FA5}">
                          <a16:colId xmlns:a16="http://schemas.microsoft.com/office/drawing/2014/main" val="4111745528"/>
                        </a:ext>
                      </a:extLst>
                    </a:gridCol>
                  </a:tblGrid>
                  <a:tr h="862327">
                    <a:tc>
                      <a:txBody>
                        <a:bodyPr/>
                        <a:lstStyle/>
                        <a:p>
                          <a:pPr marL="0" lvl="0" indent="0">
                            <a:lnSpc>
                              <a:spcPct val="150000"/>
                            </a:lnSpc>
                            <a:buFont typeface="+mj-lt"/>
                            <a:buNone/>
                            <a:defRPr/>
                          </a:pPr>
                          <a:r>
                            <a:rPr lang="en-GB" sz="1200" i="0" dirty="0">
                              <a:solidFill>
                                <a:schemeClr val="dk1"/>
                              </a:solidFill>
                              <a:latin typeface="+mn-lt"/>
                            </a:rPr>
                            <a:t>a)</a:t>
                          </a:r>
                          <a:r>
                            <a:rPr lang="en-GB" sz="1200" i="0" baseline="0" dirty="0">
                              <a:solidFill>
                                <a:schemeClr val="dk1"/>
                              </a:solidFill>
                              <a:latin typeface="+mn-lt"/>
                            </a:rPr>
                            <a:t> </a:t>
                          </a:r>
                          <a14:m>
                            <m:oMath xmlns:m="http://schemas.openxmlformats.org/officeDocument/2006/math">
                              <m:r>
                                <a:rPr lang="en-GB" sz="1200" i="1" dirty="0" smtClean="0">
                                  <a:solidFill>
                                    <a:srgbClr val="000000"/>
                                  </a:solidFill>
                                  <a:latin typeface="Cambria Math" panose="02040503050406030204" pitchFamily="18" charset="0"/>
                                </a:rPr>
                                <m:t>𝑥</m:t>
                              </m:r>
                            </m:oMath>
                          </a14:m>
                          <a:r>
                            <a:rPr lang="en-GB" sz="1200" baseline="30000" dirty="0">
                              <a:solidFill>
                                <a:srgbClr val="000000"/>
                              </a:solidFill>
                            </a:rPr>
                            <a:t>7</a:t>
                          </a:r>
                          <a:r>
                            <a:rPr lang="en-GB" sz="1200" dirty="0">
                              <a:solidFill>
                                <a:prstClr val="black"/>
                              </a:solidFill>
                            </a:rPr>
                            <a:t> ÷ </a:t>
                          </a:r>
                          <a14:m>
                            <m:oMath xmlns:m="http://schemas.openxmlformats.org/officeDocument/2006/math">
                              <m:r>
                                <a:rPr lang="en-GB" sz="1200" i="1" dirty="0" smtClean="0">
                                  <a:solidFill>
                                    <a:srgbClr val="000000"/>
                                  </a:solidFill>
                                  <a:latin typeface="Cambria Math" panose="02040503050406030204" pitchFamily="18" charset="0"/>
                                </a:rPr>
                                <m:t>𝑥</m:t>
                              </m:r>
                            </m:oMath>
                          </a14:m>
                          <a:r>
                            <a:rPr lang="en-GB" sz="1200" baseline="30000" dirty="0">
                              <a:solidFill>
                                <a:srgbClr val="000000"/>
                              </a:solidFill>
                            </a:rPr>
                            <a:t>4</a:t>
                          </a:r>
                          <a:endParaRPr lang="en-GB" sz="1200" i="1" dirty="0">
                            <a:solidFill>
                              <a:srgbClr val="000000"/>
                            </a:solidFill>
                          </a:endParaRPr>
                        </a:p>
                        <a:p>
                          <a:endParaRPr lang="en-GB" sz="1200" dirty="0"/>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nSpc>
                              <a:spcPct val="150000"/>
                            </a:lnSpc>
                            <a:buFont typeface="+mj-lt"/>
                            <a:buNone/>
                            <a:defRPr/>
                          </a:pPr>
                          <a:r>
                            <a:rPr lang="en-GB" sz="1200" dirty="0"/>
                            <a:t>b) </a:t>
                          </a:r>
                          <a:r>
                            <a:rPr lang="en-GB" sz="1200" i="1" dirty="0">
                              <a:solidFill>
                                <a:srgbClr val="000000"/>
                              </a:solidFill>
                            </a:rPr>
                            <a:t>a</a:t>
                          </a:r>
                          <a:r>
                            <a:rPr lang="en-GB" sz="1200" baseline="30000" dirty="0">
                              <a:solidFill>
                                <a:srgbClr val="000000"/>
                              </a:solidFill>
                            </a:rPr>
                            <a:t>2</a:t>
                          </a:r>
                          <a:r>
                            <a:rPr lang="en-GB" sz="1200" dirty="0">
                              <a:solidFill>
                                <a:srgbClr val="000000"/>
                              </a:solidFill>
                            </a:rPr>
                            <a:t> </a:t>
                          </a:r>
                          <a:r>
                            <a:rPr lang="en-GB" sz="1200" dirty="0">
                              <a:solidFill>
                                <a:prstClr val="black"/>
                              </a:solidFill>
                            </a:rPr>
                            <a:t>÷</a:t>
                          </a:r>
                          <a:r>
                            <a:rPr lang="en-GB" sz="1200" dirty="0">
                              <a:solidFill>
                                <a:srgbClr val="000000"/>
                              </a:solidFill>
                            </a:rPr>
                            <a:t> </a:t>
                          </a:r>
                          <a:r>
                            <a:rPr lang="en-GB" sz="1200" i="1" dirty="0">
                              <a:solidFill>
                                <a:srgbClr val="000000"/>
                              </a:solidFill>
                            </a:rPr>
                            <a:t>a</a:t>
                          </a:r>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c) </a:t>
                          </a:r>
                          <a14:m>
                            <m:oMath xmlns:m="http://schemas.openxmlformats.org/officeDocument/2006/math">
                              <m:r>
                                <a:rPr lang="en-GB" sz="1200" i="1" dirty="0" smtClean="0">
                                  <a:solidFill>
                                    <a:srgbClr val="000000"/>
                                  </a:solidFill>
                                  <a:latin typeface="Cambria Math" panose="02040503050406030204" pitchFamily="18" charset="0"/>
                                </a:rPr>
                                <m:t>𝑥</m:t>
                              </m:r>
                            </m:oMath>
                          </a14:m>
                          <a:r>
                            <a:rPr lang="en-GB" sz="1200" baseline="30000" dirty="0">
                              <a:solidFill>
                                <a:srgbClr val="000000"/>
                              </a:solidFill>
                            </a:rPr>
                            <a:t>9</a:t>
                          </a:r>
                          <a:r>
                            <a:rPr lang="en-GB" sz="1200" dirty="0">
                              <a:solidFill>
                                <a:srgbClr val="000000"/>
                              </a:solidFill>
                            </a:rPr>
                            <a:t> </a:t>
                          </a:r>
                          <a:r>
                            <a:rPr lang="en-GB" sz="1200" dirty="0">
                              <a:solidFill>
                                <a:prstClr val="black"/>
                              </a:solidFill>
                            </a:rPr>
                            <a:t>÷</a:t>
                          </a:r>
                          <a:r>
                            <a:rPr lang="en-GB" sz="1200" dirty="0">
                              <a:solidFill>
                                <a:srgbClr val="000000"/>
                              </a:solidFill>
                            </a:rPr>
                            <a:t> </a:t>
                          </a:r>
                          <a14:m>
                            <m:oMath xmlns:m="http://schemas.openxmlformats.org/officeDocument/2006/math">
                              <m:r>
                                <a:rPr lang="en-GB" sz="1200" i="1" dirty="0" smtClean="0">
                                  <a:solidFill>
                                    <a:srgbClr val="000000"/>
                                  </a:solidFill>
                                  <a:latin typeface="Cambria Math" panose="02040503050406030204" pitchFamily="18" charset="0"/>
                                </a:rPr>
                                <m:t>𝑥</m:t>
                              </m:r>
                            </m:oMath>
                          </a14:m>
                          <a:r>
                            <a:rPr lang="en-GB" sz="1200" baseline="30000" dirty="0">
                              <a:solidFill>
                                <a:srgbClr val="000000"/>
                              </a:solidFill>
                            </a:rPr>
                            <a:t>6</a:t>
                          </a:r>
                        </a:p>
                        <a:p>
                          <a:pPr marL="0" marR="0" lvl="0" indent="0" algn="l" defTabSz="685800" rtl="0" eaLnBrk="1" fontAlgn="auto" latinLnBrk="0" hangingPunct="1">
                            <a:lnSpc>
                              <a:spcPct val="150000"/>
                            </a:lnSpc>
                            <a:spcBef>
                              <a:spcPts val="0"/>
                            </a:spcBef>
                            <a:spcAft>
                              <a:spcPts val="0"/>
                            </a:spcAft>
                            <a:buClrTx/>
                            <a:buSzTx/>
                            <a:buFontTx/>
                            <a:buNone/>
                            <a:tabLst/>
                            <a:defRPr/>
                          </a:pPr>
                          <a:endParaRPr lang="en-GB" sz="1200" baseline="30000" dirty="0">
                            <a:solidFill>
                              <a:srgbClr val="000000"/>
                            </a:solidFill>
                          </a:endParaRPr>
                        </a:p>
                        <a:p>
                          <a:pPr marL="0" marR="0" lvl="0" indent="0" algn="l" defTabSz="685800" rtl="0" eaLnBrk="1" fontAlgn="auto" latinLnBrk="0" hangingPunct="1">
                            <a:lnSpc>
                              <a:spcPct val="150000"/>
                            </a:lnSpc>
                            <a:spcBef>
                              <a:spcPts val="0"/>
                            </a:spcBef>
                            <a:spcAft>
                              <a:spcPts val="0"/>
                            </a:spcAft>
                            <a:buClrTx/>
                            <a:buSzTx/>
                            <a:buFontTx/>
                            <a:buNone/>
                            <a:tabLst/>
                            <a:defRPr/>
                          </a:pPr>
                          <a:endParaRPr lang="en-GB" sz="1200" baseline="30000"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d) </a:t>
                          </a:r>
                          <a:r>
                            <a:rPr lang="en-GB" sz="1200" i="1" dirty="0">
                              <a:solidFill>
                                <a:srgbClr val="000000"/>
                              </a:solidFill>
                            </a:rPr>
                            <a:t>c</a:t>
                          </a:r>
                          <a:r>
                            <a:rPr lang="en-GB" sz="1200" baseline="30000" dirty="0">
                              <a:solidFill>
                                <a:srgbClr val="000000"/>
                              </a:solidFill>
                            </a:rPr>
                            <a:t>7</a:t>
                          </a:r>
                          <a:r>
                            <a:rPr lang="en-GB" sz="1200" dirty="0">
                              <a:solidFill>
                                <a:prstClr val="black"/>
                              </a:solidFill>
                            </a:rPr>
                            <a:t> ÷ </a:t>
                          </a:r>
                          <a:r>
                            <a:rPr lang="en-GB" sz="1200" i="1" dirty="0">
                              <a:solidFill>
                                <a:srgbClr val="000000"/>
                              </a:solidFill>
                            </a:rPr>
                            <a:t>c</a:t>
                          </a:r>
                          <a:r>
                            <a:rPr lang="en-GB" sz="1200" baseline="30000" dirty="0">
                              <a:solidFill>
                                <a:srgbClr val="000000"/>
                              </a:solidFill>
                            </a:rPr>
                            <a:t>2</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aseline="30000" dirty="0">
                            <a:solidFill>
                              <a:srgbClr val="000000"/>
                            </a:solidFill>
                          </a:endParaRPr>
                        </a:p>
                        <a:p>
                          <a:pPr marL="0" marR="0" lvl="0" indent="0" algn="l" defTabSz="685800" rtl="0" eaLnBrk="1" fontAlgn="auto" latinLnBrk="0" hangingPunct="1">
                            <a:lnSpc>
                              <a:spcPct val="150000"/>
                            </a:lnSpc>
                            <a:spcBef>
                              <a:spcPts val="0"/>
                            </a:spcBef>
                            <a:spcAft>
                              <a:spcPts val="0"/>
                            </a:spcAft>
                            <a:buClrTx/>
                            <a:buSzTx/>
                            <a:buFontTx/>
                            <a:buNone/>
                            <a:tabLst/>
                            <a:defRPr/>
                          </a:pPr>
                          <a:endParaRPr lang="en-GB" sz="1200" baseline="30000" dirty="0">
                            <a:solidFill>
                              <a:srgbClr val="000000"/>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6735652"/>
                      </a:ext>
                    </a:extLst>
                  </a:tr>
                  <a:tr h="862327">
                    <a:tc>
                      <a:txBody>
                        <a:bodyPr/>
                        <a:lstStyle/>
                        <a:p>
                          <a:pPr marL="0" indent="0">
                            <a:lnSpc>
                              <a:spcPct val="150000"/>
                            </a:lnSpc>
                            <a:buFont typeface="+mj-lt"/>
                            <a:buNone/>
                            <a:defRPr/>
                          </a:pPr>
                          <a:r>
                            <a:rPr lang="en-GB" sz="1200" dirty="0"/>
                            <a:t>e) </a:t>
                          </a:r>
                          <a:r>
                            <a:rPr lang="en-US" sz="1200" dirty="0">
                              <a:solidFill>
                                <a:srgbClr val="000000"/>
                              </a:solidFill>
                            </a:rPr>
                            <a:t>y</a:t>
                          </a:r>
                          <a:r>
                            <a:rPr lang="en-GB" sz="1200" baseline="30000" dirty="0">
                              <a:solidFill>
                                <a:prstClr val="black"/>
                              </a:solidFill>
                            </a:rPr>
                            <a:t>11</a:t>
                          </a:r>
                          <a:r>
                            <a:rPr lang="en-GB" sz="1200" dirty="0">
                              <a:solidFill>
                                <a:prstClr val="black"/>
                              </a:solidFill>
                            </a:rPr>
                            <a:t> ÷ </a:t>
                          </a:r>
                          <a:r>
                            <a:rPr lang="en-US" sz="1200" dirty="0">
                              <a:solidFill>
                                <a:srgbClr val="000000"/>
                              </a:solidFill>
                            </a:rPr>
                            <a:t>y</a:t>
                          </a:r>
                          <a:r>
                            <a:rPr lang="en-GB" sz="1200" baseline="30000" dirty="0">
                              <a:solidFill>
                                <a:prstClr val="black"/>
                              </a:solidFill>
                            </a:rPr>
                            <a:t>5</a:t>
                          </a:r>
                          <a:endParaRPr lang="en-US" sz="1200" dirty="0">
                            <a:solidFill>
                              <a:srgbClr val="000000"/>
                            </a:solidFill>
                          </a:endParaRPr>
                        </a:p>
                        <a:p>
                          <a:endParaRPr lang="en-GB" sz="1200" dirty="0"/>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nSpc>
                              <a:spcPct val="150000"/>
                            </a:lnSpc>
                            <a:buFont typeface="+mj-lt"/>
                            <a:buNone/>
                            <a:defRPr/>
                          </a:pPr>
                          <a:r>
                            <a:rPr lang="en-GB" sz="1200" dirty="0"/>
                            <a:t>f) </a:t>
                          </a:r>
                          <a:r>
                            <a:rPr lang="en-US" sz="1200" dirty="0">
                              <a:solidFill>
                                <a:srgbClr val="000000"/>
                              </a:solidFill>
                            </a:rPr>
                            <a:t>p</a:t>
                          </a:r>
                          <a:r>
                            <a:rPr lang="en-GB" sz="1200" baseline="30000" dirty="0">
                              <a:solidFill>
                                <a:prstClr val="black"/>
                              </a:solidFill>
                            </a:rPr>
                            <a:t>11</a:t>
                          </a:r>
                          <a:r>
                            <a:rPr lang="en-GB" sz="1200" dirty="0">
                              <a:solidFill>
                                <a:prstClr val="black"/>
                              </a:solidFill>
                            </a:rPr>
                            <a:t> ÷ </a:t>
                          </a:r>
                          <a:r>
                            <a:rPr lang="en-US" sz="1200" dirty="0">
                              <a:solidFill>
                                <a:srgbClr val="000000"/>
                              </a:solidFill>
                            </a:rPr>
                            <a:t>p</a:t>
                          </a:r>
                          <a:r>
                            <a:rPr lang="en-US" sz="1200" baseline="30000" dirty="0">
                              <a:solidFill>
                                <a:srgbClr val="000000"/>
                              </a:solidFill>
                            </a:rPr>
                            <a:t>2</a:t>
                          </a:r>
                          <a:endParaRPr lang="en-US" sz="1200" dirty="0">
                            <a:solidFill>
                              <a:srgbClr val="000000"/>
                            </a:solidFill>
                          </a:endParaRPr>
                        </a:p>
                        <a:p>
                          <a:endParaRPr lang="en-GB" sz="1200" dirty="0"/>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nSpc>
                              <a:spcPct val="150000"/>
                            </a:lnSpc>
                            <a:buFont typeface="+mj-lt"/>
                            <a:buNone/>
                            <a:defRPr/>
                          </a:pPr>
                          <a:r>
                            <a:rPr lang="en-GB" sz="1200" dirty="0"/>
                            <a:t>g) </a:t>
                          </a:r>
                          <a:r>
                            <a:rPr lang="en-US" sz="1200" dirty="0">
                              <a:solidFill>
                                <a:srgbClr val="000000"/>
                              </a:solidFill>
                            </a:rPr>
                            <a:t>u</a:t>
                          </a:r>
                          <a:r>
                            <a:rPr lang="en-US" sz="1200" baseline="30000" dirty="0">
                              <a:solidFill>
                                <a:srgbClr val="000000"/>
                              </a:solidFill>
                            </a:rPr>
                            <a:t>22</a:t>
                          </a:r>
                          <a:r>
                            <a:rPr lang="en-GB" sz="1200" dirty="0">
                              <a:solidFill>
                                <a:prstClr val="black"/>
                              </a:solidFill>
                            </a:rPr>
                            <a:t> ÷ </a:t>
                          </a:r>
                          <a:r>
                            <a:rPr lang="en-US" sz="1200" dirty="0">
                              <a:solidFill>
                                <a:srgbClr val="000000"/>
                              </a:solidFill>
                            </a:rPr>
                            <a:t>u</a:t>
                          </a:r>
                          <a:r>
                            <a:rPr lang="en-GB" sz="1200" baseline="30000" dirty="0">
                              <a:solidFill>
                                <a:prstClr val="black"/>
                              </a:solidFill>
                            </a:rPr>
                            <a:t>7</a:t>
                          </a:r>
                        </a:p>
                        <a:p>
                          <a:endParaRPr lang="en-GB" sz="1200" dirty="0"/>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nSpc>
                              <a:spcPct val="150000"/>
                            </a:lnSpc>
                            <a:buFont typeface="+mj-lt"/>
                            <a:buNone/>
                            <a:defRPr/>
                          </a:pPr>
                          <a:r>
                            <a:rPr lang="en-GB" sz="1200" dirty="0"/>
                            <a:t>h) </a:t>
                          </a:r>
                          <a14:m>
                            <m:oMath xmlns:m="http://schemas.openxmlformats.org/officeDocument/2006/math">
                              <m:sSup>
                                <m:sSupPr>
                                  <m:ctrlPr>
                                    <a:rPr lang="en-US" sz="1200" b="0" i="1" smtClean="0">
                                      <a:solidFill>
                                        <a:srgbClr val="000000"/>
                                      </a:solidFill>
                                      <a:latin typeface="Cambria Math" panose="02040503050406030204" pitchFamily="18" charset="0"/>
                                    </a:rPr>
                                  </m:ctrlPr>
                                </m:sSupPr>
                                <m:e>
                                  <m:r>
                                    <a:rPr lang="en-US" sz="1200" b="0" i="1" smtClean="0">
                                      <a:solidFill>
                                        <a:srgbClr val="000000"/>
                                      </a:solidFill>
                                      <a:latin typeface="Cambria Math" panose="02040503050406030204" pitchFamily="18" charset="0"/>
                                    </a:rPr>
                                    <m:t>𝑡</m:t>
                                  </m:r>
                                </m:e>
                                <m:sup>
                                  <m:r>
                                    <a:rPr lang="en-GB" sz="1200" b="0" i="1" smtClean="0">
                                      <a:solidFill>
                                        <a:srgbClr val="000000"/>
                                      </a:solidFill>
                                      <a:latin typeface="Cambria Math" panose="02040503050406030204" pitchFamily="18" charset="0"/>
                                    </a:rPr>
                                    <m:t>12</m:t>
                                  </m:r>
                                </m:sup>
                              </m:sSup>
                              <m:r>
                                <a:rPr lang="en-US" sz="1200" b="0" i="1" smtClean="0">
                                  <a:solidFill>
                                    <a:srgbClr val="000000"/>
                                  </a:solidFill>
                                  <a:latin typeface="Cambria Math" panose="02040503050406030204" pitchFamily="18" charset="0"/>
                                </a:rPr>
                                <m:t>÷</m:t>
                              </m:r>
                              <m:sSup>
                                <m:sSupPr>
                                  <m:ctrlPr>
                                    <a:rPr lang="en-US" sz="1200" b="0" i="1" smtClean="0">
                                      <a:solidFill>
                                        <a:srgbClr val="000000"/>
                                      </a:solidFill>
                                      <a:latin typeface="Cambria Math" panose="02040503050406030204" pitchFamily="18" charset="0"/>
                                    </a:rPr>
                                  </m:ctrlPr>
                                </m:sSupPr>
                                <m:e>
                                  <m:r>
                                    <a:rPr lang="en-US" sz="1200" b="0" i="1" smtClean="0">
                                      <a:solidFill>
                                        <a:srgbClr val="000000"/>
                                      </a:solidFill>
                                      <a:latin typeface="Cambria Math" panose="02040503050406030204" pitchFamily="18" charset="0"/>
                                    </a:rPr>
                                    <m:t>𝑡</m:t>
                                  </m:r>
                                </m:e>
                                <m:sup>
                                  <m:r>
                                    <a:rPr lang="en-GB" sz="1200" b="0" i="1" smtClean="0">
                                      <a:solidFill>
                                        <a:srgbClr val="000000"/>
                                      </a:solidFill>
                                      <a:latin typeface="Cambria Math" panose="02040503050406030204" pitchFamily="18" charset="0"/>
                                    </a:rPr>
                                    <m:t>8</m:t>
                                  </m:r>
                                </m:sup>
                              </m:sSup>
                            </m:oMath>
                          </a14:m>
                          <a:endParaRPr lang="en-US" sz="1200" dirty="0">
                            <a:solidFill>
                              <a:srgbClr val="000000"/>
                            </a:solidFill>
                          </a:endParaRPr>
                        </a:p>
                        <a:p>
                          <a:endParaRPr lang="en-GB" sz="1200" dirty="0"/>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38828580"/>
                      </a:ext>
                    </a:extLst>
                  </a:tr>
                  <a:tr h="862327">
                    <a:tc>
                      <a:txBody>
                        <a:bodyPr/>
                        <a:lstStyle/>
                        <a:p>
                          <a:pPr>
                            <a:lnSpc>
                              <a:spcPct val="150000"/>
                            </a:lnSpc>
                            <a:defRPr/>
                          </a:pPr>
                          <a:r>
                            <a:rPr lang="en-GB" sz="1200" dirty="0"/>
                            <a:t>i) </a:t>
                          </a:r>
                          <a:r>
                            <a:rPr lang="en-US" sz="1200" dirty="0">
                              <a:solidFill>
                                <a:srgbClr val="000000"/>
                              </a:solidFill>
                            </a:rPr>
                            <a:t>y</a:t>
                          </a:r>
                          <a:r>
                            <a:rPr lang="en-GB" sz="1200" baseline="30000" dirty="0">
                              <a:solidFill>
                                <a:prstClr val="black"/>
                              </a:solidFill>
                            </a:rPr>
                            <a:t>8</a:t>
                          </a:r>
                          <a:r>
                            <a:rPr lang="en-GB" sz="1200" dirty="0">
                              <a:solidFill>
                                <a:prstClr val="black"/>
                              </a:solidFill>
                            </a:rPr>
                            <a:t> ÷ </a:t>
                          </a:r>
                          <a:r>
                            <a:rPr lang="en-US" sz="1200" dirty="0">
                              <a:solidFill>
                                <a:srgbClr val="000000"/>
                              </a:solidFill>
                            </a:rPr>
                            <a:t>y</a:t>
                          </a:r>
                          <a:r>
                            <a:rPr lang="en-GB" sz="1200" baseline="30000" dirty="0">
                              <a:solidFill>
                                <a:prstClr val="black"/>
                              </a:solidFill>
                            </a:rPr>
                            <a:t>5</a:t>
                          </a:r>
                          <a:endParaRPr lang="en-US" sz="1200" dirty="0">
                            <a:solidFill>
                              <a:srgbClr val="000000"/>
                            </a:solidFill>
                          </a:endParaRPr>
                        </a:p>
                        <a:p>
                          <a:endParaRPr lang="en-GB" sz="1200" dirty="0"/>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defRPr/>
                          </a:pPr>
                          <a:r>
                            <a:rPr lang="en-GB" sz="1200" dirty="0"/>
                            <a:t>j) </a:t>
                          </a:r>
                          <a:r>
                            <a:rPr lang="en-US" sz="1200" dirty="0">
                              <a:solidFill>
                                <a:srgbClr val="000000"/>
                              </a:solidFill>
                            </a:rPr>
                            <a:t>p</a:t>
                          </a:r>
                          <a:r>
                            <a:rPr lang="en-GB" sz="1200" baseline="30000" dirty="0">
                              <a:solidFill>
                                <a:prstClr val="black"/>
                              </a:solidFill>
                            </a:rPr>
                            <a:t>10</a:t>
                          </a:r>
                          <a:r>
                            <a:rPr lang="en-GB" sz="1200" dirty="0">
                              <a:solidFill>
                                <a:prstClr val="black"/>
                              </a:solidFill>
                            </a:rPr>
                            <a:t> ÷ </a:t>
                          </a:r>
                          <a:r>
                            <a:rPr lang="en-US" sz="1200" dirty="0">
                              <a:solidFill>
                                <a:srgbClr val="000000"/>
                              </a:solidFill>
                            </a:rPr>
                            <a:t>p</a:t>
                          </a:r>
                          <a:r>
                            <a:rPr lang="en-US" sz="1200" baseline="30000" dirty="0">
                              <a:solidFill>
                                <a:srgbClr val="000000"/>
                              </a:solidFill>
                            </a:rPr>
                            <a:t>6</a:t>
                          </a:r>
                          <a:endParaRPr lang="en-US" sz="1200" dirty="0">
                            <a:solidFill>
                              <a:srgbClr val="000000"/>
                            </a:solidFill>
                          </a:endParaRPr>
                        </a:p>
                        <a:p>
                          <a:endParaRPr lang="en-GB" sz="1200" dirty="0"/>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defRPr/>
                          </a:pPr>
                          <a:r>
                            <a:rPr lang="en-GB" sz="1200" dirty="0"/>
                            <a:t>k) </a:t>
                          </a:r>
                          <a:r>
                            <a:rPr lang="en-US" sz="1200" dirty="0">
                              <a:solidFill>
                                <a:srgbClr val="000000"/>
                              </a:solidFill>
                            </a:rPr>
                            <a:t>u</a:t>
                          </a:r>
                          <a:r>
                            <a:rPr lang="en-US" sz="1200" baseline="30000" dirty="0">
                              <a:solidFill>
                                <a:srgbClr val="000000"/>
                              </a:solidFill>
                            </a:rPr>
                            <a:t>11</a:t>
                          </a:r>
                          <a:r>
                            <a:rPr lang="en-GB" sz="1200" dirty="0">
                              <a:solidFill>
                                <a:prstClr val="black"/>
                              </a:solidFill>
                            </a:rPr>
                            <a:t> ÷ </a:t>
                          </a:r>
                          <a:r>
                            <a:rPr lang="en-US" sz="1200" dirty="0">
                              <a:solidFill>
                                <a:srgbClr val="000000"/>
                              </a:solidFill>
                            </a:rPr>
                            <a:t>u</a:t>
                          </a:r>
                          <a:endParaRPr lang="en-GB" sz="1200" baseline="30000" dirty="0">
                            <a:solidFill>
                              <a:prstClr val="black"/>
                            </a:solidFill>
                          </a:endParaRPr>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l) </a:t>
                          </a:r>
                          <a14:m>
                            <m:oMath xmlns:m="http://schemas.openxmlformats.org/officeDocument/2006/math">
                              <m:sSup>
                                <m:sSupPr>
                                  <m:ctrlPr>
                                    <a:rPr lang="en-US" sz="1200" b="0" i="1" smtClean="0">
                                      <a:solidFill>
                                        <a:srgbClr val="000000"/>
                                      </a:solidFill>
                                      <a:latin typeface="Cambria Math" panose="02040503050406030204" pitchFamily="18" charset="0"/>
                                    </a:rPr>
                                  </m:ctrlPr>
                                </m:sSupPr>
                                <m:e>
                                  <m:r>
                                    <a:rPr lang="en-US" sz="1200" b="0" i="1" smtClean="0">
                                      <a:solidFill>
                                        <a:srgbClr val="000000"/>
                                      </a:solidFill>
                                      <a:latin typeface="Cambria Math" panose="02040503050406030204" pitchFamily="18" charset="0"/>
                                    </a:rPr>
                                    <m:t>𝑡</m:t>
                                  </m:r>
                                </m:e>
                                <m:sup>
                                  <m:r>
                                    <a:rPr lang="en-GB" sz="1200" b="0" i="1" smtClean="0">
                                      <a:solidFill>
                                        <a:srgbClr val="000000"/>
                                      </a:solidFill>
                                      <a:latin typeface="Cambria Math" panose="02040503050406030204" pitchFamily="18" charset="0"/>
                                    </a:rPr>
                                    <m:t>19</m:t>
                                  </m:r>
                                </m:sup>
                              </m:sSup>
                              <m:r>
                                <a:rPr lang="en-US" sz="1200" b="0" i="1" smtClean="0">
                                  <a:solidFill>
                                    <a:srgbClr val="000000"/>
                                  </a:solidFill>
                                  <a:latin typeface="Cambria Math" panose="02040503050406030204" pitchFamily="18" charset="0"/>
                                </a:rPr>
                                <m:t>÷</m:t>
                              </m:r>
                              <m:sSup>
                                <m:sSupPr>
                                  <m:ctrlPr>
                                    <a:rPr lang="en-US" sz="1200" b="0" i="1" smtClean="0">
                                      <a:solidFill>
                                        <a:srgbClr val="000000"/>
                                      </a:solidFill>
                                      <a:latin typeface="Cambria Math" panose="02040503050406030204" pitchFamily="18" charset="0"/>
                                    </a:rPr>
                                  </m:ctrlPr>
                                </m:sSupPr>
                                <m:e>
                                  <m:r>
                                    <a:rPr lang="en-US" sz="1200" b="0" i="1" smtClean="0">
                                      <a:solidFill>
                                        <a:srgbClr val="000000"/>
                                      </a:solidFill>
                                      <a:latin typeface="Cambria Math" panose="02040503050406030204" pitchFamily="18" charset="0"/>
                                    </a:rPr>
                                    <m:t>𝑡</m:t>
                                  </m:r>
                                </m:e>
                                <m:sup>
                                  <m:r>
                                    <a:rPr lang="en-US" sz="1200" b="0" i="1" smtClean="0">
                                      <a:solidFill>
                                        <a:srgbClr val="000000"/>
                                      </a:solidFill>
                                      <a:latin typeface="Cambria Math" panose="02040503050406030204" pitchFamily="18" charset="0"/>
                                    </a:rPr>
                                    <m:t>18</m:t>
                                  </m:r>
                                </m:sup>
                              </m:sSup>
                            </m:oMath>
                          </a14:m>
                          <a:endParaRPr lang="en-GB" sz="1200" dirty="0"/>
                        </a:p>
                        <a:p>
                          <a:pPr marL="0" marR="0" lvl="0" indent="0" algn="l" defTabSz="685800" rtl="0" eaLnBrk="1" fontAlgn="auto" latinLnBrk="0" hangingPunct="1">
                            <a:lnSpc>
                              <a:spcPct val="150000"/>
                            </a:lnSpc>
                            <a:spcBef>
                              <a:spcPts val="0"/>
                            </a:spcBef>
                            <a:spcAft>
                              <a:spcPts val="0"/>
                            </a:spcAft>
                            <a:buClrTx/>
                            <a:buSzTx/>
                            <a:buFontTx/>
                            <a:buNone/>
                            <a:tabLst/>
                            <a:defRPr/>
                          </a:pPr>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69757657"/>
                      </a:ext>
                    </a:extLst>
                  </a:tr>
                </a:tbl>
              </a:graphicData>
            </a:graphic>
          </p:graphicFrame>
        </mc:Choice>
        <mc:Fallback xmlns="">
          <p:graphicFrame>
            <p:nvGraphicFramePr>
              <p:cNvPr id="10" name="Table 9">
                <a:extLst>
                  <a:ext uri="{FF2B5EF4-FFF2-40B4-BE49-F238E27FC236}">
                    <a16:creationId xmlns:a16="http://schemas.microsoft.com/office/drawing/2014/main" id="{ED69CCCF-9AAF-DA97-B834-8F69A7796111}"/>
                  </a:ext>
                </a:extLst>
              </p:cNvPr>
              <p:cNvGraphicFramePr>
                <a:graphicFrameLocks noGrp="1"/>
              </p:cNvGraphicFramePr>
              <p:nvPr>
                <p:extLst>
                  <p:ext uri="{D42A27DB-BD31-4B8C-83A1-F6EECF244321}">
                    <p14:modId xmlns:p14="http://schemas.microsoft.com/office/powerpoint/2010/main" val="3749439976"/>
                  </p:ext>
                </p:extLst>
              </p:nvPr>
            </p:nvGraphicFramePr>
            <p:xfrm>
              <a:off x="99076" y="7156458"/>
              <a:ext cx="6645896" cy="2586981"/>
            </p:xfrm>
            <a:graphic>
              <a:graphicData uri="http://schemas.openxmlformats.org/drawingml/2006/table">
                <a:tbl>
                  <a:tblPr>
                    <a:tableStyleId>{5C22544A-7EE6-4342-B048-85BDC9FD1C3A}</a:tableStyleId>
                  </a:tblPr>
                  <a:tblGrid>
                    <a:gridCol w="1661474">
                      <a:extLst>
                        <a:ext uri="{9D8B030D-6E8A-4147-A177-3AD203B41FA5}">
                          <a16:colId xmlns:a16="http://schemas.microsoft.com/office/drawing/2014/main" val="1992204135"/>
                        </a:ext>
                      </a:extLst>
                    </a:gridCol>
                    <a:gridCol w="1661474">
                      <a:extLst>
                        <a:ext uri="{9D8B030D-6E8A-4147-A177-3AD203B41FA5}">
                          <a16:colId xmlns:a16="http://schemas.microsoft.com/office/drawing/2014/main" val="3366815076"/>
                        </a:ext>
                      </a:extLst>
                    </a:gridCol>
                    <a:gridCol w="1661474">
                      <a:extLst>
                        <a:ext uri="{9D8B030D-6E8A-4147-A177-3AD203B41FA5}">
                          <a16:colId xmlns:a16="http://schemas.microsoft.com/office/drawing/2014/main" val="1606094187"/>
                        </a:ext>
                      </a:extLst>
                    </a:gridCol>
                    <a:gridCol w="1661474">
                      <a:extLst>
                        <a:ext uri="{9D8B030D-6E8A-4147-A177-3AD203B41FA5}">
                          <a16:colId xmlns:a16="http://schemas.microsoft.com/office/drawing/2014/main" val="4111745528"/>
                        </a:ext>
                      </a:extLst>
                    </a:gridCol>
                  </a:tblGrid>
                  <a:tr h="862327">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66" t="-704" r="-300366" b="-201408"/>
                          </a:stretch>
                        </a:blipFill>
                      </a:tcPr>
                    </a:tc>
                    <a:tc>
                      <a:txBody>
                        <a:bodyPr/>
                        <a:lstStyle/>
                        <a:p>
                          <a:pPr marL="0" indent="0">
                            <a:lnSpc>
                              <a:spcPct val="150000"/>
                            </a:lnSpc>
                            <a:buFont typeface="+mj-lt"/>
                            <a:buNone/>
                            <a:defRPr/>
                          </a:pPr>
                          <a:r>
                            <a:rPr lang="en-GB" sz="1200" dirty="0"/>
                            <a:t>b) </a:t>
                          </a:r>
                          <a:r>
                            <a:rPr lang="en-GB" sz="1200" i="1" dirty="0">
                              <a:solidFill>
                                <a:srgbClr val="000000"/>
                              </a:solidFill>
                            </a:rPr>
                            <a:t>a</a:t>
                          </a:r>
                          <a:r>
                            <a:rPr lang="en-GB" sz="1200" baseline="30000" dirty="0">
                              <a:solidFill>
                                <a:srgbClr val="000000"/>
                              </a:solidFill>
                            </a:rPr>
                            <a:t>2</a:t>
                          </a:r>
                          <a:r>
                            <a:rPr lang="en-GB" sz="1200" dirty="0">
                              <a:solidFill>
                                <a:srgbClr val="000000"/>
                              </a:solidFill>
                            </a:rPr>
                            <a:t> </a:t>
                          </a:r>
                          <a:r>
                            <a:rPr lang="en-GB" sz="1200" dirty="0">
                              <a:solidFill>
                                <a:prstClr val="black"/>
                              </a:solidFill>
                            </a:rPr>
                            <a:t>÷</a:t>
                          </a:r>
                          <a:r>
                            <a:rPr lang="en-GB" sz="1200" dirty="0">
                              <a:solidFill>
                                <a:srgbClr val="000000"/>
                              </a:solidFill>
                            </a:rPr>
                            <a:t> </a:t>
                          </a:r>
                          <a:r>
                            <a:rPr lang="en-GB" sz="1200" i="1" dirty="0">
                              <a:solidFill>
                                <a:srgbClr val="000000"/>
                              </a:solidFill>
                            </a:rPr>
                            <a:t>a</a:t>
                          </a:r>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1103" t="-704" r="-101103" b="-201408"/>
                          </a:stretch>
                        </a:blip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d) </a:t>
                          </a:r>
                          <a:r>
                            <a:rPr lang="en-GB" sz="1200" i="1" dirty="0">
                              <a:solidFill>
                                <a:srgbClr val="000000"/>
                              </a:solidFill>
                            </a:rPr>
                            <a:t>c</a:t>
                          </a:r>
                          <a:r>
                            <a:rPr lang="en-GB" sz="1200" baseline="30000" dirty="0">
                              <a:solidFill>
                                <a:srgbClr val="000000"/>
                              </a:solidFill>
                            </a:rPr>
                            <a:t>7</a:t>
                          </a:r>
                          <a:r>
                            <a:rPr lang="en-GB" sz="1200" dirty="0">
                              <a:solidFill>
                                <a:prstClr val="black"/>
                              </a:solidFill>
                            </a:rPr>
                            <a:t> ÷ </a:t>
                          </a:r>
                          <a:r>
                            <a:rPr lang="en-GB" sz="1200" i="1" dirty="0">
                              <a:solidFill>
                                <a:srgbClr val="000000"/>
                              </a:solidFill>
                            </a:rPr>
                            <a:t>c</a:t>
                          </a:r>
                          <a:r>
                            <a:rPr lang="en-GB" sz="1200" baseline="30000" dirty="0">
                              <a:solidFill>
                                <a:srgbClr val="000000"/>
                              </a:solidFill>
                            </a:rPr>
                            <a:t>2</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aseline="30000" dirty="0">
                            <a:solidFill>
                              <a:srgbClr val="000000"/>
                            </a:solidFill>
                          </a:endParaRPr>
                        </a:p>
                        <a:p>
                          <a:pPr marL="0" marR="0" lvl="0" indent="0" algn="l" defTabSz="685800" rtl="0" eaLnBrk="1" fontAlgn="auto" latinLnBrk="0" hangingPunct="1">
                            <a:lnSpc>
                              <a:spcPct val="150000"/>
                            </a:lnSpc>
                            <a:spcBef>
                              <a:spcPts val="0"/>
                            </a:spcBef>
                            <a:spcAft>
                              <a:spcPts val="0"/>
                            </a:spcAft>
                            <a:buClrTx/>
                            <a:buSzTx/>
                            <a:buFontTx/>
                            <a:buNone/>
                            <a:tabLst/>
                            <a:defRPr/>
                          </a:pPr>
                          <a:endParaRPr lang="en-GB" sz="1200" baseline="30000" dirty="0">
                            <a:solidFill>
                              <a:srgbClr val="000000"/>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6735652"/>
                      </a:ext>
                    </a:extLst>
                  </a:tr>
                  <a:tr h="862327">
                    <a:tc>
                      <a:txBody>
                        <a:bodyPr/>
                        <a:lstStyle/>
                        <a:p>
                          <a:pPr marL="0" indent="0">
                            <a:lnSpc>
                              <a:spcPct val="150000"/>
                            </a:lnSpc>
                            <a:buFont typeface="+mj-lt"/>
                            <a:buNone/>
                            <a:defRPr/>
                          </a:pPr>
                          <a:r>
                            <a:rPr lang="en-GB" sz="1200" dirty="0"/>
                            <a:t>e) </a:t>
                          </a:r>
                          <a:r>
                            <a:rPr lang="en-US" sz="1200" dirty="0">
                              <a:solidFill>
                                <a:srgbClr val="000000"/>
                              </a:solidFill>
                            </a:rPr>
                            <a:t>y</a:t>
                          </a:r>
                          <a:r>
                            <a:rPr lang="en-GB" sz="1200" baseline="30000" dirty="0">
                              <a:solidFill>
                                <a:prstClr val="black"/>
                              </a:solidFill>
                            </a:rPr>
                            <a:t>11</a:t>
                          </a:r>
                          <a:r>
                            <a:rPr lang="en-GB" sz="1200" dirty="0">
                              <a:solidFill>
                                <a:prstClr val="black"/>
                              </a:solidFill>
                            </a:rPr>
                            <a:t> ÷ </a:t>
                          </a:r>
                          <a:r>
                            <a:rPr lang="en-US" sz="1200" dirty="0">
                              <a:solidFill>
                                <a:srgbClr val="000000"/>
                              </a:solidFill>
                            </a:rPr>
                            <a:t>y</a:t>
                          </a:r>
                          <a:r>
                            <a:rPr lang="en-GB" sz="1200" baseline="30000" dirty="0">
                              <a:solidFill>
                                <a:prstClr val="black"/>
                              </a:solidFill>
                            </a:rPr>
                            <a:t>5</a:t>
                          </a:r>
                          <a:endParaRPr lang="en-US" sz="1200" dirty="0">
                            <a:solidFill>
                              <a:srgbClr val="000000"/>
                            </a:solidFill>
                          </a:endParaRPr>
                        </a:p>
                        <a:p>
                          <a:endParaRPr lang="en-GB" sz="1200" dirty="0"/>
                        </a:p>
                        <a:p>
                          <a:pPr/>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nSpc>
                              <a:spcPct val="150000"/>
                            </a:lnSpc>
                            <a:buFont typeface="+mj-lt"/>
                            <a:buNone/>
                            <a:defRPr/>
                          </a:pPr>
                          <a:r>
                            <a:rPr lang="en-GB" sz="1200" dirty="0"/>
                            <a:t>f) </a:t>
                          </a:r>
                          <a:r>
                            <a:rPr lang="en-US" sz="1200" dirty="0">
                              <a:solidFill>
                                <a:srgbClr val="000000"/>
                              </a:solidFill>
                            </a:rPr>
                            <a:t>p</a:t>
                          </a:r>
                          <a:r>
                            <a:rPr lang="en-GB" sz="1200" baseline="30000" dirty="0">
                              <a:solidFill>
                                <a:prstClr val="black"/>
                              </a:solidFill>
                            </a:rPr>
                            <a:t>11</a:t>
                          </a:r>
                          <a:r>
                            <a:rPr lang="en-GB" sz="1200" dirty="0">
                              <a:solidFill>
                                <a:prstClr val="black"/>
                              </a:solidFill>
                            </a:rPr>
                            <a:t> ÷ </a:t>
                          </a:r>
                          <a:r>
                            <a:rPr lang="en-US" sz="1200" dirty="0">
                              <a:solidFill>
                                <a:srgbClr val="000000"/>
                              </a:solidFill>
                            </a:rPr>
                            <a:t>p</a:t>
                          </a:r>
                          <a:r>
                            <a:rPr lang="en-US" sz="1200" baseline="30000" dirty="0">
                              <a:solidFill>
                                <a:srgbClr val="000000"/>
                              </a:solidFill>
                            </a:rPr>
                            <a:t>2</a:t>
                          </a:r>
                          <a:endParaRPr lang="en-US" sz="1200" dirty="0">
                            <a:solidFill>
                              <a:srgbClr val="000000"/>
                            </a:solidFill>
                          </a:endParaRPr>
                        </a:p>
                        <a:p>
                          <a:endParaRPr lang="en-GB" sz="1200" dirty="0"/>
                        </a:p>
                        <a:p>
                          <a:pPr/>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nSpc>
                              <a:spcPct val="150000"/>
                            </a:lnSpc>
                            <a:buFont typeface="+mj-lt"/>
                            <a:buNone/>
                            <a:defRPr/>
                          </a:pPr>
                          <a:r>
                            <a:rPr lang="en-GB" sz="1200" dirty="0"/>
                            <a:t>g) </a:t>
                          </a:r>
                          <a:r>
                            <a:rPr lang="en-US" sz="1200" dirty="0">
                              <a:solidFill>
                                <a:srgbClr val="000000"/>
                              </a:solidFill>
                            </a:rPr>
                            <a:t>u</a:t>
                          </a:r>
                          <a:r>
                            <a:rPr lang="en-US" sz="1200" baseline="30000" dirty="0">
                              <a:solidFill>
                                <a:srgbClr val="000000"/>
                              </a:solidFill>
                            </a:rPr>
                            <a:t>22</a:t>
                          </a:r>
                          <a:r>
                            <a:rPr lang="en-GB" sz="1200" dirty="0">
                              <a:solidFill>
                                <a:prstClr val="black"/>
                              </a:solidFill>
                            </a:rPr>
                            <a:t> ÷ </a:t>
                          </a:r>
                          <a:r>
                            <a:rPr lang="en-US" sz="1200" dirty="0">
                              <a:solidFill>
                                <a:srgbClr val="000000"/>
                              </a:solidFill>
                            </a:rPr>
                            <a:t>u</a:t>
                          </a:r>
                          <a:r>
                            <a:rPr lang="en-GB" sz="1200" baseline="30000" dirty="0">
                              <a:solidFill>
                                <a:prstClr val="black"/>
                              </a:solidFill>
                            </a:rPr>
                            <a:t>7</a:t>
                          </a:r>
                        </a:p>
                        <a:p>
                          <a:endParaRPr lang="en-GB" sz="1200" dirty="0"/>
                        </a:p>
                        <a:p>
                          <a:pPr/>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00000" t="-100704" r="-733" b="-101408"/>
                          </a:stretch>
                        </a:blipFill>
                      </a:tcPr>
                    </a:tc>
                    <a:extLst>
                      <a:ext uri="{0D108BD9-81ED-4DB2-BD59-A6C34878D82A}">
                        <a16:rowId xmlns:a16="http://schemas.microsoft.com/office/drawing/2014/main" val="1938828580"/>
                      </a:ext>
                    </a:extLst>
                  </a:tr>
                  <a:tr h="862327">
                    <a:tc>
                      <a:txBody>
                        <a:bodyPr/>
                        <a:lstStyle/>
                        <a:p>
                          <a:pPr>
                            <a:lnSpc>
                              <a:spcPct val="150000"/>
                            </a:lnSpc>
                            <a:defRPr/>
                          </a:pPr>
                          <a:r>
                            <a:rPr lang="en-GB" sz="1200" dirty="0"/>
                            <a:t>i) </a:t>
                          </a:r>
                          <a:r>
                            <a:rPr lang="en-US" sz="1200" dirty="0">
                              <a:solidFill>
                                <a:srgbClr val="000000"/>
                              </a:solidFill>
                            </a:rPr>
                            <a:t>y</a:t>
                          </a:r>
                          <a:r>
                            <a:rPr lang="en-GB" sz="1200" baseline="30000" dirty="0">
                              <a:solidFill>
                                <a:prstClr val="black"/>
                              </a:solidFill>
                            </a:rPr>
                            <a:t>8</a:t>
                          </a:r>
                          <a:r>
                            <a:rPr lang="en-GB" sz="1200" dirty="0">
                              <a:solidFill>
                                <a:prstClr val="black"/>
                              </a:solidFill>
                            </a:rPr>
                            <a:t> ÷ </a:t>
                          </a:r>
                          <a:r>
                            <a:rPr lang="en-US" sz="1200" dirty="0">
                              <a:solidFill>
                                <a:srgbClr val="000000"/>
                              </a:solidFill>
                            </a:rPr>
                            <a:t>y</a:t>
                          </a:r>
                          <a:r>
                            <a:rPr lang="en-GB" sz="1200" baseline="30000" dirty="0">
                              <a:solidFill>
                                <a:prstClr val="black"/>
                              </a:solidFill>
                            </a:rPr>
                            <a:t>5</a:t>
                          </a:r>
                          <a:endParaRPr lang="en-US" sz="1200" dirty="0">
                            <a:solidFill>
                              <a:srgbClr val="000000"/>
                            </a:solidFill>
                          </a:endParaRPr>
                        </a:p>
                        <a:p>
                          <a:endParaRPr lang="en-GB" sz="1200" dirty="0"/>
                        </a:p>
                        <a:p>
                          <a:pPr/>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defRPr/>
                          </a:pPr>
                          <a:r>
                            <a:rPr lang="en-GB" sz="1200" dirty="0"/>
                            <a:t>j) </a:t>
                          </a:r>
                          <a:r>
                            <a:rPr lang="en-US" sz="1200" dirty="0">
                              <a:solidFill>
                                <a:srgbClr val="000000"/>
                              </a:solidFill>
                            </a:rPr>
                            <a:t>p</a:t>
                          </a:r>
                          <a:r>
                            <a:rPr lang="en-GB" sz="1200" baseline="30000" dirty="0">
                              <a:solidFill>
                                <a:prstClr val="black"/>
                              </a:solidFill>
                            </a:rPr>
                            <a:t>10</a:t>
                          </a:r>
                          <a:r>
                            <a:rPr lang="en-GB" sz="1200" dirty="0">
                              <a:solidFill>
                                <a:prstClr val="black"/>
                              </a:solidFill>
                            </a:rPr>
                            <a:t> ÷ </a:t>
                          </a:r>
                          <a:r>
                            <a:rPr lang="en-US" sz="1200" dirty="0">
                              <a:solidFill>
                                <a:srgbClr val="000000"/>
                              </a:solidFill>
                            </a:rPr>
                            <a:t>p</a:t>
                          </a:r>
                          <a:r>
                            <a:rPr lang="en-US" sz="1200" baseline="30000" dirty="0">
                              <a:solidFill>
                                <a:srgbClr val="000000"/>
                              </a:solidFill>
                            </a:rPr>
                            <a:t>6</a:t>
                          </a:r>
                          <a:endParaRPr lang="en-US" sz="1200" dirty="0">
                            <a:solidFill>
                              <a:srgbClr val="000000"/>
                            </a:solidFill>
                          </a:endParaRPr>
                        </a:p>
                        <a:p>
                          <a:endParaRPr lang="en-GB" sz="1200" dirty="0"/>
                        </a:p>
                        <a:p>
                          <a:pPr/>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defRPr/>
                          </a:pPr>
                          <a:r>
                            <a:rPr lang="en-GB" sz="1200" dirty="0"/>
                            <a:t>k) </a:t>
                          </a:r>
                          <a:r>
                            <a:rPr lang="en-US" sz="1200" dirty="0">
                              <a:solidFill>
                                <a:srgbClr val="000000"/>
                              </a:solidFill>
                            </a:rPr>
                            <a:t>u</a:t>
                          </a:r>
                          <a:r>
                            <a:rPr lang="en-US" sz="1200" baseline="30000" dirty="0">
                              <a:solidFill>
                                <a:srgbClr val="000000"/>
                              </a:solidFill>
                            </a:rPr>
                            <a:t>11</a:t>
                          </a:r>
                          <a:r>
                            <a:rPr lang="en-GB" sz="1200" dirty="0">
                              <a:solidFill>
                                <a:prstClr val="black"/>
                              </a:solidFill>
                            </a:rPr>
                            <a:t> ÷ </a:t>
                          </a:r>
                          <a:r>
                            <a:rPr lang="en-US" sz="1200" dirty="0">
                              <a:solidFill>
                                <a:srgbClr val="000000"/>
                              </a:solidFill>
                            </a:rPr>
                            <a:t>u</a:t>
                          </a:r>
                          <a:endParaRPr lang="en-GB" sz="1200" baseline="30000" dirty="0">
                            <a:solidFill>
                              <a:prstClr val="black"/>
                            </a:solidFill>
                          </a:endParaRPr>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00000" t="-200704" r="-733" b="-1408"/>
                          </a:stretch>
                        </a:blipFill>
                      </a:tcPr>
                    </a:tc>
                    <a:extLst>
                      <a:ext uri="{0D108BD9-81ED-4DB2-BD59-A6C34878D82A}">
                        <a16:rowId xmlns:a16="http://schemas.microsoft.com/office/drawing/2014/main" val="2869757657"/>
                      </a:ext>
                    </a:extLst>
                  </a:tr>
                </a:tbl>
              </a:graphicData>
            </a:graphic>
          </p:graphicFrame>
        </mc:Fallback>
      </mc:AlternateContent>
      <p:sp>
        <p:nvSpPr>
          <p:cNvPr id="5" name="Slide Number Placeholder 4">
            <a:extLst>
              <a:ext uri="{FF2B5EF4-FFF2-40B4-BE49-F238E27FC236}">
                <a16:creationId xmlns:a16="http://schemas.microsoft.com/office/drawing/2014/main" id="{E3D6E525-7A61-205E-D2B0-19E0FF6E14FD}"/>
              </a:ext>
            </a:extLst>
          </p:cNvPr>
          <p:cNvSpPr>
            <a:spLocks noGrp="1"/>
          </p:cNvSpPr>
          <p:nvPr>
            <p:ph type="sldNum" sz="quarter" idx="12"/>
          </p:nvPr>
        </p:nvSpPr>
        <p:spPr/>
        <p:txBody>
          <a:bodyPr/>
          <a:lstStyle/>
          <a:p>
            <a:fld id="{DFE403A4-BF53-4A18-A219-2FCD9C5F3F46}" type="slidenum">
              <a:rPr lang="en-GB" smtClean="0"/>
              <a:t>54</a:t>
            </a:fld>
            <a:endParaRPr lang="en-GB"/>
          </a:p>
        </p:txBody>
      </p:sp>
    </p:spTree>
    <p:extLst>
      <p:ext uri="{BB962C8B-B14F-4D97-AF65-F5344CB8AC3E}">
        <p14:creationId xmlns:p14="http://schemas.microsoft.com/office/powerpoint/2010/main" val="329656928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TextBox 108">
            <a:extLst>
              <a:ext uri="{FF2B5EF4-FFF2-40B4-BE49-F238E27FC236}">
                <a16:creationId xmlns:a16="http://schemas.microsoft.com/office/drawing/2014/main" id="{88BE26D3-BD12-8F4B-9608-3EB6530361A1}"/>
              </a:ext>
            </a:extLst>
          </p:cNvPr>
          <p:cNvSpPr txBox="1"/>
          <p:nvPr/>
        </p:nvSpPr>
        <p:spPr>
          <a:xfrm>
            <a:off x="1854443" y="3191468"/>
            <a:ext cx="1387046" cy="276999"/>
          </a:xfrm>
          <a:prstGeom prst="rect">
            <a:avLst/>
          </a:prstGeom>
          <a:noFill/>
          <a:ln>
            <a:noFill/>
          </a:ln>
        </p:spPr>
        <p:txBody>
          <a:bodyPr wrap="none" rtlCol="0">
            <a:spAutoFit/>
          </a:bodyPr>
          <a:lstStyle/>
          <a:p>
            <a:r>
              <a:rPr lang="en-GB" sz="1200" b="1" i="1">
                <a:solidFill>
                  <a:srgbClr val="FF0000"/>
                </a:solidFill>
              </a:rPr>
              <a:t>Example 34 - I do…</a:t>
            </a:r>
          </a:p>
        </p:txBody>
      </p:sp>
      <p:sp>
        <p:nvSpPr>
          <p:cNvPr id="110" name="TextBox 109">
            <a:extLst>
              <a:ext uri="{FF2B5EF4-FFF2-40B4-BE49-F238E27FC236}">
                <a16:creationId xmlns:a16="http://schemas.microsoft.com/office/drawing/2014/main" id="{12910BCB-308B-9841-AF03-2F9D2E6E678C}"/>
              </a:ext>
            </a:extLst>
          </p:cNvPr>
          <p:cNvSpPr txBox="1"/>
          <p:nvPr/>
        </p:nvSpPr>
        <p:spPr>
          <a:xfrm>
            <a:off x="3381508" y="3177694"/>
            <a:ext cx="1584793" cy="276999"/>
          </a:xfrm>
          <a:prstGeom prst="rect">
            <a:avLst/>
          </a:prstGeom>
          <a:noFill/>
          <a:ln>
            <a:noFill/>
          </a:ln>
        </p:spPr>
        <p:txBody>
          <a:bodyPr wrap="none" rtlCol="0">
            <a:spAutoFit/>
          </a:bodyPr>
          <a:lstStyle/>
          <a:p>
            <a:r>
              <a:rPr lang="en-GB" sz="1200" b="1" i="1">
                <a:solidFill>
                  <a:schemeClr val="accent2"/>
                </a:solidFill>
              </a:rPr>
              <a:t>Example 35 – We do…</a:t>
            </a:r>
          </a:p>
        </p:txBody>
      </p:sp>
      <p:sp>
        <p:nvSpPr>
          <p:cNvPr id="111" name="TextBox 110">
            <a:extLst>
              <a:ext uri="{FF2B5EF4-FFF2-40B4-BE49-F238E27FC236}">
                <a16:creationId xmlns:a16="http://schemas.microsoft.com/office/drawing/2014/main" id="{12910BCB-308B-9841-AF03-2F9D2E6E678C}"/>
              </a:ext>
            </a:extLst>
          </p:cNvPr>
          <p:cNvSpPr txBox="1"/>
          <p:nvPr/>
        </p:nvSpPr>
        <p:spPr>
          <a:xfrm>
            <a:off x="5106320" y="3201930"/>
            <a:ext cx="1607812" cy="276999"/>
          </a:xfrm>
          <a:prstGeom prst="rect">
            <a:avLst/>
          </a:prstGeom>
          <a:noFill/>
          <a:ln>
            <a:noFill/>
          </a:ln>
        </p:spPr>
        <p:txBody>
          <a:bodyPr wrap="none" rtlCol="0">
            <a:spAutoFit/>
          </a:bodyPr>
          <a:lstStyle/>
          <a:p>
            <a:r>
              <a:rPr lang="en-GB" sz="1200" b="1" i="1">
                <a:solidFill>
                  <a:srgbClr val="00B050"/>
                </a:solidFill>
              </a:rPr>
              <a:t>Example 36 – You do…</a:t>
            </a:r>
          </a:p>
        </p:txBody>
      </p:sp>
      <p:sp>
        <p:nvSpPr>
          <p:cNvPr id="112" name="TextBox 111">
            <a:extLst>
              <a:ext uri="{FF2B5EF4-FFF2-40B4-BE49-F238E27FC236}">
                <a16:creationId xmlns:a16="http://schemas.microsoft.com/office/drawing/2014/main" id="{244A782A-DC95-3049-82B4-7824915E73C9}"/>
              </a:ext>
            </a:extLst>
          </p:cNvPr>
          <p:cNvSpPr txBox="1"/>
          <p:nvPr/>
        </p:nvSpPr>
        <p:spPr>
          <a:xfrm>
            <a:off x="1317901" y="6447218"/>
            <a:ext cx="911596"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a:solidFill>
                  <a:prstClr val="black"/>
                </a:solidFill>
                <a:latin typeface="Calibri" panose="020F0502020204030204"/>
              </a:rPr>
              <a:t>14. </a:t>
            </a:r>
            <a:r>
              <a:rPr kumimoji="0" lang="en-GB" sz="1200" i="0" u="none" strike="noStrike" kern="1200" cap="none" spc="0" normalizeH="0" baseline="0" noProof="0">
                <a:ln>
                  <a:noFill/>
                </a:ln>
                <a:solidFill>
                  <a:prstClr val="black"/>
                </a:solidFill>
                <a:effectLst/>
                <a:uLnTx/>
                <a:uFillTx/>
                <a:latin typeface="Calibri" panose="020F0502020204030204"/>
              </a:rPr>
              <a:t>Simplify</a:t>
            </a:r>
          </a:p>
        </p:txBody>
      </p:sp>
      <p:sp>
        <p:nvSpPr>
          <p:cNvPr id="8" name="Rectangle 7">
            <a:extLst>
              <a:ext uri="{FF2B5EF4-FFF2-40B4-BE49-F238E27FC236}">
                <a16:creationId xmlns:a16="http://schemas.microsoft.com/office/drawing/2014/main" id="{15FE5C82-BA85-AE40-1038-01E459A3EA60}"/>
              </a:ext>
            </a:extLst>
          </p:cNvPr>
          <p:cNvSpPr/>
          <p:nvPr/>
        </p:nvSpPr>
        <p:spPr>
          <a:xfrm>
            <a:off x="119548" y="6379138"/>
            <a:ext cx="1064816" cy="353890"/>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100"/>
              <a:t>INDEPENDENT PRACTICE</a:t>
            </a:r>
          </a:p>
        </p:txBody>
      </p:sp>
      <p:sp>
        <p:nvSpPr>
          <p:cNvPr id="3" name="TextBox 2">
            <a:extLst>
              <a:ext uri="{FF2B5EF4-FFF2-40B4-BE49-F238E27FC236}">
                <a16:creationId xmlns:a16="http://schemas.microsoft.com/office/drawing/2014/main" id="{F9CE90A0-EAA7-75B0-6CFD-0D51AC4DA993}"/>
              </a:ext>
            </a:extLst>
          </p:cNvPr>
          <p:cNvSpPr txBox="1"/>
          <p:nvPr/>
        </p:nvSpPr>
        <p:spPr>
          <a:xfrm>
            <a:off x="1714264" y="211591"/>
            <a:ext cx="1037400" cy="276999"/>
          </a:xfrm>
          <a:prstGeom prst="rect">
            <a:avLst/>
          </a:prstGeom>
          <a:noFill/>
        </p:spPr>
        <p:txBody>
          <a:bodyPr wrap="none" rtlCol="0">
            <a:spAutoFit/>
          </a:bodyPr>
          <a:lstStyle/>
          <a:p>
            <a:r>
              <a:rPr lang="en-US" sz="1200"/>
              <a:t>14. Work out.</a:t>
            </a:r>
            <a:endParaRPr lang="en-GB" sz="1200"/>
          </a:p>
        </p:txBody>
      </p:sp>
      <p:sp>
        <p:nvSpPr>
          <p:cNvPr id="4" name="Rectangle 3">
            <a:extLst>
              <a:ext uri="{FF2B5EF4-FFF2-40B4-BE49-F238E27FC236}">
                <a16:creationId xmlns:a16="http://schemas.microsoft.com/office/drawing/2014/main" id="{D3AA1CF0-A888-D72F-5BA4-5DA872F6D027}"/>
              </a:ext>
            </a:extLst>
          </p:cNvPr>
          <p:cNvSpPr/>
          <p:nvPr/>
        </p:nvSpPr>
        <p:spPr>
          <a:xfrm>
            <a:off x="119548" y="149989"/>
            <a:ext cx="1538515" cy="338601"/>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100"/>
              <a:t>KNOWLEDGE CHECK</a:t>
            </a:r>
          </a:p>
        </p:txBody>
      </p:sp>
      <p:graphicFrame>
        <p:nvGraphicFramePr>
          <p:cNvPr id="5" name="Table 9">
            <a:extLst>
              <a:ext uri="{FF2B5EF4-FFF2-40B4-BE49-F238E27FC236}">
                <a16:creationId xmlns:a16="http://schemas.microsoft.com/office/drawing/2014/main" id="{1D813E9E-B589-907A-42F5-CCF54E5F4C64}"/>
              </a:ext>
            </a:extLst>
          </p:cNvPr>
          <p:cNvGraphicFramePr>
            <a:graphicFrameLocks noGrp="1"/>
          </p:cNvGraphicFramePr>
          <p:nvPr>
            <p:extLst>
              <p:ext uri="{D42A27DB-BD31-4B8C-83A1-F6EECF244321}">
                <p14:modId xmlns:p14="http://schemas.microsoft.com/office/powerpoint/2010/main" val="3720928646"/>
              </p:ext>
            </p:extLst>
          </p:nvPr>
        </p:nvGraphicFramePr>
        <p:xfrm>
          <a:off x="119549" y="657150"/>
          <a:ext cx="6597056" cy="2387835"/>
        </p:xfrm>
        <a:graphic>
          <a:graphicData uri="http://schemas.openxmlformats.org/drawingml/2006/table">
            <a:tbl>
              <a:tblPr>
                <a:tableStyleId>{5C22544A-7EE6-4342-B048-85BDC9FD1C3A}</a:tableStyleId>
              </a:tblPr>
              <a:tblGrid>
                <a:gridCol w="1649264">
                  <a:extLst>
                    <a:ext uri="{9D8B030D-6E8A-4147-A177-3AD203B41FA5}">
                      <a16:colId xmlns:a16="http://schemas.microsoft.com/office/drawing/2014/main" val="3642547164"/>
                    </a:ext>
                  </a:extLst>
                </a:gridCol>
                <a:gridCol w="1649264">
                  <a:extLst>
                    <a:ext uri="{9D8B030D-6E8A-4147-A177-3AD203B41FA5}">
                      <a16:colId xmlns:a16="http://schemas.microsoft.com/office/drawing/2014/main" val="1628339999"/>
                    </a:ext>
                  </a:extLst>
                </a:gridCol>
                <a:gridCol w="1649264">
                  <a:extLst>
                    <a:ext uri="{9D8B030D-6E8A-4147-A177-3AD203B41FA5}">
                      <a16:colId xmlns:a16="http://schemas.microsoft.com/office/drawing/2014/main" val="2843216093"/>
                    </a:ext>
                  </a:extLst>
                </a:gridCol>
                <a:gridCol w="1649264">
                  <a:extLst>
                    <a:ext uri="{9D8B030D-6E8A-4147-A177-3AD203B41FA5}">
                      <a16:colId xmlns:a16="http://schemas.microsoft.com/office/drawing/2014/main" val="2368608426"/>
                    </a:ext>
                  </a:extLst>
                </a:gridCol>
              </a:tblGrid>
              <a:tr h="795945">
                <a:tc>
                  <a:txBody>
                    <a:bodyPr/>
                    <a:lstStyle/>
                    <a:p>
                      <a:r>
                        <a:rPr lang="en-GB" sz="1200" dirty="0"/>
                        <a:t>a) 3 - 5 = </a:t>
                      </a:r>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b) 1 – 5 = </a:t>
                      </a:r>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c) 2 – 7 = </a:t>
                      </a:r>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d) 6 – 10 = </a:t>
                      </a:r>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83602460"/>
                  </a:ext>
                </a:extLst>
              </a:tr>
              <a:tr h="795945">
                <a:tc>
                  <a:txBody>
                    <a:bodyPr/>
                    <a:lstStyle/>
                    <a:p>
                      <a:r>
                        <a:rPr lang="en-GB" sz="1200" dirty="0"/>
                        <a:t>e) 13 – 28 = </a:t>
                      </a:r>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f) -3 – 5 = `</a:t>
                      </a:r>
                    </a:p>
                    <a:p>
                      <a:endParaRPr lang="en-GB" sz="1200" dirty="0"/>
                    </a:p>
                    <a:p>
                      <a:pPr algn="ctr"/>
                      <a:endParaRPr lang="en-GB" sz="1800"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g) -1 – 5 = </a:t>
                      </a:r>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h) -1 – -5 = </a:t>
                      </a:r>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4974912"/>
                  </a:ext>
                </a:extLst>
              </a:tr>
              <a:tr h="795945">
                <a:tc>
                  <a:txBody>
                    <a:bodyPr/>
                    <a:lstStyle/>
                    <a:p>
                      <a:r>
                        <a:rPr lang="en-GB" sz="1200" dirty="0"/>
                        <a:t>i) -2 – -7 = </a:t>
                      </a:r>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j) -3 – -1 = </a:t>
                      </a:r>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k) 12.3 – 14 = </a:t>
                      </a:r>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l) -12.3 – 14 = </a:t>
                      </a:r>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702012"/>
                  </a:ext>
                </a:extLst>
              </a:tr>
            </a:tbl>
          </a:graphicData>
        </a:graphic>
      </p:graphicFrame>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B94805D9-67E2-6CB4-14F7-7F74535A3BCF}"/>
                  </a:ext>
                </a:extLst>
              </p:cNvPr>
              <p:cNvGraphicFramePr>
                <a:graphicFrameLocks noGrp="1"/>
              </p:cNvGraphicFramePr>
              <p:nvPr/>
            </p:nvGraphicFramePr>
            <p:xfrm>
              <a:off x="144910" y="3456202"/>
              <a:ext cx="6655406" cy="2881315"/>
            </p:xfrm>
            <a:graphic>
              <a:graphicData uri="http://schemas.openxmlformats.org/drawingml/2006/table">
                <a:tbl>
                  <a:tblPr firstRow="1" bandRow="1">
                    <a:tableStyleId>{5C22544A-7EE6-4342-B048-85BDC9FD1C3A}</a:tableStyleId>
                  </a:tblPr>
                  <a:tblGrid>
                    <a:gridCol w="1372066">
                      <a:extLst>
                        <a:ext uri="{9D8B030D-6E8A-4147-A177-3AD203B41FA5}">
                          <a16:colId xmlns:a16="http://schemas.microsoft.com/office/drawing/2014/main" val="3124559182"/>
                        </a:ext>
                      </a:extLst>
                    </a:gridCol>
                    <a:gridCol w="1686009">
                      <a:extLst>
                        <a:ext uri="{9D8B030D-6E8A-4147-A177-3AD203B41FA5}">
                          <a16:colId xmlns:a16="http://schemas.microsoft.com/office/drawing/2014/main" val="1668930051"/>
                        </a:ext>
                      </a:extLst>
                    </a:gridCol>
                    <a:gridCol w="1840036">
                      <a:extLst>
                        <a:ext uri="{9D8B030D-6E8A-4147-A177-3AD203B41FA5}">
                          <a16:colId xmlns:a16="http://schemas.microsoft.com/office/drawing/2014/main" val="2873958374"/>
                        </a:ext>
                      </a:extLst>
                    </a:gridCol>
                    <a:gridCol w="1757295">
                      <a:extLst>
                        <a:ext uri="{9D8B030D-6E8A-4147-A177-3AD203B41FA5}">
                          <a16:colId xmlns:a16="http://schemas.microsoft.com/office/drawing/2014/main" val="2414775215"/>
                        </a:ext>
                      </a:extLst>
                    </a:gridCol>
                  </a:tblGrid>
                  <a:tr h="352486">
                    <a:tc>
                      <a:txBody>
                        <a:bodyPr/>
                        <a:lstStyle/>
                        <a:p>
                          <a:pPr algn="ctr"/>
                          <a:r>
                            <a:rPr lang="en-US" sz="1200">
                              <a:solidFill>
                                <a:schemeClr val="tx1"/>
                              </a:solidFill>
                            </a:rPr>
                            <a:t>Steps</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sz="1200">
                              <a:solidFill>
                                <a:schemeClr val="tx1"/>
                              </a:solidFill>
                            </a:rPr>
                            <a:t>Simplify</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47329628"/>
                      </a:ext>
                    </a:extLst>
                  </a:tr>
                  <a:tr h="2528829">
                    <a:tc>
                      <a:txBody>
                        <a:bodyPr/>
                        <a:lstStyle/>
                        <a:p>
                          <a:r>
                            <a:rPr lang="en-GB" sz="1200">
                              <a:solidFill>
                                <a:schemeClr val="tx1"/>
                              </a:solidFill>
                            </a:rPr>
                            <a:t>When dividing powers with the same base, we SUBTRACT the indices.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sSup>
                                  <m:sSupPr>
                                    <m:ctrlPr>
                                      <a:rPr lang="en-US" sz="1200" b="0" i="1" baseline="0" smtClean="0">
                                        <a:solidFill>
                                          <a:schemeClr val="tx1"/>
                                        </a:solidFill>
                                        <a:latin typeface="Cambria Math" panose="02040503050406030204" pitchFamily="18" charset="0"/>
                                      </a:rPr>
                                    </m:ctrlPr>
                                  </m:sSupPr>
                                  <m:e>
                                    <m:r>
                                      <a:rPr lang="en-US" sz="1200" b="0" i="1" baseline="0" smtClean="0">
                                        <a:solidFill>
                                          <a:schemeClr val="tx1"/>
                                        </a:solidFill>
                                        <a:latin typeface="Cambria Math" panose="02040503050406030204" pitchFamily="18" charset="0"/>
                                      </a:rPr>
                                      <m:t>5</m:t>
                                    </m:r>
                                  </m:e>
                                  <m:sup>
                                    <m:r>
                                      <a:rPr lang="en-US" sz="1200" b="0" i="1" baseline="0" smtClean="0">
                                        <a:solidFill>
                                          <a:schemeClr val="tx1"/>
                                        </a:solidFill>
                                        <a:latin typeface="Cambria Math" panose="02040503050406030204" pitchFamily="18" charset="0"/>
                                      </a:rPr>
                                      <m:t>7</m:t>
                                    </m:r>
                                  </m:sup>
                                </m:sSup>
                                <m:r>
                                  <a:rPr lang="en-US" sz="1200" b="0" i="1" baseline="0" smtClean="0">
                                    <a:solidFill>
                                      <a:schemeClr val="tx1"/>
                                    </a:solidFill>
                                    <a:latin typeface="Cambria Math" panose="02040503050406030204" pitchFamily="18" charset="0"/>
                                  </a:rPr>
                                  <m:t>÷</m:t>
                                </m:r>
                                <m:sSup>
                                  <m:sSupPr>
                                    <m:ctrlPr>
                                      <a:rPr lang="en-US" sz="1200" b="0" i="1" baseline="0" smtClean="0">
                                        <a:solidFill>
                                          <a:schemeClr val="tx1"/>
                                        </a:solidFill>
                                        <a:latin typeface="Cambria Math" panose="02040503050406030204" pitchFamily="18" charset="0"/>
                                      </a:rPr>
                                    </m:ctrlPr>
                                  </m:sSupPr>
                                  <m:e>
                                    <m:r>
                                      <a:rPr lang="en-US" sz="1200" b="0" i="1" baseline="0" smtClean="0">
                                        <a:solidFill>
                                          <a:schemeClr val="tx1"/>
                                        </a:solidFill>
                                        <a:latin typeface="Cambria Math" panose="02040503050406030204" pitchFamily="18" charset="0"/>
                                      </a:rPr>
                                      <m:t>5</m:t>
                                    </m:r>
                                  </m:e>
                                  <m:sup>
                                    <m:r>
                                      <a:rPr lang="en-US" sz="1200" b="0" i="1" baseline="0" smtClean="0">
                                        <a:solidFill>
                                          <a:schemeClr val="tx1"/>
                                        </a:solidFill>
                                        <a:latin typeface="Cambria Math" panose="02040503050406030204" pitchFamily="18" charset="0"/>
                                      </a:rPr>
                                      <m:t>−4</m:t>
                                    </m:r>
                                  </m:sup>
                                </m:sSup>
                              </m:oMath>
                            </m:oMathPara>
                          </a14:m>
                          <a:endParaRPr lang="en-GB" sz="1200" b="0">
                            <a:solidFill>
                              <a:schemeClr val="tx1"/>
                            </a:solidFill>
                          </a:endParaRPr>
                        </a:p>
                        <a:p>
                          <a:endParaRPr lang="en-GB" sz="1200" b="0">
                            <a:solidFill>
                              <a:schemeClr val="tx1"/>
                            </a:solidFill>
                          </a:endParaRPr>
                        </a:p>
                        <a:p>
                          <a:endParaRPr lang="en-GB" sz="1200" b="0">
                            <a:solidFill>
                              <a:schemeClr val="tx1"/>
                            </a:solidFill>
                          </a:endParaRPr>
                        </a:p>
                        <a:p>
                          <a:endParaRPr lang="en-GB" sz="1200" b="0">
                            <a:solidFill>
                              <a:schemeClr val="tx1"/>
                            </a:solidFill>
                          </a:endParaRPr>
                        </a:p>
                        <a:p>
                          <a:endParaRPr lang="en-GB" sz="1200" b="0">
                            <a:solidFill>
                              <a:schemeClr val="tx1"/>
                            </a:solidFill>
                          </a:endParaRPr>
                        </a:p>
                        <a:p>
                          <a:endParaRPr lang="en-GB" sz="1200" b="0">
                            <a:solidFill>
                              <a:schemeClr val="tx1"/>
                            </a:solidFill>
                          </a:endParaRPr>
                        </a:p>
                        <a:p>
                          <a:endParaRPr lang="en-GB" sz="1200" b="0">
                            <a:solidFill>
                              <a:schemeClr val="tx1"/>
                            </a:solidFill>
                          </a:endParaRPr>
                        </a:p>
                        <a:p>
                          <a:pPr/>
                          <a14:m>
                            <m:oMathPara xmlns:m="http://schemas.openxmlformats.org/officeDocument/2006/math">
                              <m:oMathParaPr>
                                <m:jc m:val="centerGroup"/>
                              </m:oMathParaPr>
                              <m:oMath xmlns:m="http://schemas.openxmlformats.org/officeDocument/2006/math">
                                <m:sSup>
                                  <m:sSupPr>
                                    <m:ctrlPr>
                                      <a:rPr lang="en-US" sz="1200" b="0" i="1" baseline="0" smtClean="0">
                                        <a:solidFill>
                                          <a:schemeClr val="tx1"/>
                                        </a:solidFill>
                                        <a:latin typeface="Cambria Math" panose="02040503050406030204" pitchFamily="18" charset="0"/>
                                      </a:rPr>
                                    </m:ctrlPr>
                                  </m:sSupPr>
                                  <m:e>
                                    <m:r>
                                      <a:rPr lang="en-US" sz="1200" b="0" i="1" baseline="0" smtClean="0">
                                        <a:solidFill>
                                          <a:schemeClr val="tx1"/>
                                        </a:solidFill>
                                        <a:latin typeface="Cambria Math" panose="02040503050406030204" pitchFamily="18" charset="0"/>
                                      </a:rPr>
                                      <m:t>𝑥</m:t>
                                    </m:r>
                                  </m:e>
                                  <m:sup>
                                    <m:r>
                                      <a:rPr lang="en-US" sz="1200" b="0" i="1" baseline="0" smtClean="0">
                                        <a:solidFill>
                                          <a:schemeClr val="tx1"/>
                                        </a:solidFill>
                                        <a:latin typeface="Cambria Math" panose="02040503050406030204" pitchFamily="18" charset="0"/>
                                      </a:rPr>
                                      <m:t>9</m:t>
                                    </m:r>
                                  </m:sup>
                                </m:sSup>
                                <m:r>
                                  <a:rPr lang="en-US" sz="1200" b="0" i="1" baseline="0" smtClean="0">
                                    <a:solidFill>
                                      <a:schemeClr val="tx1"/>
                                    </a:solidFill>
                                    <a:latin typeface="Cambria Math" panose="02040503050406030204" pitchFamily="18" charset="0"/>
                                  </a:rPr>
                                  <m:t>÷</m:t>
                                </m:r>
                                <m:sSup>
                                  <m:sSupPr>
                                    <m:ctrlPr>
                                      <a:rPr lang="en-US" sz="1200" b="0" i="1" baseline="0" smtClean="0">
                                        <a:solidFill>
                                          <a:schemeClr val="tx1"/>
                                        </a:solidFill>
                                        <a:latin typeface="Cambria Math" panose="02040503050406030204" pitchFamily="18" charset="0"/>
                                      </a:rPr>
                                    </m:ctrlPr>
                                  </m:sSupPr>
                                  <m:e>
                                    <m:r>
                                      <a:rPr lang="en-US" sz="1200" b="0" i="1" baseline="0" smtClean="0">
                                        <a:solidFill>
                                          <a:schemeClr val="tx1"/>
                                        </a:solidFill>
                                        <a:latin typeface="Cambria Math" panose="02040503050406030204" pitchFamily="18" charset="0"/>
                                      </a:rPr>
                                      <m:t>𝑥</m:t>
                                    </m:r>
                                  </m:e>
                                  <m:sup>
                                    <m:r>
                                      <a:rPr lang="en-US" sz="1200" b="0" i="1" baseline="0" smtClean="0">
                                        <a:solidFill>
                                          <a:schemeClr val="tx1"/>
                                        </a:solidFill>
                                        <a:latin typeface="Cambria Math" panose="02040503050406030204" pitchFamily="18" charset="0"/>
                                      </a:rPr>
                                      <m:t>−4</m:t>
                                    </m:r>
                                  </m:sup>
                                </m:sSup>
                              </m:oMath>
                            </m:oMathPara>
                          </a14:m>
                          <a:endParaRPr lang="en-GB" sz="1200" b="0">
                            <a:solidFill>
                              <a:schemeClr val="tx1"/>
                            </a:solidFill>
                          </a:endParaRPr>
                        </a:p>
                        <a:p>
                          <a:endParaRPr lang="en-GB" sz="1200" b="0">
                            <a:solidFill>
                              <a:schemeClr val="tx1"/>
                            </a:solidFill>
                          </a:endParaRPr>
                        </a:p>
                        <a:p>
                          <a:endParaRPr lang="en-GB" sz="1200" b="0">
                            <a:solidFill>
                              <a:schemeClr val="tx1"/>
                            </a:solidFill>
                          </a:endParaRPr>
                        </a:p>
                        <a:p>
                          <a:endParaRPr lang="en-GB" sz="1200" b="0">
                            <a:solidFill>
                              <a:schemeClr val="tx1"/>
                            </a:solidFill>
                          </a:endParaRPr>
                        </a:p>
                        <a:p>
                          <a:endParaRPr lang="en-GB" sz="1200" b="0">
                            <a:solidFill>
                              <a:schemeClr val="tx1"/>
                            </a:solidFill>
                          </a:endParaRPr>
                        </a:p>
                        <a:p>
                          <a:endParaRPr lang="en-GB"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sSup>
                                  <m:sSupPr>
                                    <m:ctrlPr>
                                      <a:rPr lang="en-US" sz="1200" b="0" i="1" baseline="0" smtClean="0">
                                        <a:solidFill>
                                          <a:schemeClr val="tx1"/>
                                        </a:solidFill>
                                        <a:latin typeface="Cambria Math" panose="02040503050406030204" pitchFamily="18" charset="0"/>
                                      </a:rPr>
                                    </m:ctrlPr>
                                  </m:sSupPr>
                                  <m:e>
                                    <m:r>
                                      <a:rPr lang="en-US" sz="1200" b="0" i="1" baseline="0" smtClean="0">
                                        <a:solidFill>
                                          <a:schemeClr val="tx1"/>
                                        </a:solidFill>
                                        <a:latin typeface="Cambria Math" panose="02040503050406030204" pitchFamily="18" charset="0"/>
                                      </a:rPr>
                                      <m:t>4</m:t>
                                    </m:r>
                                  </m:e>
                                  <m:sup>
                                    <m:r>
                                      <a:rPr lang="en-US" sz="1200" b="0" i="1" baseline="0" smtClean="0">
                                        <a:solidFill>
                                          <a:schemeClr val="tx1"/>
                                        </a:solidFill>
                                        <a:latin typeface="Cambria Math" panose="02040503050406030204" pitchFamily="18" charset="0"/>
                                      </a:rPr>
                                      <m:t>−12</m:t>
                                    </m:r>
                                  </m:sup>
                                </m:sSup>
                                <m:r>
                                  <a:rPr lang="en-US" sz="1200" b="0" i="1" baseline="0" smtClean="0">
                                    <a:solidFill>
                                      <a:schemeClr val="tx1"/>
                                    </a:solidFill>
                                    <a:latin typeface="Cambria Math" panose="02040503050406030204" pitchFamily="18" charset="0"/>
                                  </a:rPr>
                                  <m:t>÷</m:t>
                                </m:r>
                                <m:sSup>
                                  <m:sSupPr>
                                    <m:ctrlPr>
                                      <a:rPr lang="en-US" sz="1200" b="0" i="1" baseline="0" smtClean="0">
                                        <a:solidFill>
                                          <a:schemeClr val="tx1"/>
                                        </a:solidFill>
                                        <a:latin typeface="Cambria Math" panose="02040503050406030204" pitchFamily="18" charset="0"/>
                                      </a:rPr>
                                    </m:ctrlPr>
                                  </m:sSupPr>
                                  <m:e>
                                    <m:r>
                                      <a:rPr lang="en-US" sz="1200" b="0" i="1" baseline="0" smtClean="0">
                                        <a:solidFill>
                                          <a:schemeClr val="tx1"/>
                                        </a:solidFill>
                                        <a:latin typeface="Cambria Math" panose="02040503050406030204" pitchFamily="18" charset="0"/>
                                      </a:rPr>
                                      <m:t>4</m:t>
                                    </m:r>
                                  </m:e>
                                  <m:sup>
                                    <m:r>
                                      <a:rPr lang="en-US" sz="1200" b="0" i="1" baseline="0" smtClean="0">
                                        <a:solidFill>
                                          <a:schemeClr val="tx1"/>
                                        </a:solidFill>
                                        <a:latin typeface="Cambria Math" panose="02040503050406030204" pitchFamily="18" charset="0"/>
                                      </a:rPr>
                                      <m:t>9</m:t>
                                    </m:r>
                                  </m:sup>
                                </m:sSup>
                              </m:oMath>
                            </m:oMathPara>
                          </a14:m>
                          <a:endParaRPr lang="en-GB" sz="1200" b="0">
                            <a:solidFill>
                              <a:schemeClr val="tx1"/>
                            </a:solidFill>
                          </a:endParaRPr>
                        </a:p>
                        <a:p>
                          <a:endParaRPr lang="en-GB" sz="1200" b="0">
                            <a:solidFill>
                              <a:schemeClr val="tx1"/>
                            </a:solidFill>
                          </a:endParaRPr>
                        </a:p>
                        <a:p>
                          <a:endParaRPr lang="en-GB" sz="1200" b="0">
                            <a:solidFill>
                              <a:schemeClr val="tx1"/>
                            </a:solidFill>
                          </a:endParaRPr>
                        </a:p>
                        <a:p>
                          <a:endParaRPr lang="en-GB" sz="1200" b="0">
                            <a:solidFill>
                              <a:schemeClr val="tx1"/>
                            </a:solidFill>
                          </a:endParaRPr>
                        </a:p>
                        <a:p>
                          <a:endParaRPr lang="en-GB" sz="1200" b="0">
                            <a:solidFill>
                              <a:schemeClr val="tx1"/>
                            </a:solidFill>
                          </a:endParaRPr>
                        </a:p>
                        <a:p>
                          <a:endParaRPr lang="en-GB" sz="1200" b="0">
                            <a:solidFill>
                              <a:schemeClr val="tx1"/>
                            </a:solidFill>
                          </a:endParaRPr>
                        </a:p>
                        <a:p>
                          <a:endParaRPr lang="en-GB" sz="1200" b="0">
                            <a:solidFill>
                              <a:schemeClr val="tx1"/>
                            </a:solidFill>
                          </a:endParaRPr>
                        </a:p>
                        <a:p>
                          <a:pPr/>
                          <a14:m>
                            <m:oMathPara xmlns:m="http://schemas.openxmlformats.org/officeDocument/2006/math">
                              <m:oMathParaPr>
                                <m:jc m:val="centerGroup"/>
                              </m:oMathParaPr>
                              <m:oMath xmlns:m="http://schemas.openxmlformats.org/officeDocument/2006/math">
                                <m:sSup>
                                  <m:sSupPr>
                                    <m:ctrlPr>
                                      <a:rPr lang="en-US" sz="1200" b="0" i="1" baseline="0" smtClean="0">
                                        <a:solidFill>
                                          <a:schemeClr val="tx1"/>
                                        </a:solidFill>
                                        <a:latin typeface="Cambria Math" panose="02040503050406030204" pitchFamily="18" charset="0"/>
                                      </a:rPr>
                                    </m:ctrlPr>
                                  </m:sSupPr>
                                  <m:e>
                                    <m:r>
                                      <a:rPr lang="en-US" sz="1200" b="0" i="1" baseline="0" smtClean="0">
                                        <a:solidFill>
                                          <a:schemeClr val="tx1"/>
                                        </a:solidFill>
                                        <a:latin typeface="Cambria Math" panose="02040503050406030204" pitchFamily="18" charset="0"/>
                                      </a:rPr>
                                      <m:t>𝑥</m:t>
                                    </m:r>
                                  </m:e>
                                  <m:sup>
                                    <m:r>
                                      <a:rPr lang="en-US" sz="1200" b="0" i="1" baseline="0" smtClean="0">
                                        <a:solidFill>
                                          <a:schemeClr val="tx1"/>
                                        </a:solidFill>
                                        <a:latin typeface="Cambria Math" panose="02040503050406030204" pitchFamily="18" charset="0"/>
                                      </a:rPr>
                                      <m:t>−2</m:t>
                                    </m:r>
                                  </m:sup>
                                </m:sSup>
                                <m:r>
                                  <a:rPr lang="en-US" sz="1200" b="0" i="1" baseline="0" smtClean="0">
                                    <a:solidFill>
                                      <a:schemeClr val="tx1"/>
                                    </a:solidFill>
                                    <a:latin typeface="Cambria Math" panose="02040503050406030204" pitchFamily="18" charset="0"/>
                                  </a:rPr>
                                  <m:t>÷</m:t>
                                </m:r>
                                <m:sSup>
                                  <m:sSupPr>
                                    <m:ctrlPr>
                                      <a:rPr lang="en-US" sz="1200" b="0" i="1" baseline="0" smtClean="0">
                                        <a:solidFill>
                                          <a:schemeClr val="tx1"/>
                                        </a:solidFill>
                                        <a:latin typeface="Cambria Math" panose="02040503050406030204" pitchFamily="18" charset="0"/>
                                      </a:rPr>
                                    </m:ctrlPr>
                                  </m:sSupPr>
                                  <m:e>
                                    <m:r>
                                      <a:rPr lang="en-US" sz="1200" b="0" i="1" baseline="0" smtClean="0">
                                        <a:solidFill>
                                          <a:schemeClr val="tx1"/>
                                        </a:solidFill>
                                        <a:latin typeface="Cambria Math" panose="02040503050406030204" pitchFamily="18" charset="0"/>
                                      </a:rPr>
                                      <m:t>𝑥</m:t>
                                    </m:r>
                                  </m:e>
                                  <m:sup>
                                    <m:r>
                                      <a:rPr lang="en-US" sz="1200" b="0" i="1" baseline="0" smtClean="0">
                                        <a:solidFill>
                                          <a:schemeClr val="tx1"/>
                                        </a:solidFill>
                                        <a:latin typeface="Cambria Math" panose="02040503050406030204" pitchFamily="18" charset="0"/>
                                      </a:rPr>
                                      <m:t>5</m:t>
                                    </m:r>
                                  </m:sup>
                                </m:sSup>
                              </m:oMath>
                            </m:oMathPara>
                          </a14:m>
                          <a:endParaRPr lang="en-GB" sz="1200" b="0">
                            <a:solidFill>
                              <a:schemeClr val="tx1"/>
                            </a:solidFill>
                          </a:endParaRPr>
                        </a:p>
                        <a:p>
                          <a:endParaRPr lang="en-GB" sz="1200" b="0">
                            <a:solidFill>
                              <a:schemeClr val="tx1"/>
                            </a:solidFill>
                          </a:endParaRPr>
                        </a:p>
                        <a:p>
                          <a:endParaRPr lang="en-GB"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sSup>
                                  <m:sSupPr>
                                    <m:ctrlPr>
                                      <a:rPr lang="en-US" sz="1200" b="0" i="1" baseline="0" smtClean="0">
                                        <a:solidFill>
                                          <a:schemeClr val="tx1"/>
                                        </a:solidFill>
                                        <a:latin typeface="Cambria Math" panose="02040503050406030204" pitchFamily="18" charset="0"/>
                                      </a:rPr>
                                    </m:ctrlPr>
                                  </m:sSupPr>
                                  <m:e>
                                    <m:r>
                                      <a:rPr lang="en-US" sz="1200" b="0" i="1" baseline="0" smtClean="0">
                                        <a:solidFill>
                                          <a:schemeClr val="tx1"/>
                                        </a:solidFill>
                                        <a:latin typeface="Cambria Math" panose="02040503050406030204" pitchFamily="18" charset="0"/>
                                      </a:rPr>
                                      <m:t>8</m:t>
                                    </m:r>
                                  </m:e>
                                  <m:sup>
                                    <m:r>
                                      <a:rPr lang="en-US" sz="1200" b="0" i="1" baseline="0" smtClean="0">
                                        <a:solidFill>
                                          <a:schemeClr val="tx1"/>
                                        </a:solidFill>
                                        <a:latin typeface="Cambria Math" panose="02040503050406030204" pitchFamily="18" charset="0"/>
                                      </a:rPr>
                                      <m:t>−4</m:t>
                                    </m:r>
                                  </m:sup>
                                </m:sSup>
                                <m:r>
                                  <a:rPr lang="en-US" sz="1200" b="0" i="1" baseline="0" smtClean="0">
                                    <a:solidFill>
                                      <a:schemeClr val="tx1"/>
                                    </a:solidFill>
                                    <a:latin typeface="Cambria Math" panose="02040503050406030204" pitchFamily="18" charset="0"/>
                                  </a:rPr>
                                  <m:t>÷</m:t>
                                </m:r>
                                <m:sSup>
                                  <m:sSupPr>
                                    <m:ctrlPr>
                                      <a:rPr lang="en-US" sz="1200" b="0" i="1" baseline="0" smtClean="0">
                                        <a:solidFill>
                                          <a:schemeClr val="tx1"/>
                                        </a:solidFill>
                                        <a:latin typeface="Cambria Math" panose="02040503050406030204" pitchFamily="18" charset="0"/>
                                      </a:rPr>
                                    </m:ctrlPr>
                                  </m:sSupPr>
                                  <m:e>
                                    <m:r>
                                      <a:rPr lang="en-US" sz="1200" b="0" i="1" baseline="0" smtClean="0">
                                        <a:solidFill>
                                          <a:schemeClr val="tx1"/>
                                        </a:solidFill>
                                        <a:latin typeface="Cambria Math" panose="02040503050406030204" pitchFamily="18" charset="0"/>
                                      </a:rPr>
                                      <m:t>8</m:t>
                                    </m:r>
                                  </m:e>
                                  <m:sup>
                                    <m:r>
                                      <a:rPr lang="en-US" sz="1200" b="0" i="1" baseline="0" smtClean="0">
                                        <a:solidFill>
                                          <a:schemeClr val="tx1"/>
                                        </a:solidFill>
                                        <a:latin typeface="Cambria Math" panose="02040503050406030204" pitchFamily="18" charset="0"/>
                                      </a:rPr>
                                      <m:t>−9</m:t>
                                    </m:r>
                                  </m:sup>
                                </m:sSup>
                              </m:oMath>
                            </m:oMathPara>
                          </a14:m>
                          <a:endParaRPr lang="en-GB" sz="1200" b="0">
                            <a:solidFill>
                              <a:schemeClr val="tx1"/>
                            </a:solidFill>
                          </a:endParaRPr>
                        </a:p>
                        <a:p>
                          <a:endParaRPr lang="en-GB" sz="1200" b="0">
                            <a:solidFill>
                              <a:schemeClr val="tx1"/>
                            </a:solidFill>
                          </a:endParaRPr>
                        </a:p>
                        <a:p>
                          <a:endParaRPr lang="en-GB" sz="1200" b="0">
                            <a:solidFill>
                              <a:schemeClr val="tx1"/>
                            </a:solidFill>
                          </a:endParaRPr>
                        </a:p>
                        <a:p>
                          <a:endParaRPr lang="en-GB" sz="1200" b="0">
                            <a:solidFill>
                              <a:schemeClr val="tx1"/>
                            </a:solidFill>
                          </a:endParaRPr>
                        </a:p>
                        <a:p>
                          <a:endParaRPr lang="en-GB" sz="1200" b="0">
                            <a:solidFill>
                              <a:schemeClr val="tx1"/>
                            </a:solidFill>
                          </a:endParaRPr>
                        </a:p>
                        <a:p>
                          <a:endParaRPr lang="en-GB" sz="1200" b="0">
                            <a:solidFill>
                              <a:schemeClr val="tx1"/>
                            </a:solidFill>
                          </a:endParaRPr>
                        </a:p>
                        <a:p>
                          <a:endParaRPr lang="en-GB" sz="1200" b="0">
                            <a:solidFill>
                              <a:schemeClr val="tx1"/>
                            </a:solidFill>
                          </a:endParaRPr>
                        </a:p>
                        <a:p>
                          <a:pPr/>
                          <a14:m>
                            <m:oMathPara xmlns:m="http://schemas.openxmlformats.org/officeDocument/2006/math">
                              <m:oMathParaPr>
                                <m:jc m:val="centerGroup"/>
                              </m:oMathParaPr>
                              <m:oMath xmlns:m="http://schemas.openxmlformats.org/officeDocument/2006/math">
                                <m:sSup>
                                  <m:sSupPr>
                                    <m:ctrlPr>
                                      <a:rPr lang="en-US" sz="1200" b="0" i="1" baseline="0" smtClean="0">
                                        <a:solidFill>
                                          <a:schemeClr val="tx1"/>
                                        </a:solidFill>
                                        <a:latin typeface="Cambria Math" panose="02040503050406030204" pitchFamily="18" charset="0"/>
                                      </a:rPr>
                                    </m:ctrlPr>
                                  </m:sSupPr>
                                  <m:e>
                                    <m:r>
                                      <a:rPr lang="en-US" sz="1200" b="0" i="1" baseline="0" smtClean="0">
                                        <a:solidFill>
                                          <a:schemeClr val="tx1"/>
                                        </a:solidFill>
                                        <a:latin typeface="Cambria Math" panose="02040503050406030204" pitchFamily="18" charset="0"/>
                                      </a:rPr>
                                      <m:t>𝑥</m:t>
                                    </m:r>
                                  </m:e>
                                  <m:sup>
                                    <m:r>
                                      <a:rPr lang="en-US" sz="1200" b="0" i="1" baseline="0" smtClean="0">
                                        <a:solidFill>
                                          <a:schemeClr val="tx1"/>
                                        </a:solidFill>
                                        <a:latin typeface="Cambria Math" panose="02040503050406030204" pitchFamily="18" charset="0"/>
                                      </a:rPr>
                                      <m:t>−6</m:t>
                                    </m:r>
                                  </m:sup>
                                </m:sSup>
                                <m:r>
                                  <a:rPr lang="en-US" sz="1200" b="0" i="1" baseline="0" smtClean="0">
                                    <a:solidFill>
                                      <a:schemeClr val="tx1"/>
                                    </a:solidFill>
                                    <a:latin typeface="Cambria Math" panose="02040503050406030204" pitchFamily="18" charset="0"/>
                                  </a:rPr>
                                  <m:t>÷</m:t>
                                </m:r>
                                <m:sSup>
                                  <m:sSupPr>
                                    <m:ctrlPr>
                                      <a:rPr lang="en-US" sz="1200" b="0" i="1" baseline="0" smtClean="0">
                                        <a:solidFill>
                                          <a:schemeClr val="tx1"/>
                                        </a:solidFill>
                                        <a:latin typeface="Cambria Math" panose="02040503050406030204" pitchFamily="18" charset="0"/>
                                      </a:rPr>
                                    </m:ctrlPr>
                                  </m:sSupPr>
                                  <m:e>
                                    <m:r>
                                      <a:rPr lang="en-US" sz="1200" b="0" i="1" baseline="0" smtClean="0">
                                        <a:solidFill>
                                          <a:schemeClr val="tx1"/>
                                        </a:solidFill>
                                        <a:latin typeface="Cambria Math" panose="02040503050406030204" pitchFamily="18" charset="0"/>
                                      </a:rPr>
                                      <m:t>𝑥</m:t>
                                    </m:r>
                                  </m:e>
                                  <m:sup>
                                    <m:r>
                                      <a:rPr lang="en-US" sz="1200" b="0" i="1" baseline="0" smtClean="0">
                                        <a:solidFill>
                                          <a:schemeClr val="tx1"/>
                                        </a:solidFill>
                                        <a:latin typeface="Cambria Math" panose="02040503050406030204" pitchFamily="18" charset="0"/>
                                      </a:rPr>
                                      <m:t>−2</m:t>
                                    </m:r>
                                  </m:sup>
                                </m:sSup>
                              </m:oMath>
                            </m:oMathPara>
                          </a14:m>
                          <a:endParaRPr lang="en-GB"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41023978"/>
                      </a:ext>
                    </a:extLst>
                  </a:tr>
                </a:tbl>
              </a:graphicData>
            </a:graphic>
          </p:graphicFrame>
        </mc:Choice>
        <mc:Fallback xmlns="">
          <p:graphicFrame>
            <p:nvGraphicFramePr>
              <p:cNvPr id="6" name="Table 5">
                <a:extLst>
                  <a:ext uri="{FF2B5EF4-FFF2-40B4-BE49-F238E27FC236}">
                    <a16:creationId xmlns:a16="http://schemas.microsoft.com/office/drawing/2014/main" id="{B94805D9-67E2-6CB4-14F7-7F74535A3BCF}"/>
                  </a:ext>
                </a:extLst>
              </p:cNvPr>
              <p:cNvGraphicFramePr>
                <a:graphicFrameLocks noGrp="1"/>
              </p:cNvGraphicFramePr>
              <p:nvPr>
                <p:extLst>
                  <p:ext uri="{D42A27DB-BD31-4B8C-83A1-F6EECF244321}">
                    <p14:modId xmlns:p14="http://schemas.microsoft.com/office/powerpoint/2010/main" val="3409310119"/>
                  </p:ext>
                </p:extLst>
              </p:nvPr>
            </p:nvGraphicFramePr>
            <p:xfrm>
              <a:off x="144910" y="3456202"/>
              <a:ext cx="6655406" cy="2881315"/>
            </p:xfrm>
            <a:graphic>
              <a:graphicData uri="http://schemas.openxmlformats.org/drawingml/2006/table">
                <a:tbl>
                  <a:tblPr firstRow="1" bandRow="1">
                    <a:tableStyleId>{5C22544A-7EE6-4342-B048-85BDC9FD1C3A}</a:tableStyleId>
                  </a:tblPr>
                  <a:tblGrid>
                    <a:gridCol w="1372066">
                      <a:extLst>
                        <a:ext uri="{9D8B030D-6E8A-4147-A177-3AD203B41FA5}">
                          <a16:colId xmlns:a16="http://schemas.microsoft.com/office/drawing/2014/main" val="3124559182"/>
                        </a:ext>
                      </a:extLst>
                    </a:gridCol>
                    <a:gridCol w="1686009">
                      <a:extLst>
                        <a:ext uri="{9D8B030D-6E8A-4147-A177-3AD203B41FA5}">
                          <a16:colId xmlns:a16="http://schemas.microsoft.com/office/drawing/2014/main" val="1668930051"/>
                        </a:ext>
                      </a:extLst>
                    </a:gridCol>
                    <a:gridCol w="1840036">
                      <a:extLst>
                        <a:ext uri="{9D8B030D-6E8A-4147-A177-3AD203B41FA5}">
                          <a16:colId xmlns:a16="http://schemas.microsoft.com/office/drawing/2014/main" val="2873958374"/>
                        </a:ext>
                      </a:extLst>
                    </a:gridCol>
                    <a:gridCol w="1757295">
                      <a:extLst>
                        <a:ext uri="{9D8B030D-6E8A-4147-A177-3AD203B41FA5}">
                          <a16:colId xmlns:a16="http://schemas.microsoft.com/office/drawing/2014/main" val="2414775215"/>
                        </a:ext>
                      </a:extLst>
                    </a:gridCol>
                  </a:tblGrid>
                  <a:tr h="352486">
                    <a:tc>
                      <a:txBody>
                        <a:bodyPr/>
                        <a:lstStyle/>
                        <a:p>
                          <a:pPr algn="ctr"/>
                          <a:r>
                            <a:rPr lang="en-US" sz="1200">
                              <a:solidFill>
                                <a:schemeClr val="tx1"/>
                              </a:solidFill>
                            </a:rPr>
                            <a:t>Steps</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sz="1200">
                              <a:solidFill>
                                <a:schemeClr val="tx1"/>
                              </a:solidFill>
                            </a:rPr>
                            <a:t>Simplify</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47329628"/>
                      </a:ext>
                    </a:extLst>
                  </a:tr>
                  <a:tr h="2528829">
                    <a:tc>
                      <a:txBody>
                        <a:bodyPr/>
                        <a:lstStyle/>
                        <a:p>
                          <a:r>
                            <a:rPr lang="en-GB" sz="1200">
                              <a:solidFill>
                                <a:schemeClr val="tx1"/>
                              </a:solidFill>
                            </a:rPr>
                            <a:t>When dividing powers with the same base, we SUBTRACT the indices.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81588" t="-14183" r="-214079" b="-48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66556" t="-14183" r="-96358" b="-48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78547" t="-14183" r="-692" b="-481"/>
                          </a:stretch>
                        </a:blipFill>
                      </a:tcPr>
                    </a:tc>
                    <a:extLst>
                      <a:ext uri="{0D108BD9-81ED-4DB2-BD59-A6C34878D82A}">
                        <a16:rowId xmlns:a16="http://schemas.microsoft.com/office/drawing/2014/main" val="1541023978"/>
                      </a:ext>
                    </a:extLst>
                  </a:tr>
                </a:tbl>
              </a:graphicData>
            </a:graphic>
          </p:graphicFrame>
        </mc:Fallback>
      </mc:AlternateContent>
      <p:graphicFrame>
        <p:nvGraphicFramePr>
          <p:cNvPr id="7" name="Table 6">
            <a:extLst>
              <a:ext uri="{FF2B5EF4-FFF2-40B4-BE49-F238E27FC236}">
                <a16:creationId xmlns:a16="http://schemas.microsoft.com/office/drawing/2014/main" id="{29744896-E187-849E-C721-8EF36AEC5B56}"/>
              </a:ext>
            </a:extLst>
          </p:cNvPr>
          <p:cNvGraphicFramePr>
            <a:graphicFrameLocks noGrp="1"/>
          </p:cNvGraphicFramePr>
          <p:nvPr>
            <p:extLst>
              <p:ext uri="{D42A27DB-BD31-4B8C-83A1-F6EECF244321}">
                <p14:modId xmlns:p14="http://schemas.microsoft.com/office/powerpoint/2010/main" val="3873338879"/>
              </p:ext>
            </p:extLst>
          </p:nvPr>
        </p:nvGraphicFramePr>
        <p:xfrm>
          <a:off x="85623" y="6802620"/>
          <a:ext cx="6645896" cy="2837751"/>
        </p:xfrm>
        <a:graphic>
          <a:graphicData uri="http://schemas.openxmlformats.org/drawingml/2006/table">
            <a:tbl>
              <a:tblPr>
                <a:tableStyleId>{5C22544A-7EE6-4342-B048-85BDC9FD1C3A}</a:tableStyleId>
              </a:tblPr>
              <a:tblGrid>
                <a:gridCol w="1661474">
                  <a:extLst>
                    <a:ext uri="{9D8B030D-6E8A-4147-A177-3AD203B41FA5}">
                      <a16:colId xmlns:a16="http://schemas.microsoft.com/office/drawing/2014/main" val="1992204135"/>
                    </a:ext>
                  </a:extLst>
                </a:gridCol>
                <a:gridCol w="1661474">
                  <a:extLst>
                    <a:ext uri="{9D8B030D-6E8A-4147-A177-3AD203B41FA5}">
                      <a16:colId xmlns:a16="http://schemas.microsoft.com/office/drawing/2014/main" val="3366815076"/>
                    </a:ext>
                  </a:extLst>
                </a:gridCol>
                <a:gridCol w="1661474">
                  <a:extLst>
                    <a:ext uri="{9D8B030D-6E8A-4147-A177-3AD203B41FA5}">
                      <a16:colId xmlns:a16="http://schemas.microsoft.com/office/drawing/2014/main" val="1606094187"/>
                    </a:ext>
                  </a:extLst>
                </a:gridCol>
                <a:gridCol w="1661474">
                  <a:extLst>
                    <a:ext uri="{9D8B030D-6E8A-4147-A177-3AD203B41FA5}">
                      <a16:colId xmlns:a16="http://schemas.microsoft.com/office/drawing/2014/main" val="4111745528"/>
                    </a:ext>
                  </a:extLst>
                </a:gridCol>
              </a:tblGrid>
              <a:tr h="945917">
                <a:tc>
                  <a:txBody>
                    <a:bodyPr/>
                    <a:lstStyle/>
                    <a:p>
                      <a:pPr marL="0" lvl="0" indent="0">
                        <a:lnSpc>
                          <a:spcPct val="150000"/>
                        </a:lnSpc>
                        <a:buFont typeface="+mj-lt"/>
                        <a:buNone/>
                        <a:defRPr/>
                      </a:pPr>
                      <a:r>
                        <a:rPr lang="en-GB" sz="1200" i="0" dirty="0">
                          <a:solidFill>
                            <a:schemeClr val="dk1"/>
                          </a:solidFill>
                          <a:latin typeface="+mn-lt"/>
                        </a:rPr>
                        <a:t>a)</a:t>
                      </a:r>
                      <a:r>
                        <a:rPr lang="en-GB" sz="1200" i="0" baseline="0" dirty="0">
                          <a:solidFill>
                            <a:schemeClr val="dk1"/>
                          </a:solidFill>
                          <a:latin typeface="+mn-lt"/>
                        </a:rPr>
                        <a:t> </a:t>
                      </a:r>
                      <a:r>
                        <a:rPr lang="en-GB" sz="1200" dirty="0">
                          <a:solidFill>
                            <a:prstClr val="black"/>
                          </a:solidFill>
                        </a:rPr>
                        <a:t>4</a:t>
                      </a:r>
                      <a:r>
                        <a:rPr lang="en-GB" sz="1200" baseline="30000" dirty="0">
                          <a:solidFill>
                            <a:prstClr val="black"/>
                          </a:solidFill>
                        </a:rPr>
                        <a:t>2</a:t>
                      </a:r>
                      <a:r>
                        <a:rPr lang="en-GB" sz="1200" dirty="0">
                          <a:solidFill>
                            <a:prstClr val="black"/>
                          </a:solidFill>
                        </a:rPr>
                        <a:t> ÷ 4</a:t>
                      </a:r>
                      <a:r>
                        <a:rPr lang="en-GB" sz="1200" baseline="30000" dirty="0">
                          <a:solidFill>
                            <a:prstClr val="black"/>
                          </a:solidFill>
                        </a:rPr>
                        <a:t>-1</a:t>
                      </a:r>
                      <a:endParaRPr lang="en-GB" sz="1200" dirty="0">
                        <a:solidFill>
                          <a:prstClr val="black"/>
                        </a:solidFill>
                      </a:endParaRPr>
                    </a:p>
                    <a:p>
                      <a:endParaRPr lang="en-GB" sz="1200" dirty="0"/>
                    </a:p>
                    <a:p>
                      <a:pPr/>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lvl="0" indent="0">
                        <a:lnSpc>
                          <a:spcPct val="150000"/>
                        </a:lnSpc>
                        <a:buFont typeface="+mj-lt"/>
                        <a:buNone/>
                        <a:defRPr/>
                      </a:pPr>
                      <a:r>
                        <a:rPr lang="en-GB" sz="1200" dirty="0"/>
                        <a:t>b) </a:t>
                      </a:r>
                      <a:r>
                        <a:rPr lang="en-GB" sz="1200" dirty="0">
                          <a:solidFill>
                            <a:prstClr val="black"/>
                          </a:solidFill>
                        </a:rPr>
                        <a:t>5</a:t>
                      </a:r>
                      <a:r>
                        <a:rPr lang="en-GB" sz="1200" baseline="30000" dirty="0">
                          <a:solidFill>
                            <a:prstClr val="black"/>
                          </a:solidFill>
                        </a:rPr>
                        <a:t>2</a:t>
                      </a:r>
                      <a:r>
                        <a:rPr lang="en-GB" sz="1200" dirty="0">
                          <a:solidFill>
                            <a:prstClr val="black"/>
                          </a:solidFill>
                        </a:rPr>
                        <a:t> ÷ 5</a:t>
                      </a:r>
                      <a:r>
                        <a:rPr lang="en-GB" sz="1200" baseline="30000" dirty="0">
                          <a:solidFill>
                            <a:prstClr val="black"/>
                          </a:solidFill>
                        </a:rPr>
                        <a:t>-3</a:t>
                      </a:r>
                      <a:endParaRPr lang="en-GB" sz="1200" dirty="0">
                        <a:solidFill>
                          <a:prstClr val="black"/>
                        </a:solidFill>
                      </a:endParaRPr>
                    </a:p>
                    <a:p>
                      <a:endParaRPr lang="en-GB" sz="1200" dirty="0"/>
                    </a:p>
                    <a:p>
                      <a:pPr/>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c) </a:t>
                      </a:r>
                      <a:r>
                        <a:rPr lang="en-GB" sz="1200" dirty="0">
                          <a:solidFill>
                            <a:prstClr val="black"/>
                          </a:solidFill>
                        </a:rPr>
                        <a:t>7</a:t>
                      </a:r>
                      <a:r>
                        <a:rPr lang="en-GB" sz="1200" baseline="30000" dirty="0">
                          <a:solidFill>
                            <a:prstClr val="black"/>
                          </a:solidFill>
                        </a:rPr>
                        <a:t>4</a:t>
                      </a:r>
                      <a:r>
                        <a:rPr lang="en-GB" sz="1200" dirty="0">
                          <a:solidFill>
                            <a:prstClr val="black"/>
                          </a:solidFill>
                        </a:rPr>
                        <a:t> ÷ 7</a:t>
                      </a:r>
                      <a:r>
                        <a:rPr lang="en-GB" sz="1200" baseline="30000" dirty="0">
                          <a:solidFill>
                            <a:prstClr val="black"/>
                          </a:solidFill>
                        </a:rPr>
                        <a:t>-2</a:t>
                      </a:r>
                      <a:endParaRPr lang="en-GB" sz="1200" dirty="0">
                        <a:solidFill>
                          <a:prstClr val="black"/>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dirty="0"/>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d) </a:t>
                      </a:r>
                      <a:r>
                        <a:rPr lang="en-GB" sz="1200" dirty="0">
                          <a:solidFill>
                            <a:prstClr val="black"/>
                          </a:solidFill>
                        </a:rPr>
                        <a:t>2</a:t>
                      </a:r>
                      <a:r>
                        <a:rPr lang="en-GB" sz="1200" baseline="30000" dirty="0">
                          <a:solidFill>
                            <a:prstClr val="black"/>
                          </a:solidFill>
                        </a:rPr>
                        <a:t>5</a:t>
                      </a:r>
                      <a:r>
                        <a:rPr lang="en-GB" sz="1200" dirty="0">
                          <a:solidFill>
                            <a:prstClr val="black"/>
                          </a:solidFill>
                        </a:rPr>
                        <a:t> ÷ 2</a:t>
                      </a:r>
                      <a:r>
                        <a:rPr lang="en-GB" sz="1200" baseline="30000" dirty="0">
                          <a:solidFill>
                            <a:prstClr val="black"/>
                          </a:solidFill>
                        </a:rPr>
                        <a:t>-3</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dirty="0"/>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6735652"/>
                  </a:ext>
                </a:extLst>
              </a:tr>
              <a:tr h="945917">
                <a:tc>
                  <a:txBody>
                    <a:bodyPr/>
                    <a:lstStyle/>
                    <a:p>
                      <a:pPr marL="0" indent="0">
                        <a:lnSpc>
                          <a:spcPct val="150000"/>
                        </a:lnSpc>
                        <a:buFont typeface="+mj-lt"/>
                        <a:buNone/>
                        <a:defRPr/>
                      </a:pPr>
                      <a:r>
                        <a:rPr lang="en-GB" sz="1200" dirty="0"/>
                        <a:t>e) </a:t>
                      </a:r>
                      <a:r>
                        <a:rPr lang="en-US" sz="1200" dirty="0">
                          <a:solidFill>
                            <a:prstClr val="black"/>
                          </a:solidFill>
                          <a:latin typeface="+mn-lt"/>
                        </a:rPr>
                        <a:t>9</a:t>
                      </a:r>
                      <a:r>
                        <a:rPr lang="en-GB" sz="1200" baseline="30000" noProof="0" dirty="0">
                          <a:solidFill>
                            <a:prstClr val="black"/>
                          </a:solidFill>
                        </a:rPr>
                        <a:t>8</a:t>
                      </a:r>
                      <a:r>
                        <a:rPr lang="en-US" sz="1200" noProof="0" dirty="0">
                          <a:solidFill>
                            <a:prstClr val="black"/>
                          </a:solidFill>
                          <a:latin typeface="+mn-lt"/>
                        </a:rPr>
                        <a:t> </a:t>
                      </a:r>
                      <a:r>
                        <a:rPr lang="en-GB" sz="1200" dirty="0">
                          <a:solidFill>
                            <a:prstClr val="black"/>
                          </a:solidFill>
                        </a:rPr>
                        <a:t>÷</a:t>
                      </a:r>
                      <a:r>
                        <a:rPr lang="en-US" sz="1200" noProof="0" dirty="0">
                          <a:solidFill>
                            <a:prstClr val="black"/>
                          </a:solidFill>
                          <a:latin typeface="+mn-lt"/>
                        </a:rPr>
                        <a:t> 9</a:t>
                      </a:r>
                      <a:r>
                        <a:rPr lang="en-GB" sz="1200" baseline="30000" noProof="0" dirty="0">
                          <a:solidFill>
                            <a:prstClr val="black"/>
                          </a:solidFill>
                        </a:rPr>
                        <a:t>-5</a:t>
                      </a:r>
                      <a:endParaRPr lang="en-US" sz="1200" noProof="0" dirty="0">
                        <a:solidFill>
                          <a:prstClr val="black"/>
                        </a:solidFill>
                        <a:latin typeface="+mn-lt"/>
                      </a:endParaRPr>
                    </a:p>
                    <a:p>
                      <a:endParaRPr lang="en-GB" sz="1200" dirty="0"/>
                    </a:p>
                    <a:p>
                      <a:pPr/>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lvl="0" indent="0">
                        <a:lnSpc>
                          <a:spcPct val="150000"/>
                        </a:lnSpc>
                        <a:buFont typeface="+mj-lt"/>
                        <a:buNone/>
                        <a:defRPr/>
                      </a:pPr>
                      <a:r>
                        <a:rPr lang="en-GB" sz="1200" dirty="0"/>
                        <a:t>f) </a:t>
                      </a:r>
                      <a:r>
                        <a:rPr kumimoji="0" lang="en-US" sz="1200" b="0" i="0" u="none" strike="noStrike" kern="1200" cap="none" spc="0" normalizeH="0" dirty="0">
                          <a:ln>
                            <a:noFill/>
                          </a:ln>
                          <a:solidFill>
                            <a:prstClr val="black"/>
                          </a:solidFill>
                          <a:effectLst/>
                          <a:uLnTx/>
                          <a:uFillTx/>
                          <a:latin typeface="+mn-lt"/>
                        </a:rPr>
                        <a:t>5</a:t>
                      </a:r>
                      <a:r>
                        <a:rPr lang="en-GB" sz="1200" baseline="30000" dirty="0">
                          <a:solidFill>
                            <a:prstClr val="black"/>
                          </a:solidFill>
                        </a:rPr>
                        <a:t>3</a:t>
                      </a:r>
                      <a:r>
                        <a:rPr kumimoji="0" lang="en-US" sz="1200" b="0" i="0" u="none" strike="noStrike" kern="1200" cap="none" spc="0" normalizeH="0" dirty="0">
                          <a:ln>
                            <a:noFill/>
                          </a:ln>
                          <a:solidFill>
                            <a:prstClr val="black"/>
                          </a:solidFill>
                          <a:effectLst/>
                          <a:uLnTx/>
                          <a:uFillTx/>
                          <a:latin typeface="+mn-lt"/>
                        </a:rPr>
                        <a:t> </a:t>
                      </a:r>
                      <a:r>
                        <a:rPr lang="en-GB" sz="1200" dirty="0">
                          <a:solidFill>
                            <a:prstClr val="black"/>
                          </a:solidFill>
                        </a:rPr>
                        <a:t>÷</a:t>
                      </a:r>
                      <a:r>
                        <a:rPr kumimoji="0" lang="en-US" sz="1200" b="0" i="0" u="none" strike="noStrike" kern="1200" cap="none" spc="0" normalizeH="0" dirty="0">
                          <a:ln>
                            <a:noFill/>
                          </a:ln>
                          <a:solidFill>
                            <a:prstClr val="black"/>
                          </a:solidFill>
                          <a:effectLst/>
                          <a:uLnTx/>
                          <a:uFillTx/>
                          <a:latin typeface="+mn-lt"/>
                        </a:rPr>
                        <a:t> 5</a:t>
                      </a:r>
                      <a:r>
                        <a:rPr lang="en-GB" sz="1200" baseline="30000" dirty="0">
                          <a:solidFill>
                            <a:prstClr val="black"/>
                          </a:solidFill>
                        </a:rPr>
                        <a:t>-4</a:t>
                      </a:r>
                      <a:endParaRPr kumimoji="0" lang="en-US" sz="1200" b="0" i="0" u="none" strike="noStrike" kern="1200" cap="none" spc="0" normalizeH="0" dirty="0">
                        <a:ln>
                          <a:noFill/>
                        </a:ln>
                        <a:solidFill>
                          <a:prstClr val="black"/>
                        </a:solidFill>
                        <a:effectLst/>
                        <a:uLnTx/>
                        <a:uFillTx/>
                        <a:latin typeface="+mn-lt"/>
                      </a:endParaRPr>
                    </a:p>
                    <a:p>
                      <a:endParaRPr lang="en-GB" sz="1200" dirty="0"/>
                    </a:p>
                    <a:p>
                      <a:pPr/>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lvl="0" indent="0">
                        <a:lnSpc>
                          <a:spcPct val="150000"/>
                        </a:lnSpc>
                        <a:buFont typeface="+mj-lt"/>
                        <a:buNone/>
                        <a:defRPr/>
                      </a:pPr>
                      <a:r>
                        <a:rPr lang="en-GB" sz="1200" dirty="0"/>
                        <a:t>g) </a:t>
                      </a:r>
                      <a:r>
                        <a:rPr lang="en-US" sz="1200" dirty="0">
                          <a:solidFill>
                            <a:prstClr val="black"/>
                          </a:solidFill>
                          <a:latin typeface="+mn-lt"/>
                        </a:rPr>
                        <a:t>1</a:t>
                      </a:r>
                      <a:r>
                        <a:rPr lang="en-GB" sz="1200" baseline="30000" dirty="0">
                          <a:solidFill>
                            <a:prstClr val="black"/>
                          </a:solidFill>
                        </a:rPr>
                        <a:t>2</a:t>
                      </a:r>
                      <a:r>
                        <a:rPr lang="en-US" sz="1200" dirty="0">
                          <a:solidFill>
                            <a:prstClr val="black"/>
                          </a:solidFill>
                          <a:latin typeface="+mn-lt"/>
                        </a:rPr>
                        <a:t> </a:t>
                      </a:r>
                      <a:r>
                        <a:rPr lang="en-GB" sz="1200" dirty="0">
                          <a:solidFill>
                            <a:prstClr val="black"/>
                          </a:solidFill>
                        </a:rPr>
                        <a:t>÷</a:t>
                      </a:r>
                      <a:r>
                        <a:rPr lang="en-US" sz="1200" dirty="0">
                          <a:solidFill>
                            <a:prstClr val="black"/>
                          </a:solidFill>
                          <a:latin typeface="+mn-lt"/>
                        </a:rPr>
                        <a:t> 1</a:t>
                      </a:r>
                      <a:r>
                        <a:rPr lang="en-GB" sz="1200" baseline="30000" dirty="0">
                          <a:solidFill>
                            <a:prstClr val="black"/>
                          </a:solidFill>
                        </a:rPr>
                        <a:t>-5</a:t>
                      </a:r>
                    </a:p>
                    <a:p>
                      <a:endParaRPr lang="en-GB" sz="1200" dirty="0"/>
                    </a:p>
                    <a:p>
                      <a:pPr/>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50000"/>
                        </a:lnSpc>
                        <a:spcBef>
                          <a:spcPts val="0"/>
                        </a:spcBef>
                        <a:spcAft>
                          <a:spcPts val="0"/>
                        </a:spcAft>
                        <a:buClrTx/>
                        <a:buSzTx/>
                        <a:buFont typeface="+mj-lt"/>
                        <a:buNone/>
                        <a:tabLst/>
                        <a:defRPr/>
                      </a:pPr>
                      <a:r>
                        <a:rPr lang="en-GB" sz="1200" dirty="0"/>
                        <a:t>h) </a:t>
                      </a:r>
                      <a:r>
                        <a:rPr lang="en-GB" sz="1200" dirty="0">
                          <a:solidFill>
                            <a:prstClr val="black"/>
                          </a:solidFill>
                        </a:rPr>
                        <a:t>6</a:t>
                      </a:r>
                      <a:r>
                        <a:rPr lang="en-GB" sz="1200" baseline="30000" dirty="0">
                          <a:solidFill>
                            <a:prstClr val="black"/>
                          </a:solidFill>
                        </a:rPr>
                        <a:t>6</a:t>
                      </a:r>
                      <a:r>
                        <a:rPr lang="en-GB" sz="1200" dirty="0">
                          <a:solidFill>
                            <a:prstClr val="black"/>
                          </a:solidFill>
                        </a:rPr>
                        <a:t> ÷ 6</a:t>
                      </a:r>
                      <a:r>
                        <a:rPr lang="en-GB" sz="1200" baseline="30000" dirty="0">
                          <a:solidFill>
                            <a:prstClr val="black"/>
                          </a:solidFill>
                        </a:rPr>
                        <a:t>-9</a:t>
                      </a:r>
                      <a:endParaRPr lang="en-US" sz="1200" baseline="30000" dirty="0">
                        <a:solidFill>
                          <a:srgbClr val="000000"/>
                        </a:solidFill>
                      </a:endParaRPr>
                    </a:p>
                    <a:p>
                      <a:pPr marL="0" marR="0" lvl="0" indent="0" algn="l" defTabSz="685800" rtl="0" eaLnBrk="1" fontAlgn="auto" latinLnBrk="0" hangingPunct="1">
                        <a:lnSpc>
                          <a:spcPct val="150000"/>
                        </a:lnSpc>
                        <a:spcBef>
                          <a:spcPts val="0"/>
                        </a:spcBef>
                        <a:spcAft>
                          <a:spcPts val="0"/>
                        </a:spcAft>
                        <a:buClrTx/>
                        <a:buSzTx/>
                        <a:buFont typeface="+mj-lt"/>
                        <a:buNone/>
                        <a:tabLst/>
                        <a:defRPr/>
                      </a:pPr>
                      <a:endParaRPr lang="en-GB" sz="1200" baseline="30000" dirty="0">
                        <a:solidFill>
                          <a:prstClr val="black"/>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38828580"/>
                  </a:ext>
                </a:extLst>
              </a:tr>
              <a:tr h="945917">
                <a:tc>
                  <a:txBody>
                    <a:bodyPr/>
                    <a:lstStyle/>
                    <a:p>
                      <a:pPr marL="0" lvl="0" indent="0">
                        <a:lnSpc>
                          <a:spcPct val="150000"/>
                        </a:lnSpc>
                        <a:buFont typeface="+mj-lt"/>
                        <a:buNone/>
                        <a:defRPr/>
                      </a:pPr>
                      <a:r>
                        <a:rPr lang="en-GB" sz="1200" dirty="0"/>
                        <a:t>i) </a:t>
                      </a:r>
                      <a:r>
                        <a:rPr lang="en-GB" sz="1200" dirty="0">
                          <a:solidFill>
                            <a:prstClr val="black"/>
                          </a:solidFill>
                        </a:rPr>
                        <a:t>6 ÷ 6</a:t>
                      </a:r>
                      <a:r>
                        <a:rPr lang="en-GB" sz="1200" baseline="30000" dirty="0">
                          <a:solidFill>
                            <a:prstClr val="black"/>
                          </a:solidFill>
                        </a:rPr>
                        <a:t>-4</a:t>
                      </a:r>
                      <a:endParaRPr lang="en-GB" sz="1200" dirty="0">
                        <a:solidFill>
                          <a:prstClr val="black"/>
                        </a:solidFill>
                      </a:endParaRPr>
                    </a:p>
                    <a:p>
                      <a:endParaRPr lang="en-GB" sz="1200" dirty="0"/>
                    </a:p>
                    <a:p>
                      <a:pPr/>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lvl="0" indent="0">
                        <a:lnSpc>
                          <a:spcPct val="150000"/>
                        </a:lnSpc>
                        <a:buFont typeface="+mj-lt"/>
                        <a:buNone/>
                        <a:defRPr/>
                      </a:pPr>
                      <a:r>
                        <a:rPr lang="en-GB" sz="1200" dirty="0"/>
                        <a:t>j) </a:t>
                      </a:r>
                      <a:r>
                        <a:rPr lang="en-GB" sz="1200" dirty="0">
                          <a:solidFill>
                            <a:prstClr val="black"/>
                          </a:solidFill>
                        </a:rPr>
                        <a:t>8</a:t>
                      </a:r>
                      <a:r>
                        <a:rPr lang="en-GB" sz="1200" baseline="30000" dirty="0">
                          <a:solidFill>
                            <a:prstClr val="black"/>
                          </a:solidFill>
                        </a:rPr>
                        <a:t>-2</a:t>
                      </a:r>
                      <a:r>
                        <a:rPr lang="en-GB" sz="1200" dirty="0">
                          <a:solidFill>
                            <a:prstClr val="black"/>
                          </a:solidFill>
                        </a:rPr>
                        <a:t> ÷ 8</a:t>
                      </a:r>
                      <a:r>
                        <a:rPr lang="en-GB" sz="1200" baseline="30000" dirty="0">
                          <a:solidFill>
                            <a:prstClr val="black"/>
                          </a:solidFill>
                        </a:rPr>
                        <a:t>3</a:t>
                      </a:r>
                      <a:endParaRPr lang="en-GB" sz="1200" dirty="0">
                        <a:solidFill>
                          <a:prstClr val="black"/>
                        </a:solidFill>
                      </a:endParaRPr>
                    </a:p>
                    <a:p>
                      <a:endParaRPr lang="en-GB" sz="1200" dirty="0"/>
                    </a:p>
                    <a:p>
                      <a:pPr algn="ctr"/>
                      <a:endParaRPr lang="en-GB" sz="1800" b="1" i="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lvl="0" indent="0">
                        <a:lnSpc>
                          <a:spcPct val="150000"/>
                        </a:lnSpc>
                        <a:buFont typeface="+mj-lt"/>
                        <a:buNone/>
                        <a:defRPr/>
                      </a:pPr>
                      <a:r>
                        <a:rPr lang="en-GB" sz="1200" dirty="0"/>
                        <a:t>k) </a:t>
                      </a:r>
                      <a:r>
                        <a:rPr lang="en-GB" sz="1200" dirty="0">
                          <a:solidFill>
                            <a:prstClr val="black"/>
                          </a:solidFill>
                        </a:rPr>
                        <a:t>8</a:t>
                      </a:r>
                      <a:r>
                        <a:rPr lang="en-GB" sz="1200" baseline="30000" dirty="0">
                          <a:solidFill>
                            <a:prstClr val="black"/>
                          </a:solidFill>
                        </a:rPr>
                        <a:t>-4</a:t>
                      </a:r>
                      <a:r>
                        <a:rPr lang="en-GB" sz="1200" dirty="0">
                          <a:solidFill>
                            <a:prstClr val="black"/>
                          </a:solidFill>
                        </a:rPr>
                        <a:t> ÷ 8</a:t>
                      </a:r>
                      <a:r>
                        <a:rPr lang="en-GB" sz="1200" baseline="30000" dirty="0">
                          <a:solidFill>
                            <a:prstClr val="black"/>
                          </a:solidFill>
                        </a:rPr>
                        <a:t>6</a:t>
                      </a:r>
                    </a:p>
                    <a:p>
                      <a:endParaRPr lang="en-GB" sz="1200" dirty="0"/>
                    </a:p>
                    <a:p>
                      <a:pPr/>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l) </a:t>
                      </a:r>
                      <a:r>
                        <a:rPr lang="en-US" sz="1200" dirty="0">
                          <a:solidFill>
                            <a:prstClr val="black"/>
                          </a:solidFill>
                        </a:rPr>
                        <a:t>2</a:t>
                      </a:r>
                      <a:r>
                        <a:rPr lang="en-GB" sz="1200" baseline="30000" dirty="0">
                          <a:solidFill>
                            <a:prstClr val="black"/>
                          </a:solidFill>
                        </a:rPr>
                        <a:t>-3</a:t>
                      </a:r>
                      <a:r>
                        <a:rPr lang="en-US" sz="1200" dirty="0">
                          <a:solidFill>
                            <a:prstClr val="black"/>
                          </a:solidFill>
                        </a:rPr>
                        <a:t> </a:t>
                      </a:r>
                      <a:r>
                        <a:rPr lang="en-GB" sz="1200" dirty="0">
                          <a:solidFill>
                            <a:prstClr val="black"/>
                          </a:solidFill>
                        </a:rPr>
                        <a:t>÷</a:t>
                      </a:r>
                      <a:r>
                        <a:rPr lang="en-US" sz="1200" dirty="0">
                          <a:solidFill>
                            <a:prstClr val="black"/>
                          </a:solidFill>
                        </a:rPr>
                        <a:t> 2</a:t>
                      </a:r>
                      <a:r>
                        <a:rPr lang="en-GB" sz="1200" baseline="30000" dirty="0">
                          <a:solidFill>
                            <a:prstClr val="black"/>
                          </a:solidFill>
                        </a:rPr>
                        <a:t>10</a:t>
                      </a:r>
                      <a:endParaRPr lang="en-GB" sz="1200" dirty="0"/>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dirty="0"/>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69757657"/>
                  </a:ext>
                </a:extLst>
              </a:tr>
            </a:tbl>
          </a:graphicData>
        </a:graphic>
      </p:graphicFrame>
      <p:sp>
        <p:nvSpPr>
          <p:cNvPr id="11" name="Slide Number Placeholder 10">
            <a:extLst>
              <a:ext uri="{FF2B5EF4-FFF2-40B4-BE49-F238E27FC236}">
                <a16:creationId xmlns:a16="http://schemas.microsoft.com/office/drawing/2014/main" id="{EFD0F694-3624-F72C-87BB-4B80C52BA31E}"/>
              </a:ext>
            </a:extLst>
          </p:cNvPr>
          <p:cNvSpPr>
            <a:spLocks noGrp="1"/>
          </p:cNvSpPr>
          <p:nvPr>
            <p:ph type="sldNum" sz="quarter" idx="12"/>
          </p:nvPr>
        </p:nvSpPr>
        <p:spPr/>
        <p:txBody>
          <a:bodyPr/>
          <a:lstStyle/>
          <a:p>
            <a:fld id="{DFE403A4-BF53-4A18-A219-2FCD9C5F3F46}" type="slidenum">
              <a:rPr lang="en-GB" smtClean="0"/>
              <a:t>55</a:t>
            </a:fld>
            <a:endParaRPr lang="en-GB"/>
          </a:p>
        </p:txBody>
      </p:sp>
    </p:spTree>
    <p:extLst>
      <p:ext uri="{BB962C8B-B14F-4D97-AF65-F5344CB8AC3E}">
        <p14:creationId xmlns:p14="http://schemas.microsoft.com/office/powerpoint/2010/main" val="271842291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5">
            <a:extLst>
              <a:ext uri="{FF2B5EF4-FFF2-40B4-BE49-F238E27FC236}">
                <a16:creationId xmlns:a16="http://schemas.microsoft.com/office/drawing/2014/main" id="{D08B79FF-1FD3-5567-1127-8EC8A9C8AB3E}"/>
              </a:ext>
            </a:extLst>
          </p:cNvPr>
          <p:cNvGraphicFramePr>
            <a:graphicFrameLocks noGrp="1"/>
          </p:cNvGraphicFramePr>
          <p:nvPr/>
        </p:nvGraphicFramePr>
        <p:xfrm>
          <a:off x="102428" y="5513024"/>
          <a:ext cx="6659217" cy="4195776"/>
        </p:xfrm>
        <a:graphic>
          <a:graphicData uri="http://schemas.openxmlformats.org/drawingml/2006/table">
            <a:tbl>
              <a:tblPr>
                <a:tableStyleId>{5C22544A-7EE6-4342-B048-85BDC9FD1C3A}</a:tableStyleId>
              </a:tblPr>
              <a:tblGrid>
                <a:gridCol w="2219739">
                  <a:extLst>
                    <a:ext uri="{9D8B030D-6E8A-4147-A177-3AD203B41FA5}">
                      <a16:colId xmlns:a16="http://schemas.microsoft.com/office/drawing/2014/main" val="3637822256"/>
                    </a:ext>
                  </a:extLst>
                </a:gridCol>
                <a:gridCol w="2219739">
                  <a:extLst>
                    <a:ext uri="{9D8B030D-6E8A-4147-A177-3AD203B41FA5}">
                      <a16:colId xmlns:a16="http://schemas.microsoft.com/office/drawing/2014/main" val="2264685559"/>
                    </a:ext>
                  </a:extLst>
                </a:gridCol>
                <a:gridCol w="2219739">
                  <a:extLst>
                    <a:ext uri="{9D8B030D-6E8A-4147-A177-3AD203B41FA5}">
                      <a16:colId xmlns:a16="http://schemas.microsoft.com/office/drawing/2014/main" val="664933991"/>
                    </a:ext>
                  </a:extLst>
                </a:gridCol>
              </a:tblGrid>
              <a:tr h="1398592">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dirty="0"/>
                        <a:t> </a:t>
                      </a:r>
                    </a:p>
                    <a:p>
                      <a:endParaRPr lang="en-GB" dirty="0"/>
                    </a:p>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0909600"/>
                  </a:ext>
                </a:extLst>
              </a:tr>
              <a:tr h="1398592">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2943341"/>
                  </a:ext>
                </a:extLst>
              </a:tr>
              <a:tr h="1398592">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29629604"/>
                  </a:ext>
                </a:extLst>
              </a:tr>
            </a:tbl>
          </a:graphicData>
        </a:graphic>
      </p:graphicFrame>
      <p:sp>
        <p:nvSpPr>
          <p:cNvPr id="32" name="TextBox 31">
            <a:extLst>
              <a:ext uri="{FF2B5EF4-FFF2-40B4-BE49-F238E27FC236}">
                <a16:creationId xmlns:a16="http://schemas.microsoft.com/office/drawing/2014/main" id="{244A782A-DC95-3049-82B4-7824915E73C9}"/>
              </a:ext>
            </a:extLst>
          </p:cNvPr>
          <p:cNvSpPr txBox="1"/>
          <p:nvPr/>
        </p:nvSpPr>
        <p:spPr>
          <a:xfrm>
            <a:off x="374784" y="97536"/>
            <a:ext cx="911596"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a:solidFill>
                  <a:prstClr val="black"/>
                </a:solidFill>
                <a:latin typeface="Calibri" panose="020F0502020204030204"/>
              </a:rPr>
              <a:t>15. </a:t>
            </a:r>
            <a:r>
              <a:rPr kumimoji="0" lang="en-GB" sz="1200" i="0" u="none" strike="noStrike" kern="1200" cap="none" spc="0" normalizeH="0" baseline="0" noProof="0">
                <a:ln>
                  <a:noFill/>
                </a:ln>
                <a:solidFill>
                  <a:prstClr val="black"/>
                </a:solidFill>
                <a:effectLst/>
                <a:uLnTx/>
                <a:uFillTx/>
                <a:latin typeface="Calibri" panose="020F0502020204030204"/>
              </a:rPr>
              <a:t>Simplify</a:t>
            </a:r>
          </a:p>
        </p:txBody>
      </p:sp>
      <p:sp>
        <p:nvSpPr>
          <p:cNvPr id="18" name="TextBox 17">
            <a:extLst>
              <a:ext uri="{FF2B5EF4-FFF2-40B4-BE49-F238E27FC236}">
                <a16:creationId xmlns:a16="http://schemas.microsoft.com/office/drawing/2014/main" id="{88BE26D3-BD12-8F4B-9608-3EB6530361A1}"/>
              </a:ext>
            </a:extLst>
          </p:cNvPr>
          <p:cNvSpPr txBox="1"/>
          <p:nvPr/>
        </p:nvSpPr>
        <p:spPr>
          <a:xfrm>
            <a:off x="1724857" y="2388289"/>
            <a:ext cx="1387046" cy="276999"/>
          </a:xfrm>
          <a:prstGeom prst="rect">
            <a:avLst/>
          </a:prstGeom>
          <a:noFill/>
          <a:ln>
            <a:noFill/>
          </a:ln>
        </p:spPr>
        <p:txBody>
          <a:bodyPr wrap="none" rtlCol="0">
            <a:spAutoFit/>
          </a:bodyPr>
          <a:lstStyle/>
          <a:p>
            <a:r>
              <a:rPr lang="en-GB" sz="1200" b="1" i="1">
                <a:solidFill>
                  <a:srgbClr val="FF0000"/>
                </a:solidFill>
              </a:rPr>
              <a:t>Example 37 - I do…</a:t>
            </a:r>
          </a:p>
        </p:txBody>
      </p:sp>
      <p:sp>
        <p:nvSpPr>
          <p:cNvPr id="19" name="TextBox 18">
            <a:extLst>
              <a:ext uri="{FF2B5EF4-FFF2-40B4-BE49-F238E27FC236}">
                <a16:creationId xmlns:a16="http://schemas.microsoft.com/office/drawing/2014/main" id="{12910BCB-308B-9841-AF03-2F9D2E6E678C}"/>
              </a:ext>
            </a:extLst>
          </p:cNvPr>
          <p:cNvSpPr txBox="1"/>
          <p:nvPr/>
        </p:nvSpPr>
        <p:spPr>
          <a:xfrm>
            <a:off x="3244442" y="2383348"/>
            <a:ext cx="1584793" cy="276999"/>
          </a:xfrm>
          <a:prstGeom prst="rect">
            <a:avLst/>
          </a:prstGeom>
          <a:noFill/>
          <a:ln>
            <a:noFill/>
          </a:ln>
        </p:spPr>
        <p:txBody>
          <a:bodyPr wrap="none" rtlCol="0">
            <a:spAutoFit/>
          </a:bodyPr>
          <a:lstStyle/>
          <a:p>
            <a:r>
              <a:rPr lang="en-GB" sz="1200" b="1" i="1">
                <a:solidFill>
                  <a:schemeClr val="accent2"/>
                </a:solidFill>
              </a:rPr>
              <a:t>Example 38 – We do…</a:t>
            </a:r>
          </a:p>
        </p:txBody>
      </p:sp>
      <p:sp>
        <p:nvSpPr>
          <p:cNvPr id="20" name="TextBox 19">
            <a:extLst>
              <a:ext uri="{FF2B5EF4-FFF2-40B4-BE49-F238E27FC236}">
                <a16:creationId xmlns:a16="http://schemas.microsoft.com/office/drawing/2014/main" id="{12910BCB-308B-9841-AF03-2F9D2E6E678C}"/>
              </a:ext>
            </a:extLst>
          </p:cNvPr>
          <p:cNvSpPr txBox="1"/>
          <p:nvPr/>
        </p:nvSpPr>
        <p:spPr>
          <a:xfrm>
            <a:off x="5130682" y="2383347"/>
            <a:ext cx="1607812" cy="276999"/>
          </a:xfrm>
          <a:prstGeom prst="rect">
            <a:avLst/>
          </a:prstGeom>
          <a:noFill/>
          <a:ln>
            <a:noFill/>
          </a:ln>
        </p:spPr>
        <p:txBody>
          <a:bodyPr wrap="none" rtlCol="0">
            <a:spAutoFit/>
          </a:bodyPr>
          <a:lstStyle/>
          <a:p>
            <a:r>
              <a:rPr lang="en-GB" sz="1200" b="1" i="1">
                <a:solidFill>
                  <a:srgbClr val="00B050"/>
                </a:solidFill>
              </a:rPr>
              <a:t>Example 39 – You do…</a:t>
            </a:r>
          </a:p>
        </p:txBody>
      </p:sp>
      <mc:AlternateContent xmlns:mc="http://schemas.openxmlformats.org/markup-compatibility/2006" xmlns:a14="http://schemas.microsoft.com/office/drawing/2010/main">
        <mc:Choice Requires="a14">
          <p:graphicFrame>
            <p:nvGraphicFramePr>
              <p:cNvPr id="21" name="Table 20"/>
              <p:cNvGraphicFramePr>
                <a:graphicFrameLocks noGrp="1"/>
              </p:cNvGraphicFramePr>
              <p:nvPr/>
            </p:nvGraphicFramePr>
            <p:xfrm>
              <a:off x="102428" y="2704171"/>
              <a:ext cx="6659217" cy="2365669"/>
            </p:xfrm>
            <a:graphic>
              <a:graphicData uri="http://schemas.openxmlformats.org/drawingml/2006/table">
                <a:tbl>
                  <a:tblPr firstRow="1" bandRow="1">
                    <a:tableStyleId>{5C22544A-7EE6-4342-B048-85BDC9FD1C3A}</a:tableStyleId>
                  </a:tblPr>
                  <a:tblGrid>
                    <a:gridCol w="1507399">
                      <a:extLst>
                        <a:ext uri="{9D8B030D-6E8A-4147-A177-3AD203B41FA5}">
                          <a16:colId xmlns:a16="http://schemas.microsoft.com/office/drawing/2014/main" val="3124559182"/>
                        </a:ext>
                      </a:extLst>
                    </a:gridCol>
                    <a:gridCol w="1709990">
                      <a:extLst>
                        <a:ext uri="{9D8B030D-6E8A-4147-A177-3AD203B41FA5}">
                          <a16:colId xmlns:a16="http://schemas.microsoft.com/office/drawing/2014/main" val="1668930051"/>
                        </a:ext>
                      </a:extLst>
                    </a:gridCol>
                    <a:gridCol w="1777024">
                      <a:extLst>
                        <a:ext uri="{9D8B030D-6E8A-4147-A177-3AD203B41FA5}">
                          <a16:colId xmlns:a16="http://schemas.microsoft.com/office/drawing/2014/main" val="2873958374"/>
                        </a:ext>
                      </a:extLst>
                    </a:gridCol>
                    <a:gridCol w="1664804">
                      <a:extLst>
                        <a:ext uri="{9D8B030D-6E8A-4147-A177-3AD203B41FA5}">
                          <a16:colId xmlns:a16="http://schemas.microsoft.com/office/drawing/2014/main" val="2414775215"/>
                        </a:ext>
                      </a:extLst>
                    </a:gridCol>
                  </a:tblGrid>
                  <a:tr h="284861">
                    <a:tc>
                      <a:txBody>
                        <a:bodyPr/>
                        <a:lstStyle/>
                        <a:p>
                          <a:pPr algn="ctr"/>
                          <a:r>
                            <a:rPr lang="en-US" sz="1200" b="1" kern="1200">
                              <a:solidFill>
                                <a:schemeClr val="tx1"/>
                              </a:solidFill>
                              <a:latin typeface="+mn-lt"/>
                              <a:ea typeface="+mn-ea"/>
                              <a:cs typeface="+mn-cs"/>
                            </a:rPr>
                            <a:t>Steps</a:t>
                          </a:r>
                          <a:endParaRPr lang="en-GB" sz="1200" b="1" kern="120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GB" sz="1200">
                              <a:solidFill>
                                <a:schemeClr val="tx1"/>
                              </a:solidFill>
                            </a:rPr>
                            <a:t>Simplify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47329628"/>
                      </a:ext>
                    </a:extLst>
                  </a:tr>
                  <a:tr h="558877">
                    <a:tc>
                      <a:txBody>
                        <a:bodyPr/>
                        <a:lstStyle/>
                        <a:p>
                          <a:r>
                            <a:rPr lang="en-US" sz="1200">
                              <a:solidFill>
                                <a:schemeClr val="tx1"/>
                              </a:solidFill>
                            </a:rPr>
                            <a:t>Divide the coefficients.</a:t>
                          </a:r>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algn="ctr"/>
                          <a14:m>
                            <m:oMathPara xmlns:m="http://schemas.openxmlformats.org/officeDocument/2006/math">
                              <m:oMathParaPr>
                                <m:jc m:val="centerGroup"/>
                              </m:oMathParaPr>
                              <m:oMath xmlns:m="http://schemas.openxmlformats.org/officeDocument/2006/math">
                                <m:r>
                                  <a:rPr lang="en-US" sz="1200" b="0" i="1" baseline="0" smtClean="0">
                                    <a:solidFill>
                                      <a:schemeClr val="tx1"/>
                                    </a:solidFill>
                                    <a:latin typeface="Cambria Math" panose="02040503050406030204" pitchFamily="18" charset="0"/>
                                  </a:rPr>
                                  <m:t>2</m:t>
                                </m:r>
                                <m:sSup>
                                  <m:sSupPr>
                                    <m:ctrlPr>
                                      <a:rPr lang="en-US" sz="1200" b="0" i="1" baseline="0" smtClean="0">
                                        <a:solidFill>
                                          <a:schemeClr val="tx1"/>
                                        </a:solidFill>
                                        <a:latin typeface="Cambria Math" panose="02040503050406030204" pitchFamily="18" charset="0"/>
                                      </a:rPr>
                                    </m:ctrlPr>
                                  </m:sSupPr>
                                  <m:e>
                                    <m:r>
                                      <a:rPr lang="en-US" sz="1200" b="0" i="1" baseline="0" smtClean="0">
                                        <a:solidFill>
                                          <a:schemeClr val="tx1"/>
                                        </a:solidFill>
                                        <a:latin typeface="Cambria Math" panose="02040503050406030204" pitchFamily="18" charset="0"/>
                                      </a:rPr>
                                      <m:t>𝑥</m:t>
                                    </m:r>
                                  </m:e>
                                  <m:sup>
                                    <m:r>
                                      <a:rPr lang="en-US" sz="1200" b="0" i="1" baseline="0" smtClean="0">
                                        <a:solidFill>
                                          <a:schemeClr val="tx1"/>
                                        </a:solidFill>
                                        <a:latin typeface="Cambria Math" panose="02040503050406030204" pitchFamily="18" charset="0"/>
                                      </a:rPr>
                                      <m:t>5</m:t>
                                    </m:r>
                                  </m:sup>
                                </m:sSup>
                                <m:r>
                                  <m:rPr>
                                    <m:nor/>
                                  </m:rPr>
                                  <a:rPr lang="en-US" sz="1200" b="0" i="0" baseline="0" smtClean="0">
                                    <a:solidFill>
                                      <a:schemeClr val="tx1"/>
                                    </a:solidFill>
                                    <a:latin typeface="Cambria Math" panose="02040503050406030204" pitchFamily="18" charset="0"/>
                                  </a:rPr>
                                  <m:t> </m:t>
                                </m:r>
                                <m:r>
                                  <m:rPr>
                                    <m:nor/>
                                  </m:rPr>
                                  <a:rPr lang="en-GB" sz="1200" b="0" dirty="0" smtClean="0">
                                    <a:solidFill>
                                      <a:prstClr val="black"/>
                                    </a:solidFill>
                                  </a:rPr>
                                  <m:t>÷</m:t>
                                </m:r>
                                <m:r>
                                  <a:rPr lang="en-US" sz="1200" b="0" i="1" dirty="0" smtClean="0">
                                    <a:solidFill>
                                      <a:prstClr val="black"/>
                                    </a:solidFill>
                                    <a:latin typeface="Cambria Math" panose="02040503050406030204" pitchFamily="18" charset="0"/>
                                  </a:rPr>
                                  <m:t> </m:t>
                                </m:r>
                                <m:sSup>
                                  <m:sSupPr>
                                    <m:ctrlPr>
                                      <a:rPr lang="en-US" sz="1200" b="0" i="1" baseline="0" smtClean="0">
                                        <a:solidFill>
                                          <a:schemeClr val="tx1"/>
                                        </a:solidFill>
                                        <a:latin typeface="Cambria Math" panose="02040503050406030204" pitchFamily="18" charset="0"/>
                                        <a:ea typeface="Cambria Math" panose="02040503050406030204" pitchFamily="18" charset="0"/>
                                      </a:rPr>
                                    </m:ctrlPr>
                                  </m:sSupPr>
                                  <m:e>
                                    <m:r>
                                      <a:rPr lang="en-US" sz="1200" b="0" i="1" baseline="0" smtClean="0">
                                        <a:solidFill>
                                          <a:schemeClr val="tx1"/>
                                        </a:solidFill>
                                        <a:latin typeface="Cambria Math" panose="02040503050406030204" pitchFamily="18" charset="0"/>
                                        <a:ea typeface="Cambria Math" panose="02040503050406030204" pitchFamily="18" charset="0"/>
                                      </a:rPr>
                                      <m:t>𝑥</m:t>
                                    </m:r>
                                  </m:e>
                                  <m:sup>
                                    <m:r>
                                      <a:rPr lang="en-US" sz="1200" b="0" i="1" baseline="0" smtClean="0">
                                        <a:solidFill>
                                          <a:schemeClr val="tx1"/>
                                        </a:solidFill>
                                        <a:latin typeface="Cambria Math" panose="02040503050406030204" pitchFamily="18" charset="0"/>
                                        <a:ea typeface="Cambria Math" panose="02040503050406030204" pitchFamily="18" charset="0"/>
                                      </a:rPr>
                                      <m:t>2</m:t>
                                    </m:r>
                                  </m:sup>
                                </m:sSup>
                              </m:oMath>
                            </m:oMathPara>
                          </a14:m>
                          <a:endParaRPr lang="en-GB"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algn="ctr"/>
                          <a:r>
                            <a:rPr lang="en-US" sz="1200" b="0" baseline="0">
                              <a:solidFill>
                                <a:schemeClr val="tx1"/>
                              </a:solidFill>
                            </a:rPr>
                            <a:t>8</a:t>
                          </a:r>
                          <a14:m>
                            <m:oMath xmlns:m="http://schemas.openxmlformats.org/officeDocument/2006/math">
                              <m:sSup>
                                <m:sSupPr>
                                  <m:ctrlPr>
                                    <a:rPr lang="en-US" sz="1200" b="0" i="1" baseline="0" smtClean="0">
                                      <a:solidFill>
                                        <a:schemeClr val="tx1"/>
                                      </a:solidFill>
                                      <a:latin typeface="Cambria Math" panose="02040503050406030204" pitchFamily="18" charset="0"/>
                                    </a:rPr>
                                  </m:ctrlPr>
                                </m:sSupPr>
                                <m:e>
                                  <m:r>
                                    <a:rPr lang="en-US" sz="1200" b="0" i="1" baseline="0" smtClean="0">
                                      <a:solidFill>
                                        <a:schemeClr val="tx1"/>
                                      </a:solidFill>
                                      <a:latin typeface="Cambria Math" panose="02040503050406030204" pitchFamily="18" charset="0"/>
                                    </a:rPr>
                                    <m:t>𝑥</m:t>
                                  </m:r>
                                </m:e>
                                <m:sup>
                                  <m:r>
                                    <a:rPr lang="en-US" sz="1200" b="0" i="1" baseline="0" smtClean="0">
                                      <a:solidFill>
                                        <a:schemeClr val="tx1"/>
                                      </a:solidFill>
                                      <a:latin typeface="Cambria Math" panose="02040503050406030204" pitchFamily="18" charset="0"/>
                                    </a:rPr>
                                    <m:t>7 </m:t>
                                  </m:r>
                                </m:sup>
                              </m:sSup>
                              <m:r>
                                <m:rPr>
                                  <m:nor/>
                                </m:rPr>
                                <a:rPr lang="en-GB" sz="1200" b="0" dirty="0" smtClean="0">
                                  <a:solidFill>
                                    <a:prstClr val="black"/>
                                  </a:solidFill>
                                </a:rPr>
                                <m:t>÷</m:t>
                              </m:r>
                              <m:r>
                                <a:rPr lang="en-US" sz="1200" b="0" i="1" dirty="0" smtClean="0">
                                  <a:solidFill>
                                    <a:prstClr val="black"/>
                                  </a:solidFill>
                                  <a:latin typeface="Cambria Math" panose="02040503050406030204" pitchFamily="18" charset="0"/>
                                </a:rPr>
                                <m:t> </m:t>
                              </m:r>
                              <m:sSup>
                                <m:sSupPr>
                                  <m:ctrlPr>
                                    <a:rPr lang="en-US" sz="1200" b="0" i="1" baseline="0" smtClean="0">
                                      <a:solidFill>
                                        <a:schemeClr val="tx1"/>
                                      </a:solidFill>
                                      <a:latin typeface="Cambria Math" panose="02040503050406030204" pitchFamily="18" charset="0"/>
                                      <a:ea typeface="Cambria Math" panose="02040503050406030204" pitchFamily="18" charset="0"/>
                                    </a:rPr>
                                  </m:ctrlPr>
                                </m:sSupPr>
                                <m:e>
                                  <m:r>
                                    <a:rPr lang="en-US" sz="1200" b="0" i="1" baseline="0" smtClean="0">
                                      <a:solidFill>
                                        <a:schemeClr val="tx1"/>
                                      </a:solidFill>
                                      <a:latin typeface="Cambria Math" panose="02040503050406030204" pitchFamily="18" charset="0"/>
                                      <a:ea typeface="Cambria Math" panose="02040503050406030204" pitchFamily="18" charset="0"/>
                                    </a:rPr>
                                    <m:t>4</m:t>
                                  </m:r>
                                  <m:r>
                                    <a:rPr lang="en-US" sz="1200" b="0" i="1" baseline="0" smtClean="0">
                                      <a:solidFill>
                                        <a:schemeClr val="tx1"/>
                                      </a:solidFill>
                                      <a:latin typeface="Cambria Math" panose="02040503050406030204" pitchFamily="18" charset="0"/>
                                      <a:ea typeface="Cambria Math" panose="02040503050406030204" pitchFamily="18" charset="0"/>
                                    </a:rPr>
                                    <m:t>𝑥</m:t>
                                  </m:r>
                                </m:e>
                                <m:sup>
                                  <m:r>
                                    <a:rPr lang="en-US" sz="1200" b="0" i="1" baseline="0" smtClean="0">
                                      <a:solidFill>
                                        <a:schemeClr val="tx1"/>
                                      </a:solidFill>
                                      <a:latin typeface="Cambria Math" panose="02040503050406030204" pitchFamily="18" charset="0"/>
                                      <a:ea typeface="Cambria Math" panose="02040503050406030204" pitchFamily="18" charset="0"/>
                                    </a:rPr>
                                    <m:t>5</m:t>
                                  </m:r>
                                </m:sup>
                              </m:sSup>
                            </m:oMath>
                          </a14:m>
                          <a:endParaRPr lang="en-GB"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algn="ctr"/>
                          <a14:m>
                            <m:oMathPara xmlns:m="http://schemas.openxmlformats.org/officeDocument/2006/math">
                              <m:oMathParaPr>
                                <m:jc m:val="centerGroup"/>
                              </m:oMathParaPr>
                              <m:oMath xmlns:m="http://schemas.openxmlformats.org/officeDocument/2006/math">
                                <m:r>
                                  <a:rPr lang="en-US" sz="1200" b="0" i="1" baseline="0" smtClean="0">
                                    <a:solidFill>
                                      <a:schemeClr val="tx1"/>
                                    </a:solidFill>
                                    <a:latin typeface="Cambria Math" panose="02040503050406030204" pitchFamily="18" charset="0"/>
                                  </a:rPr>
                                  <m:t>16</m:t>
                                </m:r>
                                <m:sSup>
                                  <m:sSupPr>
                                    <m:ctrlPr>
                                      <a:rPr lang="en-US" sz="1200" b="0" i="1" baseline="0" smtClean="0">
                                        <a:solidFill>
                                          <a:schemeClr val="tx1"/>
                                        </a:solidFill>
                                        <a:latin typeface="Cambria Math" panose="02040503050406030204" pitchFamily="18" charset="0"/>
                                      </a:rPr>
                                    </m:ctrlPr>
                                  </m:sSupPr>
                                  <m:e>
                                    <m:r>
                                      <a:rPr lang="en-US" sz="1200" b="0" i="1" baseline="0" smtClean="0">
                                        <a:solidFill>
                                          <a:schemeClr val="tx1"/>
                                        </a:solidFill>
                                        <a:latin typeface="Cambria Math" panose="02040503050406030204" pitchFamily="18" charset="0"/>
                                      </a:rPr>
                                      <m:t>𝑥</m:t>
                                    </m:r>
                                  </m:e>
                                  <m:sup>
                                    <m:r>
                                      <a:rPr lang="en-US" sz="1200" b="0" i="1" baseline="0" smtClean="0">
                                        <a:solidFill>
                                          <a:schemeClr val="tx1"/>
                                        </a:solidFill>
                                        <a:latin typeface="Cambria Math" panose="02040503050406030204" pitchFamily="18" charset="0"/>
                                      </a:rPr>
                                      <m:t>10 </m:t>
                                    </m:r>
                                  </m:sup>
                                </m:sSup>
                                <m:r>
                                  <m:rPr>
                                    <m:nor/>
                                  </m:rPr>
                                  <a:rPr lang="en-GB" sz="1200" b="0" dirty="0" smtClean="0">
                                    <a:solidFill>
                                      <a:prstClr val="black"/>
                                    </a:solidFill>
                                  </a:rPr>
                                  <m:t>÷</m:t>
                                </m:r>
                                <m:r>
                                  <m:rPr>
                                    <m:nor/>
                                  </m:rPr>
                                  <a:rPr lang="en-US" sz="1200" b="0" i="0" dirty="0" smtClean="0">
                                    <a:solidFill>
                                      <a:prstClr val="black"/>
                                    </a:solidFill>
                                  </a:rPr>
                                  <m:t> </m:t>
                                </m:r>
                                <m:sSup>
                                  <m:sSupPr>
                                    <m:ctrlPr>
                                      <a:rPr lang="en-US" sz="1200" b="0" i="1" baseline="0" smtClean="0">
                                        <a:solidFill>
                                          <a:schemeClr val="tx1"/>
                                        </a:solidFill>
                                        <a:latin typeface="Cambria Math" panose="02040503050406030204" pitchFamily="18" charset="0"/>
                                        <a:ea typeface="Cambria Math" panose="02040503050406030204" pitchFamily="18" charset="0"/>
                                      </a:rPr>
                                    </m:ctrlPr>
                                  </m:sSupPr>
                                  <m:e>
                                    <m:r>
                                      <a:rPr lang="en-US" sz="1200" b="0" i="1" baseline="0" smtClean="0">
                                        <a:solidFill>
                                          <a:schemeClr val="tx1"/>
                                        </a:solidFill>
                                        <a:latin typeface="Cambria Math" panose="02040503050406030204" pitchFamily="18" charset="0"/>
                                        <a:ea typeface="Cambria Math" panose="02040503050406030204" pitchFamily="18" charset="0"/>
                                      </a:rPr>
                                      <m:t>2</m:t>
                                    </m:r>
                                    <m:r>
                                      <a:rPr lang="en-US" sz="1200" b="0" i="1" baseline="0" smtClean="0">
                                        <a:solidFill>
                                          <a:schemeClr val="tx1"/>
                                        </a:solidFill>
                                        <a:latin typeface="Cambria Math" panose="02040503050406030204" pitchFamily="18" charset="0"/>
                                        <a:ea typeface="Cambria Math" panose="02040503050406030204" pitchFamily="18" charset="0"/>
                                      </a:rPr>
                                      <m:t>𝑥</m:t>
                                    </m:r>
                                  </m:e>
                                  <m:sup>
                                    <m:r>
                                      <a:rPr lang="en-US" sz="1200" b="0" i="1" baseline="0" smtClean="0">
                                        <a:solidFill>
                                          <a:schemeClr val="tx1"/>
                                        </a:solidFill>
                                        <a:latin typeface="Cambria Math" panose="02040503050406030204" pitchFamily="18" charset="0"/>
                                        <a:ea typeface="Cambria Math" panose="02040503050406030204" pitchFamily="18" charset="0"/>
                                      </a:rPr>
                                      <m:t>6</m:t>
                                    </m:r>
                                  </m:sup>
                                </m:sSup>
                              </m:oMath>
                            </m:oMathPara>
                          </a14:m>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41023978"/>
                      </a:ext>
                    </a:extLst>
                  </a:tr>
                  <a:tr h="558877">
                    <a:tc>
                      <a:txBody>
                        <a:bodyPr/>
                        <a:lstStyle/>
                        <a:p>
                          <a:r>
                            <a:rPr lang="en-US" sz="1200">
                              <a:solidFill>
                                <a:schemeClr val="tx1"/>
                              </a:solidFill>
                            </a:rPr>
                            <a:t>Multiply the variables (subtract the indices)</a:t>
                          </a:r>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0251944"/>
                      </a:ext>
                    </a:extLst>
                  </a:tr>
                  <a:tr h="881851">
                    <a:tc>
                      <a:txBody>
                        <a:bodyPr/>
                        <a:lstStyle/>
                        <a:p>
                          <a:r>
                            <a:rPr lang="en-US" sz="1200" dirty="0">
                              <a:solidFill>
                                <a:schemeClr val="tx1"/>
                              </a:solidFill>
                            </a:rPr>
                            <a:t>Simplify</a:t>
                          </a:r>
                          <a:endParaRPr lang="en-US" sz="1200" baseline="0" dirty="0">
                            <a:solidFill>
                              <a:schemeClr val="tx1"/>
                            </a:solidFill>
                          </a:endParaRPr>
                        </a:p>
                        <a:p>
                          <a:r>
                            <a:rPr lang="en-US" sz="1200" baseline="0" dirty="0">
                              <a:solidFill>
                                <a:schemeClr val="tx1"/>
                              </a:solidFill>
                            </a:rPr>
                            <a:t>(put together)</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60838638"/>
                      </a:ext>
                    </a:extLst>
                  </a:tr>
                </a:tbl>
              </a:graphicData>
            </a:graphic>
          </p:graphicFrame>
        </mc:Choice>
        <mc:Fallback xmlns="">
          <p:graphicFrame>
            <p:nvGraphicFramePr>
              <p:cNvPr id="21" name="Table 20"/>
              <p:cNvGraphicFramePr>
                <a:graphicFrameLocks noGrp="1"/>
              </p:cNvGraphicFramePr>
              <p:nvPr>
                <p:extLst>
                  <p:ext uri="{D42A27DB-BD31-4B8C-83A1-F6EECF244321}">
                    <p14:modId xmlns:p14="http://schemas.microsoft.com/office/powerpoint/2010/main" val="1905623068"/>
                  </p:ext>
                </p:extLst>
              </p:nvPr>
            </p:nvGraphicFramePr>
            <p:xfrm>
              <a:off x="102428" y="2704171"/>
              <a:ext cx="6659217" cy="2365669"/>
            </p:xfrm>
            <a:graphic>
              <a:graphicData uri="http://schemas.openxmlformats.org/drawingml/2006/table">
                <a:tbl>
                  <a:tblPr firstRow="1" bandRow="1">
                    <a:tableStyleId>{5C22544A-7EE6-4342-B048-85BDC9FD1C3A}</a:tableStyleId>
                  </a:tblPr>
                  <a:tblGrid>
                    <a:gridCol w="1507399">
                      <a:extLst>
                        <a:ext uri="{9D8B030D-6E8A-4147-A177-3AD203B41FA5}">
                          <a16:colId xmlns:a16="http://schemas.microsoft.com/office/drawing/2014/main" val="3124559182"/>
                        </a:ext>
                      </a:extLst>
                    </a:gridCol>
                    <a:gridCol w="1709990">
                      <a:extLst>
                        <a:ext uri="{9D8B030D-6E8A-4147-A177-3AD203B41FA5}">
                          <a16:colId xmlns:a16="http://schemas.microsoft.com/office/drawing/2014/main" val="1668930051"/>
                        </a:ext>
                      </a:extLst>
                    </a:gridCol>
                    <a:gridCol w="1777024">
                      <a:extLst>
                        <a:ext uri="{9D8B030D-6E8A-4147-A177-3AD203B41FA5}">
                          <a16:colId xmlns:a16="http://schemas.microsoft.com/office/drawing/2014/main" val="2873958374"/>
                        </a:ext>
                      </a:extLst>
                    </a:gridCol>
                    <a:gridCol w="1664804">
                      <a:extLst>
                        <a:ext uri="{9D8B030D-6E8A-4147-A177-3AD203B41FA5}">
                          <a16:colId xmlns:a16="http://schemas.microsoft.com/office/drawing/2014/main" val="2414775215"/>
                        </a:ext>
                      </a:extLst>
                    </a:gridCol>
                  </a:tblGrid>
                  <a:tr h="284861">
                    <a:tc>
                      <a:txBody>
                        <a:bodyPr/>
                        <a:lstStyle/>
                        <a:p>
                          <a:pPr algn="ctr"/>
                          <a:r>
                            <a:rPr lang="en-US" sz="1200" b="1" kern="1200">
                              <a:solidFill>
                                <a:schemeClr val="tx1"/>
                              </a:solidFill>
                              <a:latin typeface="+mn-lt"/>
                              <a:ea typeface="+mn-ea"/>
                              <a:cs typeface="+mn-cs"/>
                            </a:rPr>
                            <a:t>Steps</a:t>
                          </a:r>
                          <a:endParaRPr lang="en-GB" sz="1200" b="1" kern="120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GB" sz="1200">
                              <a:solidFill>
                                <a:schemeClr val="tx1"/>
                              </a:solidFill>
                            </a:rPr>
                            <a:t>Simplify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47329628"/>
                      </a:ext>
                    </a:extLst>
                  </a:tr>
                  <a:tr h="558877">
                    <a:tc>
                      <a:txBody>
                        <a:bodyPr/>
                        <a:lstStyle/>
                        <a:p>
                          <a:r>
                            <a:rPr lang="en-US" sz="1200">
                              <a:solidFill>
                                <a:schemeClr val="tx1"/>
                              </a:solidFill>
                            </a:rPr>
                            <a:t>Divide the coefficients.</a:t>
                          </a:r>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88612" t="-14035" r="-201779" b="-585"/>
                          </a:stretch>
                        </a:blipFill>
                      </a:tcPr>
                    </a:tc>
                    <a:tc rowSpan="3">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81507" t="-14035" r="-94178" b="-585"/>
                          </a:stretch>
                        </a:blipFill>
                      </a:tcPr>
                    </a:tc>
                    <a:tc rowSpan="3">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01099" t="-14035" r="-733" b="-585"/>
                          </a:stretch>
                        </a:blipFill>
                      </a:tcPr>
                    </a:tc>
                    <a:extLst>
                      <a:ext uri="{0D108BD9-81ED-4DB2-BD59-A6C34878D82A}">
                        <a16:rowId xmlns:a16="http://schemas.microsoft.com/office/drawing/2014/main" val="1541023978"/>
                      </a:ext>
                    </a:extLst>
                  </a:tr>
                  <a:tr h="640080">
                    <a:tc>
                      <a:txBody>
                        <a:bodyPr/>
                        <a:lstStyle/>
                        <a:p>
                          <a:r>
                            <a:rPr lang="en-US" sz="1200">
                              <a:solidFill>
                                <a:schemeClr val="tx1"/>
                              </a:solidFill>
                            </a:rPr>
                            <a:t>Multiply the variables (subtract the indices)</a:t>
                          </a:r>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0251944"/>
                      </a:ext>
                    </a:extLst>
                  </a:tr>
                  <a:tr h="881851">
                    <a:tc>
                      <a:txBody>
                        <a:bodyPr/>
                        <a:lstStyle/>
                        <a:p>
                          <a:r>
                            <a:rPr lang="en-US" sz="1200" dirty="0">
                              <a:solidFill>
                                <a:schemeClr val="tx1"/>
                              </a:solidFill>
                            </a:rPr>
                            <a:t>Simplify</a:t>
                          </a:r>
                          <a:endParaRPr lang="en-US" sz="1200" baseline="0" dirty="0">
                            <a:solidFill>
                              <a:schemeClr val="tx1"/>
                            </a:solidFill>
                          </a:endParaRPr>
                        </a:p>
                        <a:p>
                          <a:r>
                            <a:rPr lang="en-US" sz="1200" baseline="0" dirty="0">
                              <a:solidFill>
                                <a:schemeClr val="tx1"/>
                              </a:solidFill>
                            </a:rPr>
                            <a:t>(put together)</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60838638"/>
                      </a:ext>
                    </a:extLst>
                  </a:tr>
                </a:tbl>
              </a:graphicData>
            </a:graphic>
          </p:graphicFrame>
        </mc:Fallback>
      </mc:AlternateContent>
      <p:sp>
        <p:nvSpPr>
          <p:cNvPr id="36" name="TextBox 35">
            <a:extLst>
              <a:ext uri="{FF2B5EF4-FFF2-40B4-BE49-F238E27FC236}">
                <a16:creationId xmlns:a16="http://schemas.microsoft.com/office/drawing/2014/main" id="{244A782A-DC95-3049-82B4-7824915E73C9}"/>
              </a:ext>
            </a:extLst>
          </p:cNvPr>
          <p:cNvSpPr txBox="1"/>
          <p:nvPr/>
        </p:nvSpPr>
        <p:spPr>
          <a:xfrm>
            <a:off x="1285976" y="5195386"/>
            <a:ext cx="911596"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a:solidFill>
                  <a:prstClr val="black"/>
                </a:solidFill>
                <a:latin typeface="Calibri" panose="020F0502020204030204"/>
              </a:rPr>
              <a:t>16. </a:t>
            </a:r>
            <a:r>
              <a:rPr kumimoji="0" lang="en-GB" sz="1200" i="0" u="none" strike="noStrike" kern="1200" cap="none" spc="0" normalizeH="0" baseline="0" noProof="0">
                <a:ln>
                  <a:noFill/>
                </a:ln>
                <a:solidFill>
                  <a:prstClr val="black"/>
                </a:solidFill>
                <a:effectLst/>
                <a:uLnTx/>
                <a:uFillTx/>
                <a:latin typeface="Calibri" panose="020F0502020204030204"/>
              </a:rPr>
              <a:t>Simplify</a:t>
            </a:r>
          </a:p>
        </p:txBody>
      </p: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67A42642-AFB8-F342-9415-99A81178C405}"/>
                  </a:ext>
                </a:extLst>
              </p:cNvPr>
              <p:cNvSpPr txBox="1"/>
              <p:nvPr/>
            </p:nvSpPr>
            <p:spPr>
              <a:xfrm>
                <a:off x="176999" y="5518498"/>
                <a:ext cx="6496755" cy="276999"/>
              </a:xfrm>
              <a:prstGeom prst="rect">
                <a:avLst/>
              </a:prstGeom>
              <a:noFill/>
            </p:spPr>
            <p:txBody>
              <a:bodyPr wrap="square" numCol="3" rtlCol="0">
                <a:spAutoFit/>
              </a:bodyPr>
              <a:lstStyle/>
              <a:p>
                <a:pPr lvl="0">
                  <a:defRPr/>
                </a:pPr>
                <a:r>
                  <a:rPr lang="en-GB" sz="1200">
                    <a:solidFill>
                      <a:prstClr val="black"/>
                    </a:solidFill>
                    <a:latin typeface="Calibri" panose="020F0502020204030204"/>
                  </a:rPr>
                  <a:t>a) </a:t>
                </a:r>
                <a14:m>
                  <m:oMath xmlns:m="http://schemas.openxmlformats.org/officeDocument/2006/math">
                    <m:r>
                      <a:rPr lang="en-GB" sz="1200" i="1" dirty="0" smtClean="0">
                        <a:solidFill>
                          <a:prstClr val="black"/>
                        </a:solidFill>
                        <a:latin typeface="Cambria Math" panose="02040503050406030204" pitchFamily="18" charset="0"/>
                      </a:rPr>
                      <m:t>6</m:t>
                    </m:r>
                    <m:r>
                      <a:rPr lang="en-GB" sz="1200" i="1" dirty="0" smtClean="0">
                        <a:solidFill>
                          <a:prstClr val="black"/>
                        </a:solidFill>
                        <a:latin typeface="Cambria Math" panose="02040503050406030204" pitchFamily="18" charset="0"/>
                      </a:rPr>
                      <m:t>𝑥</m:t>
                    </m:r>
                    <m:r>
                      <a:rPr lang="en-GB" sz="1200" i="1" baseline="30000" dirty="0" smtClean="0">
                        <a:solidFill>
                          <a:prstClr val="black"/>
                        </a:solidFill>
                        <a:latin typeface="Cambria Math" panose="02040503050406030204" pitchFamily="18" charset="0"/>
                      </a:rPr>
                      <m:t>7</m:t>
                    </m:r>
                    <m:r>
                      <a:rPr kumimoji="0" lang="en-GB" sz="1200" b="0" i="1" u="none" strike="noStrike" kern="1200" cap="none" spc="0" normalizeH="0" baseline="0" noProof="0" dirty="0" smtClean="0">
                        <a:ln>
                          <a:noFill/>
                        </a:ln>
                        <a:solidFill>
                          <a:prstClr val="black"/>
                        </a:solidFill>
                        <a:effectLst/>
                        <a:uLnTx/>
                        <a:uFillTx/>
                        <a:latin typeface="Cambria Math" panose="02040503050406030204" pitchFamily="18" charset="0"/>
                      </a:rPr>
                      <m:t> </m:t>
                    </m:r>
                    <m:r>
                      <a:rPr lang="en-GB" sz="1200" i="1" dirty="0" smtClean="0">
                        <a:solidFill>
                          <a:prstClr val="black"/>
                        </a:solidFill>
                        <a:latin typeface="Cambria Math" panose="02040503050406030204" pitchFamily="18" charset="0"/>
                      </a:rPr>
                      <m:t>÷</m:t>
                    </m:r>
                    <m:r>
                      <a:rPr kumimoji="0" lang="en-GB" sz="1200" b="0" i="1" u="none" strike="noStrike" kern="1200" cap="none" spc="0" normalizeH="0" baseline="0" noProof="0" dirty="0" smtClean="0">
                        <a:ln>
                          <a:noFill/>
                        </a:ln>
                        <a:solidFill>
                          <a:prstClr val="black"/>
                        </a:solidFill>
                        <a:effectLst/>
                        <a:uLnTx/>
                        <a:uFillTx/>
                        <a:latin typeface="Cambria Math" panose="02040503050406030204" pitchFamily="18" charset="0"/>
                      </a:rPr>
                      <m:t> 3</m:t>
                    </m:r>
                    <m:r>
                      <a:rPr kumimoji="0" lang="en-GB" sz="1200" b="0" i="1" u="none" strike="noStrike" kern="1200" cap="none" spc="0" normalizeH="0" noProof="0" dirty="0" smtClean="0">
                        <a:ln>
                          <a:noFill/>
                        </a:ln>
                        <a:solidFill>
                          <a:prstClr val="black"/>
                        </a:solidFill>
                        <a:effectLst/>
                        <a:uLnTx/>
                        <a:uFillTx/>
                        <a:latin typeface="Cambria Math" panose="02040503050406030204" pitchFamily="18" charset="0"/>
                      </a:rPr>
                      <m:t>𝑥</m:t>
                    </m:r>
                    <m:r>
                      <a:rPr lang="en-GB" sz="1200" i="1" baseline="30000" noProof="0" dirty="0" smtClean="0">
                        <a:solidFill>
                          <a:prstClr val="black"/>
                        </a:solidFill>
                        <a:latin typeface="Cambria Math" panose="02040503050406030204" pitchFamily="18" charset="0"/>
                      </a:rPr>
                      <m:t>4</m:t>
                    </m:r>
                  </m:oMath>
                </a14:m>
                <a:endParaRPr lang="en-GB" sz="1200" baseline="30000">
                  <a:solidFill>
                    <a:prstClr val="black"/>
                  </a:solidFill>
                </a:endParaRPr>
              </a:p>
              <a:p>
                <a:pPr lvl="0">
                  <a:defRPr/>
                </a:pPr>
                <a:r>
                  <a:rPr lang="en-GB" sz="1200">
                    <a:solidFill>
                      <a:srgbClr val="000000"/>
                    </a:solidFill>
                  </a:rPr>
                  <a:t>b) </a:t>
                </a:r>
                <a14:m>
                  <m:oMath xmlns:m="http://schemas.openxmlformats.org/officeDocument/2006/math">
                    <m:r>
                      <a:rPr lang="en-GB" sz="1200" i="1" dirty="0" smtClean="0">
                        <a:solidFill>
                          <a:prstClr val="black"/>
                        </a:solidFill>
                        <a:latin typeface="Cambria Math" panose="02040503050406030204" pitchFamily="18" charset="0"/>
                      </a:rPr>
                      <m:t>6</m:t>
                    </m:r>
                    <m:r>
                      <a:rPr lang="en-GB" sz="1200" i="1" dirty="0" smtClean="0">
                        <a:solidFill>
                          <a:prstClr val="black"/>
                        </a:solidFill>
                        <a:latin typeface="Cambria Math" panose="02040503050406030204" pitchFamily="18" charset="0"/>
                      </a:rPr>
                      <m:t>𝑥</m:t>
                    </m:r>
                    <m:r>
                      <a:rPr lang="en-GB" sz="1200" i="1" baseline="30000" dirty="0" smtClean="0">
                        <a:solidFill>
                          <a:prstClr val="black"/>
                        </a:solidFill>
                        <a:latin typeface="Cambria Math" panose="02040503050406030204" pitchFamily="18" charset="0"/>
                      </a:rPr>
                      <m:t>8</m:t>
                    </m:r>
                    <m:r>
                      <a:rPr lang="en-GB" sz="1200" i="1" dirty="0" smtClean="0">
                        <a:solidFill>
                          <a:prstClr val="black"/>
                        </a:solidFill>
                        <a:latin typeface="Cambria Math" panose="02040503050406030204" pitchFamily="18" charset="0"/>
                      </a:rPr>
                      <m:t> ÷ 2</m:t>
                    </m:r>
                    <m:r>
                      <a:rPr lang="en-GB" sz="1200" i="1" dirty="0" smtClean="0">
                        <a:solidFill>
                          <a:prstClr val="black"/>
                        </a:solidFill>
                        <a:latin typeface="Cambria Math" panose="02040503050406030204" pitchFamily="18" charset="0"/>
                      </a:rPr>
                      <m:t>𝑥</m:t>
                    </m:r>
                    <m:r>
                      <a:rPr lang="en-GB" sz="1200" i="1" baseline="30000" dirty="0" smtClean="0">
                        <a:solidFill>
                          <a:prstClr val="black"/>
                        </a:solidFill>
                        <a:latin typeface="Cambria Math" panose="02040503050406030204" pitchFamily="18" charset="0"/>
                      </a:rPr>
                      <m:t>3</m:t>
                    </m:r>
                  </m:oMath>
                </a14:m>
                <a:endParaRPr lang="en-GB" sz="1200" baseline="30000">
                  <a:solidFill>
                    <a:prstClr val="black"/>
                  </a:solidFill>
                </a:endParaRPr>
              </a:p>
              <a:p>
                <a:pPr lvl="0">
                  <a:defRPr/>
                </a:pPr>
                <a:r>
                  <a:rPr lang="en-GB" sz="1200">
                    <a:solidFill>
                      <a:srgbClr val="000000"/>
                    </a:solidFill>
                  </a:rPr>
                  <a:t>   c) </a:t>
                </a:r>
                <a14:m>
                  <m:oMath xmlns:m="http://schemas.openxmlformats.org/officeDocument/2006/math">
                    <m:r>
                      <a:rPr lang="en-GB" sz="1200" i="1" dirty="0" smtClean="0">
                        <a:solidFill>
                          <a:srgbClr val="000000"/>
                        </a:solidFill>
                        <a:latin typeface="Cambria Math" panose="02040503050406030204" pitchFamily="18" charset="0"/>
                      </a:rPr>
                      <m:t>6</m:t>
                    </m:r>
                    <m:r>
                      <a:rPr lang="en-GB" sz="1200" i="1" dirty="0" smtClean="0">
                        <a:solidFill>
                          <a:prstClr val="black"/>
                        </a:solidFill>
                        <a:latin typeface="Cambria Math" panose="02040503050406030204" pitchFamily="18" charset="0"/>
                      </a:rPr>
                      <m:t>𝑥</m:t>
                    </m:r>
                    <m:r>
                      <a:rPr lang="en-GB" sz="1200" i="1" baseline="30000" dirty="0" smtClean="0">
                        <a:solidFill>
                          <a:prstClr val="black"/>
                        </a:solidFill>
                        <a:latin typeface="Cambria Math" panose="02040503050406030204" pitchFamily="18" charset="0"/>
                      </a:rPr>
                      <m:t>11</m:t>
                    </m:r>
                    <m:r>
                      <a:rPr lang="en-GB" sz="1200" i="1" dirty="0" smtClean="0">
                        <a:solidFill>
                          <a:prstClr val="black"/>
                        </a:solidFill>
                        <a:latin typeface="Cambria Math" panose="02040503050406030204" pitchFamily="18" charset="0"/>
                      </a:rPr>
                      <m:t> ÷ 6</m:t>
                    </m:r>
                    <m:r>
                      <a:rPr lang="en-GB" sz="1200" i="1" dirty="0" smtClean="0">
                        <a:solidFill>
                          <a:prstClr val="black"/>
                        </a:solidFill>
                        <a:latin typeface="Cambria Math" panose="02040503050406030204" pitchFamily="18" charset="0"/>
                      </a:rPr>
                      <m:t>𝑥</m:t>
                    </m:r>
                    <m:r>
                      <a:rPr lang="en-US" sz="1200" i="1" baseline="30000" dirty="0" smtClean="0">
                        <a:solidFill>
                          <a:prstClr val="black"/>
                        </a:solidFill>
                        <a:latin typeface="Cambria Math" panose="02040503050406030204" pitchFamily="18" charset="0"/>
                      </a:rPr>
                      <m:t>7</m:t>
                    </m:r>
                  </m:oMath>
                </a14:m>
                <a:endParaRPr lang="en-US" sz="1200" baseline="30000">
                  <a:solidFill>
                    <a:prstClr val="black"/>
                  </a:solidFill>
                </a:endParaRPr>
              </a:p>
            </p:txBody>
          </p:sp>
        </mc:Choice>
        <mc:Fallback xmlns="">
          <p:sp>
            <p:nvSpPr>
              <p:cNvPr id="39" name="TextBox 38">
                <a:extLst>
                  <a:ext uri="{FF2B5EF4-FFF2-40B4-BE49-F238E27FC236}">
                    <a16:creationId xmlns:a16="http://schemas.microsoft.com/office/drawing/2014/main" id="{67A42642-AFB8-F342-9415-99A81178C405}"/>
                  </a:ext>
                </a:extLst>
              </p:cNvPr>
              <p:cNvSpPr txBox="1">
                <a:spLocks noRot="1" noChangeAspect="1" noMove="1" noResize="1" noEditPoints="1" noAdjustHandles="1" noChangeArrowheads="1" noChangeShapeType="1" noTextEdit="1"/>
              </p:cNvSpPr>
              <p:nvPr/>
            </p:nvSpPr>
            <p:spPr>
              <a:xfrm>
                <a:off x="176999" y="5518498"/>
                <a:ext cx="6496755" cy="276999"/>
              </a:xfrm>
              <a:prstGeom prst="rect">
                <a:avLst/>
              </a:prstGeom>
              <a:blipFill>
                <a:blip r:embed="rId3"/>
                <a:stretch>
                  <a:fillRect b="-152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67A42642-AFB8-F342-9415-99A81178C405}"/>
                  </a:ext>
                </a:extLst>
              </p:cNvPr>
              <p:cNvSpPr txBox="1"/>
              <p:nvPr/>
            </p:nvSpPr>
            <p:spPr>
              <a:xfrm>
                <a:off x="176999" y="6913988"/>
                <a:ext cx="6496755" cy="276999"/>
              </a:xfrm>
              <a:prstGeom prst="rect">
                <a:avLst/>
              </a:prstGeom>
              <a:noFill/>
            </p:spPr>
            <p:txBody>
              <a:bodyPr wrap="square" numCol="3" rtlCol="0">
                <a:spAutoFit/>
              </a:bodyPr>
              <a:lstStyle/>
              <a:p>
                <a:pPr lvl="0">
                  <a:defRPr/>
                </a:pPr>
                <a:r>
                  <a:rPr lang="en-GB" sz="1200">
                    <a:solidFill>
                      <a:prstClr val="black"/>
                    </a:solidFill>
                    <a:latin typeface="Calibri" panose="020F0502020204030204"/>
                  </a:rPr>
                  <a:t>d) </a:t>
                </a:r>
                <a14:m>
                  <m:oMath xmlns:m="http://schemas.openxmlformats.org/officeDocument/2006/math">
                    <m:r>
                      <a:rPr lang="en-GB" sz="1200" i="1" dirty="0" smtClean="0">
                        <a:solidFill>
                          <a:prstClr val="black"/>
                        </a:solidFill>
                        <a:latin typeface="Cambria Math" panose="02040503050406030204" pitchFamily="18" charset="0"/>
                      </a:rPr>
                      <m:t>24</m:t>
                    </m:r>
                    <m:r>
                      <a:rPr lang="en-GB" sz="1200" i="1" dirty="0" smtClean="0">
                        <a:solidFill>
                          <a:prstClr val="black"/>
                        </a:solidFill>
                        <a:latin typeface="Cambria Math" panose="02040503050406030204" pitchFamily="18" charset="0"/>
                      </a:rPr>
                      <m:t>𝑏</m:t>
                    </m:r>
                    <m:r>
                      <a:rPr lang="en-GB" sz="1200" i="1" baseline="30000" dirty="0">
                        <a:solidFill>
                          <a:prstClr val="black"/>
                        </a:solidFill>
                        <a:latin typeface="Cambria Math" panose="02040503050406030204" pitchFamily="18" charset="0"/>
                      </a:rPr>
                      <m:t>1</m:t>
                    </m:r>
                    <m:r>
                      <a:rPr lang="en-GB" sz="1200" i="1" baseline="30000" dirty="0" smtClean="0">
                        <a:solidFill>
                          <a:prstClr val="black"/>
                        </a:solidFill>
                        <a:latin typeface="Cambria Math" panose="02040503050406030204" pitchFamily="18" charset="0"/>
                      </a:rPr>
                      <m:t>2</m:t>
                    </m:r>
                    <m:r>
                      <a:rPr lang="en-GB" sz="1200" i="1" dirty="0" smtClean="0">
                        <a:solidFill>
                          <a:prstClr val="black"/>
                        </a:solidFill>
                        <a:latin typeface="Cambria Math" panose="02040503050406030204" pitchFamily="18" charset="0"/>
                      </a:rPr>
                      <m:t> </m:t>
                    </m:r>
                    <m:r>
                      <a:rPr lang="en-GB" sz="1200" i="1" dirty="0">
                        <a:solidFill>
                          <a:prstClr val="black"/>
                        </a:solidFill>
                        <a:latin typeface="Cambria Math" panose="02040503050406030204" pitchFamily="18" charset="0"/>
                      </a:rPr>
                      <m:t>÷</m:t>
                    </m:r>
                    <m:r>
                      <a:rPr kumimoji="0" lang="en-GB" sz="1200" b="0" i="1" u="none" strike="noStrike" kern="1200" cap="none" spc="0" normalizeH="0" baseline="0" noProof="0" dirty="0" smtClean="0">
                        <a:ln>
                          <a:noFill/>
                        </a:ln>
                        <a:solidFill>
                          <a:prstClr val="black"/>
                        </a:solidFill>
                        <a:effectLst/>
                        <a:uLnTx/>
                        <a:uFillTx/>
                        <a:latin typeface="Cambria Math" panose="02040503050406030204" pitchFamily="18" charset="0"/>
                      </a:rPr>
                      <m:t> 8</m:t>
                    </m:r>
                    <m:r>
                      <a:rPr kumimoji="0" lang="en-GB" sz="1200" b="0" i="1" u="none" strike="noStrike" kern="1200" cap="none" spc="0" normalizeH="0" noProof="0" dirty="0" smtClean="0">
                        <a:ln>
                          <a:noFill/>
                        </a:ln>
                        <a:solidFill>
                          <a:prstClr val="black"/>
                        </a:solidFill>
                        <a:effectLst/>
                        <a:uLnTx/>
                        <a:uFillTx/>
                        <a:latin typeface="Cambria Math" panose="02040503050406030204" pitchFamily="18" charset="0"/>
                      </a:rPr>
                      <m:t>𝑏</m:t>
                    </m:r>
                    <m:r>
                      <a:rPr lang="en-GB" sz="1200" i="1" baseline="30000" dirty="0">
                        <a:solidFill>
                          <a:prstClr val="black"/>
                        </a:solidFill>
                        <a:latin typeface="Cambria Math" panose="02040503050406030204" pitchFamily="18" charset="0"/>
                      </a:rPr>
                      <m:t>9</m:t>
                    </m:r>
                  </m:oMath>
                </a14:m>
                <a:endParaRPr lang="en-GB" sz="1200" baseline="30000">
                  <a:solidFill>
                    <a:prstClr val="black"/>
                  </a:solidFill>
                </a:endParaRPr>
              </a:p>
              <a:p>
                <a:pPr lvl="0">
                  <a:defRPr/>
                </a:pPr>
                <a:r>
                  <a:rPr lang="en-GB" sz="1200">
                    <a:solidFill>
                      <a:srgbClr val="000000"/>
                    </a:solidFill>
                  </a:rPr>
                  <a:t>e) </a:t>
                </a:r>
                <a14:m>
                  <m:oMath xmlns:m="http://schemas.openxmlformats.org/officeDocument/2006/math">
                    <m:r>
                      <a:rPr lang="en-GB" sz="1200" i="1" smtClean="0">
                        <a:solidFill>
                          <a:prstClr val="black"/>
                        </a:solidFill>
                        <a:latin typeface="Cambria Math" panose="02040503050406030204" pitchFamily="18" charset="0"/>
                      </a:rPr>
                      <m:t>18</m:t>
                    </m:r>
                    <m:r>
                      <a:rPr lang="en-GB" sz="1200" i="1" smtClean="0">
                        <a:solidFill>
                          <a:prstClr val="black"/>
                        </a:solidFill>
                        <a:latin typeface="Cambria Math" panose="02040503050406030204" pitchFamily="18" charset="0"/>
                      </a:rPr>
                      <m:t>𝑏</m:t>
                    </m:r>
                    <m:r>
                      <a:rPr lang="en-GB" sz="1200" i="1" baseline="30000" smtClean="0">
                        <a:solidFill>
                          <a:prstClr val="black"/>
                        </a:solidFill>
                        <a:latin typeface="Cambria Math" panose="02040503050406030204" pitchFamily="18" charset="0"/>
                      </a:rPr>
                      <m:t>14</m:t>
                    </m:r>
                    <m:r>
                      <a:rPr lang="en-GB" sz="1200" i="1" smtClean="0">
                        <a:solidFill>
                          <a:prstClr val="black"/>
                        </a:solidFill>
                        <a:latin typeface="Cambria Math" panose="02040503050406030204" pitchFamily="18" charset="0"/>
                      </a:rPr>
                      <m:t> ÷ 2</m:t>
                    </m:r>
                    <m:r>
                      <a:rPr lang="en-GB" sz="1200" i="1" smtClean="0">
                        <a:solidFill>
                          <a:prstClr val="black"/>
                        </a:solidFill>
                        <a:latin typeface="Cambria Math" panose="02040503050406030204" pitchFamily="18" charset="0"/>
                      </a:rPr>
                      <m:t>𝑏</m:t>
                    </m:r>
                    <m:r>
                      <a:rPr lang="en-GB" sz="1200" i="1" baseline="30000" smtClean="0">
                        <a:solidFill>
                          <a:prstClr val="black"/>
                        </a:solidFill>
                        <a:latin typeface="Cambria Math" panose="02040503050406030204" pitchFamily="18" charset="0"/>
                      </a:rPr>
                      <m:t>2</m:t>
                    </m:r>
                  </m:oMath>
                </a14:m>
                <a:endParaRPr lang="en-GB" sz="1200" baseline="30000">
                  <a:solidFill>
                    <a:prstClr val="black"/>
                  </a:solidFill>
                </a:endParaRPr>
              </a:p>
              <a:p>
                <a:pPr lvl="0">
                  <a:defRPr/>
                </a:pPr>
                <a:r>
                  <a:rPr lang="en-GB" sz="1200">
                    <a:solidFill>
                      <a:srgbClr val="000000"/>
                    </a:solidFill>
                  </a:rPr>
                  <a:t>    f) </a:t>
                </a:r>
                <a14:m>
                  <m:oMath xmlns:m="http://schemas.openxmlformats.org/officeDocument/2006/math">
                    <m:r>
                      <a:rPr lang="en-GB" sz="1200" i="1" dirty="0" smtClean="0">
                        <a:solidFill>
                          <a:srgbClr val="000000"/>
                        </a:solidFill>
                        <a:latin typeface="Cambria Math" panose="02040503050406030204" pitchFamily="18" charset="0"/>
                      </a:rPr>
                      <m:t>9</m:t>
                    </m:r>
                    <m:r>
                      <a:rPr lang="en-GB" sz="1200" i="1" dirty="0" smtClean="0">
                        <a:solidFill>
                          <a:prstClr val="black"/>
                        </a:solidFill>
                        <a:latin typeface="Cambria Math" panose="02040503050406030204" pitchFamily="18" charset="0"/>
                      </a:rPr>
                      <m:t>𝑏</m:t>
                    </m:r>
                    <m:r>
                      <a:rPr lang="en-GB" sz="1200" i="1" baseline="30000" dirty="0" smtClean="0">
                        <a:solidFill>
                          <a:prstClr val="black"/>
                        </a:solidFill>
                        <a:latin typeface="Cambria Math" panose="02040503050406030204" pitchFamily="18" charset="0"/>
                      </a:rPr>
                      <m:t>7</m:t>
                    </m:r>
                    <m:r>
                      <a:rPr lang="en-GB" sz="1200" i="1" dirty="0" smtClean="0">
                        <a:solidFill>
                          <a:prstClr val="black"/>
                        </a:solidFill>
                        <a:latin typeface="Cambria Math" panose="02040503050406030204" pitchFamily="18" charset="0"/>
                      </a:rPr>
                      <m:t> </m:t>
                    </m:r>
                    <m:r>
                      <a:rPr lang="en-GB" sz="1200" i="1" dirty="0">
                        <a:solidFill>
                          <a:prstClr val="black"/>
                        </a:solidFill>
                        <a:latin typeface="Cambria Math" panose="02040503050406030204" pitchFamily="18" charset="0"/>
                      </a:rPr>
                      <m:t>÷</m:t>
                    </m:r>
                    <m:r>
                      <a:rPr lang="en-GB" sz="1200" i="1" dirty="0" smtClean="0">
                        <a:solidFill>
                          <a:prstClr val="black"/>
                        </a:solidFill>
                        <a:latin typeface="Cambria Math" panose="02040503050406030204" pitchFamily="18" charset="0"/>
                      </a:rPr>
                      <m:t> 3</m:t>
                    </m:r>
                    <m:r>
                      <a:rPr lang="en-GB" sz="1200" i="1" dirty="0" smtClean="0">
                        <a:solidFill>
                          <a:prstClr val="black"/>
                        </a:solidFill>
                        <a:latin typeface="Cambria Math" panose="02040503050406030204" pitchFamily="18" charset="0"/>
                      </a:rPr>
                      <m:t>𝑏</m:t>
                    </m:r>
                    <m:r>
                      <a:rPr lang="en-GB" sz="1200" i="1" baseline="30000" dirty="0" smtClean="0">
                        <a:solidFill>
                          <a:prstClr val="black"/>
                        </a:solidFill>
                        <a:latin typeface="Cambria Math" panose="02040503050406030204" pitchFamily="18" charset="0"/>
                      </a:rPr>
                      <m:t>2</m:t>
                    </m:r>
                  </m:oMath>
                </a14:m>
                <a:endParaRPr lang="en-US" sz="1200" baseline="30000">
                  <a:solidFill>
                    <a:prstClr val="black"/>
                  </a:solidFill>
                </a:endParaRPr>
              </a:p>
            </p:txBody>
          </p:sp>
        </mc:Choice>
        <mc:Fallback xmlns="">
          <p:sp>
            <p:nvSpPr>
              <p:cNvPr id="57" name="TextBox 56">
                <a:extLst>
                  <a:ext uri="{FF2B5EF4-FFF2-40B4-BE49-F238E27FC236}">
                    <a16:creationId xmlns:a16="http://schemas.microsoft.com/office/drawing/2014/main" id="{67A42642-AFB8-F342-9415-99A81178C405}"/>
                  </a:ext>
                </a:extLst>
              </p:cNvPr>
              <p:cNvSpPr txBox="1">
                <a:spLocks noRot="1" noChangeAspect="1" noMove="1" noResize="1" noEditPoints="1" noAdjustHandles="1" noChangeArrowheads="1" noChangeShapeType="1" noTextEdit="1"/>
              </p:cNvSpPr>
              <p:nvPr/>
            </p:nvSpPr>
            <p:spPr>
              <a:xfrm>
                <a:off x="176999" y="6913988"/>
                <a:ext cx="6496755" cy="276999"/>
              </a:xfrm>
              <a:prstGeom prst="rect">
                <a:avLst/>
              </a:prstGeom>
              <a:blipFill>
                <a:blip r:embed="rId4"/>
                <a:stretch>
                  <a:fillRect b="-152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67A42642-AFB8-F342-9415-99A81178C405}"/>
                  </a:ext>
                </a:extLst>
              </p:cNvPr>
              <p:cNvSpPr txBox="1"/>
              <p:nvPr/>
            </p:nvSpPr>
            <p:spPr>
              <a:xfrm>
                <a:off x="96355" y="8257276"/>
                <a:ext cx="6496755" cy="276999"/>
              </a:xfrm>
              <a:prstGeom prst="rect">
                <a:avLst/>
              </a:prstGeom>
              <a:noFill/>
            </p:spPr>
            <p:txBody>
              <a:bodyPr wrap="square" numCol="3" rtlCol="0">
                <a:spAutoFit/>
              </a:bodyPr>
              <a:lstStyle/>
              <a:p>
                <a:pPr lvl="0">
                  <a:defRPr/>
                </a:pPr>
                <a:r>
                  <a:rPr lang="en-GB" sz="1200">
                    <a:solidFill>
                      <a:prstClr val="black"/>
                    </a:solidFill>
                    <a:latin typeface="Calibri" panose="020F0502020204030204"/>
                  </a:rPr>
                  <a:t>g) </a:t>
                </a:r>
                <a14:m>
                  <m:oMath xmlns:m="http://schemas.openxmlformats.org/officeDocument/2006/math">
                    <m:r>
                      <a:rPr lang="en-GB" sz="1200" i="1" dirty="0" smtClean="0">
                        <a:solidFill>
                          <a:prstClr val="black"/>
                        </a:solidFill>
                        <a:latin typeface="Cambria Math" panose="02040503050406030204" pitchFamily="18" charset="0"/>
                      </a:rPr>
                      <m:t>7</m:t>
                    </m:r>
                    <m:r>
                      <a:rPr lang="en-GB" sz="1200" i="1" dirty="0" smtClean="0">
                        <a:solidFill>
                          <a:prstClr val="black"/>
                        </a:solidFill>
                        <a:latin typeface="Cambria Math" panose="02040503050406030204" pitchFamily="18" charset="0"/>
                      </a:rPr>
                      <m:t>𝑐</m:t>
                    </m:r>
                    <m:r>
                      <a:rPr lang="en-GB" sz="1200" i="1" baseline="30000" dirty="0" smtClean="0">
                        <a:solidFill>
                          <a:prstClr val="black"/>
                        </a:solidFill>
                        <a:latin typeface="Cambria Math" panose="02040503050406030204" pitchFamily="18" charset="0"/>
                      </a:rPr>
                      <m:t>9</m:t>
                    </m:r>
                    <m:r>
                      <a:rPr lang="en-GB" sz="1200" i="1" dirty="0" smtClean="0">
                        <a:solidFill>
                          <a:prstClr val="black"/>
                        </a:solidFill>
                        <a:latin typeface="Cambria Math" panose="02040503050406030204" pitchFamily="18" charset="0"/>
                      </a:rPr>
                      <m:t> </m:t>
                    </m:r>
                    <m:r>
                      <a:rPr lang="en-GB" sz="1200" i="1" dirty="0">
                        <a:solidFill>
                          <a:prstClr val="black"/>
                        </a:solidFill>
                        <a:latin typeface="Cambria Math" panose="02040503050406030204" pitchFamily="18" charset="0"/>
                      </a:rPr>
                      <m:t>÷</m:t>
                    </m:r>
                    <m:r>
                      <a:rPr kumimoji="0" lang="en-GB" sz="1200" b="0" i="1" u="none" strike="noStrike" kern="1200" cap="none" spc="0" normalizeH="0" baseline="0" noProof="0" dirty="0" smtClean="0">
                        <a:ln>
                          <a:noFill/>
                        </a:ln>
                        <a:solidFill>
                          <a:prstClr val="black"/>
                        </a:solidFill>
                        <a:effectLst/>
                        <a:uLnTx/>
                        <a:uFillTx/>
                        <a:latin typeface="Cambria Math" panose="02040503050406030204" pitchFamily="18" charset="0"/>
                      </a:rPr>
                      <m:t> </m:t>
                    </m:r>
                    <m:r>
                      <a:rPr kumimoji="0" lang="en-GB" sz="1200" b="0" i="1" u="none" strike="noStrike" kern="1200" cap="none" spc="0" normalizeH="0" noProof="0" dirty="0" smtClean="0">
                        <a:ln>
                          <a:noFill/>
                        </a:ln>
                        <a:solidFill>
                          <a:prstClr val="black"/>
                        </a:solidFill>
                        <a:effectLst/>
                        <a:uLnTx/>
                        <a:uFillTx/>
                        <a:latin typeface="Cambria Math" panose="02040503050406030204" pitchFamily="18" charset="0"/>
                      </a:rPr>
                      <m:t>𝑐</m:t>
                    </m:r>
                    <m:r>
                      <a:rPr lang="en-GB" sz="1200" i="1" baseline="30000" noProof="0" dirty="0" smtClean="0">
                        <a:solidFill>
                          <a:prstClr val="black"/>
                        </a:solidFill>
                        <a:latin typeface="Cambria Math" panose="02040503050406030204" pitchFamily="18" charset="0"/>
                      </a:rPr>
                      <m:t>4</m:t>
                    </m:r>
                  </m:oMath>
                </a14:m>
                <a:endParaRPr lang="en-GB" sz="1200" baseline="30000">
                  <a:solidFill>
                    <a:prstClr val="black"/>
                  </a:solidFill>
                </a:endParaRPr>
              </a:p>
              <a:p>
                <a:pPr lvl="0">
                  <a:defRPr/>
                </a:pPr>
                <a:r>
                  <a:rPr lang="en-GB" sz="1200">
                    <a:solidFill>
                      <a:srgbClr val="000000"/>
                    </a:solidFill>
                  </a:rPr>
                  <a:t>   h) </a:t>
                </a:r>
                <a14:m>
                  <m:oMath xmlns:m="http://schemas.openxmlformats.org/officeDocument/2006/math">
                    <m:r>
                      <a:rPr lang="en-GB" sz="1200" i="1" dirty="0" smtClean="0">
                        <a:solidFill>
                          <a:prstClr val="black"/>
                        </a:solidFill>
                        <a:latin typeface="Cambria Math" panose="02040503050406030204" pitchFamily="18" charset="0"/>
                      </a:rPr>
                      <m:t>20</m:t>
                    </m:r>
                    <m:r>
                      <a:rPr lang="en-GB" sz="1200" i="1" dirty="0" smtClean="0">
                        <a:solidFill>
                          <a:prstClr val="black"/>
                        </a:solidFill>
                        <a:latin typeface="Cambria Math" panose="02040503050406030204" pitchFamily="18" charset="0"/>
                      </a:rPr>
                      <m:t>𝑐</m:t>
                    </m:r>
                    <m:r>
                      <a:rPr lang="en-GB" sz="1200" b="0" i="1" baseline="30000" dirty="0" smtClean="0">
                        <a:solidFill>
                          <a:prstClr val="black"/>
                        </a:solidFill>
                        <a:latin typeface="Cambria Math" panose="02040503050406030204" pitchFamily="18" charset="0"/>
                      </a:rPr>
                      <m:t>7</m:t>
                    </m:r>
                    <m:r>
                      <a:rPr lang="en-GB" sz="1200" i="1" dirty="0" smtClean="0">
                        <a:solidFill>
                          <a:prstClr val="black"/>
                        </a:solidFill>
                        <a:latin typeface="Cambria Math" panose="02040503050406030204" pitchFamily="18" charset="0"/>
                      </a:rPr>
                      <m:t> ÷ 5</m:t>
                    </m:r>
                    <m:r>
                      <a:rPr lang="en-GB" sz="1200" i="1" dirty="0" smtClean="0">
                        <a:solidFill>
                          <a:prstClr val="black"/>
                        </a:solidFill>
                        <a:latin typeface="Cambria Math" panose="02040503050406030204" pitchFamily="18" charset="0"/>
                      </a:rPr>
                      <m:t>𝑐</m:t>
                    </m:r>
                    <m:r>
                      <a:rPr lang="en-GB" sz="1200" b="0" i="1" baseline="30000" dirty="0" smtClean="0">
                        <a:solidFill>
                          <a:prstClr val="black"/>
                        </a:solidFill>
                        <a:latin typeface="Cambria Math" panose="02040503050406030204" pitchFamily="18" charset="0"/>
                      </a:rPr>
                      <m:t>4</m:t>
                    </m:r>
                  </m:oMath>
                </a14:m>
                <a:endParaRPr lang="en-GB" sz="1200" baseline="30000">
                  <a:solidFill>
                    <a:prstClr val="black"/>
                  </a:solidFill>
                </a:endParaRPr>
              </a:p>
              <a:p>
                <a:pPr lvl="0">
                  <a:defRPr/>
                </a:pPr>
                <a:r>
                  <a:rPr lang="en-GB" sz="1200">
                    <a:solidFill>
                      <a:srgbClr val="000000"/>
                    </a:solidFill>
                  </a:rPr>
                  <a:t>      </a:t>
                </a:r>
                <a:r>
                  <a:rPr lang="en-GB" sz="1200" err="1">
                    <a:solidFill>
                      <a:srgbClr val="000000"/>
                    </a:solidFill>
                  </a:rPr>
                  <a:t>i</a:t>
                </a:r>
                <a:r>
                  <a:rPr lang="en-GB" sz="1200">
                    <a:solidFill>
                      <a:srgbClr val="000000"/>
                    </a:solidFill>
                  </a:rPr>
                  <a:t>) </a:t>
                </a:r>
                <a14:m>
                  <m:oMath xmlns:m="http://schemas.openxmlformats.org/officeDocument/2006/math">
                    <m:r>
                      <a:rPr lang="en-GB" sz="1200" i="1" dirty="0" smtClean="0">
                        <a:solidFill>
                          <a:srgbClr val="000000"/>
                        </a:solidFill>
                        <a:latin typeface="Cambria Math" panose="02040503050406030204" pitchFamily="18" charset="0"/>
                      </a:rPr>
                      <m:t>45</m:t>
                    </m:r>
                    <m:r>
                      <a:rPr lang="en-GB" sz="1200" i="1" dirty="0" smtClean="0">
                        <a:solidFill>
                          <a:prstClr val="black"/>
                        </a:solidFill>
                        <a:latin typeface="Cambria Math" panose="02040503050406030204" pitchFamily="18" charset="0"/>
                      </a:rPr>
                      <m:t>𝑐</m:t>
                    </m:r>
                    <m:r>
                      <a:rPr lang="en-GB" sz="1200" i="1" baseline="30000" dirty="0" smtClean="0">
                        <a:solidFill>
                          <a:prstClr val="black"/>
                        </a:solidFill>
                        <a:latin typeface="Cambria Math" panose="02040503050406030204" pitchFamily="18" charset="0"/>
                      </a:rPr>
                      <m:t>7</m:t>
                    </m:r>
                    <m:r>
                      <a:rPr lang="en-GB" sz="1200" i="1" dirty="0" smtClean="0">
                        <a:solidFill>
                          <a:prstClr val="black"/>
                        </a:solidFill>
                        <a:latin typeface="Cambria Math" panose="02040503050406030204" pitchFamily="18" charset="0"/>
                      </a:rPr>
                      <m:t> ÷ 9</m:t>
                    </m:r>
                    <m:r>
                      <a:rPr lang="en-GB" sz="1200" i="1" dirty="0" smtClean="0">
                        <a:solidFill>
                          <a:prstClr val="black"/>
                        </a:solidFill>
                        <a:latin typeface="Cambria Math" panose="02040503050406030204" pitchFamily="18" charset="0"/>
                      </a:rPr>
                      <m:t>𝑐</m:t>
                    </m:r>
                    <m:r>
                      <a:rPr lang="en-GB" sz="1200" b="0" i="1" baseline="30000" dirty="0" smtClean="0">
                        <a:solidFill>
                          <a:prstClr val="black"/>
                        </a:solidFill>
                        <a:latin typeface="Cambria Math" panose="02040503050406030204" pitchFamily="18" charset="0"/>
                      </a:rPr>
                      <m:t>7</m:t>
                    </m:r>
                  </m:oMath>
                </a14:m>
                <a:endParaRPr lang="en-US" sz="1200" baseline="30000">
                  <a:solidFill>
                    <a:prstClr val="black"/>
                  </a:solidFill>
                </a:endParaRPr>
              </a:p>
            </p:txBody>
          </p:sp>
        </mc:Choice>
        <mc:Fallback xmlns="">
          <p:sp>
            <p:nvSpPr>
              <p:cNvPr id="66" name="TextBox 65">
                <a:extLst>
                  <a:ext uri="{FF2B5EF4-FFF2-40B4-BE49-F238E27FC236}">
                    <a16:creationId xmlns:a16="http://schemas.microsoft.com/office/drawing/2014/main" id="{67A42642-AFB8-F342-9415-99A81178C405}"/>
                  </a:ext>
                </a:extLst>
              </p:cNvPr>
              <p:cNvSpPr txBox="1">
                <a:spLocks noRot="1" noChangeAspect="1" noMove="1" noResize="1" noEditPoints="1" noAdjustHandles="1" noChangeArrowheads="1" noChangeShapeType="1" noTextEdit="1"/>
              </p:cNvSpPr>
              <p:nvPr/>
            </p:nvSpPr>
            <p:spPr>
              <a:xfrm>
                <a:off x="96355" y="8257276"/>
                <a:ext cx="6496755" cy="276999"/>
              </a:xfrm>
              <a:prstGeom prst="rect">
                <a:avLst/>
              </a:prstGeom>
              <a:blipFill>
                <a:blip r:embed="rId5"/>
                <a:stretch>
                  <a:fillRect l="-94" t="-2222" b="-17778"/>
                </a:stretch>
              </a:blipFill>
            </p:spPr>
            <p:txBody>
              <a:bodyPr/>
              <a:lstStyle/>
              <a:p>
                <a:r>
                  <a:rPr lang="en-US">
                    <a:noFill/>
                  </a:rPr>
                  <a:t> </a:t>
                </a:r>
              </a:p>
            </p:txBody>
          </p:sp>
        </mc:Fallback>
      </mc:AlternateContent>
      <p:sp>
        <p:nvSpPr>
          <p:cNvPr id="5" name="Rectangle 4">
            <a:extLst>
              <a:ext uri="{FF2B5EF4-FFF2-40B4-BE49-F238E27FC236}">
                <a16:creationId xmlns:a16="http://schemas.microsoft.com/office/drawing/2014/main" id="{95CF9133-05CA-D740-62AE-0A2DA83CFCD7}"/>
              </a:ext>
            </a:extLst>
          </p:cNvPr>
          <p:cNvSpPr/>
          <p:nvPr/>
        </p:nvSpPr>
        <p:spPr>
          <a:xfrm>
            <a:off x="102429" y="5159135"/>
            <a:ext cx="1064816" cy="353890"/>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100"/>
              <a:t>INDEPENDENT PRACTICE</a:t>
            </a:r>
          </a:p>
        </p:txBody>
      </p:sp>
      <mc:AlternateContent xmlns:mc="http://schemas.openxmlformats.org/markup-compatibility/2006">
        <mc:Choice xmlns:a14="http://schemas.microsoft.com/office/drawing/2010/main" Requires="a14">
          <p:graphicFrame>
            <p:nvGraphicFramePr>
              <p:cNvPr id="3" name="Table 2">
                <a:extLst>
                  <a:ext uri="{FF2B5EF4-FFF2-40B4-BE49-F238E27FC236}">
                    <a16:creationId xmlns:a16="http://schemas.microsoft.com/office/drawing/2014/main" id="{EC03714A-84F3-0BD0-922E-360B393A9B8A}"/>
                  </a:ext>
                </a:extLst>
              </p:cNvPr>
              <p:cNvGraphicFramePr>
                <a:graphicFrameLocks noGrp="1"/>
              </p:cNvGraphicFramePr>
              <p:nvPr>
                <p:extLst>
                  <p:ext uri="{D42A27DB-BD31-4B8C-83A1-F6EECF244321}">
                    <p14:modId xmlns:p14="http://schemas.microsoft.com/office/powerpoint/2010/main" val="2534090691"/>
                  </p:ext>
                </p:extLst>
              </p:nvPr>
            </p:nvGraphicFramePr>
            <p:xfrm>
              <a:off x="102428" y="394230"/>
              <a:ext cx="6645896" cy="1891834"/>
            </p:xfrm>
            <a:graphic>
              <a:graphicData uri="http://schemas.openxmlformats.org/drawingml/2006/table">
                <a:tbl>
                  <a:tblPr>
                    <a:tableStyleId>{5C22544A-7EE6-4342-B048-85BDC9FD1C3A}</a:tableStyleId>
                  </a:tblPr>
                  <a:tblGrid>
                    <a:gridCol w="1661474">
                      <a:extLst>
                        <a:ext uri="{9D8B030D-6E8A-4147-A177-3AD203B41FA5}">
                          <a16:colId xmlns:a16="http://schemas.microsoft.com/office/drawing/2014/main" val="98961152"/>
                        </a:ext>
                      </a:extLst>
                    </a:gridCol>
                    <a:gridCol w="1661474">
                      <a:extLst>
                        <a:ext uri="{9D8B030D-6E8A-4147-A177-3AD203B41FA5}">
                          <a16:colId xmlns:a16="http://schemas.microsoft.com/office/drawing/2014/main" val="1338628094"/>
                        </a:ext>
                      </a:extLst>
                    </a:gridCol>
                    <a:gridCol w="1661474">
                      <a:extLst>
                        <a:ext uri="{9D8B030D-6E8A-4147-A177-3AD203B41FA5}">
                          <a16:colId xmlns:a16="http://schemas.microsoft.com/office/drawing/2014/main" val="2313590542"/>
                        </a:ext>
                      </a:extLst>
                    </a:gridCol>
                    <a:gridCol w="1661474">
                      <a:extLst>
                        <a:ext uri="{9D8B030D-6E8A-4147-A177-3AD203B41FA5}">
                          <a16:colId xmlns:a16="http://schemas.microsoft.com/office/drawing/2014/main" val="4013909016"/>
                        </a:ext>
                      </a:extLst>
                    </a:gridCol>
                  </a:tblGrid>
                  <a:tr h="945917">
                    <a:tc>
                      <a:txBody>
                        <a:bodyPr/>
                        <a:lstStyle/>
                        <a:p>
                          <a:pPr marL="0" lvl="0" indent="0">
                            <a:lnSpc>
                              <a:spcPct val="150000"/>
                            </a:lnSpc>
                            <a:buFont typeface="+mj-lt"/>
                            <a:buNone/>
                            <a:defRPr/>
                          </a:pPr>
                          <a:r>
                            <a:rPr lang="en-GB" sz="1200" i="0" dirty="0">
                              <a:solidFill>
                                <a:schemeClr val="dk1"/>
                              </a:solidFill>
                              <a:latin typeface="+mn-lt"/>
                            </a:rPr>
                            <a:t>a)</a:t>
                          </a:r>
                          <a:r>
                            <a:rPr lang="en-GB" sz="1200" i="0" baseline="0" dirty="0">
                              <a:solidFill>
                                <a:schemeClr val="dk1"/>
                              </a:solidFill>
                              <a:latin typeface="+mn-lt"/>
                            </a:rPr>
                            <a:t> </a:t>
                          </a:r>
                          <a14:m>
                            <m:oMath xmlns:m="http://schemas.openxmlformats.org/officeDocument/2006/math">
                              <m:r>
                                <a:rPr lang="en-GB" sz="1200" i="1" dirty="0" smtClean="0">
                                  <a:solidFill>
                                    <a:srgbClr val="000000"/>
                                  </a:solidFill>
                                  <a:latin typeface="Cambria Math" panose="02040503050406030204" pitchFamily="18" charset="0"/>
                                </a:rPr>
                                <m:t>𝑥</m:t>
                              </m:r>
                              <m:r>
                                <a:rPr lang="en-GB" sz="1200" i="1" baseline="30000" dirty="0" smtClean="0">
                                  <a:solidFill>
                                    <a:srgbClr val="000000"/>
                                  </a:solidFill>
                                  <a:latin typeface="Cambria Math" panose="02040503050406030204" pitchFamily="18" charset="0"/>
                                </a:rPr>
                                <m:t>5</m:t>
                              </m:r>
                              <m:r>
                                <a:rPr lang="en-GB" sz="1200" i="1" dirty="0">
                                  <a:solidFill>
                                    <a:srgbClr val="000000"/>
                                  </a:solidFill>
                                  <a:latin typeface="Cambria Math" panose="02040503050406030204" pitchFamily="18" charset="0"/>
                                </a:rPr>
                                <m:t> </m:t>
                              </m:r>
                              <m:r>
                                <a:rPr lang="en-GB" sz="1200" i="1" dirty="0" smtClean="0">
                                  <a:solidFill>
                                    <a:prstClr val="black"/>
                                  </a:solidFill>
                                  <a:latin typeface="Cambria Math" panose="02040503050406030204" pitchFamily="18" charset="0"/>
                                </a:rPr>
                                <m:t>÷</m:t>
                              </m:r>
                              <m:r>
                                <a:rPr lang="en-GB" sz="1200" i="1" dirty="0">
                                  <a:solidFill>
                                    <a:srgbClr val="000000"/>
                                  </a:solidFill>
                                  <a:latin typeface="Cambria Math" panose="02040503050406030204" pitchFamily="18" charset="0"/>
                                </a:rPr>
                                <m:t> </m:t>
                              </m:r>
                              <m:sSup>
                                <m:sSupPr>
                                  <m:ctrlPr>
                                    <a:rPr lang="en-US" sz="1200" b="0" i="1" dirty="0" smtClean="0">
                                      <a:solidFill>
                                        <a:srgbClr val="000000"/>
                                      </a:solidFill>
                                      <a:latin typeface="Cambria Math" panose="02040503050406030204" pitchFamily="18" charset="0"/>
                                    </a:rPr>
                                  </m:ctrlPr>
                                </m:sSupPr>
                                <m:e>
                                  <m:r>
                                    <a:rPr lang="en-GB" sz="1200" i="1" dirty="0" smtClean="0">
                                      <a:solidFill>
                                        <a:srgbClr val="000000"/>
                                      </a:solidFill>
                                      <a:latin typeface="Cambria Math" panose="02040503050406030204" pitchFamily="18" charset="0"/>
                                    </a:rPr>
                                    <m:t>𝑥</m:t>
                                  </m:r>
                                </m:e>
                                <m:sup>
                                  <m:r>
                                    <a:rPr lang="en-US" sz="1200" b="0" i="1" dirty="0" smtClean="0">
                                      <a:solidFill>
                                        <a:srgbClr val="000000"/>
                                      </a:solidFill>
                                      <a:latin typeface="Cambria Math" panose="02040503050406030204" pitchFamily="18" charset="0"/>
                                    </a:rPr>
                                    <m:t>−8</m:t>
                                  </m:r>
                                </m:sup>
                              </m:sSup>
                            </m:oMath>
                          </a14:m>
                          <a:endParaRPr lang="en-GB" sz="1200" i="1" dirty="0">
                            <a:solidFill>
                              <a:srgbClr val="000000"/>
                            </a:solidFill>
                          </a:endParaRPr>
                        </a:p>
                        <a:p>
                          <a:endParaRPr lang="en-GB" sz="1200" b="1" i="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lvl="0" indent="0">
                            <a:lnSpc>
                              <a:spcPct val="150000"/>
                            </a:lnSpc>
                            <a:buFont typeface="+mj-lt"/>
                            <a:buNone/>
                            <a:defRPr/>
                          </a:pPr>
                          <a:r>
                            <a:rPr lang="en-GB" sz="1200" dirty="0"/>
                            <a:t>b) </a:t>
                          </a:r>
                          <a14:m>
                            <m:oMath xmlns:m="http://schemas.openxmlformats.org/officeDocument/2006/math">
                              <m:sSup>
                                <m:sSupPr>
                                  <m:ctrlPr>
                                    <a:rPr lang="en-US" sz="1200" b="0" i="1" dirty="0" smtClean="0">
                                      <a:solidFill>
                                        <a:srgbClr val="000000"/>
                                      </a:solidFill>
                                      <a:latin typeface="Cambria Math" panose="02040503050406030204" pitchFamily="18" charset="0"/>
                                    </a:rPr>
                                  </m:ctrlPr>
                                </m:sSupPr>
                                <m:e>
                                  <m:r>
                                    <a:rPr lang="en-GB" sz="1200" i="1" dirty="0" smtClean="0">
                                      <a:solidFill>
                                        <a:srgbClr val="000000"/>
                                      </a:solidFill>
                                      <a:latin typeface="Cambria Math" panose="02040503050406030204" pitchFamily="18" charset="0"/>
                                    </a:rPr>
                                    <m:t>𝑎</m:t>
                                  </m:r>
                                </m:e>
                                <m:sup>
                                  <m:r>
                                    <a:rPr lang="en-US" sz="1200" b="0" i="1" dirty="0" smtClean="0">
                                      <a:solidFill>
                                        <a:srgbClr val="000000"/>
                                      </a:solidFill>
                                      <a:latin typeface="Cambria Math" panose="02040503050406030204" pitchFamily="18" charset="0"/>
                                    </a:rPr>
                                    <m:t>−7</m:t>
                                  </m:r>
                                </m:sup>
                              </m:sSup>
                              <m:r>
                                <a:rPr lang="en-GB" sz="1200" i="1" dirty="0" smtClean="0">
                                  <a:solidFill>
                                    <a:prstClr val="black"/>
                                  </a:solidFill>
                                  <a:latin typeface="Cambria Math" panose="02040503050406030204" pitchFamily="18" charset="0"/>
                                </a:rPr>
                                <m:t> ÷ </m:t>
                              </m:r>
                              <m:r>
                                <a:rPr lang="en-GB" sz="1200" i="1" dirty="0" smtClean="0">
                                  <a:solidFill>
                                    <a:srgbClr val="000000"/>
                                  </a:solidFill>
                                  <a:latin typeface="Cambria Math" panose="02040503050406030204" pitchFamily="18" charset="0"/>
                                </a:rPr>
                                <m:t>𝑎</m:t>
                              </m:r>
                              <m:r>
                                <a:rPr lang="en-GB" sz="1200" i="1" baseline="30000" dirty="0" smtClean="0">
                                  <a:solidFill>
                                    <a:srgbClr val="000000"/>
                                  </a:solidFill>
                                  <a:latin typeface="Cambria Math" panose="02040503050406030204" pitchFamily="18" charset="0"/>
                                </a:rPr>
                                <m:t>4</m:t>
                              </m:r>
                            </m:oMath>
                          </a14:m>
                          <a:endParaRPr lang="en-GB" sz="1200" i="1" dirty="0">
                            <a:solidFill>
                              <a:srgbClr val="000000"/>
                            </a:solidFill>
                          </a:endParaRPr>
                        </a:p>
                        <a:p>
                          <a:endParaRPr lang="en-GB" sz="1200" dirty="0"/>
                        </a:p>
                        <a:p>
                          <a:pPr/>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c) </a:t>
                          </a:r>
                          <a14:m>
                            <m:oMath xmlns:m="http://schemas.openxmlformats.org/officeDocument/2006/math">
                              <m:sSup>
                                <m:sSupPr>
                                  <m:ctrlPr>
                                    <a:rPr lang="en-US" sz="1200" b="0" i="1" dirty="0" smtClean="0">
                                      <a:solidFill>
                                        <a:srgbClr val="000000"/>
                                      </a:solidFill>
                                      <a:latin typeface="Cambria Math" panose="02040503050406030204" pitchFamily="18" charset="0"/>
                                    </a:rPr>
                                  </m:ctrlPr>
                                </m:sSupPr>
                                <m:e>
                                  <m:r>
                                    <a:rPr lang="en-GB" sz="1200" i="1" dirty="0" smtClean="0">
                                      <a:solidFill>
                                        <a:srgbClr val="000000"/>
                                      </a:solidFill>
                                      <a:latin typeface="Cambria Math" panose="02040503050406030204" pitchFamily="18" charset="0"/>
                                    </a:rPr>
                                    <m:t>𝑥</m:t>
                                  </m:r>
                                </m:e>
                                <m:sup>
                                  <m:r>
                                    <a:rPr lang="en-US" sz="1200" b="0" i="1" dirty="0" smtClean="0">
                                      <a:solidFill>
                                        <a:srgbClr val="000000"/>
                                      </a:solidFill>
                                      <a:latin typeface="Cambria Math" panose="02040503050406030204" pitchFamily="18" charset="0"/>
                                    </a:rPr>
                                    <m:t>−2</m:t>
                                  </m:r>
                                </m:sup>
                              </m:sSup>
                              <m:r>
                                <a:rPr lang="en-GB" sz="1200" i="1" dirty="0">
                                  <a:solidFill>
                                    <a:prstClr val="black"/>
                                  </a:solidFill>
                                  <a:latin typeface="Cambria Math" panose="02040503050406030204" pitchFamily="18" charset="0"/>
                                </a:rPr>
                                <m:t> ÷ </m:t>
                              </m:r>
                              <m:sSup>
                                <m:sSupPr>
                                  <m:ctrlPr>
                                    <a:rPr lang="en-US" sz="1200" b="0" i="1" dirty="0" smtClean="0">
                                      <a:solidFill>
                                        <a:srgbClr val="000000"/>
                                      </a:solidFill>
                                      <a:latin typeface="Cambria Math" panose="02040503050406030204" pitchFamily="18" charset="0"/>
                                    </a:rPr>
                                  </m:ctrlPr>
                                </m:sSupPr>
                                <m:e>
                                  <m:r>
                                    <a:rPr lang="en-GB" sz="1200" i="1" dirty="0" smtClean="0">
                                      <a:solidFill>
                                        <a:srgbClr val="000000"/>
                                      </a:solidFill>
                                      <a:latin typeface="Cambria Math" panose="02040503050406030204" pitchFamily="18" charset="0"/>
                                    </a:rPr>
                                    <m:t>𝑥</m:t>
                                  </m:r>
                                </m:e>
                                <m:sup>
                                  <m:r>
                                    <a:rPr lang="en-US" sz="1200" b="0" i="1" dirty="0" smtClean="0">
                                      <a:solidFill>
                                        <a:srgbClr val="000000"/>
                                      </a:solidFill>
                                      <a:latin typeface="Cambria Math" panose="02040503050406030204" pitchFamily="18" charset="0"/>
                                    </a:rPr>
                                    <m:t>−2</m:t>
                                  </m:r>
                                </m:sup>
                              </m:sSup>
                            </m:oMath>
                          </a14:m>
                          <a:endParaRPr lang="en-GB" sz="1200" dirty="0"/>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dirty="0"/>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1" i="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d) </a:t>
                          </a:r>
                          <a14:m>
                            <m:oMath xmlns:m="http://schemas.openxmlformats.org/officeDocument/2006/math">
                              <m:sSup>
                                <m:sSupPr>
                                  <m:ctrlPr>
                                    <a:rPr lang="en-US" sz="1200" b="0" i="1" dirty="0" smtClean="0">
                                      <a:solidFill>
                                        <a:srgbClr val="000000"/>
                                      </a:solidFill>
                                      <a:latin typeface="Cambria Math" panose="02040503050406030204" pitchFamily="18" charset="0"/>
                                    </a:rPr>
                                  </m:ctrlPr>
                                </m:sSupPr>
                                <m:e>
                                  <m:r>
                                    <a:rPr lang="en-GB" sz="1200" i="1" dirty="0" smtClean="0">
                                      <a:solidFill>
                                        <a:srgbClr val="000000"/>
                                      </a:solidFill>
                                      <a:latin typeface="Cambria Math" panose="02040503050406030204" pitchFamily="18" charset="0"/>
                                    </a:rPr>
                                    <m:t>𝑐</m:t>
                                  </m:r>
                                </m:e>
                                <m:sup>
                                  <m:r>
                                    <a:rPr lang="en-US" sz="1200" b="0" i="1" dirty="0" smtClean="0">
                                      <a:solidFill>
                                        <a:srgbClr val="000000"/>
                                      </a:solidFill>
                                      <a:latin typeface="Cambria Math" panose="02040503050406030204" pitchFamily="18" charset="0"/>
                                    </a:rPr>
                                    <m:t>−12</m:t>
                                  </m:r>
                                </m:sup>
                              </m:sSup>
                              <m:r>
                                <a:rPr lang="en-GB" sz="1200" i="1" dirty="0">
                                  <a:solidFill>
                                    <a:prstClr val="black"/>
                                  </a:solidFill>
                                  <a:latin typeface="Cambria Math" panose="02040503050406030204" pitchFamily="18" charset="0"/>
                                </a:rPr>
                                <m:t> ÷ </m:t>
                              </m:r>
                              <m:r>
                                <a:rPr lang="en-GB" sz="1200" i="1" dirty="0" smtClean="0">
                                  <a:solidFill>
                                    <a:srgbClr val="000000"/>
                                  </a:solidFill>
                                  <a:latin typeface="Cambria Math" panose="02040503050406030204" pitchFamily="18" charset="0"/>
                                </a:rPr>
                                <m:t>𝑐</m:t>
                              </m:r>
                              <m:r>
                                <a:rPr lang="en-GB" sz="1200" i="1" baseline="30000" dirty="0" smtClean="0">
                                  <a:solidFill>
                                    <a:srgbClr val="000000"/>
                                  </a:solidFill>
                                  <a:latin typeface="Cambria Math" panose="02040503050406030204" pitchFamily="18" charset="0"/>
                                </a:rPr>
                                <m:t>4</m:t>
                              </m:r>
                            </m:oMath>
                          </a14:m>
                          <a:endParaRPr lang="en-GB" sz="1200" dirty="0"/>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dirty="0"/>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62728708"/>
                      </a:ext>
                    </a:extLst>
                  </a:tr>
                  <a:tr h="945917">
                    <a:tc>
                      <a:txBody>
                        <a:bodyPr/>
                        <a:lstStyle/>
                        <a:p>
                          <a:pPr marL="0" lvl="0" indent="0">
                            <a:lnSpc>
                              <a:spcPct val="150000"/>
                            </a:lnSpc>
                            <a:buFont typeface="+mj-lt"/>
                            <a:buNone/>
                            <a:defRPr/>
                          </a:pPr>
                          <a:r>
                            <a:rPr lang="en-GB" sz="1200" dirty="0"/>
                            <a:t>e) </a:t>
                          </a:r>
                          <a14:m>
                            <m:oMath xmlns:m="http://schemas.openxmlformats.org/officeDocument/2006/math">
                              <m:sSup>
                                <m:sSupPr>
                                  <m:ctrlPr>
                                    <a:rPr lang="en-US" sz="1200" b="0" i="1" dirty="0" smtClean="0">
                                      <a:solidFill>
                                        <a:srgbClr val="000000"/>
                                      </a:solidFill>
                                      <a:latin typeface="Cambria Math" panose="02040503050406030204" pitchFamily="18" charset="0"/>
                                    </a:rPr>
                                  </m:ctrlPr>
                                </m:sSupPr>
                                <m:e>
                                  <m:r>
                                    <a:rPr lang="en-US" sz="1200" i="1" dirty="0" smtClean="0">
                                      <a:solidFill>
                                        <a:srgbClr val="000000"/>
                                      </a:solidFill>
                                      <a:latin typeface="Cambria Math" panose="02040503050406030204" pitchFamily="18" charset="0"/>
                                    </a:rPr>
                                    <m:t>𝑦</m:t>
                                  </m:r>
                                </m:e>
                                <m:sup>
                                  <m:r>
                                    <a:rPr lang="en-US" sz="1200" b="0" i="1" dirty="0" smtClean="0">
                                      <a:solidFill>
                                        <a:srgbClr val="000000"/>
                                      </a:solidFill>
                                      <a:latin typeface="Cambria Math" panose="02040503050406030204" pitchFamily="18" charset="0"/>
                                    </a:rPr>
                                    <m:t>−6</m:t>
                                  </m:r>
                                </m:sup>
                              </m:sSup>
                              <m:r>
                                <a:rPr lang="en-US" sz="1200" i="1" dirty="0" smtClean="0">
                                  <a:solidFill>
                                    <a:srgbClr val="000000"/>
                                  </a:solidFill>
                                  <a:latin typeface="Cambria Math" panose="02040503050406030204" pitchFamily="18" charset="0"/>
                                </a:rPr>
                                <m:t> </m:t>
                              </m:r>
                              <m:r>
                                <a:rPr lang="en-GB" sz="1200" i="1" dirty="0">
                                  <a:solidFill>
                                    <a:prstClr val="black"/>
                                  </a:solidFill>
                                  <a:latin typeface="Cambria Math" panose="02040503050406030204" pitchFamily="18" charset="0"/>
                                </a:rPr>
                                <m:t>÷ </m:t>
                              </m:r>
                              <m:r>
                                <a:rPr lang="en-US" sz="1200" i="1" dirty="0">
                                  <a:solidFill>
                                    <a:srgbClr val="000000"/>
                                  </a:solidFill>
                                  <a:latin typeface="Cambria Math" panose="02040503050406030204" pitchFamily="18" charset="0"/>
                                </a:rPr>
                                <m:t>𝑦</m:t>
                              </m:r>
                              <m:r>
                                <a:rPr lang="en-GB" sz="1200" i="1" baseline="30000" dirty="0">
                                  <a:solidFill>
                                    <a:prstClr val="black"/>
                                  </a:solidFill>
                                  <a:latin typeface="Cambria Math" panose="02040503050406030204" pitchFamily="18" charset="0"/>
                                </a:rPr>
                                <m:t>10</m:t>
                              </m:r>
                            </m:oMath>
                          </a14:m>
                          <a:endParaRPr lang="en-US" sz="1200" dirty="0">
                            <a:solidFill>
                              <a:srgbClr val="000000"/>
                            </a:solidFill>
                          </a:endParaRPr>
                        </a:p>
                        <a:p>
                          <a:endParaRPr lang="en-US" sz="1200" b="1" i="1" dirty="0">
                            <a:solidFill>
                              <a:srgbClr val="FF0000"/>
                            </a:solidFill>
                            <a:latin typeface="Cambria Math" panose="02040503050406030204" pitchFamily="18" charset="0"/>
                          </a:endParaRPr>
                        </a:p>
                        <a:p>
                          <a:pPr/>
                          <a:endParaRPr lang="en-GB"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lvl="0" indent="0">
                            <a:lnSpc>
                              <a:spcPct val="150000"/>
                            </a:lnSpc>
                            <a:buFont typeface="+mj-lt"/>
                            <a:buNone/>
                            <a:defRPr/>
                          </a:pPr>
                          <a:r>
                            <a:rPr lang="en-GB" sz="1200" dirty="0"/>
                            <a:t>f) </a:t>
                          </a:r>
                          <a14:m>
                            <m:oMath xmlns:m="http://schemas.openxmlformats.org/officeDocument/2006/math">
                              <m:sSup>
                                <m:sSupPr>
                                  <m:ctrlPr>
                                    <a:rPr lang="en-US" sz="1200" b="0" i="1" dirty="0" smtClean="0">
                                      <a:solidFill>
                                        <a:srgbClr val="000000"/>
                                      </a:solidFill>
                                      <a:latin typeface="Cambria Math" panose="02040503050406030204" pitchFamily="18" charset="0"/>
                                    </a:rPr>
                                  </m:ctrlPr>
                                </m:sSupPr>
                                <m:e>
                                  <m:r>
                                    <a:rPr lang="en-US" sz="1200" b="0" i="1" dirty="0" smtClean="0">
                                      <a:solidFill>
                                        <a:srgbClr val="000000"/>
                                      </a:solidFill>
                                      <a:latin typeface="Cambria Math" panose="02040503050406030204" pitchFamily="18" charset="0"/>
                                    </a:rPr>
                                    <m:t>𝑝</m:t>
                                  </m:r>
                                </m:e>
                                <m:sup>
                                  <m:r>
                                    <a:rPr lang="en-US" sz="1200" b="0" i="1" dirty="0" smtClean="0">
                                      <a:solidFill>
                                        <a:srgbClr val="000000"/>
                                      </a:solidFill>
                                      <a:latin typeface="Cambria Math" panose="02040503050406030204" pitchFamily="18" charset="0"/>
                                    </a:rPr>
                                    <m:t>−2</m:t>
                                  </m:r>
                                </m:sup>
                              </m:sSup>
                              <m:r>
                                <a:rPr lang="en-US" sz="1200" i="1" dirty="0">
                                  <a:solidFill>
                                    <a:srgbClr val="000000"/>
                                  </a:solidFill>
                                  <a:latin typeface="Cambria Math" panose="02040503050406030204" pitchFamily="18" charset="0"/>
                                </a:rPr>
                                <m:t> </m:t>
                              </m:r>
                              <m:r>
                                <a:rPr lang="en-GB" sz="1200" i="1" dirty="0">
                                  <a:solidFill>
                                    <a:prstClr val="black"/>
                                  </a:solidFill>
                                  <a:latin typeface="Cambria Math" panose="02040503050406030204" pitchFamily="18" charset="0"/>
                                </a:rPr>
                                <m:t>÷ </m:t>
                              </m:r>
                              <m:r>
                                <a:rPr lang="en-US" sz="1200" i="1" dirty="0">
                                  <a:solidFill>
                                    <a:srgbClr val="000000"/>
                                  </a:solidFill>
                                  <a:latin typeface="Cambria Math" panose="02040503050406030204" pitchFamily="18" charset="0"/>
                                </a:rPr>
                                <m:t>𝑝</m:t>
                              </m:r>
                              <m:r>
                                <a:rPr lang="en-GB" sz="1200" i="1" baseline="30000" dirty="0" smtClean="0">
                                  <a:solidFill>
                                    <a:prstClr val="black"/>
                                  </a:solidFill>
                                  <a:latin typeface="Cambria Math" panose="02040503050406030204" pitchFamily="18" charset="0"/>
                                </a:rPr>
                                <m:t>9</m:t>
                              </m:r>
                            </m:oMath>
                          </a14:m>
                          <a:endParaRPr lang="en-US" sz="1200" dirty="0">
                            <a:solidFill>
                              <a:srgbClr val="000000"/>
                            </a:solidFill>
                          </a:endParaRPr>
                        </a:p>
                        <a:p>
                          <a:endParaRPr lang="en-GB" sz="1200" dirty="0"/>
                        </a:p>
                        <a:p>
                          <a:pPr/>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lvl="0" indent="0">
                            <a:lnSpc>
                              <a:spcPct val="150000"/>
                            </a:lnSpc>
                            <a:buFont typeface="+mj-lt"/>
                            <a:buNone/>
                            <a:defRPr/>
                          </a:pPr>
                          <a:r>
                            <a:rPr lang="en-GB" sz="1200" dirty="0"/>
                            <a:t>g) </a:t>
                          </a:r>
                          <a14:m>
                            <m:oMath xmlns:m="http://schemas.openxmlformats.org/officeDocument/2006/math">
                              <m:r>
                                <a:rPr lang="en-US" sz="1200" i="1" dirty="0" smtClean="0">
                                  <a:solidFill>
                                    <a:srgbClr val="000000"/>
                                  </a:solidFill>
                                  <a:latin typeface="Cambria Math" panose="02040503050406030204" pitchFamily="18" charset="0"/>
                                </a:rPr>
                                <m:t>𝑢</m:t>
                              </m:r>
                              <m:r>
                                <a:rPr lang="en-US" sz="1200" i="1" dirty="0" smtClean="0">
                                  <a:solidFill>
                                    <a:srgbClr val="000000"/>
                                  </a:solidFill>
                                  <a:latin typeface="Cambria Math" panose="02040503050406030204" pitchFamily="18" charset="0"/>
                                </a:rPr>
                                <m:t> ÷ </m:t>
                              </m:r>
                              <m:sSup>
                                <m:sSupPr>
                                  <m:ctrlPr>
                                    <a:rPr lang="en-US" sz="1200" b="0" i="1" dirty="0" smtClean="0">
                                      <a:solidFill>
                                        <a:srgbClr val="000000"/>
                                      </a:solidFill>
                                      <a:latin typeface="Cambria Math" panose="02040503050406030204" pitchFamily="18" charset="0"/>
                                    </a:rPr>
                                  </m:ctrlPr>
                                </m:sSupPr>
                                <m:e>
                                  <m:r>
                                    <a:rPr lang="en-US" sz="1200" i="1" dirty="0">
                                      <a:solidFill>
                                        <a:srgbClr val="000000"/>
                                      </a:solidFill>
                                      <a:latin typeface="Cambria Math" panose="02040503050406030204" pitchFamily="18" charset="0"/>
                                    </a:rPr>
                                    <m:t>𝑢</m:t>
                                  </m:r>
                                </m:e>
                                <m:sup>
                                  <m:r>
                                    <a:rPr lang="en-US" sz="1200" b="0" i="1" dirty="0" smtClean="0">
                                      <a:solidFill>
                                        <a:srgbClr val="000000"/>
                                      </a:solidFill>
                                      <a:latin typeface="Cambria Math" panose="02040503050406030204" pitchFamily="18" charset="0"/>
                                    </a:rPr>
                                    <m:t>−7</m:t>
                                  </m:r>
                                </m:sup>
                              </m:sSup>
                            </m:oMath>
                          </a14:m>
                          <a:endParaRPr lang="en-GB" sz="1200" baseline="30000" dirty="0">
                            <a:solidFill>
                              <a:prstClr val="black"/>
                            </a:solidFill>
                          </a:endParaRPr>
                        </a:p>
                        <a:p>
                          <a:endParaRPr lang="en-GB" sz="1200" dirty="0"/>
                        </a:p>
                        <a:p>
                          <a:pPr/>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50000"/>
                            </a:lnSpc>
                            <a:spcBef>
                              <a:spcPts val="0"/>
                            </a:spcBef>
                            <a:spcAft>
                              <a:spcPts val="0"/>
                            </a:spcAft>
                            <a:buClrTx/>
                            <a:buSzTx/>
                            <a:buFont typeface="+mj-lt"/>
                            <a:buNone/>
                            <a:tabLst/>
                            <a:defRPr/>
                          </a:pPr>
                          <a:r>
                            <a:rPr lang="en-GB" sz="1200" dirty="0"/>
                            <a:t>h) </a:t>
                          </a:r>
                          <a14:m>
                            <m:oMath xmlns:m="http://schemas.openxmlformats.org/officeDocument/2006/math">
                              <m:sSup>
                                <m:sSupPr>
                                  <m:ctrlPr>
                                    <a:rPr lang="en-US" sz="1200" b="0" i="1" smtClean="0">
                                      <a:solidFill>
                                        <a:srgbClr val="000000"/>
                                      </a:solidFill>
                                      <a:latin typeface="Cambria Math" panose="02040503050406030204" pitchFamily="18" charset="0"/>
                                    </a:rPr>
                                  </m:ctrlPr>
                                </m:sSupPr>
                                <m:e>
                                  <m:r>
                                    <a:rPr lang="en-US" sz="1200" b="0" i="1" smtClean="0">
                                      <a:solidFill>
                                        <a:srgbClr val="000000"/>
                                      </a:solidFill>
                                      <a:latin typeface="Cambria Math" panose="02040503050406030204" pitchFamily="18" charset="0"/>
                                    </a:rPr>
                                    <m:t>𝑡</m:t>
                                  </m:r>
                                </m:e>
                                <m:sup>
                                  <m:r>
                                    <a:rPr lang="en-US" sz="1200" b="0" i="1" smtClean="0">
                                      <a:solidFill>
                                        <a:srgbClr val="000000"/>
                                      </a:solidFill>
                                      <a:latin typeface="Cambria Math" panose="02040503050406030204" pitchFamily="18" charset="0"/>
                                    </a:rPr>
                                    <m:t>9</m:t>
                                  </m:r>
                                </m:sup>
                              </m:sSup>
                              <m:r>
                                <a:rPr lang="en-US" sz="1200" b="0" i="1" smtClean="0">
                                  <a:solidFill>
                                    <a:srgbClr val="000000"/>
                                  </a:solidFill>
                                  <a:latin typeface="Cambria Math" panose="02040503050406030204" pitchFamily="18" charset="0"/>
                                </a:rPr>
                                <m:t>÷</m:t>
                              </m:r>
                              <m:sSup>
                                <m:sSupPr>
                                  <m:ctrlPr>
                                    <a:rPr lang="en-US" sz="1200" b="0" i="1" smtClean="0">
                                      <a:solidFill>
                                        <a:srgbClr val="000000"/>
                                      </a:solidFill>
                                      <a:latin typeface="Cambria Math" panose="02040503050406030204" pitchFamily="18" charset="0"/>
                                    </a:rPr>
                                  </m:ctrlPr>
                                </m:sSupPr>
                                <m:e>
                                  <m:r>
                                    <a:rPr lang="en-US" sz="1200" b="0" i="1" smtClean="0">
                                      <a:solidFill>
                                        <a:srgbClr val="000000"/>
                                      </a:solidFill>
                                      <a:latin typeface="Cambria Math" panose="02040503050406030204" pitchFamily="18" charset="0"/>
                                    </a:rPr>
                                    <m:t>𝑡</m:t>
                                  </m:r>
                                </m:e>
                                <m:sup>
                                  <m:r>
                                    <a:rPr lang="en-US" sz="1200" b="0" i="1" smtClean="0">
                                      <a:solidFill>
                                        <a:srgbClr val="000000"/>
                                      </a:solidFill>
                                      <a:latin typeface="Cambria Math" panose="02040503050406030204" pitchFamily="18" charset="0"/>
                                    </a:rPr>
                                    <m:t>−3</m:t>
                                  </m:r>
                                </m:sup>
                              </m:sSup>
                            </m:oMath>
                          </a14:m>
                          <a:endParaRPr lang="en-US" sz="1200" dirty="0">
                            <a:solidFill>
                              <a:srgbClr val="000000"/>
                            </a:solidFill>
                          </a:endParaRPr>
                        </a:p>
                        <a:p>
                          <a:endParaRPr lang="en-GB" sz="1200" dirty="0"/>
                        </a:p>
                        <a:p>
                          <a:pPr/>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7101226"/>
                      </a:ext>
                    </a:extLst>
                  </a:tr>
                </a:tbl>
              </a:graphicData>
            </a:graphic>
          </p:graphicFrame>
        </mc:Choice>
        <mc:Fallback>
          <p:graphicFrame>
            <p:nvGraphicFramePr>
              <p:cNvPr id="3" name="Table 2">
                <a:extLst>
                  <a:ext uri="{FF2B5EF4-FFF2-40B4-BE49-F238E27FC236}">
                    <a16:creationId xmlns:a16="http://schemas.microsoft.com/office/drawing/2014/main" id="{EC03714A-84F3-0BD0-922E-360B393A9B8A}"/>
                  </a:ext>
                </a:extLst>
              </p:cNvPr>
              <p:cNvGraphicFramePr>
                <a:graphicFrameLocks noGrp="1"/>
              </p:cNvGraphicFramePr>
              <p:nvPr>
                <p:extLst>
                  <p:ext uri="{D42A27DB-BD31-4B8C-83A1-F6EECF244321}">
                    <p14:modId xmlns:p14="http://schemas.microsoft.com/office/powerpoint/2010/main" val="2534090691"/>
                  </p:ext>
                </p:extLst>
              </p:nvPr>
            </p:nvGraphicFramePr>
            <p:xfrm>
              <a:off x="102428" y="394230"/>
              <a:ext cx="6645896" cy="1891834"/>
            </p:xfrm>
            <a:graphic>
              <a:graphicData uri="http://schemas.openxmlformats.org/drawingml/2006/table">
                <a:tbl>
                  <a:tblPr>
                    <a:tableStyleId>{5C22544A-7EE6-4342-B048-85BDC9FD1C3A}</a:tableStyleId>
                  </a:tblPr>
                  <a:tblGrid>
                    <a:gridCol w="1661474">
                      <a:extLst>
                        <a:ext uri="{9D8B030D-6E8A-4147-A177-3AD203B41FA5}">
                          <a16:colId xmlns:a16="http://schemas.microsoft.com/office/drawing/2014/main" val="98961152"/>
                        </a:ext>
                      </a:extLst>
                    </a:gridCol>
                    <a:gridCol w="1661474">
                      <a:extLst>
                        <a:ext uri="{9D8B030D-6E8A-4147-A177-3AD203B41FA5}">
                          <a16:colId xmlns:a16="http://schemas.microsoft.com/office/drawing/2014/main" val="1338628094"/>
                        </a:ext>
                      </a:extLst>
                    </a:gridCol>
                    <a:gridCol w="1661474">
                      <a:extLst>
                        <a:ext uri="{9D8B030D-6E8A-4147-A177-3AD203B41FA5}">
                          <a16:colId xmlns:a16="http://schemas.microsoft.com/office/drawing/2014/main" val="2313590542"/>
                        </a:ext>
                      </a:extLst>
                    </a:gridCol>
                    <a:gridCol w="1661474">
                      <a:extLst>
                        <a:ext uri="{9D8B030D-6E8A-4147-A177-3AD203B41FA5}">
                          <a16:colId xmlns:a16="http://schemas.microsoft.com/office/drawing/2014/main" val="4013909016"/>
                        </a:ext>
                      </a:extLst>
                    </a:gridCol>
                  </a:tblGrid>
                  <a:tr h="945917">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366" t="-641" r="-300733" b="-101282"/>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00366" t="-641" r="-200733" b="-101282"/>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200366" t="-641" r="-100733" b="-101282"/>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300366" t="-641" r="-733" b="-101282"/>
                          </a:stretch>
                        </a:blipFill>
                      </a:tcPr>
                    </a:tc>
                    <a:extLst>
                      <a:ext uri="{0D108BD9-81ED-4DB2-BD59-A6C34878D82A}">
                        <a16:rowId xmlns:a16="http://schemas.microsoft.com/office/drawing/2014/main" val="1062728708"/>
                      </a:ext>
                    </a:extLst>
                  </a:tr>
                  <a:tr h="945917">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366" t="-100641" r="-300733" b="-1282"/>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00366" t="-100641" r="-200733" b="-1282"/>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200366" t="-100641" r="-100733" b="-1282"/>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300366" t="-100641" r="-733" b="-1282"/>
                          </a:stretch>
                        </a:blipFill>
                      </a:tcPr>
                    </a:tc>
                    <a:extLst>
                      <a:ext uri="{0D108BD9-81ED-4DB2-BD59-A6C34878D82A}">
                        <a16:rowId xmlns:a16="http://schemas.microsoft.com/office/drawing/2014/main" val="4157101226"/>
                      </a:ext>
                    </a:extLst>
                  </a:tr>
                </a:tbl>
              </a:graphicData>
            </a:graphic>
          </p:graphicFrame>
        </mc:Fallback>
      </mc:AlternateContent>
      <p:sp>
        <p:nvSpPr>
          <p:cNvPr id="8" name="Slide Number Placeholder 7">
            <a:extLst>
              <a:ext uri="{FF2B5EF4-FFF2-40B4-BE49-F238E27FC236}">
                <a16:creationId xmlns:a16="http://schemas.microsoft.com/office/drawing/2014/main" id="{318E3A12-C8A5-DEAC-E2A8-E8D86C8693E6}"/>
              </a:ext>
            </a:extLst>
          </p:cNvPr>
          <p:cNvSpPr>
            <a:spLocks noGrp="1"/>
          </p:cNvSpPr>
          <p:nvPr>
            <p:ph type="sldNum" sz="quarter" idx="12"/>
          </p:nvPr>
        </p:nvSpPr>
        <p:spPr/>
        <p:txBody>
          <a:bodyPr/>
          <a:lstStyle/>
          <a:p>
            <a:fld id="{DFE403A4-BF53-4A18-A219-2FCD9C5F3F46}" type="slidenum">
              <a:rPr lang="en-GB" smtClean="0"/>
              <a:t>56</a:t>
            </a:fld>
            <a:endParaRPr lang="en-GB"/>
          </a:p>
        </p:txBody>
      </p:sp>
    </p:spTree>
    <p:extLst>
      <p:ext uri="{BB962C8B-B14F-4D97-AF65-F5344CB8AC3E}">
        <p14:creationId xmlns:p14="http://schemas.microsoft.com/office/powerpoint/2010/main" val="335002427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extBox 56">
            <a:extLst>
              <a:ext uri="{FF2B5EF4-FFF2-40B4-BE49-F238E27FC236}">
                <a16:creationId xmlns:a16="http://schemas.microsoft.com/office/drawing/2014/main" id="{88BE26D3-BD12-8F4B-9608-3EB6530361A1}"/>
              </a:ext>
            </a:extLst>
          </p:cNvPr>
          <p:cNvSpPr txBox="1"/>
          <p:nvPr/>
        </p:nvSpPr>
        <p:spPr>
          <a:xfrm>
            <a:off x="1811319" y="150550"/>
            <a:ext cx="1387046" cy="276999"/>
          </a:xfrm>
          <a:prstGeom prst="rect">
            <a:avLst/>
          </a:prstGeom>
          <a:noFill/>
          <a:ln>
            <a:noFill/>
          </a:ln>
        </p:spPr>
        <p:txBody>
          <a:bodyPr wrap="none" rtlCol="0">
            <a:spAutoFit/>
          </a:bodyPr>
          <a:lstStyle/>
          <a:p>
            <a:r>
              <a:rPr lang="en-GB" sz="1200" b="1" i="1">
                <a:solidFill>
                  <a:srgbClr val="FF0000"/>
                </a:solidFill>
              </a:rPr>
              <a:t>Example 43 - I do…</a:t>
            </a:r>
          </a:p>
        </p:txBody>
      </p:sp>
      <p:sp>
        <p:nvSpPr>
          <p:cNvPr id="58" name="TextBox 57">
            <a:extLst>
              <a:ext uri="{FF2B5EF4-FFF2-40B4-BE49-F238E27FC236}">
                <a16:creationId xmlns:a16="http://schemas.microsoft.com/office/drawing/2014/main" id="{12910BCB-308B-9841-AF03-2F9D2E6E678C}"/>
              </a:ext>
            </a:extLst>
          </p:cNvPr>
          <p:cNvSpPr txBox="1"/>
          <p:nvPr/>
        </p:nvSpPr>
        <p:spPr>
          <a:xfrm>
            <a:off x="3330904" y="145609"/>
            <a:ext cx="1584793" cy="276999"/>
          </a:xfrm>
          <a:prstGeom prst="rect">
            <a:avLst/>
          </a:prstGeom>
          <a:noFill/>
          <a:ln>
            <a:noFill/>
          </a:ln>
        </p:spPr>
        <p:txBody>
          <a:bodyPr wrap="none" rtlCol="0">
            <a:spAutoFit/>
          </a:bodyPr>
          <a:lstStyle/>
          <a:p>
            <a:r>
              <a:rPr lang="en-GB" sz="1200" b="1" i="1">
                <a:solidFill>
                  <a:schemeClr val="accent2"/>
                </a:solidFill>
              </a:rPr>
              <a:t>Example 44 – We do…</a:t>
            </a:r>
          </a:p>
        </p:txBody>
      </p:sp>
      <p:sp>
        <p:nvSpPr>
          <p:cNvPr id="59" name="TextBox 58">
            <a:extLst>
              <a:ext uri="{FF2B5EF4-FFF2-40B4-BE49-F238E27FC236}">
                <a16:creationId xmlns:a16="http://schemas.microsoft.com/office/drawing/2014/main" id="{12910BCB-308B-9841-AF03-2F9D2E6E678C}"/>
              </a:ext>
            </a:extLst>
          </p:cNvPr>
          <p:cNvSpPr txBox="1"/>
          <p:nvPr/>
        </p:nvSpPr>
        <p:spPr>
          <a:xfrm>
            <a:off x="4943653" y="145608"/>
            <a:ext cx="1607812" cy="276999"/>
          </a:xfrm>
          <a:prstGeom prst="rect">
            <a:avLst/>
          </a:prstGeom>
          <a:noFill/>
          <a:ln>
            <a:noFill/>
          </a:ln>
        </p:spPr>
        <p:txBody>
          <a:bodyPr wrap="none" rtlCol="0">
            <a:spAutoFit/>
          </a:bodyPr>
          <a:lstStyle/>
          <a:p>
            <a:r>
              <a:rPr lang="en-GB" sz="1200" b="1" i="1">
                <a:solidFill>
                  <a:srgbClr val="00B050"/>
                </a:solidFill>
              </a:rPr>
              <a:t>Example 45 – You do…</a:t>
            </a:r>
          </a:p>
        </p:txBody>
      </p:sp>
      <p:sp>
        <p:nvSpPr>
          <p:cNvPr id="60" name="TextBox 59">
            <a:extLst>
              <a:ext uri="{FF2B5EF4-FFF2-40B4-BE49-F238E27FC236}">
                <a16:creationId xmlns:a16="http://schemas.microsoft.com/office/drawing/2014/main" id="{244A782A-DC95-3049-82B4-7824915E73C9}"/>
              </a:ext>
            </a:extLst>
          </p:cNvPr>
          <p:cNvSpPr txBox="1"/>
          <p:nvPr/>
        </p:nvSpPr>
        <p:spPr>
          <a:xfrm>
            <a:off x="1355521" y="4088256"/>
            <a:ext cx="911596"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a:solidFill>
                  <a:prstClr val="black"/>
                </a:solidFill>
                <a:latin typeface="Calibri" panose="020F0502020204030204"/>
              </a:rPr>
              <a:t>18. </a:t>
            </a:r>
            <a:r>
              <a:rPr kumimoji="0" lang="en-GB" sz="1200" i="0" u="none" strike="noStrike" kern="1200" cap="none" spc="0" normalizeH="0" baseline="0" noProof="0">
                <a:ln>
                  <a:noFill/>
                </a:ln>
                <a:solidFill>
                  <a:prstClr val="black"/>
                </a:solidFill>
                <a:effectLst/>
                <a:uLnTx/>
                <a:uFillTx/>
                <a:latin typeface="Calibri" panose="020F0502020204030204"/>
              </a:rPr>
              <a:t>Simplify</a:t>
            </a:r>
          </a:p>
        </p:txBody>
      </p:sp>
      <p:sp>
        <p:nvSpPr>
          <p:cNvPr id="6" name="Rectangle 5">
            <a:extLst>
              <a:ext uri="{FF2B5EF4-FFF2-40B4-BE49-F238E27FC236}">
                <a16:creationId xmlns:a16="http://schemas.microsoft.com/office/drawing/2014/main" id="{342B199C-B0C2-A507-6D2B-4BC7D221ACA9}"/>
              </a:ext>
            </a:extLst>
          </p:cNvPr>
          <p:cNvSpPr/>
          <p:nvPr/>
        </p:nvSpPr>
        <p:spPr>
          <a:xfrm>
            <a:off x="125443" y="4049811"/>
            <a:ext cx="1064816" cy="353890"/>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100"/>
              <a:t>INDEPENDENT PRACTICE</a:t>
            </a:r>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7B7408AD-666F-D181-093B-D9F55BBC1137}"/>
                  </a:ext>
                </a:extLst>
              </p:cNvPr>
              <p:cNvGraphicFramePr>
                <a:graphicFrameLocks noGrp="1"/>
              </p:cNvGraphicFramePr>
              <p:nvPr/>
            </p:nvGraphicFramePr>
            <p:xfrm>
              <a:off x="126868" y="409223"/>
              <a:ext cx="6655406" cy="3492217"/>
            </p:xfrm>
            <a:graphic>
              <a:graphicData uri="http://schemas.openxmlformats.org/drawingml/2006/table">
                <a:tbl>
                  <a:tblPr firstRow="1" bandRow="1">
                    <a:tableStyleId>{5C22544A-7EE6-4342-B048-85BDC9FD1C3A}</a:tableStyleId>
                  </a:tblPr>
                  <a:tblGrid>
                    <a:gridCol w="1372066">
                      <a:extLst>
                        <a:ext uri="{9D8B030D-6E8A-4147-A177-3AD203B41FA5}">
                          <a16:colId xmlns:a16="http://schemas.microsoft.com/office/drawing/2014/main" val="3124559182"/>
                        </a:ext>
                      </a:extLst>
                    </a:gridCol>
                    <a:gridCol w="1686009">
                      <a:extLst>
                        <a:ext uri="{9D8B030D-6E8A-4147-A177-3AD203B41FA5}">
                          <a16:colId xmlns:a16="http://schemas.microsoft.com/office/drawing/2014/main" val="1668930051"/>
                        </a:ext>
                      </a:extLst>
                    </a:gridCol>
                    <a:gridCol w="1840036">
                      <a:extLst>
                        <a:ext uri="{9D8B030D-6E8A-4147-A177-3AD203B41FA5}">
                          <a16:colId xmlns:a16="http://schemas.microsoft.com/office/drawing/2014/main" val="2873958374"/>
                        </a:ext>
                      </a:extLst>
                    </a:gridCol>
                    <a:gridCol w="1757295">
                      <a:extLst>
                        <a:ext uri="{9D8B030D-6E8A-4147-A177-3AD203B41FA5}">
                          <a16:colId xmlns:a16="http://schemas.microsoft.com/office/drawing/2014/main" val="2414775215"/>
                        </a:ext>
                      </a:extLst>
                    </a:gridCol>
                  </a:tblGrid>
                  <a:tr h="352486">
                    <a:tc>
                      <a:txBody>
                        <a:bodyPr/>
                        <a:lstStyle/>
                        <a:p>
                          <a:pPr algn="ctr"/>
                          <a:r>
                            <a:rPr lang="en-US" sz="1200">
                              <a:solidFill>
                                <a:schemeClr val="tx1"/>
                              </a:solidFill>
                            </a:rPr>
                            <a:t>Steps</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sz="1200">
                              <a:solidFill>
                                <a:schemeClr val="tx1"/>
                              </a:solidFill>
                            </a:rPr>
                            <a:t>Simplify</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47329628"/>
                      </a:ext>
                    </a:extLst>
                  </a:tr>
                  <a:tr h="3139731">
                    <a:tc>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sSup>
                                  <m:sSupPr>
                                    <m:ctrlPr>
                                      <a:rPr lang="en-US" sz="1200" b="0" i="1" baseline="0" smtClean="0">
                                        <a:solidFill>
                                          <a:schemeClr val="tx1"/>
                                        </a:solidFill>
                                        <a:latin typeface="Cambria Math" panose="02040503050406030204" pitchFamily="18" charset="0"/>
                                      </a:rPr>
                                    </m:ctrlPr>
                                  </m:sSupPr>
                                  <m:e>
                                    <m:d>
                                      <m:dPr>
                                        <m:ctrlPr>
                                          <a:rPr lang="en-US" sz="1200" b="0" i="1" baseline="0" smtClean="0">
                                            <a:solidFill>
                                              <a:schemeClr val="tx1"/>
                                            </a:solidFill>
                                            <a:latin typeface="Cambria Math" panose="02040503050406030204" pitchFamily="18" charset="0"/>
                                          </a:rPr>
                                        </m:ctrlPr>
                                      </m:dPr>
                                      <m:e>
                                        <m:sSup>
                                          <m:sSupPr>
                                            <m:ctrlPr>
                                              <a:rPr lang="en-US" sz="1200" b="0" i="1" baseline="0" smtClean="0">
                                                <a:solidFill>
                                                  <a:schemeClr val="tx1"/>
                                                </a:solidFill>
                                                <a:latin typeface="Cambria Math" panose="02040503050406030204" pitchFamily="18" charset="0"/>
                                              </a:rPr>
                                            </m:ctrlPr>
                                          </m:sSupPr>
                                          <m:e>
                                            <m:r>
                                              <a:rPr lang="en-GB" sz="1200" b="0" i="1" baseline="0" smtClean="0">
                                                <a:solidFill>
                                                  <a:schemeClr val="tx1"/>
                                                </a:solidFill>
                                                <a:latin typeface="Cambria Math" panose="02040503050406030204" pitchFamily="18" charset="0"/>
                                              </a:rPr>
                                              <m:t>5</m:t>
                                            </m:r>
                                          </m:e>
                                          <m:sup>
                                            <m:r>
                                              <a:rPr lang="en-US" sz="1200" b="0" i="1" baseline="0" smtClean="0">
                                                <a:solidFill>
                                                  <a:schemeClr val="tx1"/>
                                                </a:solidFill>
                                                <a:latin typeface="Cambria Math" panose="02040503050406030204" pitchFamily="18" charset="0"/>
                                              </a:rPr>
                                              <m:t>2</m:t>
                                            </m:r>
                                          </m:sup>
                                        </m:sSup>
                                      </m:e>
                                    </m:d>
                                  </m:e>
                                  <m:sup>
                                    <m:r>
                                      <a:rPr lang="en-US" sz="1200" b="0" i="1" baseline="0" smtClean="0">
                                        <a:solidFill>
                                          <a:schemeClr val="tx1"/>
                                        </a:solidFill>
                                        <a:latin typeface="Cambria Math" panose="02040503050406030204" pitchFamily="18" charset="0"/>
                                      </a:rPr>
                                      <m:t>3</m:t>
                                    </m:r>
                                  </m:sup>
                                </m:sSup>
                              </m:oMath>
                            </m:oMathPara>
                          </a14:m>
                          <a:endParaRPr lang="en-GB" sz="1200" b="0">
                            <a:solidFill>
                              <a:schemeClr val="tx1"/>
                            </a:solidFill>
                          </a:endParaRPr>
                        </a:p>
                        <a:p>
                          <a:endParaRPr lang="en-GB" sz="1200" b="0">
                            <a:solidFill>
                              <a:schemeClr val="tx1"/>
                            </a:solidFill>
                          </a:endParaRPr>
                        </a:p>
                        <a:p>
                          <a:endParaRPr lang="en-GB" sz="1200" b="0">
                            <a:solidFill>
                              <a:schemeClr val="tx1"/>
                            </a:solidFill>
                          </a:endParaRPr>
                        </a:p>
                        <a:p>
                          <a:endParaRPr lang="en-GB" sz="1200" b="0">
                            <a:solidFill>
                              <a:schemeClr val="tx1"/>
                            </a:solidFill>
                          </a:endParaRPr>
                        </a:p>
                        <a:p>
                          <a:endParaRPr lang="en-GB" sz="1200" b="0">
                            <a:solidFill>
                              <a:schemeClr val="tx1"/>
                            </a:solidFill>
                          </a:endParaRPr>
                        </a:p>
                        <a:p>
                          <a:endParaRPr lang="en-GB" sz="1200" b="0">
                            <a:solidFill>
                              <a:schemeClr val="tx1"/>
                            </a:solidFill>
                          </a:endParaRPr>
                        </a:p>
                        <a:p>
                          <a:endParaRPr lang="en-GB" sz="1200" b="0">
                            <a:solidFill>
                              <a:schemeClr val="tx1"/>
                            </a:solidFill>
                          </a:endParaRPr>
                        </a:p>
                        <a:p>
                          <a:endParaRPr lang="en-GB" sz="1200" b="0">
                            <a:solidFill>
                              <a:schemeClr val="tx1"/>
                            </a:solidFill>
                          </a:endParaRPr>
                        </a:p>
                        <a:p>
                          <a:pPr/>
                          <a14:m>
                            <m:oMathPara xmlns:m="http://schemas.openxmlformats.org/officeDocument/2006/math">
                              <m:oMathParaPr>
                                <m:jc m:val="centerGroup"/>
                              </m:oMathParaPr>
                              <m:oMath xmlns:m="http://schemas.openxmlformats.org/officeDocument/2006/math">
                                <m:sSup>
                                  <m:sSupPr>
                                    <m:ctrlPr>
                                      <a:rPr lang="en-US" sz="1200" b="0" i="1" baseline="0" smtClean="0">
                                        <a:solidFill>
                                          <a:schemeClr val="tx1"/>
                                        </a:solidFill>
                                        <a:latin typeface="Cambria Math" panose="02040503050406030204" pitchFamily="18" charset="0"/>
                                      </a:rPr>
                                    </m:ctrlPr>
                                  </m:sSupPr>
                                  <m:e>
                                    <m:d>
                                      <m:dPr>
                                        <m:ctrlPr>
                                          <a:rPr lang="en-US" sz="1200" b="0" i="1" baseline="0" smtClean="0">
                                            <a:solidFill>
                                              <a:schemeClr val="tx1"/>
                                            </a:solidFill>
                                            <a:latin typeface="Cambria Math" panose="02040503050406030204" pitchFamily="18" charset="0"/>
                                          </a:rPr>
                                        </m:ctrlPr>
                                      </m:dPr>
                                      <m:e>
                                        <m:sSup>
                                          <m:sSupPr>
                                            <m:ctrlPr>
                                              <a:rPr lang="en-US" sz="1200" b="0" i="1" baseline="0" smtClean="0">
                                                <a:solidFill>
                                                  <a:schemeClr val="tx1"/>
                                                </a:solidFill>
                                                <a:latin typeface="Cambria Math" panose="02040503050406030204" pitchFamily="18" charset="0"/>
                                              </a:rPr>
                                            </m:ctrlPr>
                                          </m:sSupPr>
                                          <m:e>
                                            <m:r>
                                              <a:rPr lang="en-US" sz="1200" b="0" i="1" baseline="0" smtClean="0">
                                                <a:solidFill>
                                                  <a:schemeClr val="tx1"/>
                                                </a:solidFill>
                                                <a:latin typeface="Cambria Math" panose="02040503050406030204" pitchFamily="18" charset="0"/>
                                              </a:rPr>
                                              <m:t>𝑥</m:t>
                                            </m:r>
                                          </m:e>
                                          <m:sup>
                                            <m:r>
                                              <a:rPr lang="en-US" sz="1200" b="0" i="1" baseline="0" smtClean="0">
                                                <a:solidFill>
                                                  <a:schemeClr val="tx1"/>
                                                </a:solidFill>
                                                <a:latin typeface="Cambria Math" panose="02040503050406030204" pitchFamily="18" charset="0"/>
                                              </a:rPr>
                                              <m:t>2</m:t>
                                            </m:r>
                                          </m:sup>
                                        </m:sSup>
                                      </m:e>
                                    </m:d>
                                  </m:e>
                                  <m:sup>
                                    <m:r>
                                      <a:rPr lang="en-US" sz="1200" b="0" i="1" baseline="0" smtClean="0">
                                        <a:solidFill>
                                          <a:schemeClr val="tx1"/>
                                        </a:solidFill>
                                        <a:latin typeface="Cambria Math" panose="02040503050406030204" pitchFamily="18" charset="0"/>
                                      </a:rPr>
                                      <m:t>3</m:t>
                                    </m:r>
                                  </m:sup>
                                </m:sSup>
                              </m:oMath>
                            </m:oMathPara>
                          </a14:m>
                          <a:endParaRPr lang="en-GB" sz="1200" b="0">
                            <a:solidFill>
                              <a:schemeClr val="tx1"/>
                            </a:solidFill>
                          </a:endParaRPr>
                        </a:p>
                        <a:p>
                          <a:endParaRPr lang="en-GB" sz="1200" b="0">
                            <a:solidFill>
                              <a:schemeClr val="tx1"/>
                            </a:solidFill>
                          </a:endParaRPr>
                        </a:p>
                        <a:p>
                          <a:endParaRPr lang="en-GB" sz="1200" b="0">
                            <a:solidFill>
                              <a:schemeClr val="tx1"/>
                            </a:solidFill>
                          </a:endParaRPr>
                        </a:p>
                        <a:p>
                          <a:endParaRPr lang="en-GB" sz="1200" b="0">
                            <a:solidFill>
                              <a:schemeClr val="tx1"/>
                            </a:solidFill>
                          </a:endParaRPr>
                        </a:p>
                        <a:p>
                          <a:endParaRPr lang="en-GB" sz="1200" b="0">
                            <a:solidFill>
                              <a:schemeClr val="tx1"/>
                            </a:solidFill>
                          </a:endParaRPr>
                        </a:p>
                        <a:p>
                          <a:endParaRPr lang="en-GB"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sSup>
                                  <m:sSupPr>
                                    <m:ctrlPr>
                                      <a:rPr lang="en-US" sz="1200" b="0" i="1" baseline="0" smtClean="0">
                                        <a:solidFill>
                                          <a:schemeClr val="tx1"/>
                                        </a:solidFill>
                                        <a:latin typeface="Cambria Math" panose="02040503050406030204" pitchFamily="18" charset="0"/>
                                      </a:rPr>
                                    </m:ctrlPr>
                                  </m:sSupPr>
                                  <m:e>
                                    <m:d>
                                      <m:dPr>
                                        <m:ctrlPr>
                                          <a:rPr lang="en-US" sz="1200" b="0" i="1" baseline="0" smtClean="0">
                                            <a:solidFill>
                                              <a:schemeClr val="tx1"/>
                                            </a:solidFill>
                                            <a:latin typeface="Cambria Math" panose="02040503050406030204" pitchFamily="18" charset="0"/>
                                          </a:rPr>
                                        </m:ctrlPr>
                                      </m:dPr>
                                      <m:e>
                                        <m:sSup>
                                          <m:sSupPr>
                                            <m:ctrlPr>
                                              <a:rPr lang="en-US" sz="1200" b="0" i="1" baseline="0" smtClean="0">
                                                <a:solidFill>
                                                  <a:schemeClr val="tx1"/>
                                                </a:solidFill>
                                                <a:latin typeface="Cambria Math" panose="02040503050406030204" pitchFamily="18" charset="0"/>
                                              </a:rPr>
                                            </m:ctrlPr>
                                          </m:sSupPr>
                                          <m:e>
                                            <m:r>
                                              <a:rPr lang="en-US" sz="1200" b="0" i="1" baseline="0" smtClean="0">
                                                <a:solidFill>
                                                  <a:schemeClr val="tx1"/>
                                                </a:solidFill>
                                                <a:latin typeface="Cambria Math" panose="02040503050406030204" pitchFamily="18" charset="0"/>
                                              </a:rPr>
                                              <m:t>3</m:t>
                                            </m:r>
                                          </m:e>
                                          <m:sup>
                                            <m:r>
                                              <a:rPr lang="en-GB" sz="1200" b="0" i="1" baseline="0" smtClean="0">
                                                <a:solidFill>
                                                  <a:schemeClr val="tx1"/>
                                                </a:solidFill>
                                                <a:latin typeface="Cambria Math" panose="02040503050406030204" pitchFamily="18" charset="0"/>
                                              </a:rPr>
                                              <m:t>4</m:t>
                                            </m:r>
                                          </m:sup>
                                        </m:sSup>
                                      </m:e>
                                    </m:d>
                                  </m:e>
                                  <m:sup>
                                    <m:r>
                                      <a:rPr lang="en-GB" sz="1200" b="0" i="1" baseline="0" smtClean="0">
                                        <a:solidFill>
                                          <a:schemeClr val="tx1"/>
                                        </a:solidFill>
                                        <a:latin typeface="Cambria Math" panose="02040503050406030204" pitchFamily="18" charset="0"/>
                                      </a:rPr>
                                      <m:t>2</m:t>
                                    </m:r>
                                  </m:sup>
                                </m:sSup>
                              </m:oMath>
                            </m:oMathPara>
                          </a14:m>
                          <a:endParaRPr lang="en-GB" sz="1200" b="0">
                            <a:solidFill>
                              <a:schemeClr val="tx1"/>
                            </a:solidFill>
                          </a:endParaRPr>
                        </a:p>
                        <a:p>
                          <a:endParaRPr lang="en-GB" sz="1200" b="0">
                            <a:solidFill>
                              <a:schemeClr val="tx1"/>
                            </a:solidFill>
                          </a:endParaRPr>
                        </a:p>
                        <a:p>
                          <a:endParaRPr lang="en-GB" sz="1200" b="0">
                            <a:solidFill>
                              <a:schemeClr val="tx1"/>
                            </a:solidFill>
                          </a:endParaRPr>
                        </a:p>
                        <a:p>
                          <a:endParaRPr lang="en-GB" sz="1200" b="0">
                            <a:solidFill>
                              <a:schemeClr val="tx1"/>
                            </a:solidFill>
                          </a:endParaRPr>
                        </a:p>
                        <a:p>
                          <a:endParaRPr lang="en-GB" sz="1200" b="0">
                            <a:solidFill>
                              <a:schemeClr val="tx1"/>
                            </a:solidFill>
                          </a:endParaRPr>
                        </a:p>
                        <a:p>
                          <a:endParaRPr lang="en-GB" sz="1200" b="0">
                            <a:solidFill>
                              <a:schemeClr val="tx1"/>
                            </a:solidFill>
                          </a:endParaRPr>
                        </a:p>
                        <a:p>
                          <a:endParaRPr lang="en-GB" sz="1200" b="0">
                            <a:solidFill>
                              <a:schemeClr val="tx1"/>
                            </a:solidFill>
                          </a:endParaRPr>
                        </a:p>
                        <a:p>
                          <a:endParaRPr lang="en-GB" sz="1200" b="0">
                            <a:solidFill>
                              <a:schemeClr val="tx1"/>
                            </a:solidFill>
                          </a:endParaRPr>
                        </a:p>
                        <a:p>
                          <a:pPr/>
                          <a14:m>
                            <m:oMathPara xmlns:m="http://schemas.openxmlformats.org/officeDocument/2006/math">
                              <m:oMathParaPr>
                                <m:jc m:val="centerGroup"/>
                              </m:oMathParaPr>
                              <m:oMath xmlns:m="http://schemas.openxmlformats.org/officeDocument/2006/math">
                                <m:sSup>
                                  <m:sSupPr>
                                    <m:ctrlPr>
                                      <a:rPr lang="en-US" sz="1200" b="0" i="1" baseline="0" smtClean="0">
                                        <a:solidFill>
                                          <a:schemeClr val="tx1"/>
                                        </a:solidFill>
                                        <a:latin typeface="Cambria Math" panose="02040503050406030204" pitchFamily="18" charset="0"/>
                                      </a:rPr>
                                    </m:ctrlPr>
                                  </m:sSupPr>
                                  <m:e>
                                    <m:d>
                                      <m:dPr>
                                        <m:ctrlPr>
                                          <a:rPr lang="en-US" sz="1200" b="0" i="1" baseline="0" smtClean="0">
                                            <a:solidFill>
                                              <a:schemeClr val="tx1"/>
                                            </a:solidFill>
                                            <a:latin typeface="Cambria Math" panose="02040503050406030204" pitchFamily="18" charset="0"/>
                                          </a:rPr>
                                        </m:ctrlPr>
                                      </m:dPr>
                                      <m:e>
                                        <m:sSup>
                                          <m:sSupPr>
                                            <m:ctrlPr>
                                              <a:rPr lang="en-US" sz="1200" b="0" i="1" baseline="0" smtClean="0">
                                                <a:solidFill>
                                                  <a:schemeClr val="tx1"/>
                                                </a:solidFill>
                                                <a:latin typeface="Cambria Math" panose="02040503050406030204" pitchFamily="18" charset="0"/>
                                              </a:rPr>
                                            </m:ctrlPr>
                                          </m:sSupPr>
                                          <m:e>
                                            <m:r>
                                              <a:rPr lang="en-US" sz="1200" b="0" i="1" baseline="0" smtClean="0">
                                                <a:solidFill>
                                                  <a:schemeClr val="tx1"/>
                                                </a:solidFill>
                                                <a:latin typeface="Cambria Math" panose="02040503050406030204" pitchFamily="18" charset="0"/>
                                              </a:rPr>
                                              <m:t>𝑦</m:t>
                                            </m:r>
                                          </m:e>
                                          <m:sup>
                                            <m:r>
                                              <a:rPr lang="en-US" sz="1200" b="0" i="1" baseline="0" smtClean="0">
                                                <a:solidFill>
                                                  <a:schemeClr val="tx1"/>
                                                </a:solidFill>
                                                <a:latin typeface="Cambria Math" panose="02040503050406030204" pitchFamily="18" charset="0"/>
                                              </a:rPr>
                                              <m:t>6</m:t>
                                            </m:r>
                                          </m:sup>
                                        </m:sSup>
                                      </m:e>
                                    </m:d>
                                  </m:e>
                                  <m:sup>
                                    <m:r>
                                      <a:rPr lang="en-US" sz="1200" b="0" i="1" baseline="0" smtClean="0">
                                        <a:solidFill>
                                          <a:schemeClr val="tx1"/>
                                        </a:solidFill>
                                        <a:latin typeface="Cambria Math" panose="02040503050406030204" pitchFamily="18" charset="0"/>
                                      </a:rPr>
                                      <m:t>2</m:t>
                                    </m:r>
                                  </m:sup>
                                </m:sSup>
                              </m:oMath>
                            </m:oMathPara>
                          </a14:m>
                          <a:endParaRPr lang="en-GB" sz="1200" b="0">
                            <a:solidFill>
                              <a:schemeClr val="tx1"/>
                            </a:solidFill>
                          </a:endParaRPr>
                        </a:p>
                        <a:p>
                          <a:endParaRPr lang="en-GB" sz="1200" b="0">
                            <a:solidFill>
                              <a:schemeClr val="tx1"/>
                            </a:solidFill>
                          </a:endParaRPr>
                        </a:p>
                        <a:p>
                          <a:endParaRPr lang="en-GB"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sSup>
                                  <m:sSupPr>
                                    <m:ctrlPr>
                                      <a:rPr lang="en-US" sz="1200" b="0" i="1" baseline="0" smtClean="0">
                                        <a:solidFill>
                                          <a:schemeClr val="tx1"/>
                                        </a:solidFill>
                                        <a:latin typeface="Cambria Math" panose="02040503050406030204" pitchFamily="18" charset="0"/>
                                      </a:rPr>
                                    </m:ctrlPr>
                                  </m:sSupPr>
                                  <m:e>
                                    <m:d>
                                      <m:dPr>
                                        <m:ctrlPr>
                                          <a:rPr lang="en-US" sz="1200" b="0" i="1" baseline="0" smtClean="0">
                                            <a:solidFill>
                                              <a:schemeClr val="tx1"/>
                                            </a:solidFill>
                                            <a:latin typeface="Cambria Math" panose="02040503050406030204" pitchFamily="18" charset="0"/>
                                          </a:rPr>
                                        </m:ctrlPr>
                                      </m:dPr>
                                      <m:e>
                                        <m:sSup>
                                          <m:sSupPr>
                                            <m:ctrlPr>
                                              <a:rPr lang="en-US" sz="1200" b="0" i="1" baseline="0" smtClean="0">
                                                <a:solidFill>
                                                  <a:schemeClr val="tx1"/>
                                                </a:solidFill>
                                                <a:latin typeface="Cambria Math" panose="02040503050406030204" pitchFamily="18" charset="0"/>
                                              </a:rPr>
                                            </m:ctrlPr>
                                          </m:sSupPr>
                                          <m:e>
                                            <m:r>
                                              <a:rPr lang="en-GB" sz="1200" b="0" i="1" baseline="0" smtClean="0">
                                                <a:solidFill>
                                                  <a:schemeClr val="tx1"/>
                                                </a:solidFill>
                                                <a:latin typeface="Cambria Math" panose="02040503050406030204" pitchFamily="18" charset="0"/>
                                              </a:rPr>
                                              <m:t>7</m:t>
                                            </m:r>
                                          </m:e>
                                          <m:sup>
                                            <m:r>
                                              <a:rPr lang="en-GB" sz="1200" b="0" i="1" baseline="0" smtClean="0">
                                                <a:solidFill>
                                                  <a:schemeClr val="tx1"/>
                                                </a:solidFill>
                                                <a:latin typeface="Cambria Math" panose="02040503050406030204" pitchFamily="18" charset="0"/>
                                              </a:rPr>
                                              <m:t>5</m:t>
                                            </m:r>
                                          </m:sup>
                                        </m:sSup>
                                      </m:e>
                                    </m:d>
                                  </m:e>
                                  <m:sup>
                                    <m:r>
                                      <a:rPr lang="en-US" sz="1200" b="0" i="1" baseline="0" smtClean="0">
                                        <a:solidFill>
                                          <a:schemeClr val="tx1"/>
                                        </a:solidFill>
                                        <a:latin typeface="Cambria Math" panose="02040503050406030204" pitchFamily="18" charset="0"/>
                                      </a:rPr>
                                      <m:t>3</m:t>
                                    </m:r>
                                  </m:sup>
                                </m:sSup>
                              </m:oMath>
                            </m:oMathPara>
                          </a14:m>
                          <a:endParaRPr lang="en-GB" sz="1200" b="0">
                            <a:solidFill>
                              <a:schemeClr val="tx1"/>
                            </a:solidFill>
                          </a:endParaRPr>
                        </a:p>
                        <a:p>
                          <a:endParaRPr lang="en-GB" sz="1200" b="0">
                            <a:solidFill>
                              <a:schemeClr val="tx1"/>
                            </a:solidFill>
                          </a:endParaRPr>
                        </a:p>
                        <a:p>
                          <a:endParaRPr lang="en-GB" sz="1200" b="0">
                            <a:solidFill>
                              <a:schemeClr val="tx1"/>
                            </a:solidFill>
                          </a:endParaRPr>
                        </a:p>
                        <a:p>
                          <a:endParaRPr lang="en-GB" sz="1200" b="0">
                            <a:solidFill>
                              <a:schemeClr val="tx1"/>
                            </a:solidFill>
                          </a:endParaRPr>
                        </a:p>
                        <a:p>
                          <a:endParaRPr lang="en-GB" sz="1200" b="0">
                            <a:solidFill>
                              <a:schemeClr val="tx1"/>
                            </a:solidFill>
                          </a:endParaRPr>
                        </a:p>
                        <a:p>
                          <a:endParaRPr lang="en-GB" sz="1200" b="0">
                            <a:solidFill>
                              <a:schemeClr val="tx1"/>
                            </a:solidFill>
                          </a:endParaRPr>
                        </a:p>
                        <a:p>
                          <a:endParaRPr lang="en-GB" sz="1200" b="0">
                            <a:solidFill>
                              <a:schemeClr val="tx1"/>
                            </a:solidFill>
                          </a:endParaRPr>
                        </a:p>
                        <a:p>
                          <a:endParaRPr lang="en-GB" sz="1200" b="0">
                            <a:solidFill>
                              <a:schemeClr val="tx1"/>
                            </a:solidFill>
                          </a:endParaRPr>
                        </a:p>
                        <a:p>
                          <a:pPr/>
                          <a14:m>
                            <m:oMathPara xmlns:m="http://schemas.openxmlformats.org/officeDocument/2006/math">
                              <m:oMathParaPr>
                                <m:jc m:val="centerGroup"/>
                              </m:oMathParaPr>
                              <m:oMath xmlns:m="http://schemas.openxmlformats.org/officeDocument/2006/math">
                                <m:sSup>
                                  <m:sSupPr>
                                    <m:ctrlPr>
                                      <a:rPr lang="en-US" sz="1200" b="0" i="1" baseline="0" smtClean="0">
                                        <a:solidFill>
                                          <a:schemeClr val="tx1"/>
                                        </a:solidFill>
                                        <a:latin typeface="Cambria Math" panose="02040503050406030204" pitchFamily="18" charset="0"/>
                                      </a:rPr>
                                    </m:ctrlPr>
                                  </m:sSupPr>
                                  <m:e>
                                    <m:d>
                                      <m:dPr>
                                        <m:ctrlPr>
                                          <a:rPr lang="en-US" sz="1200" b="0" i="1" baseline="0" smtClean="0">
                                            <a:solidFill>
                                              <a:schemeClr val="tx1"/>
                                            </a:solidFill>
                                            <a:latin typeface="Cambria Math" panose="02040503050406030204" pitchFamily="18" charset="0"/>
                                          </a:rPr>
                                        </m:ctrlPr>
                                      </m:dPr>
                                      <m:e>
                                        <m:sSup>
                                          <m:sSupPr>
                                            <m:ctrlPr>
                                              <a:rPr lang="en-US" sz="1200" b="0" i="1" baseline="0" smtClean="0">
                                                <a:solidFill>
                                                  <a:schemeClr val="tx1"/>
                                                </a:solidFill>
                                                <a:latin typeface="Cambria Math" panose="02040503050406030204" pitchFamily="18" charset="0"/>
                                              </a:rPr>
                                            </m:ctrlPr>
                                          </m:sSupPr>
                                          <m:e>
                                            <m:r>
                                              <a:rPr lang="en-US" sz="1200" b="0" i="1" baseline="0" smtClean="0">
                                                <a:solidFill>
                                                  <a:schemeClr val="tx1"/>
                                                </a:solidFill>
                                                <a:latin typeface="Cambria Math" panose="02040503050406030204" pitchFamily="18" charset="0"/>
                                              </a:rPr>
                                              <m:t>𝑧</m:t>
                                            </m:r>
                                          </m:e>
                                          <m:sup>
                                            <m:r>
                                              <a:rPr lang="en-US" sz="1200" b="0" i="1" baseline="0" smtClean="0">
                                                <a:solidFill>
                                                  <a:schemeClr val="tx1"/>
                                                </a:solidFill>
                                                <a:latin typeface="Cambria Math" panose="02040503050406030204" pitchFamily="18" charset="0"/>
                                              </a:rPr>
                                              <m:t>3</m:t>
                                            </m:r>
                                          </m:sup>
                                        </m:sSup>
                                      </m:e>
                                    </m:d>
                                  </m:e>
                                  <m:sup>
                                    <m:r>
                                      <a:rPr lang="en-US" sz="1200" b="0" i="1" baseline="0" smtClean="0">
                                        <a:solidFill>
                                          <a:schemeClr val="tx1"/>
                                        </a:solidFill>
                                        <a:latin typeface="Cambria Math" panose="02040503050406030204" pitchFamily="18" charset="0"/>
                                      </a:rPr>
                                      <m:t>4</m:t>
                                    </m:r>
                                  </m:sup>
                                </m:sSup>
                              </m:oMath>
                            </m:oMathPara>
                          </a14:m>
                          <a:endParaRPr lang="en-GB"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41023978"/>
                      </a:ext>
                    </a:extLst>
                  </a:tr>
                </a:tbl>
              </a:graphicData>
            </a:graphic>
          </p:graphicFrame>
        </mc:Choice>
        <mc:Fallback xmlns="">
          <p:graphicFrame>
            <p:nvGraphicFramePr>
              <p:cNvPr id="4" name="Table 3">
                <a:extLst>
                  <a:ext uri="{FF2B5EF4-FFF2-40B4-BE49-F238E27FC236}">
                    <a16:creationId xmlns:a16="http://schemas.microsoft.com/office/drawing/2014/main" id="{7B7408AD-666F-D181-093B-D9F55BBC1137}"/>
                  </a:ext>
                </a:extLst>
              </p:cNvPr>
              <p:cNvGraphicFramePr>
                <a:graphicFrameLocks noGrp="1"/>
              </p:cNvGraphicFramePr>
              <p:nvPr>
                <p:extLst>
                  <p:ext uri="{D42A27DB-BD31-4B8C-83A1-F6EECF244321}">
                    <p14:modId xmlns:p14="http://schemas.microsoft.com/office/powerpoint/2010/main" val="2099777444"/>
                  </p:ext>
                </p:extLst>
              </p:nvPr>
            </p:nvGraphicFramePr>
            <p:xfrm>
              <a:off x="126868" y="409223"/>
              <a:ext cx="6655406" cy="3492217"/>
            </p:xfrm>
            <a:graphic>
              <a:graphicData uri="http://schemas.openxmlformats.org/drawingml/2006/table">
                <a:tbl>
                  <a:tblPr firstRow="1" bandRow="1">
                    <a:tableStyleId>{5C22544A-7EE6-4342-B048-85BDC9FD1C3A}</a:tableStyleId>
                  </a:tblPr>
                  <a:tblGrid>
                    <a:gridCol w="1372066">
                      <a:extLst>
                        <a:ext uri="{9D8B030D-6E8A-4147-A177-3AD203B41FA5}">
                          <a16:colId xmlns:a16="http://schemas.microsoft.com/office/drawing/2014/main" val="3124559182"/>
                        </a:ext>
                      </a:extLst>
                    </a:gridCol>
                    <a:gridCol w="1686009">
                      <a:extLst>
                        <a:ext uri="{9D8B030D-6E8A-4147-A177-3AD203B41FA5}">
                          <a16:colId xmlns:a16="http://schemas.microsoft.com/office/drawing/2014/main" val="1668930051"/>
                        </a:ext>
                      </a:extLst>
                    </a:gridCol>
                    <a:gridCol w="1840036">
                      <a:extLst>
                        <a:ext uri="{9D8B030D-6E8A-4147-A177-3AD203B41FA5}">
                          <a16:colId xmlns:a16="http://schemas.microsoft.com/office/drawing/2014/main" val="2873958374"/>
                        </a:ext>
                      </a:extLst>
                    </a:gridCol>
                    <a:gridCol w="1757295">
                      <a:extLst>
                        <a:ext uri="{9D8B030D-6E8A-4147-A177-3AD203B41FA5}">
                          <a16:colId xmlns:a16="http://schemas.microsoft.com/office/drawing/2014/main" val="2414775215"/>
                        </a:ext>
                      </a:extLst>
                    </a:gridCol>
                  </a:tblGrid>
                  <a:tr h="352486">
                    <a:tc>
                      <a:txBody>
                        <a:bodyPr/>
                        <a:lstStyle/>
                        <a:p>
                          <a:pPr algn="ctr"/>
                          <a:r>
                            <a:rPr lang="en-US" sz="1200">
                              <a:solidFill>
                                <a:schemeClr val="tx1"/>
                              </a:solidFill>
                            </a:rPr>
                            <a:t>Steps</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sz="1200">
                              <a:solidFill>
                                <a:schemeClr val="tx1"/>
                              </a:solidFill>
                            </a:rPr>
                            <a:t>Simplify</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47329628"/>
                      </a:ext>
                    </a:extLst>
                  </a:tr>
                  <a:tr h="3139731">
                    <a:tc>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81588" t="-11456" r="-214079" b="-58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66556" t="-11456" r="-96358" b="-58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78547" t="-11456" r="-692" b="-583"/>
                          </a:stretch>
                        </a:blipFill>
                      </a:tcPr>
                    </a:tc>
                    <a:extLst>
                      <a:ext uri="{0D108BD9-81ED-4DB2-BD59-A6C34878D82A}">
                        <a16:rowId xmlns:a16="http://schemas.microsoft.com/office/drawing/2014/main" val="1541023978"/>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7" name="Table 6">
                <a:extLst>
                  <a:ext uri="{FF2B5EF4-FFF2-40B4-BE49-F238E27FC236}">
                    <a16:creationId xmlns:a16="http://schemas.microsoft.com/office/drawing/2014/main" id="{7BE0B1B7-291E-CAD3-48A8-8CF28A5C4135}"/>
                  </a:ext>
                </a:extLst>
              </p:cNvPr>
              <p:cNvGraphicFramePr>
                <a:graphicFrameLocks noGrp="1"/>
              </p:cNvGraphicFramePr>
              <p:nvPr>
                <p:extLst>
                  <p:ext uri="{D42A27DB-BD31-4B8C-83A1-F6EECF244321}">
                    <p14:modId xmlns:p14="http://schemas.microsoft.com/office/powerpoint/2010/main" val="3972649693"/>
                  </p:ext>
                </p:extLst>
              </p:nvPr>
            </p:nvGraphicFramePr>
            <p:xfrm>
              <a:off x="106052" y="4487443"/>
              <a:ext cx="6645896" cy="5113755"/>
            </p:xfrm>
            <a:graphic>
              <a:graphicData uri="http://schemas.openxmlformats.org/drawingml/2006/table">
                <a:tbl>
                  <a:tblPr>
                    <a:tableStyleId>{5C22544A-7EE6-4342-B048-85BDC9FD1C3A}</a:tableStyleId>
                  </a:tblPr>
                  <a:tblGrid>
                    <a:gridCol w="1661474">
                      <a:extLst>
                        <a:ext uri="{9D8B030D-6E8A-4147-A177-3AD203B41FA5}">
                          <a16:colId xmlns:a16="http://schemas.microsoft.com/office/drawing/2014/main" val="1992204135"/>
                        </a:ext>
                      </a:extLst>
                    </a:gridCol>
                    <a:gridCol w="1661474">
                      <a:extLst>
                        <a:ext uri="{9D8B030D-6E8A-4147-A177-3AD203B41FA5}">
                          <a16:colId xmlns:a16="http://schemas.microsoft.com/office/drawing/2014/main" val="3366815076"/>
                        </a:ext>
                      </a:extLst>
                    </a:gridCol>
                    <a:gridCol w="1661474">
                      <a:extLst>
                        <a:ext uri="{9D8B030D-6E8A-4147-A177-3AD203B41FA5}">
                          <a16:colId xmlns:a16="http://schemas.microsoft.com/office/drawing/2014/main" val="1606094187"/>
                        </a:ext>
                      </a:extLst>
                    </a:gridCol>
                    <a:gridCol w="1661474">
                      <a:extLst>
                        <a:ext uri="{9D8B030D-6E8A-4147-A177-3AD203B41FA5}">
                          <a16:colId xmlns:a16="http://schemas.microsoft.com/office/drawing/2014/main" val="4111745528"/>
                        </a:ext>
                      </a:extLst>
                    </a:gridCol>
                  </a:tblGrid>
                  <a:tr h="1022751">
                    <a:tc>
                      <a:txBody>
                        <a:bodyPr/>
                        <a:lstStyle/>
                        <a:p>
                          <a:pPr marL="0" lvl="0" indent="0">
                            <a:lnSpc>
                              <a:spcPct val="150000"/>
                            </a:lnSpc>
                            <a:buFont typeface="+mj-lt"/>
                            <a:buNone/>
                            <a:defRPr/>
                          </a:pPr>
                          <a:r>
                            <a:rPr lang="en-GB" sz="1200" i="0" dirty="0">
                              <a:solidFill>
                                <a:schemeClr val="dk1"/>
                              </a:solidFill>
                              <a:latin typeface="+mn-lt"/>
                            </a:rPr>
                            <a:t>a)</a:t>
                          </a:r>
                          <a:r>
                            <a:rPr lang="en-GB" sz="1200" i="0" baseline="0" dirty="0">
                              <a:solidFill>
                                <a:schemeClr val="dk1"/>
                              </a:solidFill>
                              <a:latin typeface="+mn-lt"/>
                            </a:rPr>
                            <a:t> </a:t>
                          </a:r>
                          <a14:m>
                            <m:oMath xmlns:m="http://schemas.openxmlformats.org/officeDocument/2006/math">
                              <m:sSup>
                                <m:sSupPr>
                                  <m:ctrlPr>
                                    <a:rPr lang="en-US" sz="1200" b="0" i="1" smtClean="0">
                                      <a:latin typeface="Cambria Math" panose="02040503050406030204" pitchFamily="18" charset="0"/>
                                    </a:rPr>
                                  </m:ctrlPr>
                                </m:sSupPr>
                                <m:e>
                                  <m:d>
                                    <m:dPr>
                                      <m:ctrlPr>
                                        <a:rPr lang="en-US" sz="1200" b="0" i="1" smtClean="0">
                                          <a:latin typeface="Cambria Math" panose="02040503050406030204" pitchFamily="18" charset="0"/>
                                        </a:rPr>
                                      </m:ctrlPr>
                                    </m:dPr>
                                    <m:e>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6</m:t>
                                          </m:r>
                                        </m:e>
                                        <m:sup>
                                          <m:r>
                                            <a:rPr lang="en-US" sz="1200" b="0" i="1" smtClean="0">
                                              <a:latin typeface="Cambria Math" panose="02040503050406030204" pitchFamily="18" charset="0"/>
                                            </a:rPr>
                                            <m:t>3</m:t>
                                          </m:r>
                                        </m:sup>
                                      </m:sSup>
                                    </m:e>
                                  </m:d>
                                </m:e>
                                <m:sup>
                                  <m:r>
                                    <a:rPr lang="en-GB" sz="1200" b="0" i="1" smtClean="0">
                                      <a:latin typeface="Cambria Math" panose="02040503050406030204" pitchFamily="18" charset="0"/>
                                    </a:rPr>
                                    <m:t>2</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lvl="0" indent="0">
                            <a:lnSpc>
                              <a:spcPct val="150000"/>
                            </a:lnSpc>
                            <a:buFont typeface="+mj-lt"/>
                            <a:buNone/>
                            <a:defRPr/>
                          </a:pPr>
                          <a:r>
                            <a:rPr lang="en-GB" sz="1200" dirty="0"/>
                            <a:t>b) </a:t>
                          </a:r>
                          <a14:m>
                            <m:oMath xmlns:m="http://schemas.openxmlformats.org/officeDocument/2006/math">
                              <m:sSup>
                                <m:sSupPr>
                                  <m:ctrlPr>
                                    <a:rPr lang="en-US" sz="1200" i="1" smtClean="0">
                                      <a:latin typeface="Cambria Math" panose="02040503050406030204" pitchFamily="18" charset="0"/>
                                    </a:rPr>
                                  </m:ctrlPr>
                                </m:sSupPr>
                                <m:e>
                                  <m:d>
                                    <m:dPr>
                                      <m:ctrlPr>
                                        <a:rPr lang="en-US" sz="1200" i="1">
                                          <a:latin typeface="Cambria Math" panose="02040503050406030204" pitchFamily="18" charset="0"/>
                                        </a:rPr>
                                      </m:ctrlPr>
                                    </m:dPr>
                                    <m:e>
                                      <m:sSup>
                                        <m:sSupPr>
                                          <m:ctrlPr>
                                            <a:rPr lang="en-US" sz="1200" i="1">
                                              <a:latin typeface="Cambria Math" panose="02040503050406030204" pitchFamily="18" charset="0"/>
                                            </a:rPr>
                                          </m:ctrlPr>
                                        </m:sSupPr>
                                        <m:e>
                                          <m:r>
                                            <a:rPr lang="en-US" sz="1200" b="0" i="1" smtClean="0">
                                              <a:latin typeface="Cambria Math" panose="02040503050406030204" pitchFamily="18" charset="0"/>
                                            </a:rPr>
                                            <m:t>3</m:t>
                                          </m:r>
                                        </m:e>
                                        <m:sup>
                                          <m:r>
                                            <a:rPr lang="en-US" sz="1200" b="0" i="1" smtClean="0">
                                              <a:latin typeface="Cambria Math" panose="02040503050406030204" pitchFamily="18" charset="0"/>
                                            </a:rPr>
                                            <m:t>4</m:t>
                                          </m:r>
                                        </m:sup>
                                      </m:sSup>
                                    </m:e>
                                  </m:d>
                                </m:e>
                                <m:sup>
                                  <m:r>
                                    <a:rPr lang="en-US" sz="1200" b="0" i="1" smtClean="0">
                                      <a:latin typeface="Cambria Math" panose="02040503050406030204" pitchFamily="18" charset="0"/>
                                    </a:rPr>
                                    <m:t>2</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c</a:t>
                          </a:r>
                          <a14:m>
                            <m:oMath xmlns:m="http://schemas.openxmlformats.org/officeDocument/2006/math">
                              <m:sSup>
                                <m:sSupPr>
                                  <m:ctrlPr>
                                    <a:rPr lang="en-US" sz="1200" i="1" smtClean="0">
                                      <a:latin typeface="Cambria Math" panose="02040503050406030204" pitchFamily="18" charset="0"/>
                                    </a:rPr>
                                  </m:ctrlPr>
                                </m:sSupPr>
                                <m:e>
                                  <m:d>
                                    <m:dPr>
                                      <m:ctrlPr>
                                        <a:rPr lang="en-US" sz="1200" i="1">
                                          <a:latin typeface="Cambria Math" panose="02040503050406030204" pitchFamily="18" charset="0"/>
                                        </a:rPr>
                                      </m:ctrlPr>
                                    </m:dPr>
                                    <m:e>
                                      <m:sSup>
                                        <m:sSupPr>
                                          <m:ctrlPr>
                                            <a:rPr lang="en-US" sz="1200" i="1">
                                              <a:latin typeface="Cambria Math" panose="02040503050406030204" pitchFamily="18" charset="0"/>
                                            </a:rPr>
                                          </m:ctrlPr>
                                        </m:sSupPr>
                                        <m:e>
                                          <m:r>
                                            <a:rPr lang="en-US" sz="1200" b="0" i="1" smtClean="0">
                                              <a:latin typeface="Cambria Math" panose="02040503050406030204" pitchFamily="18" charset="0"/>
                                            </a:rPr>
                                            <m:t>5</m:t>
                                          </m:r>
                                        </m:e>
                                        <m:sup>
                                          <m:r>
                                            <a:rPr lang="en-GB" sz="1200" b="0" i="1" smtClean="0">
                                              <a:latin typeface="Cambria Math" panose="02040503050406030204" pitchFamily="18" charset="0"/>
                                            </a:rPr>
                                            <m:t>4</m:t>
                                          </m:r>
                                        </m:sup>
                                      </m:sSup>
                                    </m:e>
                                  </m:d>
                                </m:e>
                                <m:sup>
                                  <m:r>
                                    <a:rPr lang="en-US" sz="1200" b="0" i="1" smtClean="0">
                                      <a:latin typeface="Cambria Math" panose="02040503050406030204" pitchFamily="18" charset="0"/>
                                    </a:rPr>
                                    <m:t>3</m:t>
                                  </m:r>
                                </m:sup>
                              </m:sSup>
                            </m:oMath>
                          </a14:m>
                          <a:endParaRPr lang="en-GB" sz="1200" dirty="0"/>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dirty="0"/>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d) </a:t>
                          </a:r>
                          <a14:m>
                            <m:oMath xmlns:m="http://schemas.openxmlformats.org/officeDocument/2006/math">
                              <m:sSup>
                                <m:sSupPr>
                                  <m:ctrlPr>
                                    <a:rPr lang="en-US" sz="1200" i="1" smtClean="0">
                                      <a:latin typeface="Cambria Math" panose="02040503050406030204" pitchFamily="18" charset="0"/>
                                    </a:rPr>
                                  </m:ctrlPr>
                                </m:sSupPr>
                                <m:e>
                                  <m:d>
                                    <m:dPr>
                                      <m:ctrlPr>
                                        <a:rPr lang="en-US" sz="1200" i="1">
                                          <a:latin typeface="Cambria Math" panose="02040503050406030204" pitchFamily="18" charset="0"/>
                                        </a:rPr>
                                      </m:ctrlPr>
                                    </m:dPr>
                                    <m:e>
                                      <m:sSup>
                                        <m:sSupPr>
                                          <m:ctrlPr>
                                            <a:rPr lang="en-US" sz="1200" i="1">
                                              <a:latin typeface="Cambria Math" panose="02040503050406030204" pitchFamily="18" charset="0"/>
                                            </a:rPr>
                                          </m:ctrlPr>
                                        </m:sSupPr>
                                        <m:e>
                                          <m:r>
                                            <a:rPr lang="en-US" sz="1200" b="0" i="1" smtClean="0">
                                              <a:latin typeface="Cambria Math" panose="02040503050406030204" pitchFamily="18" charset="0"/>
                                            </a:rPr>
                                            <m:t>10</m:t>
                                          </m:r>
                                        </m:e>
                                        <m:sup>
                                          <m:r>
                                            <a:rPr lang="en-US" sz="1200" b="0" i="1" smtClean="0">
                                              <a:latin typeface="Cambria Math" panose="02040503050406030204" pitchFamily="18" charset="0"/>
                                            </a:rPr>
                                            <m:t>10</m:t>
                                          </m:r>
                                        </m:sup>
                                      </m:sSup>
                                    </m:e>
                                  </m:d>
                                </m:e>
                                <m:sup>
                                  <m:r>
                                    <a:rPr lang="en-GB" sz="1200" b="0" i="1" smtClean="0">
                                      <a:latin typeface="Cambria Math" panose="02040503050406030204" pitchFamily="18" charset="0"/>
                                    </a:rPr>
                                    <m:t>2</m:t>
                                  </m:r>
                                </m:sup>
                              </m:sSup>
                            </m:oMath>
                          </a14:m>
                          <a:endParaRPr lang="en-GB" sz="1200" dirty="0"/>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dirty="0"/>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6735652"/>
                      </a:ext>
                    </a:extLst>
                  </a:tr>
                  <a:tr h="1022751">
                    <a:tc>
                      <a:txBody>
                        <a:bodyPr/>
                        <a:lstStyle/>
                        <a:p>
                          <a:pPr marL="0" indent="0">
                            <a:lnSpc>
                              <a:spcPct val="150000"/>
                            </a:lnSpc>
                            <a:buFont typeface="+mj-lt"/>
                            <a:buNone/>
                            <a:defRPr/>
                          </a:pPr>
                          <a:r>
                            <a:rPr lang="en-GB" sz="1200" dirty="0"/>
                            <a:t>e) </a:t>
                          </a:r>
                          <a14:m>
                            <m:oMath xmlns:m="http://schemas.openxmlformats.org/officeDocument/2006/math">
                              <m:sSup>
                                <m:sSupPr>
                                  <m:ctrlPr>
                                    <a:rPr lang="en-US" sz="1200" b="0" i="1" smtClean="0">
                                      <a:latin typeface="Cambria Math" panose="02040503050406030204" pitchFamily="18" charset="0"/>
                                    </a:rPr>
                                  </m:ctrlPr>
                                </m:sSupPr>
                                <m:e>
                                  <m:d>
                                    <m:dPr>
                                      <m:ctrlPr>
                                        <a:rPr lang="en-US" sz="1200" b="0" i="1" smtClean="0">
                                          <a:latin typeface="Cambria Math" panose="02040503050406030204" pitchFamily="18" charset="0"/>
                                        </a:rPr>
                                      </m:ctrlPr>
                                    </m:dPr>
                                    <m:e>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8</m:t>
                                          </m:r>
                                        </m:e>
                                        <m:sup>
                                          <m:r>
                                            <a:rPr lang="en-US" sz="1200" b="0" i="1" smtClean="0">
                                              <a:latin typeface="Cambria Math" panose="02040503050406030204" pitchFamily="18" charset="0"/>
                                            </a:rPr>
                                            <m:t>2</m:t>
                                          </m:r>
                                        </m:sup>
                                      </m:sSup>
                                    </m:e>
                                  </m:d>
                                </m:e>
                                <m:sup>
                                  <m:r>
                                    <a:rPr lang="en-US" sz="1200" b="0" i="1" smtClean="0">
                                      <a:latin typeface="Cambria Math" panose="02040503050406030204" pitchFamily="18" charset="0"/>
                                    </a:rPr>
                                    <m:t>5</m:t>
                                  </m:r>
                                </m:sup>
                              </m:sSup>
                            </m:oMath>
                          </a14:m>
                          <a:endParaRPr lang="en-GB" sz="1200" dirty="0"/>
                        </a:p>
                        <a:p>
                          <a:pPr marL="0" indent="0">
                            <a:lnSpc>
                              <a:spcPct val="150000"/>
                            </a:lnSpc>
                            <a:buFont typeface="+mj-lt"/>
                            <a:buNone/>
                            <a:defRPr/>
                          </a:pPr>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lvl="0" indent="0">
                            <a:lnSpc>
                              <a:spcPct val="150000"/>
                            </a:lnSpc>
                            <a:buFont typeface="+mj-lt"/>
                            <a:buNone/>
                            <a:defRPr/>
                          </a:pPr>
                          <a:r>
                            <a:rPr lang="en-GB" sz="1200" dirty="0"/>
                            <a:t>f) </a:t>
                          </a:r>
                          <a14:m>
                            <m:oMath xmlns:m="http://schemas.openxmlformats.org/officeDocument/2006/math">
                              <m:sSup>
                                <m:sSupPr>
                                  <m:ctrlPr>
                                    <a:rPr lang="en-US" sz="1200" i="1" smtClean="0">
                                      <a:latin typeface="Cambria Math" panose="02040503050406030204" pitchFamily="18" charset="0"/>
                                    </a:rPr>
                                  </m:ctrlPr>
                                </m:sSupPr>
                                <m:e>
                                  <m:d>
                                    <m:dPr>
                                      <m:ctrlPr>
                                        <a:rPr lang="en-US" sz="1200" i="1">
                                          <a:latin typeface="Cambria Math" panose="02040503050406030204" pitchFamily="18" charset="0"/>
                                        </a:rPr>
                                      </m:ctrlPr>
                                    </m:dPr>
                                    <m:e>
                                      <m:sSup>
                                        <m:sSupPr>
                                          <m:ctrlPr>
                                            <a:rPr lang="en-US" sz="1200" i="1">
                                              <a:latin typeface="Cambria Math" panose="02040503050406030204" pitchFamily="18" charset="0"/>
                                            </a:rPr>
                                          </m:ctrlPr>
                                        </m:sSupPr>
                                        <m:e>
                                          <m:r>
                                            <a:rPr lang="en-US" sz="1200" b="0" i="1" smtClean="0">
                                              <a:latin typeface="Cambria Math" panose="02040503050406030204" pitchFamily="18" charset="0"/>
                                            </a:rPr>
                                            <m:t>2</m:t>
                                          </m:r>
                                        </m:e>
                                        <m:sup>
                                          <m:r>
                                            <a:rPr lang="en-US" sz="1200" b="0" i="1" smtClean="0">
                                              <a:latin typeface="Cambria Math" panose="02040503050406030204" pitchFamily="18" charset="0"/>
                                            </a:rPr>
                                            <m:t>6</m:t>
                                          </m:r>
                                        </m:sup>
                                      </m:sSup>
                                    </m:e>
                                  </m:d>
                                </m:e>
                                <m:sup>
                                  <m:r>
                                    <a:rPr lang="en-US" sz="1200" b="0" i="1" smtClean="0">
                                      <a:latin typeface="Cambria Math" panose="02040503050406030204" pitchFamily="18" charset="0"/>
                                    </a:rPr>
                                    <m:t>3</m:t>
                                  </m:r>
                                </m:sup>
                              </m:sSup>
                            </m:oMath>
                          </a14:m>
                          <a:endParaRPr lang="en-GB" sz="1200" dirty="0"/>
                        </a:p>
                        <a:p>
                          <a:pPr marL="0" lvl="0" indent="0">
                            <a:lnSpc>
                              <a:spcPct val="150000"/>
                            </a:lnSpc>
                            <a:buFont typeface="+mj-lt"/>
                            <a:buNone/>
                            <a:defRPr/>
                          </a:pPr>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lvl="0" indent="0">
                            <a:lnSpc>
                              <a:spcPct val="150000"/>
                            </a:lnSpc>
                            <a:buFont typeface="+mj-lt"/>
                            <a:buNone/>
                            <a:defRPr/>
                          </a:pPr>
                          <a:r>
                            <a:rPr lang="en-GB" sz="1200" dirty="0"/>
                            <a:t>g) </a:t>
                          </a:r>
                          <a14:m>
                            <m:oMath xmlns:m="http://schemas.openxmlformats.org/officeDocument/2006/math">
                              <m:sSup>
                                <m:sSupPr>
                                  <m:ctrlPr>
                                    <a:rPr lang="en-US" sz="1200" i="1" smtClean="0">
                                      <a:latin typeface="Cambria Math" panose="02040503050406030204" pitchFamily="18" charset="0"/>
                                    </a:rPr>
                                  </m:ctrlPr>
                                </m:sSupPr>
                                <m:e>
                                  <m:d>
                                    <m:dPr>
                                      <m:ctrlPr>
                                        <a:rPr lang="en-US" sz="1200" i="1">
                                          <a:latin typeface="Cambria Math" panose="02040503050406030204" pitchFamily="18" charset="0"/>
                                        </a:rPr>
                                      </m:ctrlPr>
                                    </m:dPr>
                                    <m:e>
                                      <m:sSup>
                                        <m:sSupPr>
                                          <m:ctrlPr>
                                            <a:rPr lang="en-US" sz="1200" i="1">
                                              <a:latin typeface="Cambria Math" panose="02040503050406030204" pitchFamily="18" charset="0"/>
                                            </a:rPr>
                                          </m:ctrlPr>
                                        </m:sSupPr>
                                        <m:e>
                                          <m:r>
                                            <a:rPr lang="en-US" sz="1200" b="0" i="1" smtClean="0">
                                              <a:latin typeface="Cambria Math" panose="02040503050406030204" pitchFamily="18" charset="0"/>
                                            </a:rPr>
                                            <m:t>9</m:t>
                                          </m:r>
                                        </m:e>
                                        <m:sup>
                                          <m:r>
                                            <a:rPr lang="en-US" sz="1200" b="0" i="1" smtClean="0">
                                              <a:latin typeface="Cambria Math" panose="02040503050406030204" pitchFamily="18" charset="0"/>
                                            </a:rPr>
                                            <m:t>7</m:t>
                                          </m:r>
                                        </m:sup>
                                      </m:sSup>
                                    </m:e>
                                  </m:d>
                                </m:e>
                                <m:sup>
                                  <m:r>
                                    <a:rPr lang="en-US" sz="1200" b="0" i="1" smtClean="0">
                                      <a:latin typeface="Cambria Math" panose="02040503050406030204" pitchFamily="18" charset="0"/>
                                    </a:rPr>
                                    <m:t>5</m:t>
                                  </m:r>
                                </m:sup>
                              </m:sSup>
                            </m:oMath>
                          </a14:m>
                          <a:endParaRPr lang="en-GB" sz="1200" dirty="0"/>
                        </a:p>
                        <a:p>
                          <a:pPr marL="0" lvl="0" indent="0">
                            <a:lnSpc>
                              <a:spcPct val="150000"/>
                            </a:lnSpc>
                            <a:buFont typeface="+mj-lt"/>
                            <a:buNone/>
                            <a:defRPr/>
                          </a:pPr>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50000"/>
                            </a:lnSpc>
                            <a:spcBef>
                              <a:spcPts val="0"/>
                            </a:spcBef>
                            <a:spcAft>
                              <a:spcPts val="0"/>
                            </a:spcAft>
                            <a:buClrTx/>
                            <a:buSzTx/>
                            <a:buFont typeface="+mj-lt"/>
                            <a:buNone/>
                            <a:tabLst/>
                            <a:defRPr/>
                          </a:pPr>
                          <a:r>
                            <a:rPr lang="en-GB" sz="1200" dirty="0"/>
                            <a:t>h) </a:t>
                          </a:r>
                          <a14:m>
                            <m:oMath xmlns:m="http://schemas.openxmlformats.org/officeDocument/2006/math">
                              <m:sSup>
                                <m:sSupPr>
                                  <m:ctrlPr>
                                    <a:rPr lang="en-US" sz="1200" i="1" smtClean="0">
                                      <a:latin typeface="Cambria Math" panose="02040503050406030204" pitchFamily="18" charset="0"/>
                                    </a:rPr>
                                  </m:ctrlPr>
                                </m:sSupPr>
                                <m:e>
                                  <m:d>
                                    <m:dPr>
                                      <m:ctrlPr>
                                        <a:rPr lang="en-US" sz="1200" i="1">
                                          <a:latin typeface="Cambria Math" panose="02040503050406030204" pitchFamily="18" charset="0"/>
                                        </a:rPr>
                                      </m:ctrlPr>
                                    </m:dPr>
                                    <m:e>
                                      <m:sSup>
                                        <m:sSupPr>
                                          <m:ctrlPr>
                                            <a:rPr lang="en-US" sz="1200" i="1">
                                              <a:latin typeface="Cambria Math" panose="02040503050406030204" pitchFamily="18" charset="0"/>
                                            </a:rPr>
                                          </m:ctrlPr>
                                        </m:sSupPr>
                                        <m:e>
                                          <m:r>
                                            <a:rPr lang="en-US" sz="1200" b="0" i="1" smtClean="0">
                                              <a:latin typeface="Cambria Math" panose="02040503050406030204" pitchFamily="18" charset="0"/>
                                            </a:rPr>
                                            <m:t>12</m:t>
                                          </m:r>
                                        </m:e>
                                        <m:sup>
                                          <m:r>
                                            <a:rPr lang="en-US" sz="1200" b="0" i="1" smtClean="0">
                                              <a:latin typeface="Cambria Math" panose="02040503050406030204" pitchFamily="18" charset="0"/>
                                            </a:rPr>
                                            <m:t>12</m:t>
                                          </m:r>
                                        </m:sup>
                                      </m:sSup>
                                    </m:e>
                                  </m:d>
                                </m:e>
                                <m:sup>
                                  <m:r>
                                    <a:rPr lang="en-GB" sz="1200" b="0" i="1" smtClean="0">
                                      <a:latin typeface="Cambria Math" panose="02040503050406030204" pitchFamily="18" charset="0"/>
                                    </a:rPr>
                                    <m:t>5</m:t>
                                  </m:r>
                                </m:sup>
                              </m:sSup>
                            </m:oMath>
                          </a14:m>
                          <a:endParaRPr lang="en-US" sz="1200" dirty="0">
                            <a:solidFill>
                              <a:srgbClr val="000000"/>
                            </a:solidFill>
                          </a:endParaRPr>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38828580"/>
                      </a:ext>
                    </a:extLst>
                  </a:tr>
                  <a:tr h="1022751">
                    <a:tc>
                      <a:txBody>
                        <a:bodyPr/>
                        <a:lstStyle/>
                        <a:p>
                          <a:pPr marL="0" lvl="0" indent="0">
                            <a:lnSpc>
                              <a:spcPct val="150000"/>
                            </a:lnSpc>
                            <a:buFont typeface="+mj-lt"/>
                            <a:buNone/>
                            <a:defRPr/>
                          </a:pPr>
                          <a:r>
                            <a:rPr lang="en-GB" sz="1200" dirty="0"/>
                            <a:t>i) </a:t>
                          </a:r>
                          <a14:m>
                            <m:oMath xmlns:m="http://schemas.openxmlformats.org/officeDocument/2006/math">
                              <m:sSup>
                                <m:sSupPr>
                                  <m:ctrlPr>
                                    <a:rPr lang="en-US" sz="1200" b="0" i="1" smtClean="0">
                                      <a:latin typeface="Cambria Math" panose="02040503050406030204" pitchFamily="18" charset="0"/>
                                    </a:rPr>
                                  </m:ctrlPr>
                                </m:sSupPr>
                                <m:e>
                                  <m:d>
                                    <m:dPr>
                                      <m:ctrlPr>
                                        <a:rPr lang="en-US" sz="1200" b="0" i="1" smtClean="0">
                                          <a:latin typeface="Cambria Math" panose="02040503050406030204" pitchFamily="18" charset="0"/>
                                        </a:rPr>
                                      </m:ctrlPr>
                                    </m:dPr>
                                    <m:e>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9</m:t>
                                          </m:r>
                                        </m:e>
                                        <m:sup>
                                          <m:r>
                                            <a:rPr lang="en-US" sz="1200" b="0" i="1" smtClean="0">
                                              <a:latin typeface="Cambria Math" panose="02040503050406030204" pitchFamily="18" charset="0"/>
                                            </a:rPr>
                                            <m:t>3</m:t>
                                          </m:r>
                                        </m:sup>
                                      </m:sSup>
                                    </m:e>
                                  </m:d>
                                </m:e>
                                <m:sup>
                                  <m:r>
                                    <a:rPr lang="en-US" sz="1200" b="0" i="1" smtClean="0">
                                      <a:latin typeface="Cambria Math" panose="02040503050406030204" pitchFamily="18" charset="0"/>
                                    </a:rPr>
                                    <m:t>5</m:t>
                                  </m:r>
                                </m:sup>
                              </m:sSup>
                            </m:oMath>
                          </a14:m>
                          <a:endParaRPr lang="en-GB" sz="1200" dirty="0"/>
                        </a:p>
                        <a:p>
                          <a:pPr marL="0" lvl="0" indent="0">
                            <a:lnSpc>
                              <a:spcPct val="150000"/>
                            </a:lnSpc>
                            <a:buFont typeface="+mj-lt"/>
                            <a:buNone/>
                            <a:defRPr/>
                          </a:pPr>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lvl="0" indent="0">
                            <a:lnSpc>
                              <a:spcPct val="150000"/>
                            </a:lnSpc>
                            <a:buFont typeface="+mj-lt"/>
                            <a:buNone/>
                            <a:defRPr/>
                          </a:pPr>
                          <a:r>
                            <a:rPr lang="en-GB" sz="1200" dirty="0"/>
                            <a:t>j) </a:t>
                          </a:r>
                          <a14:m>
                            <m:oMath xmlns:m="http://schemas.openxmlformats.org/officeDocument/2006/math">
                              <m:sSup>
                                <m:sSupPr>
                                  <m:ctrlPr>
                                    <a:rPr lang="en-US" sz="1200" i="1" smtClean="0">
                                      <a:latin typeface="Cambria Math" panose="02040503050406030204" pitchFamily="18" charset="0"/>
                                    </a:rPr>
                                  </m:ctrlPr>
                                </m:sSupPr>
                                <m:e>
                                  <m:d>
                                    <m:dPr>
                                      <m:ctrlPr>
                                        <a:rPr lang="en-US" sz="1200" i="1">
                                          <a:latin typeface="Cambria Math" panose="02040503050406030204" pitchFamily="18" charset="0"/>
                                        </a:rPr>
                                      </m:ctrlPr>
                                    </m:dPr>
                                    <m:e>
                                      <m:sSup>
                                        <m:sSupPr>
                                          <m:ctrlPr>
                                            <a:rPr lang="en-US" sz="1200" i="1">
                                              <a:latin typeface="Cambria Math" panose="02040503050406030204" pitchFamily="18" charset="0"/>
                                            </a:rPr>
                                          </m:ctrlPr>
                                        </m:sSupPr>
                                        <m:e>
                                          <m:r>
                                            <a:rPr lang="en-US" sz="1200" b="0" i="1" smtClean="0">
                                              <a:latin typeface="Cambria Math" panose="02040503050406030204" pitchFamily="18" charset="0"/>
                                            </a:rPr>
                                            <m:t>2</m:t>
                                          </m:r>
                                        </m:e>
                                        <m:sup>
                                          <m:r>
                                            <a:rPr lang="en-US" sz="1200" b="0" i="1" smtClean="0">
                                              <a:latin typeface="Cambria Math" panose="02040503050406030204" pitchFamily="18" charset="0"/>
                                            </a:rPr>
                                            <m:t>9</m:t>
                                          </m:r>
                                        </m:sup>
                                      </m:sSup>
                                    </m:e>
                                  </m:d>
                                </m:e>
                                <m:sup>
                                  <m:r>
                                    <a:rPr lang="en-US" sz="1200" b="0" i="1" smtClean="0">
                                      <a:latin typeface="Cambria Math" panose="02040503050406030204" pitchFamily="18" charset="0"/>
                                    </a:rPr>
                                    <m:t>3</m:t>
                                  </m:r>
                                </m:sup>
                              </m:sSup>
                            </m:oMath>
                          </a14:m>
                          <a:endParaRPr lang="en-GB" sz="1200" dirty="0"/>
                        </a:p>
                        <a:p>
                          <a:pPr marL="0" lvl="0" indent="0">
                            <a:lnSpc>
                              <a:spcPct val="150000"/>
                            </a:lnSpc>
                            <a:buFont typeface="+mj-lt"/>
                            <a:buNone/>
                            <a:defRPr/>
                          </a:pPr>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lvl="0" indent="0">
                            <a:lnSpc>
                              <a:spcPct val="150000"/>
                            </a:lnSpc>
                            <a:buFont typeface="+mj-lt"/>
                            <a:buNone/>
                            <a:defRPr/>
                          </a:pPr>
                          <a:r>
                            <a:rPr lang="en-GB" sz="1200" dirty="0"/>
                            <a:t>k) </a:t>
                          </a:r>
                          <a14:m>
                            <m:oMath xmlns:m="http://schemas.openxmlformats.org/officeDocument/2006/math">
                              <m:sSup>
                                <m:sSupPr>
                                  <m:ctrlPr>
                                    <a:rPr lang="en-US" sz="1200" i="1" smtClean="0">
                                      <a:latin typeface="Cambria Math" panose="02040503050406030204" pitchFamily="18" charset="0"/>
                                    </a:rPr>
                                  </m:ctrlPr>
                                </m:sSupPr>
                                <m:e>
                                  <m:d>
                                    <m:dPr>
                                      <m:ctrlPr>
                                        <a:rPr lang="en-US" sz="1200" i="1">
                                          <a:latin typeface="Cambria Math" panose="02040503050406030204" pitchFamily="18" charset="0"/>
                                        </a:rPr>
                                      </m:ctrlPr>
                                    </m:dPr>
                                    <m:e>
                                      <m:sSup>
                                        <m:sSupPr>
                                          <m:ctrlPr>
                                            <a:rPr lang="en-US" sz="1200" i="1">
                                              <a:latin typeface="Cambria Math" panose="02040503050406030204" pitchFamily="18" charset="0"/>
                                            </a:rPr>
                                          </m:ctrlPr>
                                        </m:sSupPr>
                                        <m:e>
                                          <m:r>
                                            <a:rPr lang="en-US" sz="1200" b="0" i="1" smtClean="0">
                                              <a:latin typeface="Cambria Math" panose="02040503050406030204" pitchFamily="18" charset="0"/>
                                            </a:rPr>
                                            <m:t>10</m:t>
                                          </m:r>
                                        </m:e>
                                        <m:sup>
                                          <m:r>
                                            <a:rPr lang="en-US" sz="1200" b="0" i="1" smtClean="0">
                                              <a:latin typeface="Cambria Math" panose="02040503050406030204" pitchFamily="18" charset="0"/>
                                            </a:rPr>
                                            <m:t>7</m:t>
                                          </m:r>
                                        </m:sup>
                                      </m:sSup>
                                    </m:e>
                                  </m:d>
                                </m:e>
                                <m:sup>
                                  <m:r>
                                    <a:rPr lang="en-US" sz="1200" b="0" i="1" smtClean="0">
                                      <a:latin typeface="Cambria Math" panose="02040503050406030204" pitchFamily="18" charset="0"/>
                                    </a:rPr>
                                    <m:t>8</m:t>
                                  </m:r>
                                </m:sup>
                              </m:sSup>
                            </m:oMath>
                          </a14:m>
                          <a:endParaRPr lang="en-GB" sz="1200" dirty="0"/>
                        </a:p>
                        <a:p>
                          <a:pPr marL="0" lvl="0" indent="0">
                            <a:lnSpc>
                              <a:spcPct val="150000"/>
                            </a:lnSpc>
                            <a:buFont typeface="+mj-lt"/>
                            <a:buNone/>
                            <a:defRPr/>
                          </a:pPr>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l) </a:t>
                          </a:r>
                          <a14:m>
                            <m:oMath xmlns:m="http://schemas.openxmlformats.org/officeDocument/2006/math">
                              <m:sSup>
                                <m:sSupPr>
                                  <m:ctrlPr>
                                    <a:rPr lang="en-US" sz="1200" i="1" smtClean="0">
                                      <a:latin typeface="Cambria Math" panose="02040503050406030204" pitchFamily="18" charset="0"/>
                                    </a:rPr>
                                  </m:ctrlPr>
                                </m:sSupPr>
                                <m:e>
                                  <m:d>
                                    <m:dPr>
                                      <m:ctrlPr>
                                        <a:rPr lang="en-US" sz="1200" i="1">
                                          <a:latin typeface="Cambria Math" panose="02040503050406030204" pitchFamily="18" charset="0"/>
                                        </a:rPr>
                                      </m:ctrlPr>
                                    </m:dPr>
                                    <m:e>
                                      <m:sSup>
                                        <m:sSupPr>
                                          <m:ctrlPr>
                                            <a:rPr lang="en-US" sz="1200" i="1">
                                              <a:latin typeface="Cambria Math" panose="02040503050406030204" pitchFamily="18" charset="0"/>
                                            </a:rPr>
                                          </m:ctrlPr>
                                        </m:sSupPr>
                                        <m:e>
                                          <m:r>
                                            <a:rPr lang="en-US" sz="1200" b="0" i="1" smtClean="0">
                                              <a:latin typeface="Cambria Math" panose="02040503050406030204" pitchFamily="18" charset="0"/>
                                            </a:rPr>
                                            <m:t>11</m:t>
                                          </m:r>
                                        </m:e>
                                        <m:sup>
                                          <m:r>
                                            <a:rPr lang="en-US" sz="1200" b="0" i="1" smtClean="0">
                                              <a:latin typeface="Cambria Math" panose="02040503050406030204" pitchFamily="18" charset="0"/>
                                            </a:rPr>
                                            <m:t>13</m:t>
                                          </m:r>
                                        </m:sup>
                                      </m:sSup>
                                    </m:e>
                                  </m:d>
                                </m:e>
                                <m:sup>
                                  <m:r>
                                    <a:rPr lang="en-US" sz="1200" b="0" i="1" smtClean="0">
                                      <a:latin typeface="Cambria Math" panose="02040503050406030204" pitchFamily="18" charset="0"/>
                                    </a:rPr>
                                    <m:t>12</m:t>
                                  </m:r>
                                </m:sup>
                              </m:sSup>
                            </m:oMath>
                          </a14:m>
                          <a:endParaRPr lang="en-GB" sz="1200" dirty="0"/>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69757657"/>
                      </a:ext>
                    </a:extLst>
                  </a:tr>
                  <a:tr h="1022751">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m) </a:t>
                          </a:r>
                          <a14:m>
                            <m:oMath xmlns:m="http://schemas.openxmlformats.org/officeDocument/2006/math">
                              <m:r>
                                <a:rPr kumimoji="0" lang="en-GB" sz="1200" b="0" i="1" u="none" strike="noStrike" kern="1200" cap="none" spc="0" normalizeH="0" baseline="0" noProof="0" dirty="0" smtClean="0">
                                  <a:ln>
                                    <a:noFill/>
                                  </a:ln>
                                  <a:solidFill>
                                    <a:prstClr val="black"/>
                                  </a:solidFill>
                                  <a:effectLst/>
                                  <a:uLnTx/>
                                  <a:uFillTx/>
                                  <a:latin typeface="Cambria Math" panose="02040503050406030204" pitchFamily="18" charset="0"/>
                                </a:rPr>
                                <m:t>(</m:t>
                              </m:r>
                              <m:r>
                                <a:rPr kumimoji="0" lang="en-GB" sz="1200" b="0" i="1" u="none" strike="noStrike" kern="1200" cap="none" spc="0" normalizeH="0" baseline="0" noProof="0" dirty="0" smtClean="0">
                                  <a:ln>
                                    <a:noFill/>
                                  </a:ln>
                                  <a:solidFill>
                                    <a:prstClr val="black"/>
                                  </a:solidFill>
                                  <a:effectLst/>
                                  <a:uLnTx/>
                                  <a:uFillTx/>
                                  <a:latin typeface="Cambria Math" panose="02040503050406030204" pitchFamily="18" charset="0"/>
                                </a:rPr>
                                <m:t>𝑥</m:t>
                              </m:r>
                              <m:r>
                                <a:rPr kumimoji="0" lang="en-GB" sz="1200" b="0" i="1" u="none" strike="noStrike" kern="1200" cap="none" spc="0" normalizeH="0" baseline="30000" noProof="0" dirty="0" smtClean="0">
                                  <a:ln>
                                    <a:noFill/>
                                  </a:ln>
                                  <a:solidFill>
                                    <a:prstClr val="black"/>
                                  </a:solidFill>
                                  <a:effectLst/>
                                  <a:uLnTx/>
                                  <a:uFillTx/>
                                  <a:latin typeface="Cambria Math" panose="02040503050406030204" pitchFamily="18" charset="0"/>
                                </a:rPr>
                                <m:t>2</m:t>
                              </m:r>
                              <m:r>
                                <a:rPr kumimoji="0" lang="en-GB" sz="1200" b="0" i="1" u="none" strike="noStrike" kern="1200" cap="none" spc="0" normalizeH="0" baseline="0" noProof="0" dirty="0" smtClean="0">
                                  <a:ln>
                                    <a:noFill/>
                                  </a:ln>
                                  <a:solidFill>
                                    <a:prstClr val="black"/>
                                  </a:solidFill>
                                  <a:effectLst/>
                                  <a:uLnTx/>
                                  <a:uFillTx/>
                                  <a:latin typeface="Cambria Math" panose="02040503050406030204" pitchFamily="18" charset="0"/>
                                </a:rPr>
                                <m:t>)</m:t>
                              </m:r>
                              <m:r>
                                <a:rPr kumimoji="0" lang="en-GB" sz="1200" b="0" i="1" u="none" strike="noStrike" kern="1200" cap="none" spc="0" normalizeH="0" baseline="30000" noProof="0" dirty="0" smtClean="0">
                                  <a:ln>
                                    <a:noFill/>
                                  </a:ln>
                                  <a:solidFill>
                                    <a:prstClr val="black"/>
                                  </a:solidFill>
                                  <a:effectLst/>
                                  <a:uLnTx/>
                                  <a:uFillTx/>
                                  <a:latin typeface="Cambria Math" panose="02040503050406030204" pitchFamily="18" charset="0"/>
                                </a:rPr>
                                <m:t>2</m:t>
                              </m:r>
                            </m:oMath>
                          </a14:m>
                          <a:endParaRPr kumimoji="0" lang="en-GB" sz="1200" b="0" i="0" u="none" strike="noStrike" kern="1200" cap="none" spc="0" normalizeH="0" baseline="30000" noProof="0" dirty="0">
                            <a:ln>
                              <a:noFill/>
                            </a:ln>
                            <a:solidFill>
                              <a:prstClr val="black"/>
                            </a:solidFill>
                            <a:effectLst/>
                            <a:uLnTx/>
                            <a:uFillTx/>
                          </a:endParaRPr>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n) </a:t>
                          </a:r>
                          <a:r>
                            <a:rPr lang="en-GB" sz="1200" dirty="0">
                              <a:solidFill>
                                <a:prstClr val="black"/>
                              </a:solidFill>
                            </a:rPr>
                            <a:t>(m</a:t>
                          </a:r>
                          <a:r>
                            <a:rPr lang="en-GB" sz="1200" baseline="30000" dirty="0">
                              <a:solidFill>
                                <a:prstClr val="black"/>
                              </a:solidFill>
                            </a:rPr>
                            <a:t>3</a:t>
                          </a:r>
                          <a:r>
                            <a:rPr lang="en-GB" sz="1200" dirty="0">
                              <a:solidFill>
                                <a:prstClr val="black"/>
                              </a:solidFill>
                            </a:rPr>
                            <a:t>)</a:t>
                          </a:r>
                          <a:r>
                            <a:rPr lang="en-GB" sz="1200" baseline="30000" dirty="0">
                              <a:solidFill>
                                <a:prstClr val="black"/>
                              </a:solidFill>
                            </a:rPr>
                            <a:t>2</a:t>
                          </a:r>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o) </a:t>
                          </a:r>
                          <a:r>
                            <a:rPr lang="en-GB" sz="1200" dirty="0">
                              <a:solidFill>
                                <a:prstClr val="black"/>
                              </a:solidFill>
                            </a:rPr>
                            <a:t>(s</a:t>
                          </a:r>
                          <a:r>
                            <a:rPr lang="en-GB" sz="1200" baseline="30000" dirty="0">
                              <a:solidFill>
                                <a:prstClr val="black"/>
                              </a:solidFill>
                            </a:rPr>
                            <a:t>5</a:t>
                          </a:r>
                          <a:r>
                            <a:rPr lang="en-GB" sz="1200" dirty="0">
                              <a:solidFill>
                                <a:prstClr val="black"/>
                              </a:solidFill>
                            </a:rPr>
                            <a:t>)</a:t>
                          </a:r>
                          <a:r>
                            <a:rPr lang="en-GB" sz="1200" baseline="30000" dirty="0">
                              <a:solidFill>
                                <a:prstClr val="black"/>
                              </a:solidFill>
                            </a:rPr>
                            <a:t>3</a:t>
                          </a:r>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p) </a:t>
                          </a:r>
                          <a:r>
                            <a:rPr lang="en-GB" sz="1200" dirty="0">
                              <a:solidFill>
                                <a:prstClr val="black"/>
                              </a:solidFill>
                            </a:rPr>
                            <a:t>(d</a:t>
                          </a:r>
                          <a:r>
                            <a:rPr lang="en-GB" sz="1200" baseline="30000" dirty="0">
                              <a:solidFill>
                                <a:prstClr val="black"/>
                              </a:solidFill>
                            </a:rPr>
                            <a:t>11</a:t>
                          </a:r>
                          <a:r>
                            <a:rPr lang="en-GB" sz="1200" dirty="0">
                              <a:solidFill>
                                <a:prstClr val="black"/>
                              </a:solidFill>
                            </a:rPr>
                            <a:t>)</a:t>
                          </a:r>
                          <a:r>
                            <a:rPr lang="en-GB" sz="1200" baseline="30000" dirty="0">
                              <a:solidFill>
                                <a:prstClr val="black"/>
                              </a:solidFill>
                            </a:rPr>
                            <a:t>2</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97221274"/>
                      </a:ext>
                    </a:extLst>
                  </a:tr>
                  <a:tr h="1022751">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q) </a:t>
                          </a:r>
                          <a:r>
                            <a:rPr lang="en-GB" sz="1200" dirty="0">
                              <a:solidFill>
                                <a:prstClr val="black"/>
                              </a:solidFill>
                            </a:rPr>
                            <a:t>(y</a:t>
                          </a:r>
                          <a:r>
                            <a:rPr lang="en-GB" sz="1200" baseline="30000" dirty="0">
                              <a:solidFill>
                                <a:prstClr val="black"/>
                              </a:solidFill>
                            </a:rPr>
                            <a:t>6</a:t>
                          </a:r>
                          <a:r>
                            <a:rPr lang="en-GB" sz="1200" dirty="0">
                              <a:solidFill>
                                <a:prstClr val="black"/>
                              </a:solidFill>
                            </a:rPr>
                            <a:t>)</a:t>
                          </a:r>
                          <a:r>
                            <a:rPr lang="en-GB" sz="1200" baseline="30000" dirty="0">
                              <a:solidFill>
                                <a:prstClr val="black"/>
                              </a:solidFill>
                            </a:rPr>
                            <a:t>7</a:t>
                          </a:r>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r) </a:t>
                          </a:r>
                          <a:r>
                            <a:rPr lang="en-GB" sz="1200" dirty="0">
                              <a:solidFill>
                                <a:prstClr val="black"/>
                              </a:solidFill>
                            </a:rPr>
                            <a:t>(t</a:t>
                          </a:r>
                          <a:r>
                            <a:rPr lang="en-GB" sz="1200" baseline="30000" dirty="0">
                              <a:solidFill>
                                <a:prstClr val="black"/>
                              </a:solidFill>
                            </a:rPr>
                            <a:t>5</a:t>
                          </a:r>
                          <a:r>
                            <a:rPr lang="en-GB" sz="1200" dirty="0">
                              <a:solidFill>
                                <a:prstClr val="black"/>
                              </a:solidFill>
                            </a:rPr>
                            <a:t>)</a:t>
                          </a:r>
                          <a:r>
                            <a:rPr lang="en-GB" sz="1200" baseline="30000" dirty="0">
                              <a:solidFill>
                                <a:prstClr val="black"/>
                              </a:solidFill>
                            </a:rPr>
                            <a:t>10</a:t>
                          </a:r>
                          <a:endParaRPr lang="en-GB" sz="1200" dirty="0"/>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s) </a:t>
                          </a:r>
                          <a:r>
                            <a:rPr lang="en-GB" sz="1200" dirty="0">
                              <a:solidFill>
                                <a:prstClr val="black"/>
                              </a:solidFill>
                            </a:rPr>
                            <a:t>(d</a:t>
                          </a:r>
                          <a:r>
                            <a:rPr lang="en-GB" sz="1200" baseline="30000" dirty="0">
                              <a:solidFill>
                                <a:prstClr val="black"/>
                              </a:solidFill>
                            </a:rPr>
                            <a:t>2</a:t>
                          </a:r>
                          <a:r>
                            <a:rPr lang="en-GB" sz="1200" dirty="0">
                              <a:solidFill>
                                <a:prstClr val="black"/>
                              </a:solidFill>
                            </a:rPr>
                            <a:t>)</a:t>
                          </a:r>
                          <a:r>
                            <a:rPr lang="en-GB" sz="1200" baseline="30000" dirty="0">
                              <a:solidFill>
                                <a:prstClr val="black"/>
                              </a:solidFill>
                            </a:rPr>
                            <a:t>2</a:t>
                          </a:r>
                          <a:endParaRPr lang="en-GB" sz="1200" dirty="0">
                            <a:solidFill>
                              <a:prstClr val="black"/>
                            </a:solidFill>
                          </a:endParaRPr>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t) </a:t>
                          </a:r>
                          <a:r>
                            <a:rPr lang="en-GB" sz="1200" dirty="0">
                              <a:solidFill>
                                <a:prstClr val="black"/>
                              </a:solidFill>
                            </a:rPr>
                            <a:t>(c</a:t>
                          </a:r>
                          <a:r>
                            <a:rPr lang="en-GB" sz="1200" baseline="30000" dirty="0">
                              <a:solidFill>
                                <a:prstClr val="black"/>
                              </a:solidFill>
                            </a:rPr>
                            <a:t>5</a:t>
                          </a:r>
                          <a:r>
                            <a:rPr lang="en-GB" sz="1200" dirty="0">
                              <a:solidFill>
                                <a:prstClr val="black"/>
                              </a:solidFill>
                            </a:rPr>
                            <a:t>)</a:t>
                          </a:r>
                          <a:r>
                            <a:rPr lang="en-GB" sz="1200" baseline="30000" dirty="0">
                              <a:solidFill>
                                <a:prstClr val="black"/>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21109579"/>
                      </a:ext>
                    </a:extLst>
                  </a:tr>
                </a:tbl>
              </a:graphicData>
            </a:graphic>
          </p:graphicFrame>
        </mc:Choice>
        <mc:Fallback>
          <p:graphicFrame>
            <p:nvGraphicFramePr>
              <p:cNvPr id="7" name="Table 6">
                <a:extLst>
                  <a:ext uri="{FF2B5EF4-FFF2-40B4-BE49-F238E27FC236}">
                    <a16:creationId xmlns:a16="http://schemas.microsoft.com/office/drawing/2014/main" id="{7BE0B1B7-291E-CAD3-48A8-8CF28A5C4135}"/>
                  </a:ext>
                </a:extLst>
              </p:cNvPr>
              <p:cNvGraphicFramePr>
                <a:graphicFrameLocks noGrp="1"/>
              </p:cNvGraphicFramePr>
              <p:nvPr>
                <p:extLst>
                  <p:ext uri="{D42A27DB-BD31-4B8C-83A1-F6EECF244321}">
                    <p14:modId xmlns:p14="http://schemas.microsoft.com/office/powerpoint/2010/main" val="3972649693"/>
                  </p:ext>
                </p:extLst>
              </p:nvPr>
            </p:nvGraphicFramePr>
            <p:xfrm>
              <a:off x="106052" y="4487443"/>
              <a:ext cx="6645896" cy="5113755"/>
            </p:xfrm>
            <a:graphic>
              <a:graphicData uri="http://schemas.openxmlformats.org/drawingml/2006/table">
                <a:tbl>
                  <a:tblPr>
                    <a:tableStyleId>{5C22544A-7EE6-4342-B048-85BDC9FD1C3A}</a:tableStyleId>
                  </a:tblPr>
                  <a:tblGrid>
                    <a:gridCol w="1661474">
                      <a:extLst>
                        <a:ext uri="{9D8B030D-6E8A-4147-A177-3AD203B41FA5}">
                          <a16:colId xmlns:a16="http://schemas.microsoft.com/office/drawing/2014/main" val="1992204135"/>
                        </a:ext>
                      </a:extLst>
                    </a:gridCol>
                    <a:gridCol w="1661474">
                      <a:extLst>
                        <a:ext uri="{9D8B030D-6E8A-4147-A177-3AD203B41FA5}">
                          <a16:colId xmlns:a16="http://schemas.microsoft.com/office/drawing/2014/main" val="3366815076"/>
                        </a:ext>
                      </a:extLst>
                    </a:gridCol>
                    <a:gridCol w="1661474">
                      <a:extLst>
                        <a:ext uri="{9D8B030D-6E8A-4147-A177-3AD203B41FA5}">
                          <a16:colId xmlns:a16="http://schemas.microsoft.com/office/drawing/2014/main" val="1606094187"/>
                        </a:ext>
                      </a:extLst>
                    </a:gridCol>
                    <a:gridCol w="1661474">
                      <a:extLst>
                        <a:ext uri="{9D8B030D-6E8A-4147-A177-3AD203B41FA5}">
                          <a16:colId xmlns:a16="http://schemas.microsoft.com/office/drawing/2014/main" val="4111745528"/>
                        </a:ext>
                      </a:extLst>
                    </a:gridCol>
                  </a:tblGrid>
                  <a:tr h="1022751">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66" t="-595" r="-300366" b="-40119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366" t="-595" r="-200366" b="-40119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1103" t="-595" r="-101103" b="-40119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00000" t="-595" r="-733" b="-401190"/>
                          </a:stretch>
                        </a:blipFill>
                      </a:tcPr>
                    </a:tc>
                    <a:extLst>
                      <a:ext uri="{0D108BD9-81ED-4DB2-BD59-A6C34878D82A}">
                        <a16:rowId xmlns:a16="http://schemas.microsoft.com/office/drawing/2014/main" val="116735652"/>
                      </a:ext>
                    </a:extLst>
                  </a:tr>
                  <a:tr h="1022751">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66" t="-100595" r="-300366" b="-30119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366" t="-100595" r="-200366" b="-30119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1103" t="-100595" r="-101103" b="-30119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00000" t="-100595" r="-733" b="-301190"/>
                          </a:stretch>
                        </a:blipFill>
                      </a:tcPr>
                    </a:tc>
                    <a:extLst>
                      <a:ext uri="{0D108BD9-81ED-4DB2-BD59-A6C34878D82A}">
                        <a16:rowId xmlns:a16="http://schemas.microsoft.com/office/drawing/2014/main" val="1938828580"/>
                      </a:ext>
                    </a:extLst>
                  </a:tr>
                  <a:tr h="1022751">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66" t="-201796" r="-300366" b="-202994"/>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366" t="-201796" r="-200366" b="-202994"/>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1103" t="-201796" r="-101103" b="-202994"/>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00000" t="-201796" r="-733" b="-202994"/>
                          </a:stretch>
                        </a:blipFill>
                      </a:tcPr>
                    </a:tc>
                    <a:extLst>
                      <a:ext uri="{0D108BD9-81ED-4DB2-BD59-A6C34878D82A}">
                        <a16:rowId xmlns:a16="http://schemas.microsoft.com/office/drawing/2014/main" val="2869757657"/>
                      </a:ext>
                    </a:extLst>
                  </a:tr>
                  <a:tr h="1022751">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66" t="-300000" r="-300366" b="-101786"/>
                          </a:stretch>
                        </a:blip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n) </a:t>
                          </a:r>
                          <a:r>
                            <a:rPr lang="en-GB" sz="1200" dirty="0">
                              <a:solidFill>
                                <a:prstClr val="black"/>
                              </a:solidFill>
                            </a:rPr>
                            <a:t>(m</a:t>
                          </a:r>
                          <a:r>
                            <a:rPr lang="en-GB" sz="1200" baseline="30000" dirty="0">
                              <a:solidFill>
                                <a:prstClr val="black"/>
                              </a:solidFill>
                            </a:rPr>
                            <a:t>3</a:t>
                          </a:r>
                          <a:r>
                            <a:rPr lang="en-GB" sz="1200" dirty="0">
                              <a:solidFill>
                                <a:prstClr val="black"/>
                              </a:solidFill>
                            </a:rPr>
                            <a:t>)</a:t>
                          </a:r>
                          <a:r>
                            <a:rPr lang="en-GB" sz="1200" baseline="30000" dirty="0">
                              <a:solidFill>
                                <a:prstClr val="black"/>
                              </a:solidFill>
                            </a:rPr>
                            <a:t>2</a:t>
                          </a:r>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o) </a:t>
                          </a:r>
                          <a:r>
                            <a:rPr lang="en-GB" sz="1200" dirty="0">
                              <a:solidFill>
                                <a:prstClr val="black"/>
                              </a:solidFill>
                            </a:rPr>
                            <a:t>(s</a:t>
                          </a:r>
                          <a:r>
                            <a:rPr lang="en-GB" sz="1200" baseline="30000" dirty="0">
                              <a:solidFill>
                                <a:prstClr val="black"/>
                              </a:solidFill>
                            </a:rPr>
                            <a:t>5</a:t>
                          </a:r>
                          <a:r>
                            <a:rPr lang="en-GB" sz="1200" dirty="0">
                              <a:solidFill>
                                <a:prstClr val="black"/>
                              </a:solidFill>
                            </a:rPr>
                            <a:t>)</a:t>
                          </a:r>
                          <a:r>
                            <a:rPr lang="en-GB" sz="1200" baseline="30000" dirty="0">
                              <a:solidFill>
                                <a:prstClr val="black"/>
                              </a:solidFill>
                            </a:rPr>
                            <a:t>3</a:t>
                          </a:r>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p) </a:t>
                          </a:r>
                          <a:r>
                            <a:rPr lang="en-GB" sz="1200" dirty="0">
                              <a:solidFill>
                                <a:prstClr val="black"/>
                              </a:solidFill>
                            </a:rPr>
                            <a:t>(d</a:t>
                          </a:r>
                          <a:r>
                            <a:rPr lang="en-GB" sz="1200" baseline="30000" dirty="0">
                              <a:solidFill>
                                <a:prstClr val="black"/>
                              </a:solidFill>
                            </a:rPr>
                            <a:t>11</a:t>
                          </a:r>
                          <a:r>
                            <a:rPr lang="en-GB" sz="1200" dirty="0">
                              <a:solidFill>
                                <a:prstClr val="black"/>
                              </a:solidFill>
                            </a:rPr>
                            <a:t>)</a:t>
                          </a:r>
                          <a:r>
                            <a:rPr lang="en-GB" sz="1200" baseline="30000" dirty="0">
                              <a:solidFill>
                                <a:prstClr val="black"/>
                              </a:solidFill>
                            </a:rPr>
                            <a:t>2</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97221274"/>
                      </a:ext>
                    </a:extLst>
                  </a:tr>
                  <a:tr h="1022751">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q) </a:t>
                          </a:r>
                          <a:r>
                            <a:rPr lang="en-GB" sz="1200" dirty="0">
                              <a:solidFill>
                                <a:prstClr val="black"/>
                              </a:solidFill>
                            </a:rPr>
                            <a:t>(y</a:t>
                          </a:r>
                          <a:r>
                            <a:rPr lang="en-GB" sz="1200" baseline="30000" dirty="0">
                              <a:solidFill>
                                <a:prstClr val="black"/>
                              </a:solidFill>
                            </a:rPr>
                            <a:t>6</a:t>
                          </a:r>
                          <a:r>
                            <a:rPr lang="en-GB" sz="1200" dirty="0">
                              <a:solidFill>
                                <a:prstClr val="black"/>
                              </a:solidFill>
                            </a:rPr>
                            <a:t>)</a:t>
                          </a:r>
                          <a:r>
                            <a:rPr lang="en-GB" sz="1200" baseline="30000" dirty="0">
                              <a:solidFill>
                                <a:prstClr val="black"/>
                              </a:solidFill>
                            </a:rPr>
                            <a:t>7</a:t>
                          </a:r>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r) </a:t>
                          </a:r>
                          <a:r>
                            <a:rPr lang="en-GB" sz="1200" dirty="0">
                              <a:solidFill>
                                <a:prstClr val="black"/>
                              </a:solidFill>
                            </a:rPr>
                            <a:t>(t</a:t>
                          </a:r>
                          <a:r>
                            <a:rPr lang="en-GB" sz="1200" baseline="30000" dirty="0">
                              <a:solidFill>
                                <a:prstClr val="black"/>
                              </a:solidFill>
                            </a:rPr>
                            <a:t>5</a:t>
                          </a:r>
                          <a:r>
                            <a:rPr lang="en-GB" sz="1200" dirty="0">
                              <a:solidFill>
                                <a:prstClr val="black"/>
                              </a:solidFill>
                            </a:rPr>
                            <a:t>)</a:t>
                          </a:r>
                          <a:r>
                            <a:rPr lang="en-GB" sz="1200" baseline="30000" dirty="0">
                              <a:solidFill>
                                <a:prstClr val="black"/>
                              </a:solidFill>
                            </a:rPr>
                            <a:t>10</a:t>
                          </a:r>
                          <a:endParaRPr lang="en-GB" sz="1200" dirty="0"/>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s) </a:t>
                          </a:r>
                          <a:r>
                            <a:rPr lang="en-GB" sz="1200" dirty="0">
                              <a:solidFill>
                                <a:prstClr val="black"/>
                              </a:solidFill>
                            </a:rPr>
                            <a:t>(d</a:t>
                          </a:r>
                          <a:r>
                            <a:rPr lang="en-GB" sz="1200" baseline="30000" dirty="0">
                              <a:solidFill>
                                <a:prstClr val="black"/>
                              </a:solidFill>
                            </a:rPr>
                            <a:t>2</a:t>
                          </a:r>
                          <a:r>
                            <a:rPr lang="en-GB" sz="1200" dirty="0">
                              <a:solidFill>
                                <a:prstClr val="black"/>
                              </a:solidFill>
                            </a:rPr>
                            <a:t>)</a:t>
                          </a:r>
                          <a:r>
                            <a:rPr lang="en-GB" sz="1200" baseline="30000" dirty="0">
                              <a:solidFill>
                                <a:prstClr val="black"/>
                              </a:solidFill>
                            </a:rPr>
                            <a:t>2</a:t>
                          </a:r>
                          <a:endParaRPr lang="en-GB" sz="1200" dirty="0">
                            <a:solidFill>
                              <a:prstClr val="black"/>
                            </a:solidFill>
                          </a:endParaRPr>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t) </a:t>
                          </a:r>
                          <a:r>
                            <a:rPr lang="en-GB" sz="1200" dirty="0">
                              <a:solidFill>
                                <a:prstClr val="black"/>
                              </a:solidFill>
                            </a:rPr>
                            <a:t>(c</a:t>
                          </a:r>
                          <a:r>
                            <a:rPr lang="en-GB" sz="1200" baseline="30000" dirty="0">
                              <a:solidFill>
                                <a:prstClr val="black"/>
                              </a:solidFill>
                            </a:rPr>
                            <a:t>5</a:t>
                          </a:r>
                          <a:r>
                            <a:rPr lang="en-GB" sz="1200" dirty="0">
                              <a:solidFill>
                                <a:prstClr val="black"/>
                              </a:solidFill>
                            </a:rPr>
                            <a:t>)</a:t>
                          </a:r>
                          <a:r>
                            <a:rPr lang="en-GB" sz="1200" baseline="30000" dirty="0">
                              <a:solidFill>
                                <a:prstClr val="black"/>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21109579"/>
                      </a:ext>
                    </a:extLst>
                  </a:tr>
                </a:tbl>
              </a:graphicData>
            </a:graphic>
          </p:graphicFrame>
        </mc:Fallback>
      </mc:AlternateContent>
      <p:sp>
        <p:nvSpPr>
          <p:cNvPr id="9" name="Slide Number Placeholder 8">
            <a:extLst>
              <a:ext uri="{FF2B5EF4-FFF2-40B4-BE49-F238E27FC236}">
                <a16:creationId xmlns:a16="http://schemas.microsoft.com/office/drawing/2014/main" id="{0575B15C-507D-CD8A-4957-AD728597BE24}"/>
              </a:ext>
            </a:extLst>
          </p:cNvPr>
          <p:cNvSpPr>
            <a:spLocks noGrp="1"/>
          </p:cNvSpPr>
          <p:nvPr>
            <p:ph type="sldNum" sz="quarter" idx="12"/>
          </p:nvPr>
        </p:nvSpPr>
        <p:spPr/>
        <p:txBody>
          <a:bodyPr/>
          <a:lstStyle/>
          <a:p>
            <a:fld id="{DFE403A4-BF53-4A18-A219-2FCD9C5F3F46}" type="slidenum">
              <a:rPr lang="en-GB" smtClean="0"/>
              <a:t>57</a:t>
            </a:fld>
            <a:endParaRPr lang="en-GB"/>
          </a:p>
        </p:txBody>
      </p:sp>
    </p:spTree>
    <p:extLst>
      <p:ext uri="{BB962C8B-B14F-4D97-AF65-F5344CB8AC3E}">
        <p14:creationId xmlns:p14="http://schemas.microsoft.com/office/powerpoint/2010/main" val="32834020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TextBox 59">
            <a:extLst>
              <a:ext uri="{FF2B5EF4-FFF2-40B4-BE49-F238E27FC236}">
                <a16:creationId xmlns:a16="http://schemas.microsoft.com/office/drawing/2014/main" id="{244A782A-DC95-3049-82B4-7824915E73C9}"/>
              </a:ext>
            </a:extLst>
          </p:cNvPr>
          <p:cNvSpPr txBox="1"/>
          <p:nvPr/>
        </p:nvSpPr>
        <p:spPr>
          <a:xfrm>
            <a:off x="1201194" y="92058"/>
            <a:ext cx="1037400"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a:solidFill>
                  <a:prstClr val="black"/>
                </a:solidFill>
                <a:latin typeface="Calibri" panose="020F0502020204030204"/>
              </a:rPr>
              <a:t>19. </a:t>
            </a:r>
            <a:r>
              <a:rPr kumimoji="0" lang="en-GB" sz="1200" i="0" u="none" strike="noStrike" kern="1200" cap="none" spc="0" normalizeH="0" baseline="0" noProof="0">
                <a:ln>
                  <a:noFill/>
                </a:ln>
                <a:solidFill>
                  <a:prstClr val="black"/>
                </a:solidFill>
                <a:effectLst/>
                <a:uLnTx/>
                <a:uFillTx/>
                <a:latin typeface="Calibri" panose="020F0502020204030204"/>
              </a:rPr>
              <a:t>Work out.</a:t>
            </a:r>
          </a:p>
        </p:txBody>
      </p:sp>
      <p:sp>
        <p:nvSpPr>
          <p:cNvPr id="6" name="Rectangle 5">
            <a:extLst>
              <a:ext uri="{FF2B5EF4-FFF2-40B4-BE49-F238E27FC236}">
                <a16:creationId xmlns:a16="http://schemas.microsoft.com/office/drawing/2014/main" id="{342B199C-B0C2-A507-6D2B-4BC7D221ACA9}"/>
              </a:ext>
            </a:extLst>
          </p:cNvPr>
          <p:cNvSpPr/>
          <p:nvPr/>
        </p:nvSpPr>
        <p:spPr>
          <a:xfrm>
            <a:off x="136378" y="53613"/>
            <a:ext cx="1064816" cy="353890"/>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100"/>
              <a:t>KNOWLEDGE CHECK</a:t>
            </a:r>
          </a:p>
        </p:txBody>
      </p:sp>
      <p:graphicFrame>
        <p:nvGraphicFramePr>
          <p:cNvPr id="8" name="Table 9">
            <a:extLst>
              <a:ext uri="{FF2B5EF4-FFF2-40B4-BE49-F238E27FC236}">
                <a16:creationId xmlns:a16="http://schemas.microsoft.com/office/drawing/2014/main" id="{ED784F5F-4027-C9D0-1754-1FB00ED7667A}"/>
              </a:ext>
            </a:extLst>
          </p:cNvPr>
          <p:cNvGraphicFramePr>
            <a:graphicFrameLocks noGrp="1"/>
          </p:cNvGraphicFramePr>
          <p:nvPr>
            <p:extLst>
              <p:ext uri="{D42A27DB-BD31-4B8C-83A1-F6EECF244321}">
                <p14:modId xmlns:p14="http://schemas.microsoft.com/office/powerpoint/2010/main" val="361438629"/>
              </p:ext>
            </p:extLst>
          </p:nvPr>
        </p:nvGraphicFramePr>
        <p:xfrm>
          <a:off x="130472" y="477253"/>
          <a:ext cx="6597056" cy="2387835"/>
        </p:xfrm>
        <a:graphic>
          <a:graphicData uri="http://schemas.openxmlformats.org/drawingml/2006/table">
            <a:tbl>
              <a:tblPr>
                <a:tableStyleId>{5C22544A-7EE6-4342-B048-85BDC9FD1C3A}</a:tableStyleId>
              </a:tblPr>
              <a:tblGrid>
                <a:gridCol w="1649264">
                  <a:extLst>
                    <a:ext uri="{9D8B030D-6E8A-4147-A177-3AD203B41FA5}">
                      <a16:colId xmlns:a16="http://schemas.microsoft.com/office/drawing/2014/main" val="3642547164"/>
                    </a:ext>
                  </a:extLst>
                </a:gridCol>
                <a:gridCol w="1649264">
                  <a:extLst>
                    <a:ext uri="{9D8B030D-6E8A-4147-A177-3AD203B41FA5}">
                      <a16:colId xmlns:a16="http://schemas.microsoft.com/office/drawing/2014/main" val="1628339999"/>
                    </a:ext>
                  </a:extLst>
                </a:gridCol>
                <a:gridCol w="1649264">
                  <a:extLst>
                    <a:ext uri="{9D8B030D-6E8A-4147-A177-3AD203B41FA5}">
                      <a16:colId xmlns:a16="http://schemas.microsoft.com/office/drawing/2014/main" val="2843216093"/>
                    </a:ext>
                  </a:extLst>
                </a:gridCol>
                <a:gridCol w="1649264">
                  <a:extLst>
                    <a:ext uri="{9D8B030D-6E8A-4147-A177-3AD203B41FA5}">
                      <a16:colId xmlns:a16="http://schemas.microsoft.com/office/drawing/2014/main" val="2368608426"/>
                    </a:ext>
                  </a:extLst>
                </a:gridCol>
              </a:tblGrid>
              <a:tr h="795945">
                <a:tc>
                  <a:txBody>
                    <a:bodyPr/>
                    <a:lstStyle/>
                    <a:p>
                      <a:r>
                        <a:rPr lang="en-GB" sz="1200" dirty="0"/>
                        <a:t>a) 9 × -3 =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b) 10 × -4 = </a:t>
                      </a:r>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c) 15 × -10 = </a:t>
                      </a:r>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d) -2 × -7 = </a:t>
                      </a:r>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83602460"/>
                  </a:ext>
                </a:extLst>
              </a:tr>
              <a:tr h="795945">
                <a:tc>
                  <a:txBody>
                    <a:bodyPr/>
                    <a:lstStyle/>
                    <a:p>
                      <a:r>
                        <a:rPr lang="en-GB" sz="1200" dirty="0"/>
                        <a:t>e) 4 × -5 = </a:t>
                      </a:r>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f) -6 × 7 = </a:t>
                      </a:r>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g) -8 × 12 = </a:t>
                      </a:r>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h) -12 × 8 = </a:t>
                      </a:r>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4974912"/>
                  </a:ext>
                </a:extLst>
              </a:tr>
              <a:tr h="795945">
                <a:tc>
                  <a:txBody>
                    <a:bodyPr/>
                    <a:lstStyle/>
                    <a:p>
                      <a:r>
                        <a:rPr lang="en-GB" sz="1200" dirty="0"/>
                        <a:t>i) -9 × -3 = </a:t>
                      </a:r>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j) -10 × -4 = </a:t>
                      </a:r>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k) -0.5 × -10 = </a:t>
                      </a:r>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l) -23 × -17 = </a:t>
                      </a:r>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702012"/>
                  </a:ext>
                </a:extLst>
              </a:tr>
            </a:tbl>
          </a:graphicData>
        </a:graphic>
      </p:graphicFrame>
      <p:sp>
        <p:nvSpPr>
          <p:cNvPr id="9" name="TextBox 8">
            <a:extLst>
              <a:ext uri="{FF2B5EF4-FFF2-40B4-BE49-F238E27FC236}">
                <a16:creationId xmlns:a16="http://schemas.microsoft.com/office/drawing/2014/main" id="{432CD937-8C33-98DB-B93A-999C810A2668}"/>
              </a:ext>
            </a:extLst>
          </p:cNvPr>
          <p:cNvSpPr txBox="1"/>
          <p:nvPr/>
        </p:nvSpPr>
        <p:spPr>
          <a:xfrm>
            <a:off x="1822254" y="2923777"/>
            <a:ext cx="1387046" cy="276999"/>
          </a:xfrm>
          <a:prstGeom prst="rect">
            <a:avLst/>
          </a:prstGeom>
          <a:noFill/>
          <a:ln>
            <a:noFill/>
          </a:ln>
        </p:spPr>
        <p:txBody>
          <a:bodyPr wrap="none" rtlCol="0">
            <a:spAutoFit/>
          </a:bodyPr>
          <a:lstStyle/>
          <a:p>
            <a:r>
              <a:rPr lang="en-GB" sz="1200" b="1" i="1">
                <a:solidFill>
                  <a:srgbClr val="FF0000"/>
                </a:solidFill>
              </a:rPr>
              <a:t>Example 46 - I do…</a:t>
            </a:r>
          </a:p>
        </p:txBody>
      </p:sp>
      <p:sp>
        <p:nvSpPr>
          <p:cNvPr id="10" name="TextBox 9">
            <a:extLst>
              <a:ext uri="{FF2B5EF4-FFF2-40B4-BE49-F238E27FC236}">
                <a16:creationId xmlns:a16="http://schemas.microsoft.com/office/drawing/2014/main" id="{174ACCF7-98D1-B49C-322B-BFC43F5F27B1}"/>
              </a:ext>
            </a:extLst>
          </p:cNvPr>
          <p:cNvSpPr txBox="1"/>
          <p:nvPr/>
        </p:nvSpPr>
        <p:spPr>
          <a:xfrm>
            <a:off x="3341839" y="2918836"/>
            <a:ext cx="1584793" cy="276999"/>
          </a:xfrm>
          <a:prstGeom prst="rect">
            <a:avLst/>
          </a:prstGeom>
          <a:noFill/>
          <a:ln>
            <a:noFill/>
          </a:ln>
        </p:spPr>
        <p:txBody>
          <a:bodyPr wrap="none" rtlCol="0">
            <a:spAutoFit/>
          </a:bodyPr>
          <a:lstStyle/>
          <a:p>
            <a:r>
              <a:rPr lang="en-GB" sz="1200" b="1" i="1">
                <a:solidFill>
                  <a:schemeClr val="accent2"/>
                </a:solidFill>
              </a:rPr>
              <a:t>Example 47 – We do…</a:t>
            </a:r>
          </a:p>
        </p:txBody>
      </p:sp>
      <p:sp>
        <p:nvSpPr>
          <p:cNvPr id="11" name="TextBox 10">
            <a:extLst>
              <a:ext uri="{FF2B5EF4-FFF2-40B4-BE49-F238E27FC236}">
                <a16:creationId xmlns:a16="http://schemas.microsoft.com/office/drawing/2014/main" id="{07B7F31D-0F1F-D6ED-052D-6E8238E354D6}"/>
              </a:ext>
            </a:extLst>
          </p:cNvPr>
          <p:cNvSpPr txBox="1"/>
          <p:nvPr/>
        </p:nvSpPr>
        <p:spPr>
          <a:xfrm>
            <a:off x="4954588" y="2918835"/>
            <a:ext cx="1607812" cy="276999"/>
          </a:xfrm>
          <a:prstGeom prst="rect">
            <a:avLst/>
          </a:prstGeom>
          <a:noFill/>
          <a:ln>
            <a:noFill/>
          </a:ln>
        </p:spPr>
        <p:txBody>
          <a:bodyPr wrap="none" rtlCol="0">
            <a:spAutoFit/>
          </a:bodyPr>
          <a:lstStyle/>
          <a:p>
            <a:r>
              <a:rPr lang="en-GB" sz="1200" b="1" i="1">
                <a:solidFill>
                  <a:srgbClr val="00B050"/>
                </a:solidFill>
              </a:rPr>
              <a:t>Example 48 – You do…</a:t>
            </a:r>
          </a:p>
        </p:txBody>
      </p:sp>
      <p:sp>
        <p:nvSpPr>
          <p:cNvPr id="12" name="TextBox 11">
            <a:extLst>
              <a:ext uri="{FF2B5EF4-FFF2-40B4-BE49-F238E27FC236}">
                <a16:creationId xmlns:a16="http://schemas.microsoft.com/office/drawing/2014/main" id="{C5CB2124-0C8F-5D69-57F6-C70FA46E2700}"/>
              </a:ext>
            </a:extLst>
          </p:cNvPr>
          <p:cNvSpPr txBox="1"/>
          <p:nvPr/>
        </p:nvSpPr>
        <p:spPr>
          <a:xfrm>
            <a:off x="1270321" y="6150823"/>
            <a:ext cx="911596"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a:solidFill>
                  <a:prstClr val="black"/>
                </a:solidFill>
                <a:latin typeface="Calibri" panose="020F0502020204030204"/>
              </a:rPr>
              <a:t>20. </a:t>
            </a:r>
            <a:r>
              <a:rPr kumimoji="0" lang="en-GB" sz="1200" i="0" u="none" strike="noStrike" kern="1200" cap="none" spc="0" normalizeH="0" baseline="0" noProof="0">
                <a:ln>
                  <a:noFill/>
                </a:ln>
                <a:solidFill>
                  <a:prstClr val="black"/>
                </a:solidFill>
                <a:effectLst/>
                <a:uLnTx/>
                <a:uFillTx/>
                <a:latin typeface="Calibri" panose="020F0502020204030204"/>
              </a:rPr>
              <a:t>Simplify</a:t>
            </a:r>
          </a:p>
        </p:txBody>
      </p:sp>
      <p:sp>
        <p:nvSpPr>
          <p:cNvPr id="13" name="Rectangle 12">
            <a:extLst>
              <a:ext uri="{FF2B5EF4-FFF2-40B4-BE49-F238E27FC236}">
                <a16:creationId xmlns:a16="http://schemas.microsoft.com/office/drawing/2014/main" id="{79008237-1185-57F2-1066-4238E7AC8C1B}"/>
              </a:ext>
            </a:extLst>
          </p:cNvPr>
          <p:cNvSpPr/>
          <p:nvPr/>
        </p:nvSpPr>
        <p:spPr>
          <a:xfrm>
            <a:off x="137803" y="6133686"/>
            <a:ext cx="1064816" cy="353890"/>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100"/>
              <a:t>INDEPENDENT PRACTICE</a:t>
            </a:r>
          </a:p>
        </p:txBody>
      </p:sp>
      <mc:AlternateContent xmlns:mc="http://schemas.openxmlformats.org/markup-compatibility/2006" xmlns:a14="http://schemas.microsoft.com/office/drawing/2010/main">
        <mc:Choice Requires="a14">
          <p:graphicFrame>
            <p:nvGraphicFramePr>
              <p:cNvPr id="14" name="Table 13">
                <a:extLst>
                  <a:ext uri="{FF2B5EF4-FFF2-40B4-BE49-F238E27FC236}">
                    <a16:creationId xmlns:a16="http://schemas.microsoft.com/office/drawing/2014/main" id="{FC7CB427-2BD0-DF16-24B7-EDBD2D2415F6}"/>
                  </a:ext>
                </a:extLst>
              </p:cNvPr>
              <p:cNvGraphicFramePr>
                <a:graphicFrameLocks noGrp="1"/>
              </p:cNvGraphicFramePr>
              <p:nvPr/>
            </p:nvGraphicFramePr>
            <p:xfrm>
              <a:off x="137803" y="3182450"/>
              <a:ext cx="6655406" cy="2940628"/>
            </p:xfrm>
            <a:graphic>
              <a:graphicData uri="http://schemas.openxmlformats.org/drawingml/2006/table">
                <a:tbl>
                  <a:tblPr firstRow="1" bandRow="1">
                    <a:tableStyleId>{5C22544A-7EE6-4342-B048-85BDC9FD1C3A}</a:tableStyleId>
                  </a:tblPr>
                  <a:tblGrid>
                    <a:gridCol w="1372066">
                      <a:extLst>
                        <a:ext uri="{9D8B030D-6E8A-4147-A177-3AD203B41FA5}">
                          <a16:colId xmlns:a16="http://schemas.microsoft.com/office/drawing/2014/main" val="3124559182"/>
                        </a:ext>
                      </a:extLst>
                    </a:gridCol>
                    <a:gridCol w="1686009">
                      <a:extLst>
                        <a:ext uri="{9D8B030D-6E8A-4147-A177-3AD203B41FA5}">
                          <a16:colId xmlns:a16="http://schemas.microsoft.com/office/drawing/2014/main" val="1668930051"/>
                        </a:ext>
                      </a:extLst>
                    </a:gridCol>
                    <a:gridCol w="1840036">
                      <a:extLst>
                        <a:ext uri="{9D8B030D-6E8A-4147-A177-3AD203B41FA5}">
                          <a16:colId xmlns:a16="http://schemas.microsoft.com/office/drawing/2014/main" val="2873958374"/>
                        </a:ext>
                      </a:extLst>
                    </a:gridCol>
                    <a:gridCol w="1757295">
                      <a:extLst>
                        <a:ext uri="{9D8B030D-6E8A-4147-A177-3AD203B41FA5}">
                          <a16:colId xmlns:a16="http://schemas.microsoft.com/office/drawing/2014/main" val="2414775215"/>
                        </a:ext>
                      </a:extLst>
                    </a:gridCol>
                  </a:tblGrid>
                  <a:tr h="288868">
                    <a:tc>
                      <a:txBody>
                        <a:bodyPr/>
                        <a:lstStyle/>
                        <a:p>
                          <a:pPr algn="ctr"/>
                          <a:r>
                            <a:rPr lang="en-US" sz="1200">
                              <a:solidFill>
                                <a:schemeClr val="tx1"/>
                              </a:solidFill>
                            </a:rPr>
                            <a:t>Steps</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sz="1200">
                              <a:solidFill>
                                <a:schemeClr val="tx1"/>
                              </a:solidFill>
                            </a:rPr>
                            <a:t>Simplify</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47329628"/>
                      </a:ext>
                    </a:extLst>
                  </a:tr>
                  <a:tr h="2573063">
                    <a:tc>
                      <a:txBody>
                        <a:bodyPr/>
                        <a:lstStyle/>
                        <a:p>
                          <a:r>
                            <a:rPr lang="en-GB" sz="1200">
                              <a:solidFill>
                                <a:schemeClr val="tx1"/>
                              </a:solidFill>
                            </a:rPr>
                            <a:t>We MULTIPLY the indices.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sSup>
                                  <m:sSupPr>
                                    <m:ctrlPr>
                                      <a:rPr lang="en-US" sz="1200" b="0" i="1" baseline="0" smtClean="0">
                                        <a:solidFill>
                                          <a:schemeClr val="tx1"/>
                                        </a:solidFill>
                                        <a:latin typeface="Cambria Math" panose="02040503050406030204" pitchFamily="18" charset="0"/>
                                      </a:rPr>
                                    </m:ctrlPr>
                                  </m:sSupPr>
                                  <m:e>
                                    <m:d>
                                      <m:dPr>
                                        <m:ctrlPr>
                                          <a:rPr lang="en-US" sz="1200" b="0" i="1" baseline="0" smtClean="0">
                                            <a:solidFill>
                                              <a:schemeClr val="tx1"/>
                                            </a:solidFill>
                                            <a:latin typeface="Cambria Math" panose="02040503050406030204" pitchFamily="18" charset="0"/>
                                          </a:rPr>
                                        </m:ctrlPr>
                                      </m:dPr>
                                      <m:e>
                                        <m:sSup>
                                          <m:sSupPr>
                                            <m:ctrlPr>
                                              <a:rPr lang="en-US" sz="1200" b="0" i="1" baseline="0" smtClean="0">
                                                <a:solidFill>
                                                  <a:schemeClr val="tx1"/>
                                                </a:solidFill>
                                                <a:latin typeface="Cambria Math" panose="02040503050406030204" pitchFamily="18" charset="0"/>
                                              </a:rPr>
                                            </m:ctrlPr>
                                          </m:sSupPr>
                                          <m:e>
                                            <m:r>
                                              <a:rPr lang="en-GB" sz="1200" b="0" i="1" baseline="0" smtClean="0">
                                                <a:solidFill>
                                                  <a:schemeClr val="tx1"/>
                                                </a:solidFill>
                                                <a:latin typeface="Cambria Math" panose="02040503050406030204" pitchFamily="18" charset="0"/>
                                              </a:rPr>
                                              <m:t>5</m:t>
                                            </m:r>
                                          </m:e>
                                          <m:sup>
                                            <m:r>
                                              <a:rPr lang="en-US" sz="1200" b="0" i="1" baseline="0" smtClean="0">
                                                <a:solidFill>
                                                  <a:schemeClr val="tx1"/>
                                                </a:solidFill>
                                                <a:latin typeface="Cambria Math" panose="02040503050406030204" pitchFamily="18" charset="0"/>
                                              </a:rPr>
                                              <m:t>2</m:t>
                                            </m:r>
                                          </m:sup>
                                        </m:sSup>
                                      </m:e>
                                    </m:d>
                                  </m:e>
                                  <m:sup>
                                    <m:r>
                                      <a:rPr lang="en-GB" sz="1200" b="0" i="1" baseline="0" smtClean="0">
                                        <a:solidFill>
                                          <a:schemeClr val="tx1"/>
                                        </a:solidFill>
                                        <a:latin typeface="Cambria Math" panose="02040503050406030204" pitchFamily="18" charset="0"/>
                                      </a:rPr>
                                      <m:t>−</m:t>
                                    </m:r>
                                    <m:r>
                                      <a:rPr lang="en-US" sz="1200" b="0" i="1" baseline="0" smtClean="0">
                                        <a:solidFill>
                                          <a:schemeClr val="tx1"/>
                                        </a:solidFill>
                                        <a:latin typeface="Cambria Math" panose="02040503050406030204" pitchFamily="18" charset="0"/>
                                      </a:rPr>
                                      <m:t>3</m:t>
                                    </m:r>
                                  </m:sup>
                                </m:sSup>
                              </m:oMath>
                            </m:oMathPara>
                          </a14:m>
                          <a:endParaRPr lang="en-GB" sz="1200" b="0">
                            <a:solidFill>
                              <a:schemeClr val="tx1"/>
                            </a:solidFill>
                          </a:endParaRPr>
                        </a:p>
                        <a:p>
                          <a:endParaRPr lang="en-GB" sz="1200" b="0">
                            <a:solidFill>
                              <a:schemeClr val="tx1"/>
                            </a:solidFill>
                          </a:endParaRPr>
                        </a:p>
                        <a:p>
                          <a:endParaRPr lang="en-GB" sz="1200" b="0">
                            <a:solidFill>
                              <a:schemeClr val="tx1"/>
                            </a:solidFill>
                          </a:endParaRPr>
                        </a:p>
                        <a:p>
                          <a:endParaRPr lang="en-GB" sz="1200" b="0">
                            <a:solidFill>
                              <a:schemeClr val="tx1"/>
                            </a:solidFill>
                          </a:endParaRPr>
                        </a:p>
                        <a:p>
                          <a:endParaRPr lang="en-GB" sz="1200" b="0">
                            <a:solidFill>
                              <a:schemeClr val="tx1"/>
                            </a:solidFill>
                          </a:endParaRPr>
                        </a:p>
                        <a:p>
                          <a:endParaRPr lang="en-GB" sz="1200" b="0">
                            <a:solidFill>
                              <a:schemeClr val="tx1"/>
                            </a:solidFill>
                          </a:endParaRPr>
                        </a:p>
                        <a:p>
                          <a:endParaRPr lang="en-GB" sz="1200" b="0">
                            <a:solidFill>
                              <a:schemeClr val="tx1"/>
                            </a:solidFill>
                          </a:endParaRPr>
                        </a:p>
                        <a:p>
                          <a:endParaRPr lang="en-GB" sz="1200" b="0">
                            <a:solidFill>
                              <a:schemeClr val="tx1"/>
                            </a:solidFill>
                          </a:endParaRPr>
                        </a:p>
                        <a:p>
                          <a:pPr/>
                          <a14:m>
                            <m:oMathPara xmlns:m="http://schemas.openxmlformats.org/officeDocument/2006/math">
                              <m:oMathParaPr>
                                <m:jc m:val="centerGroup"/>
                              </m:oMathParaPr>
                              <m:oMath xmlns:m="http://schemas.openxmlformats.org/officeDocument/2006/math">
                                <m:sSup>
                                  <m:sSupPr>
                                    <m:ctrlPr>
                                      <a:rPr lang="en-US" sz="1200" b="0" i="1" baseline="0" smtClean="0">
                                        <a:solidFill>
                                          <a:schemeClr val="tx1"/>
                                        </a:solidFill>
                                        <a:latin typeface="Cambria Math" panose="02040503050406030204" pitchFamily="18" charset="0"/>
                                      </a:rPr>
                                    </m:ctrlPr>
                                  </m:sSupPr>
                                  <m:e>
                                    <m:d>
                                      <m:dPr>
                                        <m:ctrlPr>
                                          <a:rPr lang="en-US" sz="1200" b="0" i="1" baseline="0" smtClean="0">
                                            <a:solidFill>
                                              <a:schemeClr val="tx1"/>
                                            </a:solidFill>
                                            <a:latin typeface="Cambria Math" panose="02040503050406030204" pitchFamily="18" charset="0"/>
                                          </a:rPr>
                                        </m:ctrlPr>
                                      </m:dPr>
                                      <m:e>
                                        <m:sSup>
                                          <m:sSupPr>
                                            <m:ctrlPr>
                                              <a:rPr lang="en-US" sz="1200" b="0" i="1" baseline="0" smtClean="0">
                                                <a:solidFill>
                                                  <a:schemeClr val="tx1"/>
                                                </a:solidFill>
                                                <a:latin typeface="Cambria Math" panose="02040503050406030204" pitchFamily="18" charset="0"/>
                                              </a:rPr>
                                            </m:ctrlPr>
                                          </m:sSupPr>
                                          <m:e>
                                            <m:r>
                                              <a:rPr lang="en-US" sz="1200" b="0" i="1" baseline="0" smtClean="0">
                                                <a:solidFill>
                                                  <a:schemeClr val="tx1"/>
                                                </a:solidFill>
                                                <a:latin typeface="Cambria Math" panose="02040503050406030204" pitchFamily="18" charset="0"/>
                                              </a:rPr>
                                              <m:t>𝑥</m:t>
                                            </m:r>
                                          </m:e>
                                          <m:sup>
                                            <m:r>
                                              <a:rPr lang="en-GB" sz="1200" b="0" i="1" baseline="0" smtClean="0">
                                                <a:solidFill>
                                                  <a:schemeClr val="tx1"/>
                                                </a:solidFill>
                                                <a:latin typeface="Cambria Math" panose="02040503050406030204" pitchFamily="18" charset="0"/>
                                              </a:rPr>
                                              <m:t>−</m:t>
                                            </m:r>
                                            <m:r>
                                              <a:rPr lang="en-US" sz="1200" b="0" i="1" baseline="0" smtClean="0">
                                                <a:solidFill>
                                                  <a:schemeClr val="tx1"/>
                                                </a:solidFill>
                                                <a:latin typeface="Cambria Math" panose="02040503050406030204" pitchFamily="18" charset="0"/>
                                              </a:rPr>
                                              <m:t>2</m:t>
                                            </m:r>
                                          </m:sup>
                                        </m:sSup>
                                      </m:e>
                                    </m:d>
                                  </m:e>
                                  <m:sup>
                                    <m:r>
                                      <a:rPr lang="en-GB" sz="1200" b="0" i="1" baseline="0" smtClean="0">
                                        <a:solidFill>
                                          <a:schemeClr val="tx1"/>
                                        </a:solidFill>
                                        <a:latin typeface="Cambria Math" panose="02040503050406030204" pitchFamily="18" charset="0"/>
                                      </a:rPr>
                                      <m:t>−</m:t>
                                    </m:r>
                                    <m:r>
                                      <a:rPr lang="en-US" sz="1200" b="0" i="1" baseline="0" smtClean="0">
                                        <a:solidFill>
                                          <a:schemeClr val="tx1"/>
                                        </a:solidFill>
                                        <a:latin typeface="Cambria Math" panose="02040503050406030204" pitchFamily="18" charset="0"/>
                                      </a:rPr>
                                      <m:t>3</m:t>
                                    </m:r>
                                  </m:sup>
                                </m:sSup>
                              </m:oMath>
                            </m:oMathPara>
                          </a14:m>
                          <a:endParaRPr lang="en-GB" sz="1200" b="0">
                            <a:solidFill>
                              <a:schemeClr val="tx1"/>
                            </a:solidFill>
                          </a:endParaRPr>
                        </a:p>
                        <a:p>
                          <a:endParaRPr lang="en-GB" sz="1200" b="0">
                            <a:solidFill>
                              <a:schemeClr val="tx1"/>
                            </a:solidFill>
                          </a:endParaRPr>
                        </a:p>
                        <a:p>
                          <a:endParaRPr lang="en-GB" sz="1200" b="0">
                            <a:solidFill>
                              <a:schemeClr val="tx1"/>
                            </a:solidFill>
                          </a:endParaRPr>
                        </a:p>
                        <a:p>
                          <a:endParaRPr lang="en-GB" sz="1200" b="0">
                            <a:solidFill>
                              <a:schemeClr val="tx1"/>
                            </a:solidFill>
                          </a:endParaRPr>
                        </a:p>
                        <a:p>
                          <a:endParaRPr lang="en-GB" sz="1200" b="0">
                            <a:solidFill>
                              <a:schemeClr val="tx1"/>
                            </a:solidFill>
                          </a:endParaRPr>
                        </a:p>
                        <a:p>
                          <a:endParaRPr lang="en-GB"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sSup>
                                  <m:sSupPr>
                                    <m:ctrlPr>
                                      <a:rPr lang="en-US" sz="1200" b="0" i="1" baseline="0" smtClean="0">
                                        <a:solidFill>
                                          <a:schemeClr val="tx1"/>
                                        </a:solidFill>
                                        <a:latin typeface="Cambria Math" panose="02040503050406030204" pitchFamily="18" charset="0"/>
                                      </a:rPr>
                                    </m:ctrlPr>
                                  </m:sSupPr>
                                  <m:e>
                                    <m:d>
                                      <m:dPr>
                                        <m:ctrlPr>
                                          <a:rPr lang="en-US" sz="1200" b="0" i="1" baseline="0" smtClean="0">
                                            <a:solidFill>
                                              <a:schemeClr val="tx1"/>
                                            </a:solidFill>
                                            <a:latin typeface="Cambria Math" panose="02040503050406030204" pitchFamily="18" charset="0"/>
                                          </a:rPr>
                                        </m:ctrlPr>
                                      </m:dPr>
                                      <m:e>
                                        <m:sSup>
                                          <m:sSupPr>
                                            <m:ctrlPr>
                                              <a:rPr lang="en-US" sz="1200" b="0" i="1" baseline="0" smtClean="0">
                                                <a:solidFill>
                                                  <a:schemeClr val="tx1"/>
                                                </a:solidFill>
                                                <a:latin typeface="Cambria Math" panose="02040503050406030204" pitchFamily="18" charset="0"/>
                                              </a:rPr>
                                            </m:ctrlPr>
                                          </m:sSupPr>
                                          <m:e>
                                            <m:r>
                                              <a:rPr lang="en-GB" sz="1200" b="0" i="1" baseline="0" smtClean="0">
                                                <a:solidFill>
                                                  <a:schemeClr val="tx1"/>
                                                </a:solidFill>
                                                <a:latin typeface="Cambria Math" panose="02040503050406030204" pitchFamily="18" charset="0"/>
                                              </a:rPr>
                                              <m:t>6</m:t>
                                            </m:r>
                                          </m:e>
                                          <m:sup>
                                            <m:r>
                                              <a:rPr lang="en-GB" sz="1200" b="0" i="1" baseline="0" smtClean="0">
                                                <a:solidFill>
                                                  <a:schemeClr val="tx1"/>
                                                </a:solidFill>
                                                <a:latin typeface="Cambria Math" panose="02040503050406030204" pitchFamily="18" charset="0"/>
                                              </a:rPr>
                                              <m:t>−4</m:t>
                                            </m:r>
                                          </m:sup>
                                        </m:sSup>
                                      </m:e>
                                    </m:d>
                                  </m:e>
                                  <m:sup>
                                    <m:r>
                                      <a:rPr lang="en-GB" sz="1200" b="0" i="1" baseline="0" smtClean="0">
                                        <a:solidFill>
                                          <a:schemeClr val="tx1"/>
                                        </a:solidFill>
                                        <a:latin typeface="Cambria Math" panose="02040503050406030204" pitchFamily="18" charset="0"/>
                                      </a:rPr>
                                      <m:t>2</m:t>
                                    </m:r>
                                  </m:sup>
                                </m:sSup>
                              </m:oMath>
                            </m:oMathPara>
                          </a14:m>
                          <a:endParaRPr lang="en-GB" sz="1200" b="0">
                            <a:solidFill>
                              <a:schemeClr val="tx1"/>
                            </a:solidFill>
                          </a:endParaRPr>
                        </a:p>
                        <a:p>
                          <a:endParaRPr lang="en-GB" sz="1200" b="0">
                            <a:solidFill>
                              <a:schemeClr val="tx1"/>
                            </a:solidFill>
                          </a:endParaRPr>
                        </a:p>
                        <a:p>
                          <a:endParaRPr lang="en-GB" sz="1200" b="0">
                            <a:solidFill>
                              <a:schemeClr val="tx1"/>
                            </a:solidFill>
                          </a:endParaRPr>
                        </a:p>
                        <a:p>
                          <a:endParaRPr lang="en-GB" sz="1200" b="0">
                            <a:solidFill>
                              <a:schemeClr val="tx1"/>
                            </a:solidFill>
                          </a:endParaRPr>
                        </a:p>
                        <a:p>
                          <a:endParaRPr lang="en-GB" sz="1200" b="0">
                            <a:solidFill>
                              <a:schemeClr val="tx1"/>
                            </a:solidFill>
                          </a:endParaRPr>
                        </a:p>
                        <a:p>
                          <a:endParaRPr lang="en-GB" sz="1200" b="0">
                            <a:solidFill>
                              <a:schemeClr val="tx1"/>
                            </a:solidFill>
                          </a:endParaRPr>
                        </a:p>
                        <a:p>
                          <a:endParaRPr lang="en-GB" sz="1200" b="0">
                            <a:solidFill>
                              <a:schemeClr val="tx1"/>
                            </a:solidFill>
                          </a:endParaRPr>
                        </a:p>
                        <a:p>
                          <a:endParaRPr lang="en-GB" sz="1200" b="0">
                            <a:solidFill>
                              <a:schemeClr val="tx1"/>
                            </a:solidFill>
                          </a:endParaRPr>
                        </a:p>
                        <a:p>
                          <a:pPr/>
                          <a14:m>
                            <m:oMathPara xmlns:m="http://schemas.openxmlformats.org/officeDocument/2006/math">
                              <m:oMathParaPr>
                                <m:jc m:val="centerGroup"/>
                              </m:oMathParaPr>
                              <m:oMath xmlns:m="http://schemas.openxmlformats.org/officeDocument/2006/math">
                                <m:sSup>
                                  <m:sSupPr>
                                    <m:ctrlPr>
                                      <a:rPr lang="en-US" sz="1200" b="0" i="1" baseline="0" smtClean="0">
                                        <a:solidFill>
                                          <a:schemeClr val="tx1"/>
                                        </a:solidFill>
                                        <a:latin typeface="Cambria Math" panose="02040503050406030204" pitchFamily="18" charset="0"/>
                                      </a:rPr>
                                    </m:ctrlPr>
                                  </m:sSupPr>
                                  <m:e>
                                    <m:d>
                                      <m:dPr>
                                        <m:ctrlPr>
                                          <a:rPr lang="en-US" sz="1200" b="0" i="1" baseline="0" smtClean="0">
                                            <a:solidFill>
                                              <a:schemeClr val="tx1"/>
                                            </a:solidFill>
                                            <a:latin typeface="Cambria Math" panose="02040503050406030204" pitchFamily="18" charset="0"/>
                                          </a:rPr>
                                        </m:ctrlPr>
                                      </m:dPr>
                                      <m:e>
                                        <m:sSup>
                                          <m:sSupPr>
                                            <m:ctrlPr>
                                              <a:rPr lang="en-US" sz="1200" b="0" i="1" baseline="0" smtClean="0">
                                                <a:solidFill>
                                                  <a:schemeClr val="tx1"/>
                                                </a:solidFill>
                                                <a:latin typeface="Cambria Math" panose="02040503050406030204" pitchFamily="18" charset="0"/>
                                              </a:rPr>
                                            </m:ctrlPr>
                                          </m:sSupPr>
                                          <m:e>
                                            <m:r>
                                              <a:rPr lang="en-US" sz="1200" b="0" i="1" baseline="0" smtClean="0">
                                                <a:solidFill>
                                                  <a:schemeClr val="tx1"/>
                                                </a:solidFill>
                                                <a:latin typeface="Cambria Math" panose="02040503050406030204" pitchFamily="18" charset="0"/>
                                              </a:rPr>
                                              <m:t>𝑦</m:t>
                                            </m:r>
                                          </m:e>
                                          <m:sup>
                                            <m:r>
                                              <a:rPr lang="en-GB" sz="1200" b="0" i="1" baseline="0" smtClean="0">
                                                <a:solidFill>
                                                  <a:schemeClr val="tx1"/>
                                                </a:solidFill>
                                                <a:latin typeface="Cambria Math" panose="02040503050406030204" pitchFamily="18" charset="0"/>
                                              </a:rPr>
                                              <m:t>−10</m:t>
                                            </m:r>
                                          </m:sup>
                                        </m:sSup>
                                      </m:e>
                                    </m:d>
                                  </m:e>
                                  <m:sup>
                                    <m:r>
                                      <a:rPr lang="en-GB" sz="1200" b="0" i="1" baseline="0" smtClean="0">
                                        <a:solidFill>
                                          <a:schemeClr val="tx1"/>
                                        </a:solidFill>
                                        <a:latin typeface="Cambria Math" panose="02040503050406030204" pitchFamily="18" charset="0"/>
                                      </a:rPr>
                                      <m:t>−</m:t>
                                    </m:r>
                                    <m:r>
                                      <a:rPr lang="en-US" sz="1200" b="0" i="1" baseline="0" smtClean="0">
                                        <a:solidFill>
                                          <a:schemeClr val="tx1"/>
                                        </a:solidFill>
                                        <a:latin typeface="Cambria Math" panose="02040503050406030204" pitchFamily="18" charset="0"/>
                                      </a:rPr>
                                      <m:t>2</m:t>
                                    </m:r>
                                  </m:sup>
                                </m:sSup>
                              </m:oMath>
                            </m:oMathPara>
                          </a14:m>
                          <a:endParaRPr lang="en-GB" sz="1200" b="0">
                            <a:solidFill>
                              <a:schemeClr val="tx1"/>
                            </a:solidFill>
                          </a:endParaRPr>
                        </a:p>
                        <a:p>
                          <a:endParaRPr lang="en-GB" sz="1200" b="0">
                            <a:solidFill>
                              <a:schemeClr val="tx1"/>
                            </a:solidFill>
                          </a:endParaRPr>
                        </a:p>
                        <a:p>
                          <a:endParaRPr lang="en-GB"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sSup>
                                  <m:sSupPr>
                                    <m:ctrlPr>
                                      <a:rPr lang="en-US" sz="1200" b="0" i="1" baseline="0" smtClean="0">
                                        <a:solidFill>
                                          <a:schemeClr val="tx1"/>
                                        </a:solidFill>
                                        <a:latin typeface="Cambria Math" panose="02040503050406030204" pitchFamily="18" charset="0"/>
                                      </a:rPr>
                                    </m:ctrlPr>
                                  </m:sSupPr>
                                  <m:e>
                                    <m:d>
                                      <m:dPr>
                                        <m:ctrlPr>
                                          <a:rPr lang="en-US" sz="1200" b="0" i="1" baseline="0" smtClean="0">
                                            <a:solidFill>
                                              <a:schemeClr val="tx1"/>
                                            </a:solidFill>
                                            <a:latin typeface="Cambria Math" panose="02040503050406030204" pitchFamily="18" charset="0"/>
                                          </a:rPr>
                                        </m:ctrlPr>
                                      </m:dPr>
                                      <m:e>
                                        <m:sSup>
                                          <m:sSupPr>
                                            <m:ctrlPr>
                                              <a:rPr lang="en-US" sz="1200" b="0" i="1" baseline="0" smtClean="0">
                                                <a:solidFill>
                                                  <a:schemeClr val="tx1"/>
                                                </a:solidFill>
                                                <a:latin typeface="Cambria Math" panose="02040503050406030204" pitchFamily="18" charset="0"/>
                                              </a:rPr>
                                            </m:ctrlPr>
                                          </m:sSupPr>
                                          <m:e>
                                            <m:r>
                                              <a:rPr lang="en-GB" sz="1200" b="0" i="1" baseline="0" smtClean="0">
                                                <a:solidFill>
                                                  <a:schemeClr val="tx1"/>
                                                </a:solidFill>
                                                <a:latin typeface="Cambria Math" panose="02040503050406030204" pitchFamily="18" charset="0"/>
                                              </a:rPr>
                                              <m:t>8</m:t>
                                            </m:r>
                                          </m:e>
                                          <m:sup>
                                            <m:r>
                                              <a:rPr lang="en-GB" sz="1200" b="0" i="1" baseline="0" smtClean="0">
                                                <a:solidFill>
                                                  <a:schemeClr val="tx1"/>
                                                </a:solidFill>
                                                <a:latin typeface="Cambria Math" panose="02040503050406030204" pitchFamily="18" charset="0"/>
                                              </a:rPr>
                                              <m:t>−3</m:t>
                                            </m:r>
                                          </m:sup>
                                        </m:sSup>
                                      </m:e>
                                    </m:d>
                                  </m:e>
                                  <m:sup>
                                    <m:r>
                                      <a:rPr lang="en-GB" sz="1200" b="0" i="1" baseline="0" smtClean="0">
                                        <a:solidFill>
                                          <a:schemeClr val="tx1"/>
                                        </a:solidFill>
                                        <a:latin typeface="Cambria Math" panose="02040503050406030204" pitchFamily="18" charset="0"/>
                                      </a:rPr>
                                      <m:t>−4</m:t>
                                    </m:r>
                                  </m:sup>
                                </m:sSup>
                              </m:oMath>
                            </m:oMathPara>
                          </a14:m>
                          <a:endParaRPr lang="en-GB" sz="1200" b="0">
                            <a:solidFill>
                              <a:schemeClr val="tx1"/>
                            </a:solidFill>
                          </a:endParaRPr>
                        </a:p>
                        <a:p>
                          <a:endParaRPr lang="en-GB" sz="1200" b="0">
                            <a:solidFill>
                              <a:schemeClr val="tx1"/>
                            </a:solidFill>
                          </a:endParaRPr>
                        </a:p>
                        <a:p>
                          <a:endParaRPr lang="en-GB" sz="1200" b="0">
                            <a:solidFill>
                              <a:schemeClr val="tx1"/>
                            </a:solidFill>
                          </a:endParaRPr>
                        </a:p>
                        <a:p>
                          <a:endParaRPr lang="en-GB" sz="1200" b="0">
                            <a:solidFill>
                              <a:schemeClr val="tx1"/>
                            </a:solidFill>
                          </a:endParaRPr>
                        </a:p>
                        <a:p>
                          <a:endParaRPr lang="en-GB" sz="1200" b="0">
                            <a:solidFill>
                              <a:schemeClr val="tx1"/>
                            </a:solidFill>
                          </a:endParaRPr>
                        </a:p>
                        <a:p>
                          <a:endParaRPr lang="en-GB" sz="1200" b="0">
                            <a:solidFill>
                              <a:schemeClr val="tx1"/>
                            </a:solidFill>
                          </a:endParaRPr>
                        </a:p>
                        <a:p>
                          <a:endParaRPr lang="en-GB" sz="1200" b="0">
                            <a:solidFill>
                              <a:schemeClr val="tx1"/>
                            </a:solidFill>
                          </a:endParaRPr>
                        </a:p>
                        <a:p>
                          <a:endParaRPr lang="en-GB" sz="1200" b="0">
                            <a:solidFill>
                              <a:schemeClr val="tx1"/>
                            </a:solidFill>
                          </a:endParaRPr>
                        </a:p>
                        <a:p>
                          <a:pPr/>
                          <a14:m>
                            <m:oMathPara xmlns:m="http://schemas.openxmlformats.org/officeDocument/2006/math">
                              <m:oMathParaPr>
                                <m:jc m:val="centerGroup"/>
                              </m:oMathParaPr>
                              <m:oMath xmlns:m="http://schemas.openxmlformats.org/officeDocument/2006/math">
                                <m:sSup>
                                  <m:sSupPr>
                                    <m:ctrlPr>
                                      <a:rPr lang="en-US" sz="1200" b="0" i="1" baseline="0" smtClean="0">
                                        <a:solidFill>
                                          <a:schemeClr val="tx1"/>
                                        </a:solidFill>
                                        <a:latin typeface="Cambria Math" panose="02040503050406030204" pitchFamily="18" charset="0"/>
                                      </a:rPr>
                                    </m:ctrlPr>
                                  </m:sSupPr>
                                  <m:e>
                                    <m:d>
                                      <m:dPr>
                                        <m:ctrlPr>
                                          <a:rPr lang="en-US" sz="1200" b="0" i="1" baseline="0" smtClean="0">
                                            <a:solidFill>
                                              <a:schemeClr val="tx1"/>
                                            </a:solidFill>
                                            <a:latin typeface="Cambria Math" panose="02040503050406030204" pitchFamily="18" charset="0"/>
                                          </a:rPr>
                                        </m:ctrlPr>
                                      </m:dPr>
                                      <m:e>
                                        <m:sSup>
                                          <m:sSupPr>
                                            <m:ctrlPr>
                                              <a:rPr lang="en-US" sz="1200" b="0" i="1" baseline="0" smtClean="0">
                                                <a:solidFill>
                                                  <a:schemeClr val="tx1"/>
                                                </a:solidFill>
                                                <a:latin typeface="Cambria Math" panose="02040503050406030204" pitchFamily="18" charset="0"/>
                                              </a:rPr>
                                            </m:ctrlPr>
                                          </m:sSupPr>
                                          <m:e>
                                            <m:r>
                                              <a:rPr lang="en-US" sz="1200" b="0" i="1" baseline="0" smtClean="0">
                                                <a:solidFill>
                                                  <a:schemeClr val="tx1"/>
                                                </a:solidFill>
                                                <a:latin typeface="Cambria Math" panose="02040503050406030204" pitchFamily="18" charset="0"/>
                                              </a:rPr>
                                              <m:t>𝑧</m:t>
                                            </m:r>
                                          </m:e>
                                          <m:sup>
                                            <m:r>
                                              <a:rPr lang="en-GB" sz="1200" b="0" i="1" baseline="0" smtClean="0">
                                                <a:solidFill>
                                                  <a:schemeClr val="tx1"/>
                                                </a:solidFill>
                                                <a:latin typeface="Cambria Math" panose="02040503050406030204" pitchFamily="18" charset="0"/>
                                              </a:rPr>
                                              <m:t>−5</m:t>
                                            </m:r>
                                          </m:sup>
                                        </m:sSup>
                                      </m:e>
                                    </m:d>
                                  </m:e>
                                  <m:sup>
                                    <m:r>
                                      <a:rPr lang="en-US" sz="1200" b="0" i="1" baseline="0" smtClean="0">
                                        <a:solidFill>
                                          <a:schemeClr val="tx1"/>
                                        </a:solidFill>
                                        <a:latin typeface="Cambria Math" panose="02040503050406030204" pitchFamily="18" charset="0"/>
                                      </a:rPr>
                                      <m:t>4</m:t>
                                    </m:r>
                                  </m:sup>
                                </m:sSup>
                              </m:oMath>
                            </m:oMathPara>
                          </a14:m>
                          <a:endParaRPr lang="en-GB"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41023978"/>
                      </a:ext>
                    </a:extLst>
                  </a:tr>
                </a:tbl>
              </a:graphicData>
            </a:graphic>
          </p:graphicFrame>
        </mc:Choice>
        <mc:Fallback xmlns="">
          <p:graphicFrame>
            <p:nvGraphicFramePr>
              <p:cNvPr id="14" name="Table 13">
                <a:extLst>
                  <a:ext uri="{FF2B5EF4-FFF2-40B4-BE49-F238E27FC236}">
                    <a16:creationId xmlns:a16="http://schemas.microsoft.com/office/drawing/2014/main" id="{FC7CB427-2BD0-DF16-24B7-EDBD2D2415F6}"/>
                  </a:ext>
                </a:extLst>
              </p:cNvPr>
              <p:cNvGraphicFramePr>
                <a:graphicFrameLocks noGrp="1"/>
              </p:cNvGraphicFramePr>
              <p:nvPr>
                <p:extLst>
                  <p:ext uri="{D42A27DB-BD31-4B8C-83A1-F6EECF244321}">
                    <p14:modId xmlns:p14="http://schemas.microsoft.com/office/powerpoint/2010/main" val="1732884675"/>
                  </p:ext>
                </p:extLst>
              </p:nvPr>
            </p:nvGraphicFramePr>
            <p:xfrm>
              <a:off x="137803" y="3182450"/>
              <a:ext cx="6655406" cy="2940628"/>
            </p:xfrm>
            <a:graphic>
              <a:graphicData uri="http://schemas.openxmlformats.org/drawingml/2006/table">
                <a:tbl>
                  <a:tblPr firstRow="1" bandRow="1">
                    <a:tableStyleId>{5C22544A-7EE6-4342-B048-85BDC9FD1C3A}</a:tableStyleId>
                  </a:tblPr>
                  <a:tblGrid>
                    <a:gridCol w="1372066">
                      <a:extLst>
                        <a:ext uri="{9D8B030D-6E8A-4147-A177-3AD203B41FA5}">
                          <a16:colId xmlns:a16="http://schemas.microsoft.com/office/drawing/2014/main" val="3124559182"/>
                        </a:ext>
                      </a:extLst>
                    </a:gridCol>
                    <a:gridCol w="1686009">
                      <a:extLst>
                        <a:ext uri="{9D8B030D-6E8A-4147-A177-3AD203B41FA5}">
                          <a16:colId xmlns:a16="http://schemas.microsoft.com/office/drawing/2014/main" val="1668930051"/>
                        </a:ext>
                      </a:extLst>
                    </a:gridCol>
                    <a:gridCol w="1840036">
                      <a:extLst>
                        <a:ext uri="{9D8B030D-6E8A-4147-A177-3AD203B41FA5}">
                          <a16:colId xmlns:a16="http://schemas.microsoft.com/office/drawing/2014/main" val="2873958374"/>
                        </a:ext>
                      </a:extLst>
                    </a:gridCol>
                    <a:gridCol w="1757295">
                      <a:extLst>
                        <a:ext uri="{9D8B030D-6E8A-4147-A177-3AD203B41FA5}">
                          <a16:colId xmlns:a16="http://schemas.microsoft.com/office/drawing/2014/main" val="2414775215"/>
                        </a:ext>
                      </a:extLst>
                    </a:gridCol>
                  </a:tblGrid>
                  <a:tr h="288868">
                    <a:tc>
                      <a:txBody>
                        <a:bodyPr/>
                        <a:lstStyle/>
                        <a:p>
                          <a:pPr algn="ctr"/>
                          <a:r>
                            <a:rPr lang="en-US" sz="1200">
                              <a:solidFill>
                                <a:schemeClr val="tx1"/>
                              </a:solidFill>
                            </a:rPr>
                            <a:t>Steps</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sz="1200">
                              <a:solidFill>
                                <a:schemeClr val="tx1"/>
                              </a:solidFill>
                            </a:rPr>
                            <a:t>Simplify</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47329628"/>
                      </a:ext>
                    </a:extLst>
                  </a:tr>
                  <a:tr h="2651760">
                    <a:tc>
                      <a:txBody>
                        <a:bodyPr/>
                        <a:lstStyle/>
                        <a:p>
                          <a:r>
                            <a:rPr lang="en-GB" sz="1200">
                              <a:solidFill>
                                <a:schemeClr val="tx1"/>
                              </a:solidFill>
                            </a:rPr>
                            <a:t>We MULTIPLY the indices.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81588" t="-11009" r="-214079" b="-459"/>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66556" t="-11009" r="-96358" b="-459"/>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78547" t="-11009" r="-692" b="-459"/>
                          </a:stretch>
                        </a:blipFill>
                      </a:tcPr>
                    </a:tc>
                    <a:extLst>
                      <a:ext uri="{0D108BD9-81ED-4DB2-BD59-A6C34878D82A}">
                        <a16:rowId xmlns:a16="http://schemas.microsoft.com/office/drawing/2014/main" val="1541023978"/>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18" name="Table 9">
                <a:extLst>
                  <a:ext uri="{FF2B5EF4-FFF2-40B4-BE49-F238E27FC236}">
                    <a16:creationId xmlns:a16="http://schemas.microsoft.com/office/drawing/2014/main" id="{EB06C8A3-62CC-AB47-0428-85FDEA6D552E}"/>
                  </a:ext>
                </a:extLst>
              </p:cNvPr>
              <p:cNvGraphicFramePr>
                <a:graphicFrameLocks noGrp="1"/>
              </p:cNvGraphicFramePr>
              <p:nvPr>
                <p:extLst>
                  <p:ext uri="{D42A27DB-BD31-4B8C-83A1-F6EECF244321}">
                    <p14:modId xmlns:p14="http://schemas.microsoft.com/office/powerpoint/2010/main" val="4138198724"/>
                  </p:ext>
                </p:extLst>
              </p:nvPr>
            </p:nvGraphicFramePr>
            <p:xfrm>
              <a:off x="130472" y="6535359"/>
              <a:ext cx="6597056" cy="3183780"/>
            </p:xfrm>
            <a:graphic>
              <a:graphicData uri="http://schemas.openxmlformats.org/drawingml/2006/table">
                <a:tbl>
                  <a:tblPr>
                    <a:tableStyleId>{5C22544A-7EE6-4342-B048-85BDC9FD1C3A}</a:tableStyleId>
                  </a:tblPr>
                  <a:tblGrid>
                    <a:gridCol w="1649264">
                      <a:extLst>
                        <a:ext uri="{9D8B030D-6E8A-4147-A177-3AD203B41FA5}">
                          <a16:colId xmlns:a16="http://schemas.microsoft.com/office/drawing/2014/main" val="3642547164"/>
                        </a:ext>
                      </a:extLst>
                    </a:gridCol>
                    <a:gridCol w="1649264">
                      <a:extLst>
                        <a:ext uri="{9D8B030D-6E8A-4147-A177-3AD203B41FA5}">
                          <a16:colId xmlns:a16="http://schemas.microsoft.com/office/drawing/2014/main" val="1628339999"/>
                        </a:ext>
                      </a:extLst>
                    </a:gridCol>
                    <a:gridCol w="1562100">
                      <a:extLst>
                        <a:ext uri="{9D8B030D-6E8A-4147-A177-3AD203B41FA5}">
                          <a16:colId xmlns:a16="http://schemas.microsoft.com/office/drawing/2014/main" val="2843216093"/>
                        </a:ext>
                      </a:extLst>
                    </a:gridCol>
                    <a:gridCol w="1736428">
                      <a:extLst>
                        <a:ext uri="{9D8B030D-6E8A-4147-A177-3AD203B41FA5}">
                          <a16:colId xmlns:a16="http://schemas.microsoft.com/office/drawing/2014/main" val="2368608426"/>
                        </a:ext>
                      </a:extLst>
                    </a:gridCol>
                  </a:tblGrid>
                  <a:tr h="795945">
                    <a:tc>
                      <a:txBody>
                        <a:bodyPr/>
                        <a:lstStyle/>
                        <a:p>
                          <a:r>
                            <a:rPr lang="en-GB" sz="1200" dirty="0"/>
                            <a:t>a) </a:t>
                          </a:r>
                          <a14:m>
                            <m:oMath xmlns:m="http://schemas.openxmlformats.org/officeDocument/2006/math">
                              <m:sSup>
                                <m:sSupPr>
                                  <m:ctrlPr>
                                    <a:rPr lang="en-US" sz="1200" b="0" i="1" smtClean="0">
                                      <a:latin typeface="Cambria Math" panose="02040503050406030204" pitchFamily="18" charset="0"/>
                                    </a:rPr>
                                  </m:ctrlPr>
                                </m:sSupPr>
                                <m:e>
                                  <m:d>
                                    <m:dPr>
                                      <m:ctrlPr>
                                        <a:rPr lang="en-US" sz="1200" b="0" i="1" smtClean="0">
                                          <a:latin typeface="Cambria Math" panose="02040503050406030204" pitchFamily="18" charset="0"/>
                                        </a:rPr>
                                      </m:ctrlPr>
                                    </m:dPr>
                                    <m:e>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6</m:t>
                                          </m:r>
                                        </m:e>
                                        <m:sup>
                                          <m:r>
                                            <a:rPr lang="en-US" sz="1200" b="0" i="1" smtClean="0">
                                              <a:latin typeface="Cambria Math" panose="02040503050406030204" pitchFamily="18" charset="0"/>
                                            </a:rPr>
                                            <m:t>−3</m:t>
                                          </m:r>
                                        </m:sup>
                                      </m:sSup>
                                    </m:e>
                                  </m:d>
                                </m:e>
                                <m:sup>
                                  <m:r>
                                    <a:rPr lang="en-US" sz="1200" b="0" i="1" smtClean="0">
                                      <a:latin typeface="Cambria Math" panose="02040503050406030204" pitchFamily="18" charset="0"/>
                                    </a:rPr>
                                    <m:t>8</m:t>
                                  </m:r>
                                </m:sup>
                              </m:sSup>
                            </m:oMath>
                          </a14:m>
                          <a:endParaRPr lang="en-GB" sz="1200" dirty="0"/>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b) </a:t>
                          </a:r>
                          <a14:m>
                            <m:oMath xmlns:m="http://schemas.openxmlformats.org/officeDocument/2006/math">
                              <m:sSup>
                                <m:sSupPr>
                                  <m:ctrlPr>
                                    <a:rPr lang="en-US" sz="1200" i="1" smtClean="0">
                                      <a:latin typeface="Cambria Math" panose="02040503050406030204" pitchFamily="18" charset="0"/>
                                    </a:rPr>
                                  </m:ctrlPr>
                                </m:sSupPr>
                                <m:e>
                                  <m:d>
                                    <m:dPr>
                                      <m:ctrlPr>
                                        <a:rPr lang="en-US" sz="1200" i="1">
                                          <a:latin typeface="Cambria Math" panose="02040503050406030204" pitchFamily="18" charset="0"/>
                                        </a:rPr>
                                      </m:ctrlPr>
                                    </m:dPr>
                                    <m:e>
                                      <m:sSup>
                                        <m:sSupPr>
                                          <m:ctrlPr>
                                            <a:rPr lang="en-US" sz="1200" i="1">
                                              <a:latin typeface="Cambria Math" panose="02040503050406030204" pitchFamily="18" charset="0"/>
                                            </a:rPr>
                                          </m:ctrlPr>
                                        </m:sSupPr>
                                        <m:e>
                                          <m:r>
                                            <a:rPr lang="en-US" sz="1200" b="0" i="1" smtClean="0">
                                              <a:latin typeface="Cambria Math" panose="02040503050406030204" pitchFamily="18" charset="0"/>
                                            </a:rPr>
                                            <m:t>3</m:t>
                                          </m:r>
                                        </m:e>
                                        <m:sup>
                                          <m:r>
                                            <a:rPr lang="en-US" sz="1200" b="0" i="1" smtClean="0">
                                              <a:latin typeface="Cambria Math" panose="02040503050406030204" pitchFamily="18" charset="0"/>
                                            </a:rPr>
                                            <m:t>4</m:t>
                                          </m:r>
                                        </m:sup>
                                      </m:sSup>
                                    </m:e>
                                  </m:d>
                                </m:e>
                                <m:sup>
                                  <m:r>
                                    <a:rPr lang="en-US" sz="1200" b="0" i="1" smtClean="0">
                                      <a:latin typeface="Cambria Math" panose="02040503050406030204" pitchFamily="18" charset="0"/>
                                    </a:rPr>
                                    <m:t>−2</m:t>
                                  </m:r>
                                </m:sup>
                              </m:sSup>
                            </m:oMath>
                          </a14:m>
                          <a:endParaRPr lang="en-GB" sz="1200" dirty="0"/>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c) </a:t>
                          </a:r>
                          <a14:m>
                            <m:oMath xmlns:m="http://schemas.openxmlformats.org/officeDocument/2006/math">
                              <m:sSup>
                                <m:sSupPr>
                                  <m:ctrlPr>
                                    <a:rPr lang="en-US" sz="1200" i="1" smtClean="0">
                                      <a:latin typeface="Cambria Math" panose="02040503050406030204" pitchFamily="18" charset="0"/>
                                    </a:rPr>
                                  </m:ctrlPr>
                                </m:sSupPr>
                                <m:e>
                                  <m:d>
                                    <m:dPr>
                                      <m:ctrlPr>
                                        <a:rPr lang="en-US" sz="1200" i="1">
                                          <a:latin typeface="Cambria Math" panose="02040503050406030204" pitchFamily="18" charset="0"/>
                                        </a:rPr>
                                      </m:ctrlPr>
                                    </m:dPr>
                                    <m:e>
                                      <m:sSup>
                                        <m:sSupPr>
                                          <m:ctrlPr>
                                            <a:rPr lang="en-US" sz="1200" i="1">
                                              <a:latin typeface="Cambria Math" panose="02040503050406030204" pitchFamily="18" charset="0"/>
                                            </a:rPr>
                                          </m:ctrlPr>
                                        </m:sSupPr>
                                        <m:e>
                                          <m:r>
                                            <a:rPr lang="en-US" sz="1200" b="0" i="1" smtClean="0">
                                              <a:latin typeface="Cambria Math" panose="02040503050406030204" pitchFamily="18" charset="0"/>
                                            </a:rPr>
                                            <m:t>5</m:t>
                                          </m:r>
                                        </m:e>
                                        <m:sup>
                                          <m:r>
                                            <a:rPr lang="en-US" sz="1200" b="0" i="1" smtClean="0">
                                              <a:latin typeface="Cambria Math" panose="02040503050406030204" pitchFamily="18" charset="0"/>
                                            </a:rPr>
                                            <m:t>3</m:t>
                                          </m:r>
                                        </m:sup>
                                      </m:sSup>
                                    </m:e>
                                  </m:d>
                                </m:e>
                                <m:sup>
                                  <m:r>
                                    <a:rPr lang="en-US" sz="1200" b="0" i="1" smtClean="0">
                                      <a:latin typeface="Cambria Math" panose="02040503050406030204" pitchFamily="18" charset="0"/>
                                    </a:rPr>
                                    <m:t>−3</m:t>
                                  </m:r>
                                </m:sup>
                              </m:sSup>
                            </m:oMath>
                          </a14:m>
                          <a:endParaRPr lang="en-GB" sz="1200" dirty="0"/>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d) </a:t>
                          </a:r>
                          <a14:m>
                            <m:oMath xmlns:m="http://schemas.openxmlformats.org/officeDocument/2006/math">
                              <m:sSup>
                                <m:sSupPr>
                                  <m:ctrlPr>
                                    <a:rPr lang="en-US" sz="1200" i="1" smtClean="0">
                                      <a:latin typeface="Cambria Math" panose="02040503050406030204" pitchFamily="18" charset="0"/>
                                    </a:rPr>
                                  </m:ctrlPr>
                                </m:sSupPr>
                                <m:e>
                                  <m:d>
                                    <m:dPr>
                                      <m:ctrlPr>
                                        <a:rPr lang="en-US" sz="1200" i="1">
                                          <a:latin typeface="Cambria Math" panose="02040503050406030204" pitchFamily="18" charset="0"/>
                                        </a:rPr>
                                      </m:ctrlPr>
                                    </m:dPr>
                                    <m:e>
                                      <m:sSup>
                                        <m:sSupPr>
                                          <m:ctrlPr>
                                            <a:rPr lang="en-US" sz="1200" i="1">
                                              <a:latin typeface="Cambria Math" panose="02040503050406030204" pitchFamily="18" charset="0"/>
                                            </a:rPr>
                                          </m:ctrlPr>
                                        </m:sSupPr>
                                        <m:e>
                                          <m:r>
                                            <a:rPr lang="en-US" sz="1200" b="0" i="1" smtClean="0">
                                              <a:latin typeface="Cambria Math" panose="02040503050406030204" pitchFamily="18" charset="0"/>
                                            </a:rPr>
                                            <m:t>10</m:t>
                                          </m:r>
                                        </m:e>
                                        <m:sup>
                                          <m:r>
                                            <a:rPr lang="en-US" sz="1200" b="0" i="1" smtClean="0">
                                              <a:latin typeface="Cambria Math" panose="02040503050406030204" pitchFamily="18" charset="0"/>
                                            </a:rPr>
                                            <m:t>−10</m:t>
                                          </m:r>
                                        </m:sup>
                                      </m:sSup>
                                    </m:e>
                                  </m:d>
                                </m:e>
                                <m:sup>
                                  <m:r>
                                    <a:rPr lang="en-US" sz="1200" b="0" i="1" smtClean="0">
                                      <a:latin typeface="Cambria Math" panose="02040503050406030204" pitchFamily="18" charset="0"/>
                                    </a:rPr>
                                    <m:t>10</m:t>
                                  </m:r>
                                </m:sup>
                              </m:sSup>
                            </m:oMath>
                          </a14:m>
                          <a:endParaRPr lang="en-GB" sz="1200" dirty="0"/>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83602460"/>
                      </a:ext>
                    </a:extLst>
                  </a:tr>
                  <a:tr h="795945">
                    <a:tc>
                      <a:txBody>
                        <a:bodyPr/>
                        <a:lstStyle/>
                        <a:p>
                          <a:r>
                            <a:rPr lang="en-GB" sz="1200" dirty="0"/>
                            <a:t>e) </a:t>
                          </a:r>
                          <a14:m>
                            <m:oMath xmlns:m="http://schemas.openxmlformats.org/officeDocument/2006/math">
                              <m:sSup>
                                <m:sSupPr>
                                  <m:ctrlPr>
                                    <a:rPr lang="en-US" sz="1200" b="0" i="1" smtClean="0">
                                      <a:latin typeface="Cambria Math" panose="02040503050406030204" pitchFamily="18" charset="0"/>
                                    </a:rPr>
                                  </m:ctrlPr>
                                </m:sSupPr>
                                <m:e>
                                  <m:d>
                                    <m:dPr>
                                      <m:ctrlPr>
                                        <a:rPr lang="en-US" sz="1200" b="0" i="1" smtClean="0">
                                          <a:latin typeface="Cambria Math" panose="02040503050406030204" pitchFamily="18" charset="0"/>
                                        </a:rPr>
                                      </m:ctrlPr>
                                    </m:dPr>
                                    <m:e>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8</m:t>
                                          </m:r>
                                        </m:e>
                                        <m:sup>
                                          <m:r>
                                            <a:rPr lang="en-US" sz="1200" b="0" i="1" smtClean="0">
                                              <a:latin typeface="Cambria Math" panose="02040503050406030204" pitchFamily="18" charset="0"/>
                                            </a:rPr>
                                            <m:t>−2</m:t>
                                          </m:r>
                                        </m:sup>
                                      </m:sSup>
                                    </m:e>
                                  </m:d>
                                </m:e>
                                <m:sup>
                                  <m:r>
                                    <a:rPr lang="en-US" sz="1200" b="0" i="1" smtClean="0">
                                      <a:latin typeface="Cambria Math" panose="02040503050406030204" pitchFamily="18" charset="0"/>
                                    </a:rPr>
                                    <m:t>−5</m:t>
                                  </m:r>
                                </m:sup>
                              </m:sSup>
                            </m:oMath>
                          </a14:m>
                          <a:endParaRPr lang="en-GB" sz="1200" dirty="0"/>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f) </a:t>
                          </a:r>
                          <a14:m>
                            <m:oMath xmlns:m="http://schemas.openxmlformats.org/officeDocument/2006/math">
                              <m:sSup>
                                <m:sSupPr>
                                  <m:ctrlPr>
                                    <a:rPr lang="en-US" sz="1200" i="1" smtClean="0">
                                      <a:latin typeface="Cambria Math" panose="02040503050406030204" pitchFamily="18" charset="0"/>
                                    </a:rPr>
                                  </m:ctrlPr>
                                </m:sSupPr>
                                <m:e>
                                  <m:d>
                                    <m:dPr>
                                      <m:ctrlPr>
                                        <a:rPr lang="en-US" sz="1200" i="1">
                                          <a:latin typeface="Cambria Math" panose="02040503050406030204" pitchFamily="18" charset="0"/>
                                        </a:rPr>
                                      </m:ctrlPr>
                                    </m:dPr>
                                    <m:e>
                                      <m:sSup>
                                        <m:sSupPr>
                                          <m:ctrlPr>
                                            <a:rPr lang="en-US" sz="1200" i="1">
                                              <a:latin typeface="Cambria Math" panose="02040503050406030204" pitchFamily="18" charset="0"/>
                                            </a:rPr>
                                          </m:ctrlPr>
                                        </m:sSupPr>
                                        <m:e>
                                          <m:r>
                                            <a:rPr lang="en-US" sz="1200" b="0" i="1" smtClean="0">
                                              <a:latin typeface="Cambria Math" panose="02040503050406030204" pitchFamily="18" charset="0"/>
                                            </a:rPr>
                                            <m:t>2</m:t>
                                          </m:r>
                                        </m:e>
                                        <m:sup>
                                          <m:r>
                                            <a:rPr lang="en-US" sz="1200" b="0" i="1" smtClean="0">
                                              <a:latin typeface="Cambria Math" panose="02040503050406030204" pitchFamily="18" charset="0"/>
                                            </a:rPr>
                                            <m:t>−6</m:t>
                                          </m:r>
                                        </m:sup>
                                      </m:sSup>
                                    </m:e>
                                  </m:d>
                                </m:e>
                                <m:sup>
                                  <m:r>
                                    <a:rPr lang="en-US" sz="1200" b="0" i="1" smtClean="0">
                                      <a:latin typeface="Cambria Math" panose="02040503050406030204" pitchFamily="18" charset="0"/>
                                    </a:rPr>
                                    <m:t>3</m:t>
                                  </m:r>
                                </m:sup>
                              </m:sSup>
                            </m:oMath>
                          </a14:m>
                          <a:endParaRPr lang="en-GB" sz="1200" dirty="0"/>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g) </a:t>
                          </a:r>
                          <a14:m>
                            <m:oMath xmlns:m="http://schemas.openxmlformats.org/officeDocument/2006/math">
                              <m:sSup>
                                <m:sSupPr>
                                  <m:ctrlPr>
                                    <a:rPr lang="en-US" sz="1200" i="1" smtClean="0">
                                      <a:latin typeface="Cambria Math" panose="02040503050406030204" pitchFamily="18" charset="0"/>
                                    </a:rPr>
                                  </m:ctrlPr>
                                </m:sSupPr>
                                <m:e>
                                  <m:d>
                                    <m:dPr>
                                      <m:ctrlPr>
                                        <a:rPr lang="en-US" sz="1200" i="1">
                                          <a:latin typeface="Cambria Math" panose="02040503050406030204" pitchFamily="18" charset="0"/>
                                        </a:rPr>
                                      </m:ctrlPr>
                                    </m:dPr>
                                    <m:e>
                                      <m:sSup>
                                        <m:sSupPr>
                                          <m:ctrlPr>
                                            <a:rPr lang="en-US" sz="1200" i="1">
                                              <a:latin typeface="Cambria Math" panose="02040503050406030204" pitchFamily="18" charset="0"/>
                                            </a:rPr>
                                          </m:ctrlPr>
                                        </m:sSupPr>
                                        <m:e>
                                          <m:r>
                                            <a:rPr lang="en-US" sz="1200" b="0" i="1" smtClean="0">
                                              <a:latin typeface="Cambria Math" panose="02040503050406030204" pitchFamily="18" charset="0"/>
                                            </a:rPr>
                                            <m:t>9</m:t>
                                          </m:r>
                                        </m:e>
                                        <m:sup>
                                          <m:r>
                                            <a:rPr lang="en-US" sz="1200" b="0" i="1" smtClean="0">
                                              <a:latin typeface="Cambria Math" panose="02040503050406030204" pitchFamily="18" charset="0"/>
                                            </a:rPr>
                                            <m:t>7</m:t>
                                          </m:r>
                                        </m:sup>
                                      </m:sSup>
                                    </m:e>
                                  </m:d>
                                </m:e>
                                <m:sup>
                                  <m:r>
                                    <a:rPr lang="en-US" sz="1200" b="0" i="1" smtClean="0">
                                      <a:latin typeface="Cambria Math" panose="02040503050406030204" pitchFamily="18" charset="0"/>
                                    </a:rPr>
                                    <m:t>−5</m:t>
                                  </m:r>
                                </m:sup>
                              </m:sSup>
                            </m:oMath>
                          </a14:m>
                          <a:endParaRPr lang="en-GB" sz="1200" dirty="0"/>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h) </a:t>
                          </a:r>
                          <a14:m>
                            <m:oMath xmlns:m="http://schemas.openxmlformats.org/officeDocument/2006/math">
                              <m:sSup>
                                <m:sSupPr>
                                  <m:ctrlPr>
                                    <a:rPr lang="en-US" sz="1200" i="1" smtClean="0">
                                      <a:latin typeface="Cambria Math" panose="02040503050406030204" pitchFamily="18" charset="0"/>
                                    </a:rPr>
                                  </m:ctrlPr>
                                </m:sSupPr>
                                <m:e>
                                  <m:d>
                                    <m:dPr>
                                      <m:ctrlPr>
                                        <a:rPr lang="en-US" sz="1200" i="1">
                                          <a:latin typeface="Cambria Math" panose="02040503050406030204" pitchFamily="18" charset="0"/>
                                        </a:rPr>
                                      </m:ctrlPr>
                                    </m:dPr>
                                    <m:e>
                                      <m:sSup>
                                        <m:sSupPr>
                                          <m:ctrlPr>
                                            <a:rPr lang="en-US" sz="1200" i="1">
                                              <a:latin typeface="Cambria Math" panose="02040503050406030204" pitchFamily="18" charset="0"/>
                                            </a:rPr>
                                          </m:ctrlPr>
                                        </m:sSupPr>
                                        <m:e>
                                          <m:r>
                                            <a:rPr lang="en-US" sz="1200" b="0" i="1" smtClean="0">
                                              <a:latin typeface="Cambria Math" panose="02040503050406030204" pitchFamily="18" charset="0"/>
                                            </a:rPr>
                                            <m:t>12</m:t>
                                          </m:r>
                                        </m:e>
                                        <m:sup>
                                          <m:r>
                                            <a:rPr lang="en-US" sz="1200" b="0" i="1" smtClean="0">
                                              <a:latin typeface="Cambria Math" panose="02040503050406030204" pitchFamily="18" charset="0"/>
                                            </a:rPr>
                                            <m:t>−12</m:t>
                                          </m:r>
                                        </m:sup>
                                      </m:sSup>
                                    </m:e>
                                  </m:d>
                                </m:e>
                                <m:sup>
                                  <m:r>
                                    <a:rPr lang="en-US" sz="1200" b="0" i="1" smtClean="0">
                                      <a:latin typeface="Cambria Math" panose="02040503050406030204" pitchFamily="18" charset="0"/>
                                    </a:rPr>
                                    <m:t>12</m:t>
                                  </m:r>
                                </m:sup>
                              </m:sSup>
                            </m:oMath>
                          </a14:m>
                          <a:endParaRPr lang="en-GB" sz="1200" dirty="0"/>
                        </a:p>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4974912"/>
                      </a:ext>
                    </a:extLst>
                  </a:tr>
                  <a:tr h="795945">
                    <a:tc>
                      <a:txBody>
                        <a:bodyPr/>
                        <a:lstStyle/>
                        <a:p>
                          <a:r>
                            <a:rPr lang="en-GB" sz="1200" dirty="0"/>
                            <a:t>i) </a:t>
                          </a:r>
                          <a14:m>
                            <m:oMath xmlns:m="http://schemas.openxmlformats.org/officeDocument/2006/math">
                              <m:sSup>
                                <m:sSupPr>
                                  <m:ctrlPr>
                                    <a:rPr lang="en-US" sz="1200" b="0" i="1" smtClean="0">
                                      <a:latin typeface="Cambria Math" panose="02040503050406030204" pitchFamily="18" charset="0"/>
                                    </a:rPr>
                                  </m:ctrlPr>
                                </m:sSupPr>
                                <m:e>
                                  <m:d>
                                    <m:dPr>
                                      <m:ctrlPr>
                                        <a:rPr lang="en-US" sz="1200" b="0" i="1" smtClean="0">
                                          <a:latin typeface="Cambria Math" panose="02040503050406030204" pitchFamily="18" charset="0"/>
                                        </a:rPr>
                                      </m:ctrlPr>
                                    </m:dPr>
                                    <m:e>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8</m:t>
                                          </m:r>
                                        </m:e>
                                        <m:sup>
                                          <m:r>
                                            <a:rPr lang="en-US" sz="1200" b="0" i="1" smtClean="0">
                                              <a:latin typeface="Cambria Math" panose="02040503050406030204" pitchFamily="18" charset="0"/>
                                            </a:rPr>
                                            <m:t>−3</m:t>
                                          </m:r>
                                        </m:sup>
                                      </m:sSup>
                                    </m:e>
                                  </m:d>
                                </m:e>
                                <m:sup>
                                  <m:r>
                                    <a:rPr lang="en-US" sz="1200" b="0" i="1" smtClean="0">
                                      <a:latin typeface="Cambria Math" panose="02040503050406030204" pitchFamily="18" charset="0"/>
                                    </a:rPr>
                                    <m:t>−7</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j) </a:t>
                          </a:r>
                          <a14:m>
                            <m:oMath xmlns:m="http://schemas.openxmlformats.org/officeDocument/2006/math">
                              <m:sSup>
                                <m:sSupPr>
                                  <m:ctrlPr>
                                    <a:rPr lang="en-US" sz="1200" i="1" smtClean="0">
                                      <a:latin typeface="Cambria Math" panose="02040503050406030204" pitchFamily="18" charset="0"/>
                                    </a:rPr>
                                  </m:ctrlPr>
                                </m:sSupPr>
                                <m:e>
                                  <m:d>
                                    <m:dPr>
                                      <m:ctrlPr>
                                        <a:rPr lang="en-US" sz="1200" i="1">
                                          <a:latin typeface="Cambria Math" panose="02040503050406030204" pitchFamily="18" charset="0"/>
                                        </a:rPr>
                                      </m:ctrlPr>
                                    </m:dPr>
                                    <m:e>
                                      <m:sSup>
                                        <m:sSupPr>
                                          <m:ctrlPr>
                                            <a:rPr lang="en-US" sz="1200" i="1">
                                              <a:latin typeface="Cambria Math" panose="02040503050406030204" pitchFamily="18" charset="0"/>
                                            </a:rPr>
                                          </m:ctrlPr>
                                        </m:sSupPr>
                                        <m:e>
                                          <m:r>
                                            <a:rPr lang="en-US" sz="1200" b="0" i="1" smtClean="0">
                                              <a:latin typeface="Cambria Math" panose="02040503050406030204" pitchFamily="18" charset="0"/>
                                            </a:rPr>
                                            <m:t>9</m:t>
                                          </m:r>
                                        </m:e>
                                        <m:sup>
                                          <m:r>
                                            <a:rPr lang="en-US" sz="1200" b="0" i="1" smtClean="0">
                                              <a:latin typeface="Cambria Math" panose="02040503050406030204" pitchFamily="18" charset="0"/>
                                            </a:rPr>
                                            <m:t>−7</m:t>
                                          </m:r>
                                        </m:sup>
                                      </m:sSup>
                                    </m:e>
                                  </m:d>
                                </m:e>
                                <m:sup>
                                  <m:r>
                                    <a:rPr lang="en-US" sz="1200" b="0" i="1" smtClean="0">
                                      <a:latin typeface="Cambria Math" panose="02040503050406030204" pitchFamily="18" charset="0"/>
                                    </a:rPr>
                                    <m:t>3</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k)</a:t>
                          </a:r>
                          <a14:m>
                            <m:oMath xmlns:m="http://schemas.openxmlformats.org/officeDocument/2006/math">
                              <m:sSup>
                                <m:sSupPr>
                                  <m:ctrlPr>
                                    <a:rPr lang="en-US" sz="1200" b="0" i="1" smtClean="0">
                                      <a:latin typeface="Cambria Math" panose="02040503050406030204" pitchFamily="18" charset="0"/>
                                    </a:rPr>
                                  </m:ctrlPr>
                                </m:sSupPr>
                                <m:e>
                                  <m:d>
                                    <m:dPr>
                                      <m:ctrlPr>
                                        <a:rPr lang="en-US" sz="1200" b="0" i="1" smtClean="0">
                                          <a:latin typeface="Cambria Math" panose="02040503050406030204" pitchFamily="18" charset="0"/>
                                        </a:rPr>
                                      </m:ctrlPr>
                                    </m:dPr>
                                    <m:e>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𝑥</m:t>
                                          </m:r>
                                        </m:e>
                                        <m:sup>
                                          <m:r>
                                            <a:rPr lang="en-US" sz="1200" b="0" i="1" smtClean="0">
                                              <a:latin typeface="Cambria Math" panose="02040503050406030204" pitchFamily="18" charset="0"/>
                                            </a:rPr>
                                            <m:t>2</m:t>
                                          </m:r>
                                        </m:sup>
                                      </m:sSup>
                                    </m:e>
                                  </m:d>
                                </m:e>
                                <m:sup>
                                  <m:r>
                                    <a:rPr lang="en-US" sz="1200" b="0" i="1" smtClean="0">
                                      <a:latin typeface="Cambria Math" panose="02040503050406030204" pitchFamily="18" charset="0"/>
                                    </a:rPr>
                                    <m:t>−2</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l)</a:t>
                          </a:r>
                          <a14:m>
                            <m:oMath xmlns:m="http://schemas.openxmlformats.org/officeDocument/2006/math">
                              <m:sSup>
                                <m:sSupPr>
                                  <m:ctrlPr>
                                    <a:rPr lang="en-US" sz="1200" b="0" i="1" smtClean="0">
                                      <a:latin typeface="Cambria Math" panose="02040503050406030204" pitchFamily="18" charset="0"/>
                                    </a:rPr>
                                  </m:ctrlPr>
                                </m:sSupPr>
                                <m:e>
                                  <m:d>
                                    <m:dPr>
                                      <m:ctrlPr>
                                        <a:rPr lang="en-US" sz="1200" b="0" i="1" smtClean="0">
                                          <a:latin typeface="Cambria Math" panose="02040503050406030204" pitchFamily="18" charset="0"/>
                                        </a:rPr>
                                      </m:ctrlPr>
                                    </m:dPr>
                                    <m:e>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𝑚</m:t>
                                          </m:r>
                                        </m:e>
                                        <m:sup>
                                          <m:r>
                                            <a:rPr lang="en-US" sz="1200" b="0" i="1" smtClean="0">
                                              <a:latin typeface="Cambria Math" panose="02040503050406030204" pitchFamily="18" charset="0"/>
                                            </a:rPr>
                                            <m:t>3</m:t>
                                          </m:r>
                                        </m:sup>
                                      </m:sSup>
                                    </m:e>
                                  </m:d>
                                </m:e>
                                <m:sup>
                                  <m:r>
                                    <a:rPr lang="en-US" sz="1200" b="0" i="1" smtClean="0">
                                      <a:latin typeface="Cambria Math" panose="02040503050406030204" pitchFamily="18" charset="0"/>
                                    </a:rPr>
                                    <m:t>2</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702012"/>
                      </a:ext>
                    </a:extLst>
                  </a:tr>
                  <a:tr h="795945">
                    <a:tc>
                      <a:txBody>
                        <a:bodyPr/>
                        <a:lstStyle/>
                        <a:p>
                          <a:r>
                            <a:rPr lang="en-GB" sz="1200" dirty="0"/>
                            <a:t>m) </a:t>
                          </a:r>
                          <a14:m>
                            <m:oMath xmlns:m="http://schemas.openxmlformats.org/officeDocument/2006/math">
                              <m:sSup>
                                <m:sSupPr>
                                  <m:ctrlPr>
                                    <a:rPr lang="en-US" sz="1200" b="0" i="1" smtClean="0">
                                      <a:latin typeface="Cambria Math" panose="02040503050406030204" pitchFamily="18" charset="0"/>
                                    </a:rPr>
                                  </m:ctrlPr>
                                </m:sSupPr>
                                <m:e>
                                  <m:d>
                                    <m:dPr>
                                      <m:ctrlPr>
                                        <a:rPr lang="en-US" sz="1200" b="0" i="1" smtClean="0">
                                          <a:latin typeface="Cambria Math" panose="02040503050406030204" pitchFamily="18" charset="0"/>
                                        </a:rPr>
                                      </m:ctrlPr>
                                    </m:dPr>
                                    <m:e>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𝑐</m:t>
                                          </m:r>
                                        </m:e>
                                        <m:sup>
                                          <m:r>
                                            <a:rPr lang="en-US" sz="1200" b="0" i="1" smtClean="0">
                                              <a:latin typeface="Cambria Math" panose="02040503050406030204" pitchFamily="18" charset="0"/>
                                            </a:rPr>
                                            <m:t>5</m:t>
                                          </m:r>
                                        </m:sup>
                                      </m:sSup>
                                    </m:e>
                                  </m:d>
                                </m:e>
                                <m:sup>
                                  <m:r>
                                    <a:rPr lang="en-US" sz="1200" b="0" i="1" smtClean="0">
                                      <a:latin typeface="Cambria Math" panose="02040503050406030204" pitchFamily="18" charset="0"/>
                                    </a:rPr>
                                    <m:t>−3</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n) </a:t>
                          </a:r>
                          <a14:m>
                            <m:oMath xmlns:m="http://schemas.openxmlformats.org/officeDocument/2006/math">
                              <m:sSup>
                                <m:sSupPr>
                                  <m:ctrlPr>
                                    <a:rPr lang="en-US" sz="1200" b="0" i="1" smtClean="0">
                                      <a:latin typeface="Cambria Math" panose="02040503050406030204" pitchFamily="18" charset="0"/>
                                    </a:rPr>
                                  </m:ctrlPr>
                                </m:sSupPr>
                                <m:e>
                                  <m:d>
                                    <m:dPr>
                                      <m:ctrlPr>
                                        <a:rPr lang="en-US" sz="1200" b="0" i="1" smtClean="0">
                                          <a:latin typeface="Cambria Math" panose="02040503050406030204" pitchFamily="18" charset="0"/>
                                        </a:rPr>
                                      </m:ctrlPr>
                                    </m:dPr>
                                    <m:e>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𝑑</m:t>
                                          </m:r>
                                        </m:e>
                                        <m:sup>
                                          <m:r>
                                            <a:rPr lang="en-US" sz="1200" b="0" i="1" smtClean="0">
                                              <a:latin typeface="Cambria Math" panose="02040503050406030204" pitchFamily="18" charset="0"/>
                                            </a:rPr>
                                            <m:t>−11</m:t>
                                          </m:r>
                                        </m:sup>
                                      </m:sSup>
                                    </m:e>
                                  </m:d>
                                </m:e>
                                <m:sup>
                                  <m:r>
                                    <a:rPr lang="en-US" sz="1200" b="0" i="1" smtClean="0">
                                      <a:latin typeface="Cambria Math" panose="02040503050406030204" pitchFamily="18" charset="0"/>
                                    </a:rPr>
                                    <m:t>2</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o) </a:t>
                          </a:r>
                          <a14:m>
                            <m:oMath xmlns:m="http://schemas.openxmlformats.org/officeDocument/2006/math">
                              <m:sSup>
                                <m:sSupPr>
                                  <m:ctrlPr>
                                    <a:rPr lang="en-US" sz="1200" b="0" i="1" smtClean="0">
                                      <a:latin typeface="Cambria Math" panose="02040503050406030204" pitchFamily="18" charset="0"/>
                                    </a:rPr>
                                  </m:ctrlPr>
                                </m:sSupPr>
                                <m:e>
                                  <m:d>
                                    <m:dPr>
                                      <m:ctrlPr>
                                        <a:rPr lang="en-US" sz="1200" b="0" i="1" smtClean="0">
                                          <a:latin typeface="Cambria Math" panose="02040503050406030204" pitchFamily="18" charset="0"/>
                                        </a:rPr>
                                      </m:ctrlPr>
                                    </m:dPr>
                                    <m:e>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𝑦</m:t>
                                          </m:r>
                                        </m:e>
                                        <m:sup>
                                          <m:r>
                                            <a:rPr lang="en-US" sz="1200" b="0" i="1" smtClean="0">
                                              <a:latin typeface="Cambria Math" panose="02040503050406030204" pitchFamily="18" charset="0"/>
                                            </a:rPr>
                                            <m:t>6</m:t>
                                          </m:r>
                                        </m:sup>
                                      </m:sSup>
                                    </m:e>
                                  </m:d>
                                </m:e>
                                <m:sup>
                                  <m:r>
                                    <a:rPr lang="en-US" sz="1200" b="0" i="1" smtClean="0">
                                      <a:latin typeface="Cambria Math" panose="02040503050406030204" pitchFamily="18" charset="0"/>
                                    </a:rPr>
                                    <m:t>−7</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p) </a:t>
                          </a:r>
                          <a14:m>
                            <m:oMath xmlns:m="http://schemas.openxmlformats.org/officeDocument/2006/math">
                              <m:sSup>
                                <m:sSupPr>
                                  <m:ctrlPr>
                                    <a:rPr lang="en-US" sz="1200" b="0" i="1" smtClean="0">
                                      <a:latin typeface="Cambria Math" panose="02040503050406030204" pitchFamily="18" charset="0"/>
                                    </a:rPr>
                                  </m:ctrlPr>
                                </m:sSupPr>
                                <m:e>
                                  <m:d>
                                    <m:dPr>
                                      <m:ctrlPr>
                                        <a:rPr lang="en-US" sz="1200" b="0" i="1" smtClean="0">
                                          <a:latin typeface="Cambria Math" panose="02040503050406030204" pitchFamily="18" charset="0"/>
                                        </a:rPr>
                                      </m:ctrlPr>
                                    </m:dPr>
                                    <m:e>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𝑡</m:t>
                                          </m:r>
                                        </m:e>
                                        <m:sup>
                                          <m:r>
                                            <a:rPr lang="en-US" sz="1200" b="0" i="1" smtClean="0">
                                              <a:latin typeface="Cambria Math" panose="02040503050406030204" pitchFamily="18" charset="0"/>
                                            </a:rPr>
                                            <m:t>−5</m:t>
                                          </m:r>
                                        </m:sup>
                                      </m:sSup>
                                    </m:e>
                                  </m:d>
                                </m:e>
                                <m:sup>
                                  <m:r>
                                    <a:rPr lang="en-US" sz="1200" b="0" i="1" smtClean="0">
                                      <a:latin typeface="Cambria Math" panose="02040503050406030204" pitchFamily="18" charset="0"/>
                                    </a:rPr>
                                    <m:t>−10</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40355816"/>
                      </a:ext>
                    </a:extLst>
                  </a:tr>
                </a:tbl>
              </a:graphicData>
            </a:graphic>
          </p:graphicFrame>
        </mc:Choice>
        <mc:Fallback>
          <p:graphicFrame>
            <p:nvGraphicFramePr>
              <p:cNvPr id="18" name="Table 9">
                <a:extLst>
                  <a:ext uri="{FF2B5EF4-FFF2-40B4-BE49-F238E27FC236}">
                    <a16:creationId xmlns:a16="http://schemas.microsoft.com/office/drawing/2014/main" id="{EB06C8A3-62CC-AB47-0428-85FDEA6D552E}"/>
                  </a:ext>
                </a:extLst>
              </p:cNvPr>
              <p:cNvGraphicFramePr>
                <a:graphicFrameLocks noGrp="1"/>
              </p:cNvGraphicFramePr>
              <p:nvPr>
                <p:extLst>
                  <p:ext uri="{D42A27DB-BD31-4B8C-83A1-F6EECF244321}">
                    <p14:modId xmlns:p14="http://schemas.microsoft.com/office/powerpoint/2010/main" val="4138198724"/>
                  </p:ext>
                </p:extLst>
              </p:nvPr>
            </p:nvGraphicFramePr>
            <p:xfrm>
              <a:off x="130472" y="6535359"/>
              <a:ext cx="6597056" cy="3183780"/>
            </p:xfrm>
            <a:graphic>
              <a:graphicData uri="http://schemas.openxmlformats.org/drawingml/2006/table">
                <a:tbl>
                  <a:tblPr>
                    <a:tableStyleId>{5C22544A-7EE6-4342-B048-85BDC9FD1C3A}</a:tableStyleId>
                  </a:tblPr>
                  <a:tblGrid>
                    <a:gridCol w="1649264">
                      <a:extLst>
                        <a:ext uri="{9D8B030D-6E8A-4147-A177-3AD203B41FA5}">
                          <a16:colId xmlns:a16="http://schemas.microsoft.com/office/drawing/2014/main" val="3642547164"/>
                        </a:ext>
                      </a:extLst>
                    </a:gridCol>
                    <a:gridCol w="1649264">
                      <a:extLst>
                        <a:ext uri="{9D8B030D-6E8A-4147-A177-3AD203B41FA5}">
                          <a16:colId xmlns:a16="http://schemas.microsoft.com/office/drawing/2014/main" val="1628339999"/>
                        </a:ext>
                      </a:extLst>
                    </a:gridCol>
                    <a:gridCol w="1562100">
                      <a:extLst>
                        <a:ext uri="{9D8B030D-6E8A-4147-A177-3AD203B41FA5}">
                          <a16:colId xmlns:a16="http://schemas.microsoft.com/office/drawing/2014/main" val="2843216093"/>
                        </a:ext>
                      </a:extLst>
                    </a:gridCol>
                    <a:gridCol w="1736428">
                      <a:extLst>
                        <a:ext uri="{9D8B030D-6E8A-4147-A177-3AD203B41FA5}">
                          <a16:colId xmlns:a16="http://schemas.microsoft.com/office/drawing/2014/main" val="2368608426"/>
                        </a:ext>
                      </a:extLst>
                    </a:gridCol>
                  </a:tblGrid>
                  <a:tr h="795945">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69" t="-763" r="-300369" b="-30076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369" t="-763" r="-200369" b="-30076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12109" t="-763" r="-112109" b="-30076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80351" t="-763" r="-702" b="-300763"/>
                          </a:stretch>
                        </a:blipFill>
                      </a:tcPr>
                    </a:tc>
                    <a:extLst>
                      <a:ext uri="{0D108BD9-81ED-4DB2-BD59-A6C34878D82A}">
                        <a16:rowId xmlns:a16="http://schemas.microsoft.com/office/drawing/2014/main" val="3783602460"/>
                      </a:ext>
                    </a:extLst>
                  </a:tr>
                  <a:tr h="795945">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69" t="-100763" r="-300369" b="-20076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369" t="-100763" r="-200369" b="-20076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12109" t="-100763" r="-112109" b="-20076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80351" t="-100763" r="-702" b="-200763"/>
                          </a:stretch>
                        </a:blipFill>
                      </a:tcPr>
                    </a:tc>
                    <a:extLst>
                      <a:ext uri="{0D108BD9-81ED-4DB2-BD59-A6C34878D82A}">
                        <a16:rowId xmlns:a16="http://schemas.microsoft.com/office/drawing/2014/main" val="294974912"/>
                      </a:ext>
                    </a:extLst>
                  </a:tr>
                  <a:tr h="795945">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69" t="-202308" r="-300369" b="-102308"/>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369" t="-202308" r="-200369" b="-102308"/>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12109" t="-202308" r="-112109" b="-102308"/>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80351" t="-202308" r="-702" b="-102308"/>
                          </a:stretch>
                        </a:blipFill>
                      </a:tcPr>
                    </a:tc>
                    <a:extLst>
                      <a:ext uri="{0D108BD9-81ED-4DB2-BD59-A6C34878D82A}">
                        <a16:rowId xmlns:a16="http://schemas.microsoft.com/office/drawing/2014/main" val="384702012"/>
                      </a:ext>
                    </a:extLst>
                  </a:tr>
                  <a:tr h="795945">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69" t="-300000" r="-300369" b="-152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369" t="-300000" r="-200369" b="-152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12109" t="-300000" r="-112109" b="-152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80351" t="-300000" r="-702" b="-1527"/>
                          </a:stretch>
                        </a:blipFill>
                      </a:tcPr>
                    </a:tc>
                    <a:extLst>
                      <a:ext uri="{0D108BD9-81ED-4DB2-BD59-A6C34878D82A}">
                        <a16:rowId xmlns:a16="http://schemas.microsoft.com/office/drawing/2014/main" val="1640355816"/>
                      </a:ext>
                    </a:extLst>
                  </a:tr>
                </a:tbl>
              </a:graphicData>
            </a:graphic>
          </p:graphicFrame>
        </mc:Fallback>
      </mc:AlternateContent>
      <p:sp>
        <p:nvSpPr>
          <p:cNvPr id="21" name="Slide Number Placeholder 20">
            <a:extLst>
              <a:ext uri="{FF2B5EF4-FFF2-40B4-BE49-F238E27FC236}">
                <a16:creationId xmlns:a16="http://schemas.microsoft.com/office/drawing/2014/main" id="{064AFA77-2C1E-649A-C6AB-43324D2F918E}"/>
              </a:ext>
            </a:extLst>
          </p:cNvPr>
          <p:cNvSpPr>
            <a:spLocks noGrp="1"/>
          </p:cNvSpPr>
          <p:nvPr>
            <p:ph type="sldNum" sz="quarter" idx="12"/>
          </p:nvPr>
        </p:nvSpPr>
        <p:spPr/>
        <p:txBody>
          <a:bodyPr/>
          <a:lstStyle/>
          <a:p>
            <a:fld id="{DFE403A4-BF53-4A18-A219-2FCD9C5F3F46}" type="slidenum">
              <a:rPr lang="en-GB" smtClean="0"/>
              <a:t>58</a:t>
            </a:fld>
            <a:endParaRPr lang="en-GB"/>
          </a:p>
        </p:txBody>
      </p:sp>
    </p:spTree>
    <p:extLst>
      <p:ext uri="{BB962C8B-B14F-4D97-AF65-F5344CB8AC3E}">
        <p14:creationId xmlns:p14="http://schemas.microsoft.com/office/powerpoint/2010/main" val="18782296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61C0976-4028-2244-B0BA-EECF5AB210EB}"/>
              </a:ext>
            </a:extLst>
          </p:cNvPr>
          <p:cNvSpPr/>
          <p:nvPr/>
        </p:nvSpPr>
        <p:spPr>
          <a:xfrm>
            <a:off x="105114" y="376349"/>
            <a:ext cx="6647773" cy="172871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ysClr val="windowText" lastClr="000000"/>
              </a:solidFill>
            </a:endParaRPr>
          </a:p>
        </p:txBody>
      </p:sp>
      <p:sp>
        <p:nvSpPr>
          <p:cNvPr id="4" name="TextBox 3">
            <a:extLst>
              <a:ext uri="{FF2B5EF4-FFF2-40B4-BE49-F238E27FC236}">
                <a16:creationId xmlns:a16="http://schemas.microsoft.com/office/drawing/2014/main" id="{21093E24-7384-D74A-A070-F174FBCAC020}"/>
              </a:ext>
            </a:extLst>
          </p:cNvPr>
          <p:cNvSpPr txBox="1"/>
          <p:nvPr/>
        </p:nvSpPr>
        <p:spPr>
          <a:xfrm>
            <a:off x="201989" y="696507"/>
            <a:ext cx="2237579" cy="276999"/>
          </a:xfrm>
          <a:prstGeom prst="rect">
            <a:avLst/>
          </a:prstGeom>
          <a:noFill/>
        </p:spPr>
        <p:txBody>
          <a:bodyPr wrap="square" rtlCol="0">
            <a:spAutoFit/>
          </a:bodyPr>
          <a:lstStyle/>
          <a:p>
            <a:r>
              <a:rPr lang="en-GB" sz="1200" b="1"/>
              <a:t>Objectives:</a:t>
            </a:r>
          </a:p>
        </p:txBody>
      </p:sp>
      <p:sp>
        <p:nvSpPr>
          <p:cNvPr id="5" name="TextBox 4">
            <a:extLst>
              <a:ext uri="{FF2B5EF4-FFF2-40B4-BE49-F238E27FC236}">
                <a16:creationId xmlns:a16="http://schemas.microsoft.com/office/drawing/2014/main" id="{E111C9FF-D3C6-3F4C-973B-800F5FCA9A48}"/>
              </a:ext>
            </a:extLst>
          </p:cNvPr>
          <p:cNvSpPr txBox="1"/>
          <p:nvPr/>
        </p:nvSpPr>
        <p:spPr>
          <a:xfrm>
            <a:off x="461237" y="1014281"/>
            <a:ext cx="4486037" cy="646331"/>
          </a:xfrm>
          <a:prstGeom prst="rect">
            <a:avLst/>
          </a:prstGeom>
          <a:noFill/>
        </p:spPr>
        <p:txBody>
          <a:bodyPr wrap="square" rtlCol="0">
            <a:spAutoFit/>
          </a:bodyPr>
          <a:lstStyle/>
          <a:p>
            <a:pPr marL="342900" indent="-342900">
              <a:buFont typeface="+mj-lt"/>
              <a:buAutoNum type="arabicPeriod"/>
              <a:defRPr/>
            </a:pPr>
            <a:r>
              <a:rPr lang="en-GB" sz="1200"/>
              <a:t>How to calculate zero indices.</a:t>
            </a:r>
          </a:p>
          <a:p>
            <a:pPr marL="342900" indent="-342900">
              <a:buFont typeface="+mj-lt"/>
              <a:buAutoNum type="arabicPeriod"/>
              <a:defRPr/>
            </a:pPr>
            <a:r>
              <a:rPr lang="en-GB" sz="1200"/>
              <a:t>Understand and calculate negative indices.</a:t>
            </a:r>
          </a:p>
          <a:p>
            <a:pPr marL="342900" indent="-342900">
              <a:buFont typeface="+mj-lt"/>
              <a:buAutoNum type="arabicPeriod"/>
              <a:defRPr/>
            </a:pPr>
            <a:r>
              <a:rPr lang="en-GB" sz="1200"/>
              <a:t>Apply understanding of the above to problem solving questions.</a:t>
            </a:r>
          </a:p>
        </p:txBody>
      </p:sp>
      <p:sp>
        <p:nvSpPr>
          <p:cNvPr id="6" name="TextBox 5">
            <a:extLst>
              <a:ext uri="{FF2B5EF4-FFF2-40B4-BE49-F238E27FC236}">
                <a16:creationId xmlns:a16="http://schemas.microsoft.com/office/drawing/2014/main" id="{2BDCEF8A-F85A-104A-9A29-EBD5F75790CC}"/>
              </a:ext>
            </a:extLst>
          </p:cNvPr>
          <p:cNvSpPr txBox="1"/>
          <p:nvPr/>
        </p:nvSpPr>
        <p:spPr>
          <a:xfrm>
            <a:off x="439984" y="444841"/>
            <a:ext cx="6199437" cy="276999"/>
          </a:xfrm>
          <a:prstGeom prst="rect">
            <a:avLst/>
          </a:prstGeom>
          <a:noFill/>
          <a:ln>
            <a:solidFill>
              <a:schemeClr val="tx1"/>
            </a:solidFill>
          </a:ln>
        </p:spPr>
        <p:txBody>
          <a:bodyPr wrap="square" rtlCol="0">
            <a:spAutoFit/>
          </a:bodyPr>
          <a:lstStyle/>
          <a:p>
            <a:pPr algn="ctr"/>
            <a:r>
              <a:rPr lang="en-GB" sz="1200" b="1" dirty="0"/>
              <a:t>LEARNING OUTCOME: State and apply the definition of zero, negative indices</a:t>
            </a:r>
            <a:endParaRPr lang="en-GB" sz="1200" dirty="0"/>
          </a:p>
        </p:txBody>
      </p:sp>
      <p:sp>
        <p:nvSpPr>
          <p:cNvPr id="7" name="TextBox 6">
            <a:extLst>
              <a:ext uri="{FF2B5EF4-FFF2-40B4-BE49-F238E27FC236}">
                <a16:creationId xmlns:a16="http://schemas.microsoft.com/office/drawing/2014/main" id="{779B0D39-9773-3C48-BE64-8D9283EA7052}"/>
              </a:ext>
            </a:extLst>
          </p:cNvPr>
          <p:cNvSpPr txBox="1"/>
          <p:nvPr/>
        </p:nvSpPr>
        <p:spPr>
          <a:xfrm>
            <a:off x="5156150" y="811974"/>
            <a:ext cx="1529865" cy="1200329"/>
          </a:xfrm>
          <a:prstGeom prst="rect">
            <a:avLst/>
          </a:prstGeom>
          <a:noFill/>
          <a:ln w="12700">
            <a:solidFill>
              <a:schemeClr val="tx1"/>
            </a:solidFill>
          </a:ln>
        </p:spPr>
        <p:txBody>
          <a:bodyPr wrap="square" rtlCol="0">
            <a:spAutoFit/>
          </a:bodyPr>
          <a:lstStyle/>
          <a:p>
            <a:r>
              <a:rPr lang="en-US" sz="1200" b="1" u="sng"/>
              <a:t>Keywords:</a:t>
            </a:r>
            <a:endParaRPr lang="en-US" sz="1200"/>
          </a:p>
          <a:p>
            <a:pPr marL="285750" indent="-285750">
              <a:buFont typeface=".AppleSystemUIFont" charset="-120"/>
              <a:buChar char="-"/>
            </a:pPr>
            <a:r>
              <a:rPr lang="en-US" sz="1200"/>
              <a:t>Negative Indices</a:t>
            </a:r>
          </a:p>
          <a:p>
            <a:pPr marL="285750" indent="-285750">
              <a:buFont typeface=".AppleSystemUIFont" charset="-120"/>
              <a:buChar char="-"/>
            </a:pPr>
            <a:r>
              <a:rPr lang="en-US" sz="1200"/>
              <a:t>Zero Indices</a:t>
            </a:r>
          </a:p>
          <a:p>
            <a:pPr marL="285750" indent="-285750">
              <a:buFont typeface=".AppleSystemUIFont" charset="-120"/>
              <a:buChar char="-"/>
            </a:pPr>
            <a:r>
              <a:rPr lang="en-US" sz="1200"/>
              <a:t>Positive Integers</a:t>
            </a:r>
          </a:p>
          <a:p>
            <a:pPr marL="285750" indent="-285750">
              <a:buFont typeface=".AppleSystemUIFont" charset="-120"/>
              <a:buChar char="-"/>
            </a:pPr>
            <a:r>
              <a:rPr lang="en-US" sz="1200"/>
              <a:t>Expressions</a:t>
            </a:r>
          </a:p>
          <a:p>
            <a:pPr marL="285750" indent="-285750">
              <a:buFont typeface=".AppleSystemUIFont" charset="-120"/>
              <a:buChar char="-"/>
            </a:pPr>
            <a:r>
              <a:rPr lang="en-US" sz="1200"/>
              <a:t>Index Notation</a:t>
            </a:r>
          </a:p>
        </p:txBody>
      </p:sp>
      <p:graphicFrame>
        <p:nvGraphicFramePr>
          <p:cNvPr id="59" name="Table 58">
            <a:extLst>
              <a:ext uri="{FF2B5EF4-FFF2-40B4-BE49-F238E27FC236}">
                <a16:creationId xmlns:a16="http://schemas.microsoft.com/office/drawing/2014/main" id="{F0B82048-9C63-974A-9D55-D79A2D36B71C}"/>
              </a:ext>
            </a:extLst>
          </p:cNvPr>
          <p:cNvGraphicFramePr>
            <a:graphicFrameLocks noGrp="1"/>
          </p:cNvGraphicFramePr>
          <p:nvPr/>
        </p:nvGraphicFramePr>
        <p:xfrm>
          <a:off x="1179805" y="3013099"/>
          <a:ext cx="4530430" cy="754380"/>
        </p:xfrm>
        <a:graphic>
          <a:graphicData uri="http://schemas.openxmlformats.org/drawingml/2006/table">
            <a:tbl>
              <a:tblPr/>
              <a:tblGrid>
                <a:gridCol w="2265215">
                  <a:extLst>
                    <a:ext uri="{9D8B030D-6E8A-4147-A177-3AD203B41FA5}">
                      <a16:colId xmlns:a16="http://schemas.microsoft.com/office/drawing/2014/main" val="3334771856"/>
                    </a:ext>
                  </a:extLst>
                </a:gridCol>
                <a:gridCol w="2265215">
                  <a:extLst>
                    <a:ext uri="{9D8B030D-6E8A-4147-A177-3AD203B41FA5}">
                      <a16:colId xmlns:a16="http://schemas.microsoft.com/office/drawing/2014/main" val="1719544582"/>
                    </a:ext>
                  </a:extLst>
                </a:gridCol>
              </a:tblGrid>
              <a:tr h="0">
                <a:tc>
                  <a:txBody>
                    <a:bodyPr/>
                    <a:lstStyle/>
                    <a:p>
                      <a:pPr algn="l"/>
                      <a:r>
                        <a:rPr lang="en-GB" sz="1050">
                          <a:solidFill>
                            <a:schemeClr val="bg1"/>
                          </a:solidFill>
                          <a:effectLst/>
                        </a:rPr>
                        <a:t>4</a:t>
                      </a:r>
                      <a:r>
                        <a:rPr lang="en-GB" sz="1050" baseline="30000">
                          <a:solidFill>
                            <a:schemeClr val="bg1"/>
                          </a:solidFill>
                          <a:effectLst/>
                        </a:rPr>
                        <a:t>6</a:t>
                      </a:r>
                      <a:r>
                        <a:rPr lang="en-GB" sz="1050">
                          <a:solidFill>
                            <a:schemeClr val="bg1"/>
                          </a:solidFill>
                          <a:effectLst/>
                        </a:rPr>
                        <a:t> = 4 × 4 × 4 × 4 × 4 × 4</a:t>
                      </a:r>
                    </a:p>
                  </a:txBody>
                  <a:tcPr marL="95250">
                    <a:lnL>
                      <a:noFill/>
                    </a:lnL>
                    <a:lnR>
                      <a:noFill/>
                    </a:lnR>
                    <a:lnT>
                      <a:noFill/>
                    </a:lnT>
                    <a:lnB>
                      <a:noFill/>
                    </a:lnB>
                    <a:noFill/>
                  </a:tcPr>
                </a:tc>
                <a:tc>
                  <a:txBody>
                    <a:bodyPr/>
                    <a:lstStyle/>
                    <a:p>
                      <a:pPr algn="l"/>
                      <a:r>
                        <a:rPr lang="en-GB" sz="1050">
                          <a:solidFill>
                            <a:schemeClr val="bg1"/>
                          </a:solidFill>
                          <a:effectLst/>
                        </a:rPr>
                        <a:t>six lots of 4 multiplied together</a:t>
                      </a:r>
                    </a:p>
                  </a:txBody>
                  <a:tcPr>
                    <a:lnL>
                      <a:noFill/>
                    </a:lnL>
                    <a:lnR>
                      <a:noFill/>
                    </a:lnR>
                    <a:lnT>
                      <a:noFill/>
                    </a:lnT>
                    <a:lnB>
                      <a:noFill/>
                    </a:lnB>
                    <a:noFill/>
                  </a:tcPr>
                </a:tc>
                <a:extLst>
                  <a:ext uri="{0D108BD9-81ED-4DB2-BD59-A6C34878D82A}">
                    <a16:rowId xmlns:a16="http://schemas.microsoft.com/office/drawing/2014/main" val="55284901"/>
                  </a:ext>
                </a:extLst>
              </a:tr>
              <a:tr h="0">
                <a:tc>
                  <a:txBody>
                    <a:bodyPr/>
                    <a:lstStyle/>
                    <a:p>
                      <a:pPr algn="l"/>
                      <a:r>
                        <a:rPr lang="en-GB" sz="1050">
                          <a:solidFill>
                            <a:schemeClr val="bg1"/>
                          </a:solidFill>
                          <a:effectLst/>
                        </a:rPr>
                        <a:t>6</a:t>
                      </a:r>
                      <a:r>
                        <a:rPr lang="en-GB" sz="1050" baseline="30000">
                          <a:solidFill>
                            <a:schemeClr val="bg1"/>
                          </a:solidFill>
                          <a:effectLst/>
                        </a:rPr>
                        <a:t>4</a:t>
                      </a:r>
                      <a:r>
                        <a:rPr lang="en-GB" sz="1050">
                          <a:solidFill>
                            <a:schemeClr val="bg1"/>
                          </a:solidFill>
                          <a:effectLst/>
                        </a:rPr>
                        <a:t> = 6 × 6 × 6 × 6</a:t>
                      </a:r>
                    </a:p>
                  </a:txBody>
                  <a:tcPr marL="95250">
                    <a:lnL>
                      <a:noFill/>
                    </a:lnL>
                    <a:lnR>
                      <a:noFill/>
                    </a:lnR>
                    <a:lnT>
                      <a:noFill/>
                    </a:lnT>
                    <a:lnB>
                      <a:noFill/>
                    </a:lnB>
                    <a:noFill/>
                  </a:tcPr>
                </a:tc>
                <a:tc>
                  <a:txBody>
                    <a:bodyPr/>
                    <a:lstStyle/>
                    <a:p>
                      <a:pPr algn="l"/>
                      <a:r>
                        <a:rPr lang="en-GB" sz="1050">
                          <a:solidFill>
                            <a:schemeClr val="bg1"/>
                          </a:solidFill>
                          <a:effectLst/>
                        </a:rPr>
                        <a:t>four lots of 6 multiplied together</a:t>
                      </a:r>
                    </a:p>
                  </a:txBody>
                  <a:tcPr>
                    <a:lnL>
                      <a:noFill/>
                    </a:lnL>
                    <a:lnR>
                      <a:noFill/>
                    </a:lnR>
                    <a:lnT>
                      <a:noFill/>
                    </a:lnT>
                    <a:lnB>
                      <a:noFill/>
                    </a:lnB>
                    <a:noFill/>
                  </a:tcPr>
                </a:tc>
                <a:extLst>
                  <a:ext uri="{0D108BD9-81ED-4DB2-BD59-A6C34878D82A}">
                    <a16:rowId xmlns:a16="http://schemas.microsoft.com/office/drawing/2014/main" val="2713990286"/>
                  </a:ext>
                </a:extLst>
              </a:tr>
              <a:tr h="0">
                <a:tc>
                  <a:txBody>
                    <a:bodyPr/>
                    <a:lstStyle/>
                    <a:p>
                      <a:pPr algn="l"/>
                      <a:r>
                        <a:rPr lang="en-GB" sz="1050">
                          <a:solidFill>
                            <a:schemeClr val="bg1"/>
                          </a:solidFill>
                          <a:effectLst/>
                        </a:rPr>
                        <a:t>7</a:t>
                      </a:r>
                      <a:r>
                        <a:rPr lang="en-GB" sz="1050" baseline="30000">
                          <a:solidFill>
                            <a:schemeClr val="bg1"/>
                          </a:solidFill>
                          <a:effectLst/>
                        </a:rPr>
                        <a:t>3</a:t>
                      </a:r>
                      <a:r>
                        <a:rPr lang="en-GB" sz="1050">
                          <a:solidFill>
                            <a:schemeClr val="bg1"/>
                          </a:solidFill>
                          <a:effectLst/>
                        </a:rPr>
                        <a:t> = 7 × 7 × 7</a:t>
                      </a:r>
                    </a:p>
                  </a:txBody>
                  <a:tcPr marL="95250">
                    <a:lnL>
                      <a:noFill/>
                    </a:lnL>
                    <a:lnR>
                      <a:noFill/>
                    </a:lnR>
                    <a:lnT>
                      <a:noFill/>
                    </a:lnT>
                    <a:lnB>
                      <a:noFill/>
                    </a:lnB>
                    <a:noFill/>
                  </a:tcPr>
                </a:tc>
                <a:tc>
                  <a:txBody>
                    <a:bodyPr/>
                    <a:lstStyle/>
                    <a:p>
                      <a:endParaRPr lang="en-GB" sz="1050">
                        <a:solidFill>
                          <a:schemeClr val="bg1"/>
                        </a:solidFill>
                        <a:effectLst/>
                      </a:endParaRPr>
                    </a:p>
                  </a:txBody>
                  <a:tcPr>
                    <a:lnL>
                      <a:noFill/>
                    </a:lnL>
                    <a:lnR>
                      <a:noFill/>
                    </a:lnR>
                    <a:lnT>
                      <a:noFill/>
                    </a:lnT>
                    <a:lnB>
                      <a:noFill/>
                    </a:lnB>
                    <a:noFill/>
                  </a:tcPr>
                </a:tc>
                <a:extLst>
                  <a:ext uri="{0D108BD9-81ED-4DB2-BD59-A6C34878D82A}">
                    <a16:rowId xmlns:a16="http://schemas.microsoft.com/office/drawing/2014/main" val="1998133532"/>
                  </a:ext>
                </a:extLst>
              </a:tr>
            </a:tbl>
          </a:graphicData>
        </a:graphic>
      </p:graphicFrame>
      <p:sp>
        <p:nvSpPr>
          <p:cNvPr id="61" name="TextBox 60">
            <a:extLst>
              <a:ext uri="{FF2B5EF4-FFF2-40B4-BE49-F238E27FC236}">
                <a16:creationId xmlns:a16="http://schemas.microsoft.com/office/drawing/2014/main" id="{AFBB0031-F803-BF40-8842-4F697FB321D4}"/>
              </a:ext>
            </a:extLst>
          </p:cNvPr>
          <p:cNvSpPr txBox="1"/>
          <p:nvPr/>
        </p:nvSpPr>
        <p:spPr>
          <a:xfrm>
            <a:off x="780370" y="3731430"/>
            <a:ext cx="5859051"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100" b="0" i="0" u="none" strike="noStrike" kern="120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rPr>
              <a:t>You can write a million as 1 000 000 = 10</a:t>
            </a:r>
            <a:r>
              <a:rPr kumimoji="0" lang="en-US" altLang="en-US" sz="1100" b="0" i="0" u="none" strike="noStrike" kern="1200" cap="none" spc="0" normalizeH="0" baseline="30000" noProof="0">
                <a:ln>
                  <a:noFill/>
                </a:ln>
                <a:solidFill>
                  <a:prstClr val="white"/>
                </a:solidFill>
                <a:effectLst/>
                <a:uLnTx/>
                <a:uFillTx/>
                <a:latin typeface="Calibri" panose="020F0502020204030204" pitchFamily="34" charset="0"/>
                <a:ea typeface="+mn-ea"/>
                <a:cs typeface="Calibri" panose="020F0502020204030204" pitchFamily="34" charset="0"/>
              </a:rPr>
              <a:t>6</a:t>
            </a:r>
            <a:r>
              <a:rPr kumimoji="0" lang="en-US" altLang="en-US" sz="1100" b="0" i="0" u="none" strike="noStrike" kern="120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rPr>
              <a:t>A number multiplied by itself is the number ‘squared’. You need to know the square numbers (power 2) up to 15</a:t>
            </a:r>
            <a:r>
              <a:rPr kumimoji="0" lang="en-US" altLang="en-US" sz="1100" b="0" i="0" u="none" strike="noStrike" kern="1200" cap="none" spc="0" normalizeH="0" baseline="30000" noProof="0">
                <a:ln>
                  <a:noFill/>
                </a:ln>
                <a:solidFill>
                  <a:prstClr val="white"/>
                </a:solidFill>
                <a:effectLst/>
                <a:uLnTx/>
                <a:uFillTx/>
                <a:latin typeface="Calibri" panose="020F0502020204030204" pitchFamily="34" charset="0"/>
                <a:ea typeface="+mn-ea"/>
                <a:cs typeface="Calibri" panose="020F0502020204030204" pitchFamily="34" charset="0"/>
              </a:rPr>
              <a:t>2</a:t>
            </a:r>
            <a:r>
              <a:rPr kumimoji="0" lang="en-US" altLang="en-US" sz="1100" b="0" i="0" u="none" strike="noStrike" kern="120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rPr>
              <a:t> = 225. How many of them can you write down from memory? You will also find it helpful to know the cubes</a:t>
            </a:r>
            <a:r>
              <a:rPr kumimoji="0" lang="en-US" altLang="en-US" sz="1100" b="0" i="0" u="none" strike="noStrike" kern="1200" cap="none" spc="0" normalizeH="0" noProof="0">
                <a:ln>
                  <a:noFill/>
                </a:ln>
                <a:solidFill>
                  <a:prstClr val="white"/>
                </a:solidFill>
                <a:effectLst/>
                <a:uLnTx/>
                <a:uFillTx/>
                <a:latin typeface="Calibri" panose="020F0502020204030204" pitchFamily="34" charset="0"/>
                <a:ea typeface="+mn-ea"/>
                <a:cs typeface="Calibri" panose="020F0502020204030204" pitchFamily="34" charset="0"/>
              </a:rPr>
              <a:t> </a:t>
            </a:r>
            <a:r>
              <a:rPr kumimoji="0" lang="en-US" altLang="en-US" sz="1100" b="0" i="0" u="none" strike="noStrike" kern="120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rPr>
              <a:t>numbers (power 3)</a:t>
            </a:r>
            <a:r>
              <a:rPr kumimoji="0" lang="en-US" altLang="en-US" sz="1100" b="0" i="0" u="none" strike="noStrike" kern="1200" cap="none" spc="0" normalizeH="0" noProof="0">
                <a:ln>
                  <a:noFill/>
                </a:ln>
                <a:solidFill>
                  <a:prstClr val="white"/>
                </a:solidFill>
                <a:effectLst/>
                <a:uLnTx/>
                <a:uFillTx/>
                <a:latin typeface="Calibri" panose="020F0502020204030204" pitchFamily="34" charset="0"/>
                <a:ea typeface="+mn-ea"/>
                <a:cs typeface="Calibri" panose="020F0502020204030204" pitchFamily="34" charset="0"/>
              </a:rPr>
              <a:t> up to 6</a:t>
            </a:r>
            <a:r>
              <a:rPr kumimoji="0" lang="en-US" altLang="en-US" sz="1100" b="0" i="0" u="none" strike="noStrike" kern="1200" cap="none" spc="0" normalizeH="0" baseline="30000" noProof="0">
                <a:ln>
                  <a:noFill/>
                </a:ln>
                <a:solidFill>
                  <a:prstClr val="white"/>
                </a:solidFill>
                <a:effectLst/>
                <a:uLnTx/>
                <a:uFillTx/>
                <a:latin typeface="Calibri" panose="020F0502020204030204" pitchFamily="34" charset="0"/>
                <a:ea typeface="+mn-ea"/>
                <a:cs typeface="Calibri" panose="020F0502020204030204" pitchFamily="34" charset="0"/>
              </a:rPr>
              <a:t>3 </a:t>
            </a:r>
            <a:r>
              <a:rPr kumimoji="0" lang="en-US" altLang="en-US" sz="1100" b="0" i="0" u="none" strike="noStrike" kern="1200" cap="none" spc="0" normalizeH="0" noProof="0">
                <a:ln>
                  <a:noFill/>
                </a:ln>
                <a:solidFill>
                  <a:prstClr val="white"/>
                </a:solidFill>
                <a:effectLst/>
                <a:uLnTx/>
                <a:uFillTx/>
                <a:latin typeface="Calibri" panose="020F0502020204030204" pitchFamily="34" charset="0"/>
                <a:ea typeface="+mn-ea"/>
                <a:cs typeface="Calibri" panose="020F0502020204030204" pitchFamily="34" charset="0"/>
              </a:rPr>
              <a:t>= 216</a:t>
            </a:r>
          </a:p>
        </p:txBody>
      </p:sp>
      <p:cxnSp>
        <p:nvCxnSpPr>
          <p:cNvPr id="86" name="Straight Connector 85">
            <a:extLst>
              <a:ext uri="{FF2B5EF4-FFF2-40B4-BE49-F238E27FC236}">
                <a16:creationId xmlns:a16="http://schemas.microsoft.com/office/drawing/2014/main" id="{FE7EDCC2-ABAA-434F-8C0E-6C3A1F76BAE7}"/>
              </a:ext>
            </a:extLst>
          </p:cNvPr>
          <p:cNvCxnSpPr/>
          <p:nvPr/>
        </p:nvCxnSpPr>
        <p:spPr>
          <a:xfrm flipV="1">
            <a:off x="962542" y="4196174"/>
            <a:ext cx="5541513" cy="2282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87" name="Rectangle 86"/>
          <p:cNvSpPr/>
          <p:nvPr/>
        </p:nvSpPr>
        <p:spPr>
          <a:xfrm>
            <a:off x="83336" y="2243120"/>
            <a:ext cx="6728829" cy="245928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91" name="Straight Connector 90"/>
          <p:cNvCxnSpPr>
            <a:stCxn id="87" idx="1"/>
            <a:endCxn id="87" idx="3"/>
          </p:cNvCxnSpPr>
          <p:nvPr/>
        </p:nvCxnSpPr>
        <p:spPr>
          <a:xfrm>
            <a:off x="78251" y="3495221"/>
            <a:ext cx="6728829" cy="0"/>
          </a:xfrm>
          <a:prstGeom prst="line">
            <a:avLst/>
          </a:prstGeom>
        </p:spPr>
        <p:style>
          <a:lnRef idx="1">
            <a:schemeClr val="dk1"/>
          </a:lnRef>
          <a:fillRef idx="0">
            <a:schemeClr val="dk1"/>
          </a:fillRef>
          <a:effectRef idx="0">
            <a:schemeClr val="dk1"/>
          </a:effectRef>
          <a:fontRef idx="minor">
            <a:schemeClr val="tx1"/>
          </a:fontRef>
        </p:style>
      </p:cxnSp>
      <p:cxnSp>
        <p:nvCxnSpPr>
          <p:cNvPr id="92" name="Straight Connector 91"/>
          <p:cNvCxnSpPr>
            <a:stCxn id="87" idx="2"/>
            <a:endCxn id="87" idx="0"/>
          </p:cNvCxnSpPr>
          <p:nvPr/>
        </p:nvCxnSpPr>
        <p:spPr>
          <a:xfrm flipV="1">
            <a:off x="3447751" y="2243120"/>
            <a:ext cx="0" cy="2459284"/>
          </a:xfrm>
          <a:prstGeom prst="line">
            <a:avLst/>
          </a:prstGeom>
        </p:spPr>
        <p:style>
          <a:lnRef idx="1">
            <a:schemeClr val="dk1"/>
          </a:lnRef>
          <a:fillRef idx="0">
            <a:schemeClr val="dk1"/>
          </a:fillRef>
          <a:effectRef idx="0">
            <a:schemeClr val="dk1"/>
          </a:effectRef>
          <a:fontRef idx="minor">
            <a:schemeClr val="tx1"/>
          </a:fontRef>
        </p:style>
      </p:cxnSp>
      <p:sp>
        <p:nvSpPr>
          <p:cNvPr id="93" name="TextBox 92"/>
          <p:cNvSpPr txBox="1"/>
          <p:nvPr/>
        </p:nvSpPr>
        <p:spPr>
          <a:xfrm>
            <a:off x="125616" y="2265578"/>
            <a:ext cx="800476" cy="276999"/>
          </a:xfrm>
          <a:prstGeom prst="rect">
            <a:avLst/>
          </a:prstGeom>
          <a:noFill/>
        </p:spPr>
        <p:txBody>
          <a:bodyPr wrap="none" rtlCol="0">
            <a:spAutoFit/>
          </a:bodyPr>
          <a:lstStyle/>
          <a:p>
            <a:r>
              <a:rPr lang="en-US" sz="1200"/>
              <a:t>Definition</a:t>
            </a:r>
          </a:p>
        </p:txBody>
      </p:sp>
      <p:sp>
        <p:nvSpPr>
          <p:cNvPr id="94" name="TextBox 93"/>
          <p:cNvSpPr txBox="1"/>
          <p:nvPr/>
        </p:nvSpPr>
        <p:spPr>
          <a:xfrm>
            <a:off x="5603161" y="2264932"/>
            <a:ext cx="1096647" cy="276999"/>
          </a:xfrm>
          <a:prstGeom prst="rect">
            <a:avLst/>
          </a:prstGeom>
          <a:noFill/>
        </p:spPr>
        <p:txBody>
          <a:bodyPr wrap="none" rtlCol="0">
            <a:spAutoFit/>
          </a:bodyPr>
          <a:lstStyle/>
          <a:p>
            <a:r>
              <a:rPr lang="en-US" sz="1200"/>
              <a:t>Characteristics</a:t>
            </a:r>
            <a:endParaRPr lang="en-GB" sz="1200"/>
          </a:p>
        </p:txBody>
      </p:sp>
      <p:sp>
        <p:nvSpPr>
          <p:cNvPr id="95" name="TextBox 94"/>
          <p:cNvSpPr txBox="1"/>
          <p:nvPr/>
        </p:nvSpPr>
        <p:spPr>
          <a:xfrm>
            <a:off x="29648" y="3453065"/>
            <a:ext cx="775020" cy="276999"/>
          </a:xfrm>
          <a:prstGeom prst="rect">
            <a:avLst/>
          </a:prstGeom>
          <a:noFill/>
        </p:spPr>
        <p:txBody>
          <a:bodyPr wrap="none" rtlCol="0">
            <a:spAutoFit/>
          </a:bodyPr>
          <a:lstStyle/>
          <a:p>
            <a:r>
              <a:rPr lang="en-US" sz="1200"/>
              <a:t>Examples</a:t>
            </a:r>
            <a:endParaRPr lang="en-GB" sz="1200"/>
          </a:p>
        </p:txBody>
      </p:sp>
      <p:sp>
        <p:nvSpPr>
          <p:cNvPr id="96" name="TextBox 95"/>
          <p:cNvSpPr txBox="1"/>
          <p:nvPr/>
        </p:nvSpPr>
        <p:spPr>
          <a:xfrm>
            <a:off x="5734025" y="3441250"/>
            <a:ext cx="1153329" cy="276999"/>
          </a:xfrm>
          <a:prstGeom prst="rect">
            <a:avLst/>
          </a:prstGeom>
          <a:noFill/>
        </p:spPr>
        <p:txBody>
          <a:bodyPr wrap="none" rtlCol="0">
            <a:spAutoFit/>
          </a:bodyPr>
          <a:lstStyle/>
          <a:p>
            <a:r>
              <a:rPr lang="en-US" sz="1200"/>
              <a:t>Non - Examples</a:t>
            </a:r>
            <a:endParaRPr lang="en-GB" sz="1200"/>
          </a:p>
        </p:txBody>
      </p:sp>
      <p:sp>
        <p:nvSpPr>
          <p:cNvPr id="97" name="TextBox 96"/>
          <p:cNvSpPr txBox="1"/>
          <p:nvPr/>
        </p:nvSpPr>
        <p:spPr>
          <a:xfrm>
            <a:off x="2512903" y="3286527"/>
            <a:ext cx="1719702" cy="369332"/>
          </a:xfrm>
          <a:prstGeom prst="rect">
            <a:avLst/>
          </a:prstGeom>
          <a:solidFill>
            <a:schemeClr val="bg1"/>
          </a:solidFill>
          <a:ln>
            <a:solidFill>
              <a:schemeClr val="tx1"/>
            </a:solidFill>
          </a:ln>
        </p:spPr>
        <p:txBody>
          <a:bodyPr wrap="none" rtlCol="0">
            <a:spAutoFit/>
          </a:bodyPr>
          <a:lstStyle/>
          <a:p>
            <a:r>
              <a:rPr lang="en-US"/>
              <a:t>Negative Indices</a:t>
            </a:r>
            <a:endParaRPr lang="en-GB"/>
          </a:p>
        </p:txBody>
      </p:sp>
      <mc:AlternateContent xmlns:mc="http://schemas.openxmlformats.org/markup-compatibility/2006" xmlns:a14="http://schemas.microsoft.com/office/drawing/2010/main">
        <mc:Choice Requires="a14">
          <p:sp>
            <p:nvSpPr>
              <p:cNvPr id="98" name="TextBox 97"/>
              <p:cNvSpPr txBox="1"/>
              <p:nvPr/>
            </p:nvSpPr>
            <p:spPr>
              <a:xfrm>
                <a:off x="57057" y="3705969"/>
                <a:ext cx="3437973" cy="920701"/>
              </a:xfrm>
              <a:prstGeom prst="rect">
                <a:avLst/>
              </a:prstGeom>
              <a:noFill/>
            </p:spPr>
            <p:txBody>
              <a:bodyPr wrap="square" rtlCol="0">
                <a:spAutoFit/>
              </a:bodyPr>
              <a:lstStyle/>
              <a:p>
                <a:pPr marL="171450" indent="-171450">
                  <a:buFont typeface="Arial" panose="020B0604020202020204" pitchFamily="34" charset="0"/>
                  <a:buChar char="•"/>
                </a:pPr>
                <a14:m>
                  <m:oMath xmlns:m="http://schemas.openxmlformats.org/officeDocument/2006/math">
                    <m:sSup>
                      <m:sSupPr>
                        <m:ctrlPr>
                          <a:rPr lang="en-US" sz="1000" b="0" i="1" dirty="0" smtClean="0">
                            <a:latin typeface="Cambria Math" panose="02040503050406030204" pitchFamily="18" charset="0"/>
                          </a:rPr>
                        </m:ctrlPr>
                      </m:sSupPr>
                      <m:e>
                        <m:r>
                          <a:rPr lang="en-US" sz="1000" b="0" i="1" dirty="0" smtClean="0">
                            <a:latin typeface="Cambria Math" panose="02040503050406030204" pitchFamily="18" charset="0"/>
                          </a:rPr>
                          <m:t>𝑎</m:t>
                        </m:r>
                      </m:e>
                      <m:sup>
                        <m:r>
                          <a:rPr lang="en-US" sz="1000" b="0" i="1" dirty="0" smtClean="0">
                            <a:latin typeface="Cambria Math" panose="02040503050406030204" pitchFamily="18" charset="0"/>
                          </a:rPr>
                          <m:t>0</m:t>
                        </m:r>
                      </m:sup>
                    </m:sSup>
                    <m:r>
                      <a:rPr lang="en-US" sz="1000" b="0" i="1" dirty="0" smtClean="0">
                        <a:latin typeface="Cambria Math" panose="02040503050406030204" pitchFamily="18" charset="0"/>
                      </a:rPr>
                      <m:t>=1</m:t>
                    </m:r>
                  </m:oMath>
                </a14:m>
                <a:r>
                  <a:rPr lang="en-US" sz="1000"/>
                  <a:t>, anything to the power 0 is 1</a:t>
                </a:r>
              </a:p>
              <a:p>
                <a:pPr marL="171450" indent="-171450">
                  <a:buFont typeface="Arial" panose="020B0604020202020204" pitchFamily="34" charset="0"/>
                  <a:buChar char="•"/>
                </a:pPr>
                <a14:m>
                  <m:oMath xmlns:m="http://schemas.openxmlformats.org/officeDocument/2006/math">
                    <m:sSup>
                      <m:sSupPr>
                        <m:ctrlPr>
                          <a:rPr lang="en-US" sz="1000" b="0" i="1" smtClean="0">
                            <a:latin typeface="Cambria Math" panose="02040503050406030204" pitchFamily="18" charset="0"/>
                          </a:rPr>
                        </m:ctrlPr>
                      </m:sSupPr>
                      <m:e>
                        <m:r>
                          <a:rPr lang="en-US" sz="1000" b="0" i="1" smtClean="0">
                            <a:latin typeface="Cambria Math" panose="02040503050406030204" pitchFamily="18" charset="0"/>
                          </a:rPr>
                          <m:t>𝑏</m:t>
                        </m:r>
                      </m:e>
                      <m:sup>
                        <m:r>
                          <a:rPr lang="en-US" sz="1000" b="0" i="1" smtClean="0">
                            <a:latin typeface="Cambria Math" panose="02040503050406030204" pitchFamily="18" charset="0"/>
                          </a:rPr>
                          <m:t>−7</m:t>
                        </m:r>
                      </m:sup>
                    </m:sSup>
                    <m:r>
                      <a:rPr lang="en-US" sz="1000" b="0" i="1" smtClean="0">
                        <a:latin typeface="Cambria Math" panose="02040503050406030204" pitchFamily="18" charset="0"/>
                      </a:rPr>
                      <m:t>=</m:t>
                    </m:r>
                    <m:sSup>
                      <m:sSupPr>
                        <m:ctrlPr>
                          <a:rPr lang="en-US" sz="1000" b="0" i="1" smtClean="0">
                            <a:latin typeface="Cambria Math" panose="02040503050406030204" pitchFamily="18" charset="0"/>
                          </a:rPr>
                        </m:ctrlPr>
                      </m:sSupPr>
                      <m:e>
                        <m:d>
                          <m:dPr>
                            <m:ctrlPr>
                              <a:rPr lang="en-US" sz="1000" b="0" i="1" smtClean="0">
                                <a:latin typeface="Cambria Math" panose="02040503050406030204" pitchFamily="18" charset="0"/>
                              </a:rPr>
                            </m:ctrlPr>
                          </m:dPr>
                          <m:e>
                            <m:f>
                              <m:fPr>
                                <m:ctrlPr>
                                  <a:rPr lang="en-US" sz="1000" b="0" i="1" smtClean="0">
                                    <a:latin typeface="Cambria Math" panose="02040503050406030204" pitchFamily="18" charset="0"/>
                                  </a:rPr>
                                </m:ctrlPr>
                              </m:fPr>
                              <m:num>
                                <m:r>
                                  <a:rPr lang="en-US" sz="1000" b="0" i="1" smtClean="0">
                                    <a:latin typeface="Cambria Math" panose="02040503050406030204" pitchFamily="18" charset="0"/>
                                  </a:rPr>
                                  <m:t>1</m:t>
                                </m:r>
                              </m:num>
                              <m:den>
                                <m:r>
                                  <a:rPr lang="en-US" sz="1000" b="0" i="1" smtClean="0">
                                    <a:latin typeface="Cambria Math" panose="02040503050406030204" pitchFamily="18" charset="0"/>
                                  </a:rPr>
                                  <m:t>𝑏</m:t>
                                </m:r>
                              </m:den>
                            </m:f>
                          </m:e>
                        </m:d>
                      </m:e>
                      <m:sup>
                        <m:r>
                          <a:rPr lang="en-US" sz="1000" b="0" i="1" smtClean="0">
                            <a:latin typeface="Cambria Math" panose="02040503050406030204" pitchFamily="18" charset="0"/>
                          </a:rPr>
                          <m:t>7</m:t>
                        </m:r>
                      </m:sup>
                    </m:sSup>
                    <m:r>
                      <a:rPr lang="en-US" sz="1000" b="0" i="1" smtClean="0">
                        <a:latin typeface="Cambria Math" panose="02040503050406030204" pitchFamily="18" charset="0"/>
                      </a:rPr>
                      <m:t>=</m:t>
                    </m:r>
                    <m:f>
                      <m:fPr>
                        <m:ctrlPr>
                          <a:rPr lang="en-US" sz="1000" b="0" i="1" smtClean="0">
                            <a:latin typeface="Cambria Math" panose="02040503050406030204" pitchFamily="18" charset="0"/>
                          </a:rPr>
                        </m:ctrlPr>
                      </m:fPr>
                      <m:num>
                        <m:r>
                          <a:rPr lang="en-US" sz="1000" b="0" i="1" smtClean="0">
                            <a:latin typeface="Cambria Math" panose="02040503050406030204" pitchFamily="18" charset="0"/>
                          </a:rPr>
                          <m:t>1</m:t>
                        </m:r>
                      </m:num>
                      <m:den>
                        <m:sSup>
                          <m:sSupPr>
                            <m:ctrlPr>
                              <a:rPr lang="en-US" sz="1000" b="0" i="1" smtClean="0">
                                <a:latin typeface="Cambria Math" panose="02040503050406030204" pitchFamily="18" charset="0"/>
                              </a:rPr>
                            </m:ctrlPr>
                          </m:sSupPr>
                          <m:e>
                            <m:r>
                              <a:rPr lang="en-US" sz="1000" b="0" i="1" smtClean="0">
                                <a:latin typeface="Cambria Math" panose="02040503050406030204" pitchFamily="18" charset="0"/>
                              </a:rPr>
                              <m:t>𝑏</m:t>
                            </m:r>
                          </m:e>
                          <m:sup>
                            <m:r>
                              <a:rPr lang="en-US" sz="1000" b="0" i="1" smtClean="0">
                                <a:latin typeface="Cambria Math" panose="02040503050406030204" pitchFamily="18" charset="0"/>
                              </a:rPr>
                              <m:t>7</m:t>
                            </m:r>
                          </m:sup>
                        </m:sSup>
                      </m:den>
                    </m:f>
                  </m:oMath>
                </a14:m>
                <a:r>
                  <a:rPr lang="en-US" sz="1000" b="0" i="1">
                    <a:latin typeface="Cambria Math" panose="02040503050406030204" pitchFamily="18" charset="0"/>
                  </a:rPr>
                  <a:t>, </a:t>
                </a:r>
                <a:r>
                  <a:rPr lang="en-US" sz="1000" b="0"/>
                  <a:t>the reciprocal is taken then the powered</a:t>
                </a:r>
              </a:p>
              <a:p>
                <a:pPr marL="171450" indent="-171450">
                  <a:buFont typeface="Arial" panose="020B0604020202020204" pitchFamily="34" charset="0"/>
                  <a:buChar char="•"/>
                </a:pPr>
                <a14:m>
                  <m:oMath xmlns:m="http://schemas.openxmlformats.org/officeDocument/2006/math">
                    <m:sSup>
                      <m:sSupPr>
                        <m:ctrlPr>
                          <a:rPr lang="en-US" sz="1000" b="0" i="1" smtClean="0">
                            <a:latin typeface="Cambria Math" panose="02040503050406030204" pitchFamily="18" charset="0"/>
                          </a:rPr>
                        </m:ctrlPr>
                      </m:sSupPr>
                      <m:e>
                        <m:d>
                          <m:dPr>
                            <m:ctrlPr>
                              <a:rPr lang="en-US" sz="1000" b="0" i="1" smtClean="0">
                                <a:latin typeface="Cambria Math" panose="02040503050406030204" pitchFamily="18" charset="0"/>
                              </a:rPr>
                            </m:ctrlPr>
                          </m:dPr>
                          <m:e>
                            <m:f>
                              <m:fPr>
                                <m:ctrlPr>
                                  <a:rPr lang="en-US" sz="1000" b="0" i="1" smtClean="0">
                                    <a:latin typeface="Cambria Math" panose="02040503050406030204" pitchFamily="18" charset="0"/>
                                  </a:rPr>
                                </m:ctrlPr>
                              </m:fPr>
                              <m:num>
                                <m:r>
                                  <a:rPr lang="en-US" sz="1000" b="0" i="1" smtClean="0">
                                    <a:latin typeface="Cambria Math" panose="02040503050406030204" pitchFamily="18" charset="0"/>
                                  </a:rPr>
                                  <m:t>3</m:t>
                                </m:r>
                              </m:num>
                              <m:den>
                                <m:r>
                                  <a:rPr lang="en-US" sz="1000" b="0" i="1" smtClean="0">
                                    <a:latin typeface="Cambria Math" panose="02040503050406030204" pitchFamily="18" charset="0"/>
                                  </a:rPr>
                                  <m:t>4</m:t>
                                </m:r>
                              </m:den>
                            </m:f>
                          </m:e>
                        </m:d>
                      </m:e>
                      <m:sup>
                        <m:r>
                          <a:rPr lang="en-US" sz="1000" b="0" i="1" smtClean="0">
                            <a:latin typeface="Cambria Math" panose="02040503050406030204" pitchFamily="18" charset="0"/>
                          </a:rPr>
                          <m:t>−2</m:t>
                        </m:r>
                      </m:sup>
                    </m:sSup>
                    <m:r>
                      <a:rPr lang="en-US" sz="1000" b="0" i="1" smtClean="0">
                        <a:latin typeface="Cambria Math" panose="02040503050406030204" pitchFamily="18" charset="0"/>
                      </a:rPr>
                      <m:t>=</m:t>
                    </m:r>
                    <m:sSup>
                      <m:sSupPr>
                        <m:ctrlPr>
                          <a:rPr lang="en-US" sz="1000" b="0" i="1" smtClean="0">
                            <a:latin typeface="Cambria Math" panose="02040503050406030204" pitchFamily="18" charset="0"/>
                          </a:rPr>
                        </m:ctrlPr>
                      </m:sSupPr>
                      <m:e>
                        <m:d>
                          <m:dPr>
                            <m:ctrlPr>
                              <a:rPr lang="en-US" sz="1000" b="0" i="1" smtClean="0">
                                <a:latin typeface="Cambria Math" panose="02040503050406030204" pitchFamily="18" charset="0"/>
                              </a:rPr>
                            </m:ctrlPr>
                          </m:dPr>
                          <m:e>
                            <m:f>
                              <m:fPr>
                                <m:ctrlPr>
                                  <a:rPr lang="en-US" sz="1000" b="0" i="1" smtClean="0">
                                    <a:latin typeface="Cambria Math" panose="02040503050406030204" pitchFamily="18" charset="0"/>
                                  </a:rPr>
                                </m:ctrlPr>
                              </m:fPr>
                              <m:num>
                                <m:r>
                                  <a:rPr lang="en-US" sz="1000" b="0" i="1" smtClean="0">
                                    <a:latin typeface="Cambria Math" panose="02040503050406030204" pitchFamily="18" charset="0"/>
                                  </a:rPr>
                                  <m:t>4</m:t>
                                </m:r>
                              </m:num>
                              <m:den>
                                <m:r>
                                  <a:rPr lang="en-US" sz="1000" b="0" i="1" smtClean="0">
                                    <a:latin typeface="Cambria Math" panose="02040503050406030204" pitchFamily="18" charset="0"/>
                                  </a:rPr>
                                  <m:t>3</m:t>
                                </m:r>
                              </m:den>
                            </m:f>
                          </m:e>
                        </m:d>
                      </m:e>
                      <m:sup>
                        <m:r>
                          <a:rPr lang="en-US" sz="1000" b="0" i="1" smtClean="0">
                            <a:latin typeface="Cambria Math" panose="02040503050406030204" pitchFamily="18" charset="0"/>
                          </a:rPr>
                          <m:t>2</m:t>
                        </m:r>
                      </m:sup>
                    </m:sSup>
                    <m:r>
                      <a:rPr lang="en-US" sz="1000" b="0" i="1" smtClean="0">
                        <a:latin typeface="Cambria Math" panose="02040503050406030204" pitchFamily="18" charset="0"/>
                      </a:rPr>
                      <m:t>=</m:t>
                    </m:r>
                    <m:d>
                      <m:dPr>
                        <m:ctrlPr>
                          <a:rPr lang="en-US" sz="1000" b="0" i="1" smtClean="0">
                            <a:latin typeface="Cambria Math" panose="02040503050406030204" pitchFamily="18" charset="0"/>
                          </a:rPr>
                        </m:ctrlPr>
                      </m:dPr>
                      <m:e>
                        <m:f>
                          <m:fPr>
                            <m:ctrlPr>
                              <a:rPr lang="en-US" sz="1000" b="0" i="1" smtClean="0">
                                <a:latin typeface="Cambria Math" panose="02040503050406030204" pitchFamily="18" charset="0"/>
                              </a:rPr>
                            </m:ctrlPr>
                          </m:fPr>
                          <m:num>
                            <m:sSup>
                              <m:sSupPr>
                                <m:ctrlPr>
                                  <a:rPr lang="en-US" sz="1000" b="0" i="1" smtClean="0">
                                    <a:latin typeface="Cambria Math" panose="02040503050406030204" pitchFamily="18" charset="0"/>
                                  </a:rPr>
                                </m:ctrlPr>
                              </m:sSupPr>
                              <m:e>
                                <m:r>
                                  <a:rPr lang="en-US" sz="1000" b="0" i="1" smtClean="0">
                                    <a:latin typeface="Cambria Math" panose="02040503050406030204" pitchFamily="18" charset="0"/>
                                  </a:rPr>
                                  <m:t>4</m:t>
                                </m:r>
                              </m:e>
                              <m:sup>
                                <m:r>
                                  <a:rPr lang="en-US" sz="1000" b="0" i="1" smtClean="0">
                                    <a:latin typeface="Cambria Math" panose="02040503050406030204" pitchFamily="18" charset="0"/>
                                  </a:rPr>
                                  <m:t>2</m:t>
                                </m:r>
                              </m:sup>
                            </m:sSup>
                          </m:num>
                          <m:den>
                            <m:sSup>
                              <m:sSupPr>
                                <m:ctrlPr>
                                  <a:rPr lang="en-US" sz="1000" b="0" i="1" smtClean="0">
                                    <a:latin typeface="Cambria Math" panose="02040503050406030204" pitchFamily="18" charset="0"/>
                                  </a:rPr>
                                </m:ctrlPr>
                              </m:sSupPr>
                              <m:e>
                                <m:r>
                                  <a:rPr lang="en-US" sz="1000" b="0" i="1" smtClean="0">
                                    <a:latin typeface="Cambria Math" panose="02040503050406030204" pitchFamily="18" charset="0"/>
                                  </a:rPr>
                                  <m:t>3</m:t>
                                </m:r>
                              </m:e>
                              <m:sup>
                                <m:r>
                                  <a:rPr lang="en-US" sz="1000" b="0" i="1" smtClean="0">
                                    <a:latin typeface="Cambria Math" panose="02040503050406030204" pitchFamily="18" charset="0"/>
                                  </a:rPr>
                                  <m:t>2</m:t>
                                </m:r>
                              </m:sup>
                            </m:sSup>
                          </m:den>
                        </m:f>
                      </m:e>
                    </m:d>
                    <m:r>
                      <a:rPr lang="en-US" sz="1000" b="0" i="1" smtClean="0">
                        <a:latin typeface="Cambria Math" panose="02040503050406030204" pitchFamily="18" charset="0"/>
                      </a:rPr>
                      <m:t>=</m:t>
                    </m:r>
                    <m:f>
                      <m:fPr>
                        <m:ctrlPr>
                          <a:rPr lang="en-US" sz="1000" b="0" i="1" smtClean="0">
                            <a:latin typeface="Cambria Math" panose="02040503050406030204" pitchFamily="18" charset="0"/>
                          </a:rPr>
                        </m:ctrlPr>
                      </m:fPr>
                      <m:num>
                        <m:r>
                          <a:rPr lang="en-US" sz="1000" b="0" i="1" smtClean="0">
                            <a:latin typeface="Cambria Math" panose="02040503050406030204" pitchFamily="18" charset="0"/>
                          </a:rPr>
                          <m:t>16</m:t>
                        </m:r>
                      </m:num>
                      <m:den>
                        <m:r>
                          <a:rPr lang="en-US" sz="1000" b="0" i="1" smtClean="0">
                            <a:latin typeface="Cambria Math" panose="02040503050406030204" pitchFamily="18" charset="0"/>
                          </a:rPr>
                          <m:t>9</m:t>
                        </m:r>
                      </m:den>
                    </m:f>
                  </m:oMath>
                </a14:m>
                <a:r>
                  <a:rPr lang="en-US" sz="1000" b="0" i="1"/>
                  <a:t>, </a:t>
                </a:r>
                <a:r>
                  <a:rPr lang="en-US" sz="1000"/>
                  <a:t>if a fraction is raised to the negative power, then the reciprocal of the fraction is taken</a:t>
                </a:r>
                <a:endParaRPr lang="en-US" sz="1000" b="0" i="1"/>
              </a:p>
            </p:txBody>
          </p:sp>
        </mc:Choice>
        <mc:Fallback xmlns="">
          <p:sp>
            <p:nvSpPr>
              <p:cNvPr id="98" name="TextBox 97"/>
              <p:cNvSpPr txBox="1">
                <a:spLocks noRot="1" noChangeAspect="1" noMove="1" noResize="1" noEditPoints="1" noAdjustHandles="1" noChangeArrowheads="1" noChangeShapeType="1" noTextEdit="1"/>
              </p:cNvSpPr>
              <p:nvPr/>
            </p:nvSpPr>
            <p:spPr>
              <a:xfrm>
                <a:off x="57057" y="3705969"/>
                <a:ext cx="3437973" cy="920701"/>
              </a:xfrm>
              <a:prstGeom prst="rect">
                <a:avLst/>
              </a:prstGeom>
              <a:blipFill>
                <a:blip r:embed="rId2"/>
                <a:stretch>
                  <a:fillRect b="-264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9" name="TextBox 98"/>
              <p:cNvSpPr txBox="1"/>
              <p:nvPr/>
            </p:nvSpPr>
            <p:spPr>
              <a:xfrm>
                <a:off x="3518820" y="3647781"/>
                <a:ext cx="3233709" cy="1122487"/>
              </a:xfrm>
              <a:prstGeom prst="rect">
                <a:avLst/>
              </a:prstGeom>
              <a:noFill/>
            </p:spPr>
            <p:txBody>
              <a:bodyPr wrap="square" rtlCol="0">
                <a:spAutoFit/>
              </a:bodyPr>
              <a:lstStyle/>
              <a:p>
                <a:pPr marL="171450" indent="-171450">
                  <a:buFont typeface="Arial" panose="020B0604020202020204" pitchFamily="34" charset="0"/>
                  <a:buChar char="•"/>
                </a:pPr>
                <a14:m>
                  <m:oMath xmlns:m="http://schemas.openxmlformats.org/officeDocument/2006/math">
                    <m:sSup>
                      <m:sSupPr>
                        <m:ctrlPr>
                          <a:rPr lang="en-US" sz="1000" b="0" i="1" smtClean="0">
                            <a:latin typeface="Cambria Math" panose="02040503050406030204" pitchFamily="18" charset="0"/>
                          </a:rPr>
                        </m:ctrlPr>
                      </m:sSupPr>
                      <m:e>
                        <m:r>
                          <a:rPr lang="en-US" sz="1000" b="0" i="1" smtClean="0">
                            <a:latin typeface="Cambria Math" panose="02040503050406030204" pitchFamily="18" charset="0"/>
                          </a:rPr>
                          <m:t>8</m:t>
                        </m:r>
                      </m:e>
                      <m:sup>
                        <m:r>
                          <a:rPr lang="en-US" sz="1000" b="0" i="1" smtClean="0">
                            <a:latin typeface="Cambria Math" panose="02040503050406030204" pitchFamily="18" charset="0"/>
                          </a:rPr>
                          <m:t>0</m:t>
                        </m:r>
                      </m:sup>
                    </m:sSup>
                    <m:r>
                      <a:rPr lang="en-US" sz="1000" b="0" i="1" smtClean="0">
                        <a:latin typeface="Cambria Math" panose="02040503050406030204" pitchFamily="18" charset="0"/>
                      </a:rPr>
                      <m:t>=0</m:t>
                    </m:r>
                  </m:oMath>
                </a14:m>
                <a:r>
                  <a:rPr lang="en-US" sz="1000" b="0" i="1">
                    <a:latin typeface="Cambria Math" panose="02040503050406030204" pitchFamily="18" charset="0"/>
                  </a:rPr>
                  <a:t>, </a:t>
                </a:r>
                <a:r>
                  <a:rPr lang="en-US" sz="1000"/>
                  <a:t>this is a non-example as the value has been multiplied by 0</a:t>
                </a:r>
                <a:endParaRPr lang="en-US" sz="1000" b="0" i="1">
                  <a:latin typeface="Cambria Math" panose="02040503050406030204" pitchFamily="18" charset="0"/>
                </a:endParaRPr>
              </a:p>
              <a:p>
                <a:pPr marL="171450" indent="-171450">
                  <a:buFont typeface="Arial" panose="020B0604020202020204" pitchFamily="34" charset="0"/>
                  <a:buChar char="•"/>
                </a:pPr>
                <a14:m>
                  <m:oMath xmlns:m="http://schemas.openxmlformats.org/officeDocument/2006/math">
                    <m:sSup>
                      <m:sSupPr>
                        <m:ctrlPr>
                          <a:rPr lang="en-US" sz="1000" b="0" i="1" smtClean="0">
                            <a:latin typeface="Cambria Math" panose="02040503050406030204" pitchFamily="18" charset="0"/>
                          </a:rPr>
                        </m:ctrlPr>
                      </m:sSupPr>
                      <m:e>
                        <m:r>
                          <a:rPr lang="en-US" sz="1000" b="0" i="1" smtClean="0">
                            <a:latin typeface="Cambria Math" panose="02040503050406030204" pitchFamily="18" charset="0"/>
                          </a:rPr>
                          <m:t>𝑏</m:t>
                        </m:r>
                      </m:e>
                      <m:sup>
                        <m:r>
                          <a:rPr lang="en-US" sz="1000" b="0" i="1" smtClean="0">
                            <a:latin typeface="Cambria Math" panose="02040503050406030204" pitchFamily="18" charset="0"/>
                          </a:rPr>
                          <m:t>−10</m:t>
                        </m:r>
                      </m:sup>
                    </m:sSup>
                    <m:r>
                      <a:rPr lang="en-US" sz="1000" b="0" i="1" smtClean="0">
                        <a:latin typeface="Cambria Math" panose="02040503050406030204" pitchFamily="18" charset="0"/>
                      </a:rPr>
                      <m:t>=−</m:t>
                    </m:r>
                    <m:sSup>
                      <m:sSupPr>
                        <m:ctrlPr>
                          <a:rPr lang="en-US" sz="1000" b="0" i="1" smtClean="0">
                            <a:latin typeface="Cambria Math" panose="02040503050406030204" pitchFamily="18" charset="0"/>
                          </a:rPr>
                        </m:ctrlPr>
                      </m:sSupPr>
                      <m:e>
                        <m:r>
                          <a:rPr lang="en-US" sz="1000" b="0" i="1" smtClean="0">
                            <a:latin typeface="Cambria Math" panose="02040503050406030204" pitchFamily="18" charset="0"/>
                          </a:rPr>
                          <m:t>𝑏</m:t>
                        </m:r>
                      </m:e>
                      <m:sup>
                        <m:r>
                          <a:rPr lang="en-US" sz="1000" b="0" i="1" smtClean="0">
                            <a:latin typeface="Cambria Math" panose="02040503050406030204" pitchFamily="18" charset="0"/>
                          </a:rPr>
                          <m:t>10</m:t>
                        </m:r>
                      </m:sup>
                    </m:sSup>
                    <m:r>
                      <a:rPr lang="en-US" sz="1000" b="0" i="1" smtClean="0">
                        <a:latin typeface="Cambria Math" panose="02040503050406030204" pitchFamily="18" charset="0"/>
                      </a:rPr>
                      <m:t>,</m:t>
                    </m:r>
                  </m:oMath>
                </a14:m>
                <a:r>
                  <a:rPr lang="en-US" sz="1000"/>
                  <a:t> This is a non-example as the base has become negative, rather than the reciprocal</a:t>
                </a:r>
              </a:p>
              <a:p>
                <a:pPr marL="171450" indent="-171450">
                  <a:buFont typeface="Arial" panose="020B0604020202020204" pitchFamily="34" charset="0"/>
                  <a:buChar char="•"/>
                </a:pPr>
                <a14:m>
                  <m:oMath xmlns:m="http://schemas.openxmlformats.org/officeDocument/2006/math">
                    <m:sSup>
                      <m:sSupPr>
                        <m:ctrlPr>
                          <a:rPr lang="en-US" sz="1000" b="0" i="1" smtClean="0">
                            <a:latin typeface="Cambria Math" panose="02040503050406030204" pitchFamily="18" charset="0"/>
                          </a:rPr>
                        </m:ctrlPr>
                      </m:sSupPr>
                      <m:e>
                        <m:d>
                          <m:dPr>
                            <m:ctrlPr>
                              <a:rPr lang="en-US" sz="1000" b="0" i="1" smtClean="0">
                                <a:latin typeface="Cambria Math" panose="02040503050406030204" pitchFamily="18" charset="0"/>
                              </a:rPr>
                            </m:ctrlPr>
                          </m:dPr>
                          <m:e>
                            <m:f>
                              <m:fPr>
                                <m:ctrlPr>
                                  <a:rPr lang="en-US" sz="1000" b="0" i="1" smtClean="0">
                                    <a:latin typeface="Cambria Math" panose="02040503050406030204" pitchFamily="18" charset="0"/>
                                  </a:rPr>
                                </m:ctrlPr>
                              </m:fPr>
                              <m:num>
                                <m:r>
                                  <a:rPr lang="en-US" sz="1000" b="0" i="1" smtClean="0">
                                    <a:latin typeface="Cambria Math" panose="02040503050406030204" pitchFamily="18" charset="0"/>
                                  </a:rPr>
                                  <m:t>2</m:t>
                                </m:r>
                              </m:num>
                              <m:den>
                                <m:r>
                                  <a:rPr lang="en-US" sz="1000" b="0" i="1" smtClean="0">
                                    <a:latin typeface="Cambria Math" panose="02040503050406030204" pitchFamily="18" charset="0"/>
                                  </a:rPr>
                                  <m:t>5</m:t>
                                </m:r>
                              </m:den>
                            </m:f>
                          </m:e>
                        </m:d>
                      </m:e>
                      <m:sup>
                        <m:r>
                          <a:rPr lang="en-US" sz="1000" b="0" i="1" smtClean="0">
                            <a:latin typeface="Cambria Math" panose="02040503050406030204" pitchFamily="18" charset="0"/>
                          </a:rPr>
                          <m:t>2</m:t>
                        </m:r>
                      </m:sup>
                    </m:sSup>
                    <m:r>
                      <a:rPr lang="en-US" sz="1000" b="0" i="1" smtClean="0">
                        <a:latin typeface="Cambria Math" panose="02040503050406030204" pitchFamily="18" charset="0"/>
                      </a:rPr>
                      <m:t>=</m:t>
                    </m:r>
                    <m:f>
                      <m:fPr>
                        <m:ctrlPr>
                          <a:rPr lang="en-US" sz="1000" b="0" i="1" smtClean="0">
                            <a:latin typeface="Cambria Math" panose="02040503050406030204" pitchFamily="18" charset="0"/>
                          </a:rPr>
                        </m:ctrlPr>
                      </m:fPr>
                      <m:num>
                        <m:r>
                          <a:rPr lang="en-US" sz="1000" b="0" i="1" smtClean="0">
                            <a:latin typeface="Cambria Math" panose="02040503050406030204" pitchFamily="18" charset="0"/>
                          </a:rPr>
                          <m:t>4</m:t>
                        </m:r>
                      </m:num>
                      <m:den>
                        <m:r>
                          <a:rPr lang="en-US" sz="1000" b="0" i="1" smtClean="0">
                            <a:latin typeface="Cambria Math" panose="02040503050406030204" pitchFamily="18" charset="0"/>
                          </a:rPr>
                          <m:t>10</m:t>
                        </m:r>
                      </m:den>
                    </m:f>
                  </m:oMath>
                </a14:m>
                <a:r>
                  <a:rPr lang="en-US" sz="1000"/>
                  <a:t>This is a non-example as the values have been multiplied rather than squared</a:t>
                </a:r>
              </a:p>
            </p:txBody>
          </p:sp>
        </mc:Choice>
        <mc:Fallback xmlns="">
          <p:sp>
            <p:nvSpPr>
              <p:cNvPr id="99" name="TextBox 98"/>
              <p:cNvSpPr txBox="1">
                <a:spLocks noRot="1" noChangeAspect="1" noMove="1" noResize="1" noEditPoints="1" noAdjustHandles="1" noChangeArrowheads="1" noChangeShapeType="1" noTextEdit="1"/>
              </p:cNvSpPr>
              <p:nvPr/>
            </p:nvSpPr>
            <p:spPr>
              <a:xfrm>
                <a:off x="3518820" y="3647781"/>
                <a:ext cx="3233709" cy="1122487"/>
              </a:xfrm>
              <a:prstGeom prst="rect">
                <a:avLst/>
              </a:prstGeom>
              <a:blipFill>
                <a:blip r:embed="rId3"/>
                <a:stretch>
                  <a:fillRect b="-2162"/>
                </a:stretch>
              </a:blipFill>
            </p:spPr>
            <p:txBody>
              <a:bodyPr/>
              <a:lstStyle/>
              <a:p>
                <a:r>
                  <a:rPr lang="en-US">
                    <a:noFill/>
                  </a:rPr>
                  <a:t> </a:t>
                </a:r>
              </a:p>
            </p:txBody>
          </p:sp>
        </mc:Fallback>
      </mc:AlternateContent>
      <p:sp>
        <p:nvSpPr>
          <p:cNvPr id="100" name="TextBox 99"/>
          <p:cNvSpPr txBox="1"/>
          <p:nvPr/>
        </p:nvSpPr>
        <p:spPr>
          <a:xfrm>
            <a:off x="94422" y="2504246"/>
            <a:ext cx="3055214" cy="830997"/>
          </a:xfrm>
          <a:prstGeom prst="rect">
            <a:avLst/>
          </a:prstGeom>
          <a:noFill/>
        </p:spPr>
        <p:txBody>
          <a:bodyPr wrap="square" rtlCol="0">
            <a:spAutoFit/>
          </a:bodyPr>
          <a:lstStyle/>
          <a:p>
            <a:pPr marL="171450" indent="-171450">
              <a:buFont typeface="Arial" panose="020B0604020202020204" pitchFamily="34" charset="0"/>
              <a:buChar char="•"/>
            </a:pPr>
            <a:r>
              <a:rPr lang="en-US" sz="1200"/>
              <a:t>When the index of a value is negative we must make the value the reciprocal of it, to then resolve the index.</a:t>
            </a:r>
          </a:p>
          <a:p>
            <a:pPr marL="171450" indent="-171450">
              <a:buFont typeface="Arial" panose="020B0604020202020204" pitchFamily="34" charset="0"/>
              <a:buChar char="•"/>
            </a:pPr>
            <a:r>
              <a:rPr lang="en-US" sz="1200"/>
              <a:t>If an index is 0, the answer is always 1</a:t>
            </a:r>
            <a:endParaRPr lang="en-GB" sz="1200"/>
          </a:p>
        </p:txBody>
      </p:sp>
      <p:sp>
        <p:nvSpPr>
          <p:cNvPr id="101" name="TextBox 100"/>
          <p:cNvSpPr txBox="1"/>
          <p:nvPr/>
        </p:nvSpPr>
        <p:spPr>
          <a:xfrm>
            <a:off x="3493935" y="2452631"/>
            <a:ext cx="3233709" cy="830997"/>
          </a:xfrm>
          <a:prstGeom prst="rect">
            <a:avLst/>
          </a:prstGeom>
          <a:noFill/>
        </p:spPr>
        <p:txBody>
          <a:bodyPr wrap="square" rtlCol="0">
            <a:spAutoFit/>
          </a:bodyPr>
          <a:lstStyle/>
          <a:p>
            <a:pPr marL="171450" indent="-171450">
              <a:buFont typeface="Arial" panose="020B0604020202020204" pitchFamily="34" charset="0"/>
              <a:buChar char="•"/>
            </a:pPr>
            <a:r>
              <a:rPr lang="en-US" sz="1200"/>
              <a:t>Negative powers will result in fractions, often have a large square number as its denominator</a:t>
            </a:r>
          </a:p>
          <a:p>
            <a:pPr marL="171450" indent="-171450">
              <a:buFont typeface="Arial" panose="020B0604020202020204" pitchFamily="34" charset="0"/>
              <a:buChar char="•"/>
            </a:pPr>
            <a:r>
              <a:rPr lang="en-US" sz="1200"/>
              <a:t>0 powers make the answer always 1</a:t>
            </a:r>
            <a:endParaRPr lang="en-GB" sz="1200"/>
          </a:p>
        </p:txBody>
      </p:sp>
      <p:sp>
        <p:nvSpPr>
          <p:cNvPr id="32" name="TextBox 31"/>
          <p:cNvSpPr txBox="1"/>
          <p:nvPr/>
        </p:nvSpPr>
        <p:spPr>
          <a:xfrm>
            <a:off x="1483638" y="4775036"/>
            <a:ext cx="863441" cy="276999"/>
          </a:xfrm>
          <a:prstGeom prst="rect">
            <a:avLst/>
          </a:prstGeom>
          <a:noFill/>
        </p:spPr>
        <p:txBody>
          <a:bodyPr wrap="none" rtlCol="0">
            <a:spAutoFit/>
          </a:bodyPr>
          <a:lstStyle/>
          <a:p>
            <a:r>
              <a:rPr lang="en-US" sz="1200"/>
              <a:t>1. Evaluate</a:t>
            </a:r>
            <a:endParaRPr lang="en-GB" sz="1200"/>
          </a:p>
        </p:txBody>
      </p:sp>
      <p:sp>
        <p:nvSpPr>
          <p:cNvPr id="9" name="Rectangle 8"/>
          <p:cNvSpPr/>
          <p:nvPr/>
        </p:nvSpPr>
        <p:spPr>
          <a:xfrm>
            <a:off x="73032" y="4774291"/>
            <a:ext cx="1268809" cy="276999"/>
          </a:xfrm>
          <a:prstGeom prst="rect">
            <a:avLst/>
          </a:prstGeom>
          <a:solidFill>
            <a:srgbClr val="0070C0"/>
          </a:solidFill>
        </p:spPr>
        <p:style>
          <a:lnRef idx="2">
            <a:schemeClr val="dk1"/>
          </a:lnRef>
          <a:fillRef idx="1">
            <a:schemeClr val="lt1"/>
          </a:fillRef>
          <a:effectRef idx="0">
            <a:schemeClr val="dk1"/>
          </a:effectRef>
          <a:fontRef idx="minor">
            <a:schemeClr val="dk1"/>
          </a:fontRef>
        </p:style>
        <p:txBody>
          <a:bodyPr wrap="none">
            <a:spAutoFit/>
          </a:bodyPr>
          <a:lstStyle/>
          <a:p>
            <a:r>
              <a:rPr lang="en-US" sz="1200">
                <a:solidFill>
                  <a:schemeClr val="bg1"/>
                </a:solidFill>
              </a:rPr>
              <a:t>Knowledge check</a:t>
            </a:r>
          </a:p>
        </p:txBody>
      </p:sp>
      <mc:AlternateContent xmlns:mc="http://schemas.openxmlformats.org/markup-compatibility/2006">
        <mc:Choice xmlns:a14="http://schemas.microsoft.com/office/drawing/2010/main" Requires="a14">
          <p:graphicFrame>
            <p:nvGraphicFramePr>
              <p:cNvPr id="11" name="Table 11">
                <a:extLst>
                  <a:ext uri="{FF2B5EF4-FFF2-40B4-BE49-F238E27FC236}">
                    <a16:creationId xmlns:a16="http://schemas.microsoft.com/office/drawing/2014/main" id="{90FFBC89-598E-E10A-0EF5-DDD9820B1BFE}"/>
                  </a:ext>
                </a:extLst>
              </p:cNvPr>
              <p:cNvGraphicFramePr>
                <a:graphicFrameLocks noGrp="1"/>
              </p:cNvGraphicFramePr>
              <p:nvPr>
                <p:extLst>
                  <p:ext uri="{D42A27DB-BD31-4B8C-83A1-F6EECF244321}">
                    <p14:modId xmlns:p14="http://schemas.microsoft.com/office/powerpoint/2010/main" val="238639657"/>
                  </p:ext>
                </p:extLst>
              </p:nvPr>
            </p:nvGraphicFramePr>
            <p:xfrm>
              <a:off x="82208" y="5170119"/>
              <a:ext cx="6712655" cy="4566500"/>
            </p:xfrm>
            <a:graphic>
              <a:graphicData uri="http://schemas.openxmlformats.org/drawingml/2006/table">
                <a:tbl>
                  <a:tblPr>
                    <a:tableStyleId>{5C22544A-7EE6-4342-B048-85BDC9FD1C3A}</a:tableStyleId>
                  </a:tblPr>
                  <a:tblGrid>
                    <a:gridCol w="1342531">
                      <a:extLst>
                        <a:ext uri="{9D8B030D-6E8A-4147-A177-3AD203B41FA5}">
                          <a16:colId xmlns:a16="http://schemas.microsoft.com/office/drawing/2014/main" val="1053339435"/>
                        </a:ext>
                      </a:extLst>
                    </a:gridCol>
                    <a:gridCol w="1342531">
                      <a:extLst>
                        <a:ext uri="{9D8B030D-6E8A-4147-A177-3AD203B41FA5}">
                          <a16:colId xmlns:a16="http://schemas.microsoft.com/office/drawing/2014/main" val="3977002712"/>
                        </a:ext>
                      </a:extLst>
                    </a:gridCol>
                    <a:gridCol w="1342531">
                      <a:extLst>
                        <a:ext uri="{9D8B030D-6E8A-4147-A177-3AD203B41FA5}">
                          <a16:colId xmlns:a16="http://schemas.microsoft.com/office/drawing/2014/main" val="1569222136"/>
                        </a:ext>
                      </a:extLst>
                    </a:gridCol>
                    <a:gridCol w="1342531">
                      <a:extLst>
                        <a:ext uri="{9D8B030D-6E8A-4147-A177-3AD203B41FA5}">
                          <a16:colId xmlns:a16="http://schemas.microsoft.com/office/drawing/2014/main" val="1527432177"/>
                        </a:ext>
                      </a:extLst>
                    </a:gridCol>
                    <a:gridCol w="1342531">
                      <a:extLst>
                        <a:ext uri="{9D8B030D-6E8A-4147-A177-3AD203B41FA5}">
                          <a16:colId xmlns:a16="http://schemas.microsoft.com/office/drawing/2014/main" val="829718374"/>
                        </a:ext>
                      </a:extLst>
                    </a:gridCol>
                  </a:tblGrid>
                  <a:tr h="913300">
                    <a:tc>
                      <a:txBody>
                        <a:bodyPr/>
                        <a:lstStyle/>
                        <a:p>
                          <a:r>
                            <a:rPr lang="en-US" dirty="0"/>
                            <a:t>a) </a:t>
                          </a:r>
                          <a14:m>
                            <m:oMath xmlns:m="http://schemas.openxmlformats.org/officeDocument/2006/math">
                              <m:sSup>
                                <m:sSupPr>
                                  <m:ctrlPr>
                                    <a:rPr lang="en-US" i="1" smtClean="0">
                                      <a:latin typeface="Cambria Math" panose="02040503050406030204" pitchFamily="18" charset="0"/>
                                    </a:rPr>
                                  </m:ctrlPr>
                                </m:sSupPr>
                                <m:e>
                                  <m:r>
                                    <a:rPr lang="en-GB" b="0" i="1" smtClean="0">
                                      <a:latin typeface="Cambria Math" panose="02040503050406030204" pitchFamily="18" charset="0"/>
                                    </a:rPr>
                                    <m:t>1</m:t>
                                  </m:r>
                                </m:e>
                                <m:sup>
                                  <m:r>
                                    <a:rPr lang="en-GB" b="0" i="1" smtClean="0">
                                      <a:latin typeface="Cambria Math" panose="02040503050406030204" pitchFamily="18" charset="0"/>
                                    </a:rPr>
                                    <m:t>0</m:t>
                                  </m:r>
                                </m:sup>
                              </m:sSup>
                            </m:oMath>
                          </a14:m>
                          <a:endParaRPr lang="en-GB" dirty="0"/>
                        </a:p>
                        <a:p>
                          <a:pPr marL="0" marR="0" lvl="0" indent="0" algn="ctr" defTabSz="685800" rtl="0" eaLnBrk="1" fontAlgn="auto" latinLnBrk="0" hangingPunct="1">
                            <a:lnSpc>
                              <a:spcPct val="150000"/>
                            </a:lnSpc>
                            <a:spcBef>
                              <a:spcPts val="0"/>
                            </a:spcBef>
                            <a:spcAft>
                              <a:spcPts val="0"/>
                            </a:spcAft>
                            <a:buClrTx/>
                            <a:buSzTx/>
                            <a:buFont typeface="+mj-lt"/>
                            <a:buNone/>
                            <a:tabLst/>
                            <a:defRPr/>
                          </a:pP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b) </a:t>
                          </a:r>
                          <a14:m>
                            <m:oMath xmlns:m="http://schemas.openxmlformats.org/officeDocument/2006/math">
                              <m:sSup>
                                <m:sSupPr>
                                  <m:ctrlPr>
                                    <a:rPr lang="en-US" i="1" smtClean="0">
                                      <a:latin typeface="Cambria Math" panose="02040503050406030204" pitchFamily="18" charset="0"/>
                                    </a:rPr>
                                  </m:ctrlPr>
                                </m:sSupPr>
                                <m:e>
                                  <m:r>
                                    <a:rPr lang="en-GB" b="0" i="1" smtClean="0">
                                      <a:latin typeface="Cambria Math" panose="02040503050406030204" pitchFamily="18" charset="0"/>
                                    </a:rPr>
                                    <m:t>1</m:t>
                                  </m:r>
                                </m:e>
                                <m:sup>
                                  <m:r>
                                    <a:rPr lang="en-GB" i="1">
                                      <a:latin typeface="Cambria Math" panose="02040503050406030204" pitchFamily="18" charset="0"/>
                                    </a:rPr>
                                    <m:t>1</m:t>
                                  </m:r>
                                </m:sup>
                              </m:sSup>
                            </m:oMath>
                          </a14:m>
                          <a:endParaRPr lang="en-GB" dirty="0"/>
                        </a:p>
                        <a:p>
                          <a:pPr marL="0" marR="0" lvl="0" indent="0" algn="ctr" defTabSz="685800" rtl="0" eaLnBrk="1" fontAlgn="auto" latinLnBrk="0" hangingPunct="1">
                            <a:lnSpc>
                              <a:spcPct val="150000"/>
                            </a:lnSpc>
                            <a:spcBef>
                              <a:spcPts val="0"/>
                            </a:spcBef>
                            <a:spcAft>
                              <a:spcPts val="0"/>
                            </a:spcAft>
                            <a:buClrTx/>
                            <a:buSzTx/>
                            <a:buFont typeface="+mj-lt"/>
                            <a:buNone/>
                            <a:tabLst/>
                            <a:defRPr/>
                          </a:pPr>
                          <a:endParaRPr kumimoji="0" lang="en-GB" sz="1350" b="0" i="0" u="none" strike="noStrike" kern="1200" cap="none" spc="0" normalizeH="0" baseline="0" noProof="0" dirty="0">
                            <a:ln>
                              <a:noFill/>
                            </a:ln>
                            <a:solidFill>
                              <a:prstClr val="black"/>
                            </a:solidFill>
                            <a:effectLst/>
                            <a:uLnTx/>
                            <a:uFillTx/>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dirty="0"/>
                            <a:t>c) </a:t>
                          </a:r>
                          <a14:m>
                            <m:oMath xmlns:m="http://schemas.openxmlformats.org/officeDocument/2006/math">
                              <m:sSup>
                                <m:sSupPr>
                                  <m:ctrlPr>
                                    <a:rPr lang="en-US" i="1" smtClean="0">
                                      <a:latin typeface="Cambria Math" panose="02040503050406030204" pitchFamily="18" charset="0"/>
                                    </a:rPr>
                                  </m:ctrlPr>
                                </m:sSupPr>
                                <m:e>
                                  <m:r>
                                    <a:rPr lang="en-GB" b="0" i="1" smtClean="0">
                                      <a:latin typeface="Cambria Math" panose="02040503050406030204" pitchFamily="18" charset="0"/>
                                    </a:rPr>
                                    <m:t>1</m:t>
                                  </m:r>
                                </m:e>
                                <m:sup>
                                  <m:r>
                                    <a:rPr lang="en-GB" b="0" i="1" smtClean="0">
                                      <a:latin typeface="Cambria Math" panose="02040503050406030204" pitchFamily="18" charset="0"/>
                                    </a:rPr>
                                    <m:t>2</m:t>
                                  </m:r>
                                </m:sup>
                              </m:sSup>
                            </m:oMath>
                          </a14:m>
                          <a:endParaRPr lang="en-GB" dirty="0"/>
                        </a:p>
                        <a:p>
                          <a:pPr marL="0" marR="0" lvl="0" indent="0" algn="ctr" defTabSz="685800" rtl="0" eaLnBrk="1" fontAlgn="auto" latinLnBrk="0" hangingPunct="1">
                            <a:lnSpc>
                              <a:spcPct val="150000"/>
                            </a:lnSpc>
                            <a:spcBef>
                              <a:spcPts val="0"/>
                            </a:spcBef>
                            <a:spcAft>
                              <a:spcPts val="0"/>
                            </a:spcAft>
                            <a:buClrTx/>
                            <a:buSzTx/>
                            <a:buFont typeface="+mj-lt"/>
                            <a:buNone/>
                            <a:tabLst/>
                            <a:defRPr/>
                          </a:pPr>
                          <a:endParaRPr kumimoji="0" lang="en-GB" sz="1350" b="0" i="0" u="none" strike="noStrike" kern="1200" cap="none" spc="0" normalizeH="0" baseline="0" noProof="0" dirty="0">
                            <a:ln>
                              <a:noFill/>
                            </a:ln>
                            <a:solidFill>
                              <a:prstClr val="black"/>
                            </a:solidFill>
                            <a:effectLst/>
                            <a:uLnTx/>
                            <a:uFillTx/>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dirty="0"/>
                            <a:t>d) </a:t>
                          </a:r>
                          <a14:m>
                            <m:oMath xmlns:m="http://schemas.openxmlformats.org/officeDocument/2006/math">
                              <m:sSup>
                                <m:sSupPr>
                                  <m:ctrlPr>
                                    <a:rPr lang="en-US" i="1" smtClean="0">
                                      <a:latin typeface="Cambria Math" panose="02040503050406030204" pitchFamily="18" charset="0"/>
                                    </a:rPr>
                                  </m:ctrlPr>
                                </m:sSupPr>
                                <m:e>
                                  <m:r>
                                    <a:rPr lang="en-GB" b="0" i="1" smtClean="0">
                                      <a:latin typeface="Cambria Math" panose="02040503050406030204" pitchFamily="18" charset="0"/>
                                    </a:rPr>
                                    <m:t>1</m:t>
                                  </m:r>
                                </m:e>
                                <m:sup>
                                  <m:r>
                                    <a:rPr lang="en-GB" b="0" i="1" smtClean="0">
                                      <a:latin typeface="Cambria Math" panose="02040503050406030204" pitchFamily="18" charset="0"/>
                                    </a:rPr>
                                    <m:t>3</m:t>
                                  </m:r>
                                </m:sup>
                              </m:sSup>
                            </m:oMath>
                          </a14:m>
                          <a:endParaRPr lang="en-GB" dirty="0"/>
                        </a:p>
                        <a:p>
                          <a:pPr marL="0" marR="0" lvl="0" indent="0" algn="ctr" defTabSz="685800" rtl="0" eaLnBrk="1" fontAlgn="auto" latinLnBrk="0" hangingPunct="1">
                            <a:lnSpc>
                              <a:spcPct val="150000"/>
                            </a:lnSpc>
                            <a:spcBef>
                              <a:spcPts val="0"/>
                            </a:spcBef>
                            <a:spcAft>
                              <a:spcPts val="0"/>
                            </a:spcAft>
                            <a:buClrTx/>
                            <a:buSzTx/>
                            <a:buFont typeface="+mj-lt"/>
                            <a:buNone/>
                            <a:tabLst/>
                            <a:defRPr/>
                          </a:pPr>
                          <a:endParaRPr kumimoji="0" lang="en-GB" sz="1350" b="0" i="0" u="none" strike="noStrike" kern="1200" cap="none" spc="0" normalizeH="0" baseline="0" noProof="0" dirty="0">
                            <a:ln>
                              <a:noFill/>
                            </a:ln>
                            <a:solidFill>
                              <a:prstClr val="black"/>
                            </a:solidFill>
                            <a:effectLst/>
                            <a:uLnTx/>
                            <a:uFillTx/>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dirty="0"/>
                            <a:t>e) </a:t>
                          </a:r>
                          <a14:m>
                            <m:oMath xmlns:m="http://schemas.openxmlformats.org/officeDocument/2006/math">
                              <m:sSup>
                                <m:sSupPr>
                                  <m:ctrlPr>
                                    <a:rPr lang="en-US" i="1" smtClean="0">
                                      <a:latin typeface="Cambria Math" panose="02040503050406030204" pitchFamily="18" charset="0"/>
                                    </a:rPr>
                                  </m:ctrlPr>
                                </m:sSupPr>
                                <m:e>
                                  <m:r>
                                    <a:rPr lang="en-GB" b="0" i="1" smtClean="0">
                                      <a:latin typeface="Cambria Math" panose="02040503050406030204" pitchFamily="18" charset="0"/>
                                    </a:rPr>
                                    <m:t>1</m:t>
                                  </m:r>
                                </m:e>
                                <m:sup>
                                  <m:r>
                                    <a:rPr lang="en-GB" b="0" i="1" smtClean="0">
                                      <a:latin typeface="Cambria Math" panose="02040503050406030204" pitchFamily="18" charset="0"/>
                                    </a:rPr>
                                    <m:t>4</m:t>
                                  </m:r>
                                </m:sup>
                              </m:sSup>
                            </m:oMath>
                          </a14:m>
                          <a:endParaRPr lang="en-GB" dirty="0"/>
                        </a:p>
                        <a:p>
                          <a:pPr marL="0" marR="0" lvl="0" indent="0" algn="ctr" defTabSz="685800" rtl="0" eaLnBrk="1" fontAlgn="auto" latinLnBrk="0" hangingPunct="1">
                            <a:lnSpc>
                              <a:spcPct val="150000"/>
                            </a:lnSpc>
                            <a:spcBef>
                              <a:spcPts val="0"/>
                            </a:spcBef>
                            <a:spcAft>
                              <a:spcPts val="0"/>
                            </a:spcAft>
                            <a:buClrTx/>
                            <a:buSzTx/>
                            <a:buFont typeface="+mj-lt"/>
                            <a:buNone/>
                            <a:tabLst/>
                            <a:defRPr/>
                          </a:pPr>
                          <a:endParaRPr kumimoji="0" lang="en-GB" sz="1350" b="0" i="0" u="none" strike="noStrike" kern="1200" cap="none" spc="0" normalizeH="0" baseline="0" noProof="0" dirty="0">
                            <a:ln>
                              <a:noFill/>
                            </a:ln>
                            <a:solidFill>
                              <a:prstClr val="black"/>
                            </a:solidFill>
                            <a:effectLst/>
                            <a:uLnTx/>
                            <a:uFillTx/>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2567737"/>
                      </a:ext>
                    </a:extLst>
                  </a:tr>
                  <a:tr h="913300">
                    <a:tc>
                      <a:txBody>
                        <a:bodyPr/>
                        <a:lstStyle/>
                        <a:p>
                          <a:r>
                            <a:rPr lang="en-US" dirty="0"/>
                            <a:t>f) </a:t>
                          </a:r>
                          <a14:m>
                            <m:oMath xmlns:m="http://schemas.openxmlformats.org/officeDocument/2006/math">
                              <m:sSup>
                                <m:sSupPr>
                                  <m:ctrlPr>
                                    <a:rPr lang="en-US" i="1" smtClean="0">
                                      <a:latin typeface="Cambria Math" panose="02040503050406030204" pitchFamily="18" charset="0"/>
                                    </a:rPr>
                                  </m:ctrlPr>
                                </m:sSupPr>
                                <m:e>
                                  <m:r>
                                    <a:rPr lang="en-GB" b="0" i="1" smtClean="0">
                                      <a:latin typeface="Cambria Math" panose="02040503050406030204" pitchFamily="18" charset="0"/>
                                    </a:rPr>
                                    <m:t>2</m:t>
                                  </m:r>
                                </m:e>
                                <m:sup>
                                  <m:r>
                                    <a:rPr lang="en-GB" b="0" i="1" smtClean="0">
                                      <a:latin typeface="Cambria Math" panose="02040503050406030204" pitchFamily="18" charset="0"/>
                                    </a:rPr>
                                    <m:t>0</m:t>
                                  </m:r>
                                </m:sup>
                              </m:sSup>
                            </m:oMath>
                          </a14:m>
                          <a:endParaRPr lang="en-GB" dirty="0"/>
                        </a:p>
                        <a:p>
                          <a:pPr marL="0" marR="0" lvl="0" indent="0" algn="ctr" defTabSz="685800" rtl="0" eaLnBrk="1" fontAlgn="auto" latinLnBrk="0" hangingPunct="1">
                            <a:lnSpc>
                              <a:spcPct val="150000"/>
                            </a:lnSpc>
                            <a:spcBef>
                              <a:spcPts val="0"/>
                            </a:spcBef>
                            <a:spcAft>
                              <a:spcPts val="0"/>
                            </a:spcAft>
                            <a:buClrTx/>
                            <a:buSzTx/>
                            <a:buFont typeface="+mj-lt"/>
                            <a:buNone/>
                            <a:tabLst/>
                            <a:defRPr/>
                          </a:pPr>
                          <a:endParaRPr kumimoji="0" lang="en-GB" sz="1350" b="0" i="0" u="none" strike="noStrike" kern="1200" cap="none" spc="0" normalizeH="0" baseline="0" noProof="0" dirty="0">
                            <a:ln>
                              <a:noFill/>
                            </a:ln>
                            <a:solidFill>
                              <a:prstClr val="black"/>
                            </a:solidFill>
                            <a:effectLst/>
                            <a:uLnTx/>
                            <a:uFillTx/>
                            <a:latin typeface="+mn-lt"/>
                            <a:ea typeface="+mn-ea"/>
                            <a:cs typeface="+mn-cs"/>
                          </a:endParaRPr>
                        </a:p>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g) </a:t>
                          </a:r>
                          <a14:m>
                            <m:oMath xmlns:m="http://schemas.openxmlformats.org/officeDocument/2006/math">
                              <m:sSup>
                                <m:sSupPr>
                                  <m:ctrlPr>
                                    <a:rPr lang="en-US" i="1" smtClean="0">
                                      <a:latin typeface="Cambria Math" panose="02040503050406030204" pitchFamily="18" charset="0"/>
                                    </a:rPr>
                                  </m:ctrlPr>
                                </m:sSupPr>
                                <m:e>
                                  <m:r>
                                    <a:rPr lang="en-GB" b="0" i="1" smtClean="0">
                                      <a:latin typeface="Cambria Math" panose="02040503050406030204" pitchFamily="18" charset="0"/>
                                    </a:rPr>
                                    <m:t>2</m:t>
                                  </m:r>
                                </m:e>
                                <m:sup>
                                  <m:r>
                                    <a:rPr lang="en-GB" i="1">
                                      <a:latin typeface="Cambria Math" panose="02040503050406030204" pitchFamily="18" charset="0"/>
                                    </a:rPr>
                                    <m:t>1</m:t>
                                  </m:r>
                                </m:sup>
                              </m:sSup>
                            </m:oMath>
                          </a14:m>
                          <a:endParaRPr lang="en-GB" dirty="0"/>
                        </a:p>
                        <a:p>
                          <a:pPr marL="0" marR="0" lvl="0" indent="0" algn="ctr" defTabSz="685800" rtl="0" eaLnBrk="1" fontAlgn="auto" latinLnBrk="0" hangingPunct="1">
                            <a:lnSpc>
                              <a:spcPct val="150000"/>
                            </a:lnSpc>
                            <a:spcBef>
                              <a:spcPts val="0"/>
                            </a:spcBef>
                            <a:spcAft>
                              <a:spcPts val="0"/>
                            </a:spcAft>
                            <a:buClrTx/>
                            <a:buSzTx/>
                            <a:buFont typeface="+mj-lt"/>
                            <a:buNone/>
                            <a:tabLst/>
                            <a:defRPr/>
                          </a:pP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dirty="0"/>
                            <a:t>h) </a:t>
                          </a:r>
                          <a14:m>
                            <m:oMath xmlns:m="http://schemas.openxmlformats.org/officeDocument/2006/math">
                              <m:sSup>
                                <m:sSupPr>
                                  <m:ctrlPr>
                                    <a:rPr lang="en-US" i="1" smtClean="0">
                                      <a:latin typeface="Cambria Math" panose="02040503050406030204" pitchFamily="18" charset="0"/>
                                    </a:rPr>
                                  </m:ctrlPr>
                                </m:sSupPr>
                                <m:e>
                                  <m:r>
                                    <a:rPr lang="en-GB" b="0" i="1" smtClean="0">
                                      <a:latin typeface="Cambria Math" panose="02040503050406030204" pitchFamily="18" charset="0"/>
                                    </a:rPr>
                                    <m:t>2</m:t>
                                  </m:r>
                                </m:e>
                                <m:sup>
                                  <m:r>
                                    <a:rPr lang="en-GB" b="0" i="1" smtClean="0">
                                      <a:latin typeface="Cambria Math" panose="02040503050406030204" pitchFamily="18" charset="0"/>
                                    </a:rPr>
                                    <m:t>2</m:t>
                                  </m:r>
                                </m:sup>
                              </m:sSup>
                            </m:oMath>
                          </a14:m>
                          <a:endParaRPr lang="en-GB" dirty="0"/>
                        </a:p>
                        <a:p>
                          <a:pPr marL="0" marR="0" lvl="0" indent="0" algn="ctr" defTabSz="685800" rtl="0" eaLnBrk="1" fontAlgn="auto" latinLnBrk="0" hangingPunct="1">
                            <a:lnSpc>
                              <a:spcPct val="150000"/>
                            </a:lnSpc>
                            <a:spcBef>
                              <a:spcPts val="0"/>
                            </a:spcBef>
                            <a:spcAft>
                              <a:spcPts val="0"/>
                            </a:spcAft>
                            <a:buClrTx/>
                            <a:buSzTx/>
                            <a:buFont typeface="+mj-lt"/>
                            <a:buNone/>
                            <a:tabLst/>
                            <a:defRPr/>
                          </a:pP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dirty="0"/>
                            <a:t>i) </a:t>
                          </a:r>
                          <a14:m>
                            <m:oMath xmlns:m="http://schemas.openxmlformats.org/officeDocument/2006/math">
                              <m:sSup>
                                <m:sSupPr>
                                  <m:ctrlPr>
                                    <a:rPr lang="en-US" i="1" smtClean="0">
                                      <a:latin typeface="Cambria Math" panose="02040503050406030204" pitchFamily="18" charset="0"/>
                                    </a:rPr>
                                  </m:ctrlPr>
                                </m:sSupPr>
                                <m:e>
                                  <m:r>
                                    <a:rPr lang="en-GB" b="0" i="1" smtClean="0">
                                      <a:latin typeface="Cambria Math" panose="02040503050406030204" pitchFamily="18" charset="0"/>
                                    </a:rPr>
                                    <m:t>2</m:t>
                                  </m:r>
                                </m:e>
                                <m:sup>
                                  <m:r>
                                    <a:rPr lang="en-GB" b="0" i="1" smtClean="0">
                                      <a:latin typeface="Cambria Math" panose="02040503050406030204" pitchFamily="18" charset="0"/>
                                    </a:rPr>
                                    <m:t>3</m:t>
                                  </m:r>
                                </m:sup>
                              </m:sSup>
                            </m:oMath>
                          </a14:m>
                          <a:endParaRPr lang="en-GB" dirty="0"/>
                        </a:p>
                        <a:p>
                          <a:pPr marL="0" marR="0" lvl="0" indent="0" algn="ctr" defTabSz="685800" rtl="0" eaLnBrk="1" fontAlgn="auto" latinLnBrk="0" hangingPunct="1">
                            <a:lnSpc>
                              <a:spcPct val="150000"/>
                            </a:lnSpc>
                            <a:spcBef>
                              <a:spcPts val="0"/>
                            </a:spcBef>
                            <a:spcAft>
                              <a:spcPts val="0"/>
                            </a:spcAft>
                            <a:buClrTx/>
                            <a:buSzTx/>
                            <a:buFont typeface="+mj-lt"/>
                            <a:buNone/>
                            <a:tabLst/>
                            <a:defRPr/>
                          </a:pPr>
                          <a:endParaRPr kumimoji="0" lang="en-GB" sz="1350" b="0" i="0" u="none" strike="noStrike" kern="1200" cap="none" spc="0" normalizeH="0" baseline="0" noProof="0" dirty="0">
                            <a:ln>
                              <a:noFill/>
                            </a:ln>
                            <a:solidFill>
                              <a:prstClr val="black"/>
                            </a:solidFill>
                            <a:effectLst/>
                            <a:uLnTx/>
                            <a:uFillTx/>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dirty="0"/>
                            <a:t>j) </a:t>
                          </a:r>
                          <a14:m>
                            <m:oMath xmlns:m="http://schemas.openxmlformats.org/officeDocument/2006/math">
                              <m:sSup>
                                <m:sSupPr>
                                  <m:ctrlPr>
                                    <a:rPr lang="en-US" i="1" smtClean="0">
                                      <a:latin typeface="Cambria Math" panose="02040503050406030204" pitchFamily="18" charset="0"/>
                                    </a:rPr>
                                  </m:ctrlPr>
                                </m:sSupPr>
                                <m:e>
                                  <m:r>
                                    <a:rPr lang="en-GB" b="0" i="1" smtClean="0">
                                      <a:latin typeface="Cambria Math" panose="02040503050406030204" pitchFamily="18" charset="0"/>
                                    </a:rPr>
                                    <m:t>2</m:t>
                                  </m:r>
                                </m:e>
                                <m:sup>
                                  <m:r>
                                    <a:rPr lang="en-GB" b="0" i="1" smtClean="0">
                                      <a:latin typeface="Cambria Math" panose="02040503050406030204" pitchFamily="18" charset="0"/>
                                    </a:rPr>
                                    <m:t>4</m:t>
                                  </m:r>
                                </m:sup>
                              </m:sSup>
                            </m:oMath>
                          </a14:m>
                          <a:endParaRPr lang="en-GB" dirty="0"/>
                        </a:p>
                        <a:p>
                          <a:pPr marL="0" marR="0" lvl="0" indent="0" algn="ctr" defTabSz="685800" rtl="0" eaLnBrk="1" fontAlgn="auto" latinLnBrk="0" hangingPunct="1">
                            <a:lnSpc>
                              <a:spcPct val="150000"/>
                            </a:lnSpc>
                            <a:spcBef>
                              <a:spcPts val="0"/>
                            </a:spcBef>
                            <a:spcAft>
                              <a:spcPts val="0"/>
                            </a:spcAft>
                            <a:buClrTx/>
                            <a:buSzTx/>
                            <a:buFont typeface="+mj-lt"/>
                            <a:buNone/>
                            <a:tabLst/>
                            <a:defRPr/>
                          </a:pPr>
                          <a:endParaRPr kumimoji="0" lang="en-GB" sz="1350" b="0" i="0" u="none" strike="noStrike" kern="1200" cap="none" spc="0" normalizeH="0" baseline="0" noProof="0" dirty="0">
                            <a:ln>
                              <a:noFill/>
                            </a:ln>
                            <a:solidFill>
                              <a:prstClr val="black"/>
                            </a:solidFill>
                            <a:effectLst/>
                            <a:uLnTx/>
                            <a:uFillTx/>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72685978"/>
                      </a:ext>
                    </a:extLst>
                  </a:tr>
                  <a:tr h="913300">
                    <a:tc>
                      <a:txBody>
                        <a:bodyPr/>
                        <a:lstStyle/>
                        <a:p>
                          <a:r>
                            <a:rPr lang="en-US" dirty="0"/>
                            <a:t>k) </a:t>
                          </a:r>
                          <a14:m>
                            <m:oMath xmlns:m="http://schemas.openxmlformats.org/officeDocument/2006/math">
                              <m:sSup>
                                <m:sSupPr>
                                  <m:ctrlPr>
                                    <a:rPr lang="en-US" i="1" smtClean="0">
                                      <a:latin typeface="Cambria Math" panose="02040503050406030204" pitchFamily="18" charset="0"/>
                                    </a:rPr>
                                  </m:ctrlPr>
                                </m:sSupPr>
                                <m:e>
                                  <m:r>
                                    <a:rPr lang="en-GB" b="0" i="1" smtClean="0">
                                      <a:latin typeface="Cambria Math" panose="02040503050406030204" pitchFamily="18" charset="0"/>
                                    </a:rPr>
                                    <m:t>3</m:t>
                                  </m:r>
                                </m:e>
                                <m:sup>
                                  <m:r>
                                    <a:rPr lang="en-GB" b="0" i="1" smtClean="0">
                                      <a:latin typeface="Cambria Math" panose="02040503050406030204" pitchFamily="18" charset="0"/>
                                    </a:rPr>
                                    <m:t>0</m:t>
                                  </m:r>
                                </m:sup>
                              </m:sSup>
                            </m:oMath>
                          </a14:m>
                          <a:endParaRPr lang="en-GB" dirty="0"/>
                        </a:p>
                        <a:p>
                          <a:pPr marL="0" marR="0" lvl="0" indent="0" algn="ctr" defTabSz="685800" rtl="0" eaLnBrk="1" fontAlgn="auto" latinLnBrk="0" hangingPunct="1">
                            <a:lnSpc>
                              <a:spcPct val="150000"/>
                            </a:lnSpc>
                            <a:spcBef>
                              <a:spcPts val="0"/>
                            </a:spcBef>
                            <a:spcAft>
                              <a:spcPts val="0"/>
                            </a:spcAft>
                            <a:buClrTx/>
                            <a:buSzTx/>
                            <a:buFont typeface="+mj-lt"/>
                            <a:buNone/>
                            <a:tabLst/>
                            <a:defRPr/>
                          </a:pPr>
                          <a:endParaRPr kumimoji="0" lang="en-GB" sz="1350" b="0" i="0" u="none" strike="noStrike" kern="1200" cap="none" spc="0" normalizeH="0" baseline="0" noProof="0" dirty="0">
                            <a:ln>
                              <a:noFill/>
                            </a:ln>
                            <a:solidFill>
                              <a:prstClr val="black"/>
                            </a:solidFill>
                            <a:effectLst/>
                            <a:uLnTx/>
                            <a:uFillTx/>
                            <a:latin typeface="+mn-lt"/>
                            <a:ea typeface="+mn-ea"/>
                            <a:cs typeface="+mn-cs"/>
                          </a:endParaRPr>
                        </a:p>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l) </a:t>
                          </a:r>
                          <a14:m>
                            <m:oMath xmlns:m="http://schemas.openxmlformats.org/officeDocument/2006/math">
                              <m:sSup>
                                <m:sSupPr>
                                  <m:ctrlPr>
                                    <a:rPr lang="en-US" i="1" smtClean="0">
                                      <a:latin typeface="Cambria Math" panose="02040503050406030204" pitchFamily="18" charset="0"/>
                                    </a:rPr>
                                  </m:ctrlPr>
                                </m:sSupPr>
                                <m:e>
                                  <m:r>
                                    <a:rPr lang="en-GB" b="0" i="1" smtClean="0">
                                      <a:latin typeface="Cambria Math" panose="02040503050406030204" pitchFamily="18" charset="0"/>
                                    </a:rPr>
                                    <m:t>3</m:t>
                                  </m:r>
                                </m:e>
                                <m:sup>
                                  <m:r>
                                    <a:rPr lang="en-GB" i="1">
                                      <a:latin typeface="Cambria Math" panose="02040503050406030204" pitchFamily="18" charset="0"/>
                                    </a:rPr>
                                    <m:t>1</m:t>
                                  </m:r>
                                </m:sup>
                              </m:sSup>
                            </m:oMath>
                          </a14:m>
                          <a:endParaRPr lang="en-GB" dirty="0"/>
                        </a:p>
                        <a:p>
                          <a:pPr marL="0" marR="0" lvl="0" indent="0" algn="ctr" defTabSz="685800" rtl="0" eaLnBrk="1" fontAlgn="auto" latinLnBrk="0" hangingPunct="1">
                            <a:lnSpc>
                              <a:spcPct val="150000"/>
                            </a:lnSpc>
                            <a:spcBef>
                              <a:spcPts val="0"/>
                            </a:spcBef>
                            <a:spcAft>
                              <a:spcPts val="0"/>
                            </a:spcAft>
                            <a:buClrTx/>
                            <a:buSzTx/>
                            <a:buFont typeface="+mj-lt"/>
                            <a:buNone/>
                            <a:tabLst/>
                            <a:defRPr/>
                          </a:pP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dirty="0"/>
                            <a:t>m) </a:t>
                          </a:r>
                          <a14:m>
                            <m:oMath xmlns:m="http://schemas.openxmlformats.org/officeDocument/2006/math">
                              <m:sSup>
                                <m:sSupPr>
                                  <m:ctrlPr>
                                    <a:rPr lang="en-US" i="1" smtClean="0">
                                      <a:latin typeface="Cambria Math" panose="02040503050406030204" pitchFamily="18" charset="0"/>
                                    </a:rPr>
                                  </m:ctrlPr>
                                </m:sSupPr>
                                <m:e>
                                  <m:r>
                                    <a:rPr lang="en-GB" b="0" i="1" smtClean="0">
                                      <a:latin typeface="Cambria Math" panose="02040503050406030204" pitchFamily="18" charset="0"/>
                                    </a:rPr>
                                    <m:t>3</m:t>
                                  </m:r>
                                </m:e>
                                <m:sup>
                                  <m:r>
                                    <a:rPr lang="en-GB" b="0" i="1" smtClean="0">
                                      <a:latin typeface="Cambria Math" panose="02040503050406030204" pitchFamily="18" charset="0"/>
                                    </a:rPr>
                                    <m:t>2</m:t>
                                  </m:r>
                                </m:sup>
                              </m:sSup>
                            </m:oMath>
                          </a14:m>
                          <a:endParaRPr lang="en-GB" dirty="0"/>
                        </a:p>
                        <a:p>
                          <a:pPr marL="0" marR="0" lvl="0" indent="0" algn="ctr" defTabSz="685800" rtl="0" eaLnBrk="1" fontAlgn="auto" latinLnBrk="0" hangingPunct="1">
                            <a:lnSpc>
                              <a:spcPct val="150000"/>
                            </a:lnSpc>
                            <a:spcBef>
                              <a:spcPts val="0"/>
                            </a:spcBef>
                            <a:spcAft>
                              <a:spcPts val="0"/>
                            </a:spcAft>
                            <a:buClrTx/>
                            <a:buSzTx/>
                            <a:buFont typeface="+mj-lt"/>
                            <a:buNone/>
                            <a:tabLst/>
                            <a:defRPr/>
                          </a:pP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dirty="0"/>
                            <a:t>n) </a:t>
                          </a:r>
                          <a14:m>
                            <m:oMath xmlns:m="http://schemas.openxmlformats.org/officeDocument/2006/math">
                              <m:sSup>
                                <m:sSupPr>
                                  <m:ctrlPr>
                                    <a:rPr lang="en-US" i="1" smtClean="0">
                                      <a:latin typeface="Cambria Math" panose="02040503050406030204" pitchFamily="18" charset="0"/>
                                    </a:rPr>
                                  </m:ctrlPr>
                                </m:sSupPr>
                                <m:e>
                                  <m:r>
                                    <a:rPr lang="en-GB" b="0" i="1" smtClean="0">
                                      <a:latin typeface="Cambria Math" panose="02040503050406030204" pitchFamily="18" charset="0"/>
                                    </a:rPr>
                                    <m:t>3</m:t>
                                  </m:r>
                                </m:e>
                                <m:sup>
                                  <m:r>
                                    <a:rPr lang="en-GB" b="0" i="1" smtClean="0">
                                      <a:latin typeface="Cambria Math" panose="02040503050406030204" pitchFamily="18" charset="0"/>
                                    </a:rPr>
                                    <m:t>3</m:t>
                                  </m:r>
                                </m:sup>
                              </m:sSup>
                            </m:oMath>
                          </a14:m>
                          <a:endParaRPr lang="en-GB" dirty="0"/>
                        </a:p>
                        <a:p>
                          <a:pPr marL="0" marR="0" lvl="0" indent="0" algn="ctr" defTabSz="685800" rtl="0" eaLnBrk="1" fontAlgn="auto" latinLnBrk="0" hangingPunct="1">
                            <a:lnSpc>
                              <a:spcPct val="150000"/>
                            </a:lnSpc>
                            <a:spcBef>
                              <a:spcPts val="0"/>
                            </a:spcBef>
                            <a:spcAft>
                              <a:spcPts val="0"/>
                            </a:spcAft>
                            <a:buClrTx/>
                            <a:buSzTx/>
                            <a:buFont typeface="+mj-lt"/>
                            <a:buNone/>
                            <a:tabLst/>
                            <a:defRPr/>
                          </a:pP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dirty="0"/>
                            <a:t>o) </a:t>
                          </a:r>
                          <a14:m>
                            <m:oMath xmlns:m="http://schemas.openxmlformats.org/officeDocument/2006/math">
                              <m:sSup>
                                <m:sSupPr>
                                  <m:ctrlPr>
                                    <a:rPr lang="en-US" i="1" smtClean="0">
                                      <a:latin typeface="Cambria Math" panose="02040503050406030204" pitchFamily="18" charset="0"/>
                                    </a:rPr>
                                  </m:ctrlPr>
                                </m:sSupPr>
                                <m:e>
                                  <m:r>
                                    <a:rPr lang="en-GB" b="0" i="1" smtClean="0">
                                      <a:latin typeface="Cambria Math" panose="02040503050406030204" pitchFamily="18" charset="0"/>
                                    </a:rPr>
                                    <m:t>3</m:t>
                                  </m:r>
                                </m:e>
                                <m:sup>
                                  <m:r>
                                    <a:rPr lang="en-GB" b="0" i="1" smtClean="0">
                                      <a:latin typeface="Cambria Math" panose="02040503050406030204" pitchFamily="18" charset="0"/>
                                    </a:rPr>
                                    <m:t>4</m:t>
                                  </m:r>
                                </m:sup>
                              </m:sSup>
                            </m:oMath>
                          </a14:m>
                          <a:endParaRPr lang="en-GB" dirty="0"/>
                        </a:p>
                        <a:p>
                          <a:pPr marL="0" marR="0" lvl="0" indent="0" algn="ctr" defTabSz="685800" rtl="0" eaLnBrk="1" fontAlgn="auto" latinLnBrk="0" hangingPunct="1">
                            <a:lnSpc>
                              <a:spcPct val="150000"/>
                            </a:lnSpc>
                            <a:spcBef>
                              <a:spcPts val="0"/>
                            </a:spcBef>
                            <a:spcAft>
                              <a:spcPts val="0"/>
                            </a:spcAft>
                            <a:buClrTx/>
                            <a:buSzTx/>
                            <a:buFont typeface="+mj-lt"/>
                            <a:buNone/>
                            <a:tabLst/>
                            <a:defRPr/>
                          </a:pPr>
                          <a:endParaRPr kumimoji="0" lang="en-GB" sz="1350" b="0" i="0"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88126454"/>
                      </a:ext>
                    </a:extLst>
                  </a:tr>
                  <a:tr h="913300">
                    <a:tc>
                      <a:txBody>
                        <a:bodyPr/>
                        <a:lstStyle/>
                        <a:p>
                          <a:r>
                            <a:rPr lang="en-US" i="0" dirty="0">
                              <a:latin typeface="+mn-lt"/>
                            </a:rPr>
                            <a:t>p)</a:t>
                          </a:r>
                          <a:r>
                            <a:rPr lang="en-US" i="0" baseline="0" dirty="0">
                              <a:latin typeface="+mn-lt"/>
                            </a:rPr>
                            <a:t> </a:t>
                          </a:r>
                          <a14:m>
                            <m:oMath xmlns:m="http://schemas.openxmlformats.org/officeDocument/2006/math">
                              <m:sSup>
                                <m:sSupPr>
                                  <m:ctrlPr>
                                    <a:rPr lang="en-US" i="1" smtClean="0">
                                      <a:latin typeface="Cambria Math" panose="02040503050406030204" pitchFamily="18" charset="0"/>
                                    </a:rPr>
                                  </m:ctrlPr>
                                </m:sSupPr>
                                <m:e>
                                  <m:r>
                                    <a:rPr lang="en-GB" b="0" i="1" smtClean="0">
                                      <a:latin typeface="Cambria Math" panose="02040503050406030204" pitchFamily="18" charset="0"/>
                                    </a:rPr>
                                    <m:t>4</m:t>
                                  </m:r>
                                </m:e>
                                <m:sup>
                                  <m:r>
                                    <a:rPr lang="en-GB" b="0" i="1" smtClean="0">
                                      <a:latin typeface="Cambria Math" panose="02040503050406030204" pitchFamily="18" charset="0"/>
                                    </a:rPr>
                                    <m:t>0</m:t>
                                  </m:r>
                                </m:sup>
                              </m:sSup>
                            </m:oMath>
                          </a14:m>
                          <a:endParaRPr lang="en-GB" dirty="0"/>
                        </a:p>
                        <a:p>
                          <a:pPr marL="0" marR="0" lvl="0" indent="0" algn="ctr" defTabSz="685800" rtl="0" eaLnBrk="1" fontAlgn="auto" latinLnBrk="0" hangingPunct="1">
                            <a:lnSpc>
                              <a:spcPct val="150000"/>
                            </a:lnSpc>
                            <a:spcBef>
                              <a:spcPts val="0"/>
                            </a:spcBef>
                            <a:spcAft>
                              <a:spcPts val="0"/>
                            </a:spcAft>
                            <a:buClrTx/>
                            <a:buSzTx/>
                            <a:buFont typeface="+mj-lt"/>
                            <a:buNone/>
                            <a:tabLst/>
                            <a:defRPr/>
                          </a:pPr>
                          <a:endParaRPr kumimoji="0" lang="en-GB" sz="1350" b="0" i="0" u="none" strike="noStrike" kern="1200" cap="none" spc="0" normalizeH="0" baseline="0" noProof="0" dirty="0">
                            <a:ln>
                              <a:noFill/>
                            </a:ln>
                            <a:solidFill>
                              <a:prstClr val="black"/>
                            </a:solidFill>
                            <a:effectLst/>
                            <a:uLnTx/>
                            <a:uFillTx/>
                            <a:latin typeface="+mn-lt"/>
                            <a:ea typeface="+mn-ea"/>
                            <a:cs typeface="+mn-cs"/>
                          </a:endParaRPr>
                        </a:p>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q) </a:t>
                          </a:r>
                          <a14:m>
                            <m:oMath xmlns:m="http://schemas.openxmlformats.org/officeDocument/2006/math">
                              <m:sSup>
                                <m:sSupPr>
                                  <m:ctrlPr>
                                    <a:rPr lang="en-US" i="1" smtClean="0">
                                      <a:latin typeface="Cambria Math" panose="02040503050406030204" pitchFamily="18" charset="0"/>
                                    </a:rPr>
                                  </m:ctrlPr>
                                </m:sSupPr>
                                <m:e>
                                  <m:r>
                                    <a:rPr lang="en-GB" b="0" i="1" smtClean="0">
                                      <a:latin typeface="Cambria Math" panose="02040503050406030204" pitchFamily="18" charset="0"/>
                                    </a:rPr>
                                    <m:t>4</m:t>
                                  </m:r>
                                </m:e>
                                <m:sup>
                                  <m:r>
                                    <a:rPr lang="en-GB" i="1">
                                      <a:latin typeface="Cambria Math" panose="02040503050406030204" pitchFamily="18" charset="0"/>
                                    </a:rPr>
                                    <m:t>1</m:t>
                                  </m:r>
                                </m:sup>
                              </m:sSup>
                            </m:oMath>
                          </a14:m>
                          <a:endParaRPr lang="en-GB" dirty="0"/>
                        </a:p>
                        <a:p>
                          <a:pPr marL="0" marR="0" lvl="0" indent="0" algn="ctr" defTabSz="685800" rtl="0" eaLnBrk="1" fontAlgn="auto" latinLnBrk="0" hangingPunct="1">
                            <a:lnSpc>
                              <a:spcPct val="150000"/>
                            </a:lnSpc>
                            <a:spcBef>
                              <a:spcPts val="0"/>
                            </a:spcBef>
                            <a:spcAft>
                              <a:spcPts val="0"/>
                            </a:spcAft>
                            <a:buClrTx/>
                            <a:buSzTx/>
                            <a:buFont typeface="+mj-lt"/>
                            <a:buNone/>
                            <a:tabLst/>
                            <a:defRPr/>
                          </a:pP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dirty="0"/>
                            <a:t>r) </a:t>
                          </a:r>
                          <a14:m>
                            <m:oMath xmlns:m="http://schemas.openxmlformats.org/officeDocument/2006/math">
                              <m:sSup>
                                <m:sSupPr>
                                  <m:ctrlPr>
                                    <a:rPr lang="en-US" i="1" smtClean="0">
                                      <a:latin typeface="Cambria Math" panose="02040503050406030204" pitchFamily="18" charset="0"/>
                                    </a:rPr>
                                  </m:ctrlPr>
                                </m:sSupPr>
                                <m:e>
                                  <m:r>
                                    <a:rPr lang="en-GB" b="0" i="1" smtClean="0">
                                      <a:latin typeface="Cambria Math" panose="02040503050406030204" pitchFamily="18" charset="0"/>
                                    </a:rPr>
                                    <m:t>4</m:t>
                                  </m:r>
                                </m:e>
                                <m:sup>
                                  <m:r>
                                    <a:rPr lang="en-GB" b="0" i="1" smtClean="0">
                                      <a:latin typeface="Cambria Math" panose="02040503050406030204" pitchFamily="18" charset="0"/>
                                    </a:rPr>
                                    <m:t>2</m:t>
                                  </m:r>
                                </m:sup>
                              </m:sSup>
                            </m:oMath>
                          </a14:m>
                          <a:endParaRPr lang="en-GB" dirty="0"/>
                        </a:p>
                        <a:p>
                          <a:pPr marL="0" marR="0" lvl="0" indent="0" algn="ctr" defTabSz="685800" rtl="0" eaLnBrk="1" fontAlgn="auto" latinLnBrk="0" hangingPunct="1">
                            <a:lnSpc>
                              <a:spcPct val="150000"/>
                            </a:lnSpc>
                            <a:spcBef>
                              <a:spcPts val="0"/>
                            </a:spcBef>
                            <a:spcAft>
                              <a:spcPts val="0"/>
                            </a:spcAft>
                            <a:buClrTx/>
                            <a:buSzTx/>
                            <a:buFont typeface="+mj-lt"/>
                            <a:buNone/>
                            <a:tabLst/>
                            <a:defRPr/>
                          </a:pP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dirty="0"/>
                            <a:t>s) </a:t>
                          </a:r>
                          <a14:m>
                            <m:oMath xmlns:m="http://schemas.openxmlformats.org/officeDocument/2006/math">
                              <m:sSup>
                                <m:sSupPr>
                                  <m:ctrlPr>
                                    <a:rPr lang="en-US" i="1" smtClean="0">
                                      <a:latin typeface="Cambria Math" panose="02040503050406030204" pitchFamily="18" charset="0"/>
                                    </a:rPr>
                                  </m:ctrlPr>
                                </m:sSupPr>
                                <m:e>
                                  <m:r>
                                    <a:rPr lang="en-GB" b="0" i="1" smtClean="0">
                                      <a:latin typeface="Cambria Math" panose="02040503050406030204" pitchFamily="18" charset="0"/>
                                    </a:rPr>
                                    <m:t>4</m:t>
                                  </m:r>
                                </m:e>
                                <m:sup>
                                  <m:r>
                                    <a:rPr lang="en-GB" b="0" i="1" smtClean="0">
                                      <a:latin typeface="Cambria Math" panose="02040503050406030204" pitchFamily="18" charset="0"/>
                                    </a:rPr>
                                    <m:t>3</m:t>
                                  </m:r>
                                </m:sup>
                              </m:sSup>
                            </m:oMath>
                          </a14:m>
                          <a:endParaRPr lang="en-GB" dirty="0"/>
                        </a:p>
                        <a:p>
                          <a:pPr marL="0" marR="0" lvl="0" indent="0" algn="ctr" defTabSz="685800" rtl="0" eaLnBrk="1" fontAlgn="auto" latinLnBrk="0" hangingPunct="1">
                            <a:lnSpc>
                              <a:spcPct val="150000"/>
                            </a:lnSpc>
                            <a:spcBef>
                              <a:spcPts val="0"/>
                            </a:spcBef>
                            <a:spcAft>
                              <a:spcPts val="0"/>
                            </a:spcAft>
                            <a:buClrTx/>
                            <a:buSzTx/>
                            <a:buFont typeface="+mj-lt"/>
                            <a:buNone/>
                            <a:tabLst/>
                            <a:defRPr/>
                          </a:pP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dirty="0"/>
                            <a:t>t) </a:t>
                          </a:r>
                          <a14:m>
                            <m:oMath xmlns:m="http://schemas.openxmlformats.org/officeDocument/2006/math">
                              <m:sSup>
                                <m:sSupPr>
                                  <m:ctrlPr>
                                    <a:rPr lang="en-US" i="1" smtClean="0">
                                      <a:latin typeface="Cambria Math" panose="02040503050406030204" pitchFamily="18" charset="0"/>
                                    </a:rPr>
                                  </m:ctrlPr>
                                </m:sSupPr>
                                <m:e>
                                  <m:r>
                                    <a:rPr lang="en-GB" b="0" i="1" smtClean="0">
                                      <a:latin typeface="Cambria Math" panose="02040503050406030204" pitchFamily="18" charset="0"/>
                                    </a:rPr>
                                    <m:t>4</m:t>
                                  </m:r>
                                </m:e>
                                <m:sup>
                                  <m:r>
                                    <a:rPr lang="en-GB" b="0" i="1" smtClean="0">
                                      <a:latin typeface="Cambria Math" panose="02040503050406030204" pitchFamily="18" charset="0"/>
                                    </a:rPr>
                                    <m:t>4</m:t>
                                  </m:r>
                                </m:sup>
                              </m:sSup>
                            </m:oMath>
                          </a14:m>
                          <a:endParaRPr lang="en-GB" dirty="0"/>
                        </a:p>
                        <a:p>
                          <a:pPr marL="0" marR="0" lvl="0" indent="0" algn="ctr" defTabSz="685800" rtl="0" eaLnBrk="1" fontAlgn="auto" latinLnBrk="0" hangingPunct="1">
                            <a:lnSpc>
                              <a:spcPct val="150000"/>
                            </a:lnSpc>
                            <a:spcBef>
                              <a:spcPts val="0"/>
                            </a:spcBef>
                            <a:spcAft>
                              <a:spcPts val="0"/>
                            </a:spcAft>
                            <a:buClrTx/>
                            <a:buSzTx/>
                            <a:buFont typeface="+mj-lt"/>
                            <a:buNone/>
                            <a:tabLst/>
                            <a:defRPr/>
                          </a:pP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34361188"/>
                      </a:ext>
                    </a:extLst>
                  </a:tr>
                  <a:tr h="913300">
                    <a:tc>
                      <a:txBody>
                        <a:bodyPr/>
                        <a:lstStyle/>
                        <a:p>
                          <a:r>
                            <a:rPr lang="en-US" dirty="0"/>
                            <a:t>u) </a:t>
                          </a:r>
                          <a14:m>
                            <m:oMath xmlns:m="http://schemas.openxmlformats.org/officeDocument/2006/math">
                              <m:sSup>
                                <m:sSupPr>
                                  <m:ctrlPr>
                                    <a:rPr lang="en-US" i="1" smtClean="0">
                                      <a:latin typeface="Cambria Math" panose="02040503050406030204" pitchFamily="18" charset="0"/>
                                    </a:rPr>
                                  </m:ctrlPr>
                                </m:sSupPr>
                                <m:e>
                                  <m:r>
                                    <a:rPr lang="en-GB" b="0" i="1" smtClean="0">
                                      <a:latin typeface="Cambria Math" panose="02040503050406030204" pitchFamily="18" charset="0"/>
                                    </a:rPr>
                                    <m:t>5</m:t>
                                  </m:r>
                                </m:e>
                                <m:sup>
                                  <m:r>
                                    <a:rPr lang="en-GB" b="0" i="1" smtClean="0">
                                      <a:latin typeface="Cambria Math" panose="02040503050406030204" pitchFamily="18" charset="0"/>
                                    </a:rPr>
                                    <m:t>0</m:t>
                                  </m:r>
                                </m:sup>
                              </m:sSup>
                            </m:oMath>
                          </a14:m>
                          <a:endParaRPr lang="en-GB" dirty="0"/>
                        </a:p>
                        <a:p>
                          <a:pPr marL="0" marR="0" lvl="0" indent="0" algn="ctr" defTabSz="685800" rtl="0" eaLnBrk="1" fontAlgn="auto" latinLnBrk="0" hangingPunct="1">
                            <a:lnSpc>
                              <a:spcPct val="150000"/>
                            </a:lnSpc>
                            <a:spcBef>
                              <a:spcPts val="0"/>
                            </a:spcBef>
                            <a:spcAft>
                              <a:spcPts val="0"/>
                            </a:spcAft>
                            <a:buClrTx/>
                            <a:buSzTx/>
                            <a:buFont typeface="+mj-lt"/>
                            <a:buNone/>
                            <a:tabLst/>
                            <a:defRPr/>
                          </a:pPr>
                          <a:endParaRPr kumimoji="0" lang="en-GB" sz="1350" b="0" i="0" u="none" strike="noStrike" kern="1200" cap="none" spc="0" normalizeH="0" baseline="0" noProof="0" dirty="0">
                            <a:ln>
                              <a:noFill/>
                            </a:ln>
                            <a:solidFill>
                              <a:prstClr val="black"/>
                            </a:solidFill>
                            <a:effectLst/>
                            <a:uLnTx/>
                            <a:uFillTx/>
                            <a:latin typeface="+mn-lt"/>
                            <a:ea typeface="+mn-ea"/>
                            <a:cs typeface="+mn-cs"/>
                          </a:endParaRPr>
                        </a:p>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v) </a:t>
                          </a:r>
                          <a14:m>
                            <m:oMath xmlns:m="http://schemas.openxmlformats.org/officeDocument/2006/math">
                              <m:sSup>
                                <m:sSupPr>
                                  <m:ctrlPr>
                                    <a:rPr lang="en-US" i="1" smtClean="0">
                                      <a:latin typeface="Cambria Math" panose="02040503050406030204" pitchFamily="18" charset="0"/>
                                    </a:rPr>
                                  </m:ctrlPr>
                                </m:sSupPr>
                                <m:e>
                                  <m:r>
                                    <a:rPr lang="en-GB" b="0" i="1" smtClean="0">
                                      <a:latin typeface="Cambria Math" panose="02040503050406030204" pitchFamily="18" charset="0"/>
                                    </a:rPr>
                                    <m:t>5</m:t>
                                  </m:r>
                                </m:e>
                                <m:sup>
                                  <m:r>
                                    <a:rPr lang="en-GB" i="1">
                                      <a:latin typeface="Cambria Math" panose="02040503050406030204" pitchFamily="18" charset="0"/>
                                    </a:rPr>
                                    <m:t>1</m:t>
                                  </m:r>
                                </m:sup>
                              </m:sSup>
                            </m:oMath>
                          </a14:m>
                          <a:endParaRPr lang="en-GB" dirty="0"/>
                        </a:p>
                        <a:p>
                          <a:pPr marL="0" marR="0" lvl="0" indent="0" algn="ctr" defTabSz="685800" rtl="0" eaLnBrk="1" fontAlgn="auto" latinLnBrk="0" hangingPunct="1">
                            <a:lnSpc>
                              <a:spcPct val="150000"/>
                            </a:lnSpc>
                            <a:spcBef>
                              <a:spcPts val="0"/>
                            </a:spcBef>
                            <a:spcAft>
                              <a:spcPts val="0"/>
                            </a:spcAft>
                            <a:buClrTx/>
                            <a:buSzTx/>
                            <a:buFont typeface="+mj-lt"/>
                            <a:buNone/>
                            <a:tabLst/>
                            <a:defRPr/>
                          </a:pP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dirty="0"/>
                            <a:t>w) </a:t>
                          </a:r>
                          <a14:m>
                            <m:oMath xmlns:m="http://schemas.openxmlformats.org/officeDocument/2006/math">
                              <m:sSup>
                                <m:sSupPr>
                                  <m:ctrlPr>
                                    <a:rPr lang="en-US" i="1" smtClean="0">
                                      <a:latin typeface="Cambria Math" panose="02040503050406030204" pitchFamily="18" charset="0"/>
                                    </a:rPr>
                                  </m:ctrlPr>
                                </m:sSupPr>
                                <m:e>
                                  <m:r>
                                    <a:rPr lang="en-GB" b="0" i="1" smtClean="0">
                                      <a:latin typeface="Cambria Math" panose="02040503050406030204" pitchFamily="18" charset="0"/>
                                    </a:rPr>
                                    <m:t>5</m:t>
                                  </m:r>
                                </m:e>
                                <m:sup>
                                  <m:r>
                                    <a:rPr lang="en-GB" b="0" i="1" smtClean="0">
                                      <a:latin typeface="Cambria Math" panose="02040503050406030204" pitchFamily="18" charset="0"/>
                                    </a:rPr>
                                    <m:t>2</m:t>
                                  </m:r>
                                </m:sup>
                              </m:sSup>
                            </m:oMath>
                          </a14:m>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dirty="0"/>
                            <a:t>x) </a:t>
                          </a:r>
                          <a14:m>
                            <m:oMath xmlns:m="http://schemas.openxmlformats.org/officeDocument/2006/math">
                              <m:sSup>
                                <m:sSupPr>
                                  <m:ctrlPr>
                                    <a:rPr lang="en-US" i="1" smtClean="0">
                                      <a:latin typeface="Cambria Math" panose="02040503050406030204" pitchFamily="18" charset="0"/>
                                    </a:rPr>
                                  </m:ctrlPr>
                                </m:sSupPr>
                                <m:e>
                                  <m:r>
                                    <a:rPr lang="en-GB" b="0" i="1" smtClean="0">
                                      <a:latin typeface="Cambria Math" panose="02040503050406030204" pitchFamily="18" charset="0"/>
                                    </a:rPr>
                                    <m:t>5</m:t>
                                  </m:r>
                                </m:e>
                                <m:sup>
                                  <m:r>
                                    <a:rPr lang="en-GB" b="0" i="1" smtClean="0">
                                      <a:latin typeface="Cambria Math" panose="02040503050406030204" pitchFamily="18" charset="0"/>
                                    </a:rPr>
                                    <m:t>3</m:t>
                                  </m:r>
                                </m:sup>
                              </m:sSup>
                            </m:oMath>
                          </a14:m>
                          <a:endParaRPr lang="en-GB" dirty="0"/>
                        </a:p>
                        <a:p>
                          <a:pPr marL="0" marR="0" lvl="0" indent="0" algn="ctr" defTabSz="685800" rtl="0" eaLnBrk="1" fontAlgn="auto" latinLnBrk="0" hangingPunct="1">
                            <a:lnSpc>
                              <a:spcPct val="150000"/>
                            </a:lnSpc>
                            <a:spcBef>
                              <a:spcPts val="0"/>
                            </a:spcBef>
                            <a:spcAft>
                              <a:spcPts val="0"/>
                            </a:spcAft>
                            <a:buClrTx/>
                            <a:buSzTx/>
                            <a:buFont typeface="+mj-lt"/>
                            <a:buNone/>
                            <a:tabLst/>
                            <a:defRPr/>
                          </a:pP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dirty="0"/>
                            <a:t>y) </a:t>
                          </a:r>
                          <a14:m>
                            <m:oMath xmlns:m="http://schemas.openxmlformats.org/officeDocument/2006/math">
                              <m:sSup>
                                <m:sSupPr>
                                  <m:ctrlPr>
                                    <a:rPr lang="en-US" i="1" smtClean="0">
                                      <a:latin typeface="Cambria Math" panose="02040503050406030204" pitchFamily="18" charset="0"/>
                                    </a:rPr>
                                  </m:ctrlPr>
                                </m:sSupPr>
                                <m:e>
                                  <m:r>
                                    <a:rPr lang="en-GB" b="0" i="1" smtClean="0">
                                      <a:latin typeface="Cambria Math" panose="02040503050406030204" pitchFamily="18" charset="0"/>
                                    </a:rPr>
                                    <m:t>5</m:t>
                                  </m:r>
                                </m:e>
                                <m:sup>
                                  <m:r>
                                    <a:rPr lang="en-GB" b="0" i="1" smtClean="0">
                                      <a:latin typeface="Cambria Math" panose="02040503050406030204" pitchFamily="18" charset="0"/>
                                    </a:rPr>
                                    <m:t>4</m:t>
                                  </m:r>
                                </m:sup>
                              </m:sSup>
                            </m:oMath>
                          </a14:m>
                          <a:endParaRPr lang="en-GB" dirty="0"/>
                        </a:p>
                        <a:p>
                          <a:pPr marL="0" marR="0" lvl="0" indent="0" algn="ctr" defTabSz="685800" rtl="0" eaLnBrk="1" fontAlgn="auto" latinLnBrk="0" hangingPunct="1">
                            <a:lnSpc>
                              <a:spcPct val="150000"/>
                            </a:lnSpc>
                            <a:spcBef>
                              <a:spcPts val="0"/>
                            </a:spcBef>
                            <a:spcAft>
                              <a:spcPts val="0"/>
                            </a:spcAft>
                            <a:buClrTx/>
                            <a:buSzTx/>
                            <a:buFont typeface="+mj-lt"/>
                            <a:buNone/>
                            <a:tabLst/>
                            <a:defRPr/>
                          </a:pP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46778771"/>
                      </a:ext>
                    </a:extLst>
                  </a:tr>
                </a:tbl>
              </a:graphicData>
            </a:graphic>
          </p:graphicFrame>
        </mc:Choice>
        <mc:Fallback>
          <p:graphicFrame>
            <p:nvGraphicFramePr>
              <p:cNvPr id="11" name="Table 11">
                <a:extLst>
                  <a:ext uri="{FF2B5EF4-FFF2-40B4-BE49-F238E27FC236}">
                    <a16:creationId xmlns:a16="http://schemas.microsoft.com/office/drawing/2014/main" id="{90FFBC89-598E-E10A-0EF5-DDD9820B1BFE}"/>
                  </a:ext>
                </a:extLst>
              </p:cNvPr>
              <p:cNvGraphicFramePr>
                <a:graphicFrameLocks noGrp="1"/>
              </p:cNvGraphicFramePr>
              <p:nvPr>
                <p:extLst>
                  <p:ext uri="{D42A27DB-BD31-4B8C-83A1-F6EECF244321}">
                    <p14:modId xmlns:p14="http://schemas.microsoft.com/office/powerpoint/2010/main" val="238639657"/>
                  </p:ext>
                </p:extLst>
              </p:nvPr>
            </p:nvGraphicFramePr>
            <p:xfrm>
              <a:off x="82208" y="5170119"/>
              <a:ext cx="6712655" cy="4566500"/>
            </p:xfrm>
            <a:graphic>
              <a:graphicData uri="http://schemas.openxmlformats.org/drawingml/2006/table">
                <a:tbl>
                  <a:tblPr>
                    <a:tableStyleId>{5C22544A-7EE6-4342-B048-85BDC9FD1C3A}</a:tableStyleId>
                  </a:tblPr>
                  <a:tblGrid>
                    <a:gridCol w="1342531">
                      <a:extLst>
                        <a:ext uri="{9D8B030D-6E8A-4147-A177-3AD203B41FA5}">
                          <a16:colId xmlns:a16="http://schemas.microsoft.com/office/drawing/2014/main" val="1053339435"/>
                        </a:ext>
                      </a:extLst>
                    </a:gridCol>
                    <a:gridCol w="1342531">
                      <a:extLst>
                        <a:ext uri="{9D8B030D-6E8A-4147-A177-3AD203B41FA5}">
                          <a16:colId xmlns:a16="http://schemas.microsoft.com/office/drawing/2014/main" val="3977002712"/>
                        </a:ext>
                      </a:extLst>
                    </a:gridCol>
                    <a:gridCol w="1342531">
                      <a:extLst>
                        <a:ext uri="{9D8B030D-6E8A-4147-A177-3AD203B41FA5}">
                          <a16:colId xmlns:a16="http://schemas.microsoft.com/office/drawing/2014/main" val="1569222136"/>
                        </a:ext>
                      </a:extLst>
                    </a:gridCol>
                    <a:gridCol w="1342531">
                      <a:extLst>
                        <a:ext uri="{9D8B030D-6E8A-4147-A177-3AD203B41FA5}">
                          <a16:colId xmlns:a16="http://schemas.microsoft.com/office/drawing/2014/main" val="1527432177"/>
                        </a:ext>
                      </a:extLst>
                    </a:gridCol>
                    <a:gridCol w="1342531">
                      <a:extLst>
                        <a:ext uri="{9D8B030D-6E8A-4147-A177-3AD203B41FA5}">
                          <a16:colId xmlns:a16="http://schemas.microsoft.com/office/drawing/2014/main" val="829718374"/>
                        </a:ext>
                      </a:extLst>
                    </a:gridCol>
                  </a:tblGrid>
                  <a:tr h="9133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55" t="-667" r="-401818" b="-40133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000" t="-667" r="-300000" b="-40133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0909" t="-667" r="-201364" b="-40133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99548" t="-667" r="-100452" b="-40133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01364" t="-667" r="-909" b="-401333"/>
                          </a:stretch>
                        </a:blipFill>
                      </a:tcPr>
                    </a:tc>
                    <a:extLst>
                      <a:ext uri="{0D108BD9-81ED-4DB2-BD59-A6C34878D82A}">
                        <a16:rowId xmlns:a16="http://schemas.microsoft.com/office/drawing/2014/main" val="402567737"/>
                      </a:ext>
                    </a:extLst>
                  </a:tr>
                  <a:tr h="9133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55" t="-100667" r="-401818" b="-30133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000" t="-100667" r="-300000" b="-30133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0909" t="-100667" r="-201364" b="-30133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99548" t="-100667" r="-100452" b="-30133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01364" t="-100667" r="-909" b="-301333"/>
                          </a:stretch>
                        </a:blipFill>
                      </a:tcPr>
                    </a:tc>
                    <a:extLst>
                      <a:ext uri="{0D108BD9-81ED-4DB2-BD59-A6C34878D82A}">
                        <a16:rowId xmlns:a16="http://schemas.microsoft.com/office/drawing/2014/main" val="3672685978"/>
                      </a:ext>
                    </a:extLst>
                  </a:tr>
                  <a:tr h="9133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55" t="-200667" r="-401818" b="-20133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000" t="-200667" r="-300000" b="-20133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0909" t="-200667" r="-201364" b="-20133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99548" t="-200667" r="-100452" b="-20133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01364" t="-200667" r="-909" b="-201333"/>
                          </a:stretch>
                        </a:blipFill>
                      </a:tcPr>
                    </a:tc>
                    <a:extLst>
                      <a:ext uri="{0D108BD9-81ED-4DB2-BD59-A6C34878D82A}">
                        <a16:rowId xmlns:a16="http://schemas.microsoft.com/office/drawing/2014/main" val="3588126454"/>
                      </a:ext>
                    </a:extLst>
                  </a:tr>
                  <a:tr h="9133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55" t="-300667" r="-401818" b="-10133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000" t="-300667" r="-300000" b="-10133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0909" t="-300667" r="-201364" b="-10133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99548" t="-300667" r="-100452" b="-10133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01364" t="-300667" r="-909" b="-101333"/>
                          </a:stretch>
                        </a:blipFill>
                      </a:tcPr>
                    </a:tc>
                    <a:extLst>
                      <a:ext uri="{0D108BD9-81ED-4DB2-BD59-A6C34878D82A}">
                        <a16:rowId xmlns:a16="http://schemas.microsoft.com/office/drawing/2014/main" val="3734361188"/>
                      </a:ext>
                    </a:extLst>
                  </a:tr>
                  <a:tr h="9133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55" t="-400667" r="-401818" b="-133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000" t="-400667" r="-300000" b="-133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0909" t="-400667" r="-201364" b="-133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99548" t="-400667" r="-100452" b="-133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01364" t="-400667" r="-909" b="-1333"/>
                          </a:stretch>
                        </a:blipFill>
                      </a:tcPr>
                    </a:tc>
                    <a:extLst>
                      <a:ext uri="{0D108BD9-81ED-4DB2-BD59-A6C34878D82A}">
                        <a16:rowId xmlns:a16="http://schemas.microsoft.com/office/drawing/2014/main" val="1746778771"/>
                      </a:ext>
                    </a:extLst>
                  </a:tr>
                </a:tbl>
              </a:graphicData>
            </a:graphic>
          </p:graphicFrame>
        </mc:Fallback>
      </mc:AlternateContent>
      <p:sp>
        <p:nvSpPr>
          <p:cNvPr id="14" name="Slide Number Placeholder 13">
            <a:extLst>
              <a:ext uri="{FF2B5EF4-FFF2-40B4-BE49-F238E27FC236}">
                <a16:creationId xmlns:a16="http://schemas.microsoft.com/office/drawing/2014/main" id="{38B90CE3-BA98-4DB3-6D58-5A5E3782B0E6}"/>
              </a:ext>
            </a:extLst>
          </p:cNvPr>
          <p:cNvSpPr>
            <a:spLocks noGrp="1"/>
          </p:cNvSpPr>
          <p:nvPr>
            <p:ph type="sldNum" sz="quarter" idx="12"/>
          </p:nvPr>
        </p:nvSpPr>
        <p:spPr/>
        <p:txBody>
          <a:bodyPr/>
          <a:lstStyle/>
          <a:p>
            <a:fld id="{DFE403A4-BF53-4A18-A219-2FCD9C5F3F46}" type="slidenum">
              <a:rPr lang="en-GB" smtClean="0"/>
              <a:t>59</a:t>
            </a:fld>
            <a:endParaRPr lang="en-GB"/>
          </a:p>
        </p:txBody>
      </p:sp>
      <p:sp>
        <p:nvSpPr>
          <p:cNvPr id="2" name="Rectangle 1">
            <a:extLst>
              <a:ext uri="{FF2B5EF4-FFF2-40B4-BE49-F238E27FC236}">
                <a16:creationId xmlns:a16="http://schemas.microsoft.com/office/drawing/2014/main" id="{2B425DF1-28B7-EBE1-647B-2F9D0477FD82}"/>
              </a:ext>
            </a:extLst>
          </p:cNvPr>
          <p:cNvSpPr/>
          <p:nvPr/>
        </p:nvSpPr>
        <p:spPr>
          <a:xfrm>
            <a:off x="-3557" y="5813"/>
            <a:ext cx="6858000" cy="2880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Subtopic 7b – Zero and Negative Indices</a:t>
            </a:r>
            <a:endParaRPr lang="en-GB" b="1" dirty="0"/>
          </a:p>
        </p:txBody>
      </p:sp>
    </p:spTree>
    <p:extLst>
      <p:ext uri="{BB962C8B-B14F-4D97-AF65-F5344CB8AC3E}">
        <p14:creationId xmlns:p14="http://schemas.microsoft.com/office/powerpoint/2010/main" val="333710001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6">
            <a:extLst>
              <a:ext uri="{FF2B5EF4-FFF2-40B4-BE49-F238E27FC236}">
                <a16:creationId xmlns:a16="http://schemas.microsoft.com/office/drawing/2014/main" id="{3A91CD0A-F7F6-7559-1867-CA37A6435DE3}"/>
              </a:ext>
            </a:extLst>
          </p:cNvPr>
          <p:cNvGraphicFramePr>
            <a:graphicFrameLocks noGrp="1"/>
          </p:cNvGraphicFramePr>
          <p:nvPr>
            <p:extLst>
              <p:ext uri="{D42A27DB-BD31-4B8C-83A1-F6EECF244321}">
                <p14:modId xmlns:p14="http://schemas.microsoft.com/office/powerpoint/2010/main" val="9637890"/>
              </p:ext>
            </p:extLst>
          </p:nvPr>
        </p:nvGraphicFramePr>
        <p:xfrm>
          <a:off x="92561" y="7937035"/>
          <a:ext cx="6665524" cy="1809030"/>
        </p:xfrm>
        <a:graphic>
          <a:graphicData uri="http://schemas.openxmlformats.org/drawingml/2006/table">
            <a:tbl>
              <a:tblPr>
                <a:tableStyleId>{5C22544A-7EE6-4342-B048-85BDC9FD1C3A}</a:tableStyleId>
              </a:tblPr>
              <a:tblGrid>
                <a:gridCol w="1666381">
                  <a:extLst>
                    <a:ext uri="{9D8B030D-6E8A-4147-A177-3AD203B41FA5}">
                      <a16:colId xmlns:a16="http://schemas.microsoft.com/office/drawing/2014/main" val="3398860281"/>
                    </a:ext>
                  </a:extLst>
                </a:gridCol>
                <a:gridCol w="1666381">
                  <a:extLst>
                    <a:ext uri="{9D8B030D-6E8A-4147-A177-3AD203B41FA5}">
                      <a16:colId xmlns:a16="http://schemas.microsoft.com/office/drawing/2014/main" val="1587423612"/>
                    </a:ext>
                  </a:extLst>
                </a:gridCol>
                <a:gridCol w="1666381">
                  <a:extLst>
                    <a:ext uri="{9D8B030D-6E8A-4147-A177-3AD203B41FA5}">
                      <a16:colId xmlns:a16="http://schemas.microsoft.com/office/drawing/2014/main" val="1584304657"/>
                    </a:ext>
                  </a:extLst>
                </a:gridCol>
                <a:gridCol w="1666381">
                  <a:extLst>
                    <a:ext uri="{9D8B030D-6E8A-4147-A177-3AD203B41FA5}">
                      <a16:colId xmlns:a16="http://schemas.microsoft.com/office/drawing/2014/main" val="1050682443"/>
                    </a:ext>
                  </a:extLst>
                </a:gridCol>
              </a:tblGrid>
              <a:tr h="904515">
                <a:tc>
                  <a:txBody>
                    <a:bodyPr/>
                    <a:lstStyle/>
                    <a:p>
                      <a:r>
                        <a:rPr lang="en-GB" dirty="0"/>
                        <a:t>a)</a:t>
                      </a:r>
                    </a:p>
                    <a:p>
                      <a:pP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dirty="0"/>
                        <a:t>b)</a:t>
                      </a:r>
                    </a:p>
                    <a:p>
                      <a:pP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dirty="0"/>
                        <a:t>c)</a:t>
                      </a:r>
                    </a:p>
                    <a:p>
                      <a:pP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dirty="0"/>
                        <a:t>d)</a:t>
                      </a:r>
                    </a:p>
                    <a:p>
                      <a:pP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20966993"/>
                  </a:ext>
                </a:extLst>
              </a:tr>
              <a:tr h="904515">
                <a:tc>
                  <a:txBody>
                    <a:bodyPr/>
                    <a:lstStyle/>
                    <a:p>
                      <a:r>
                        <a:rPr lang="en-GB" dirty="0"/>
                        <a:t>e)</a:t>
                      </a:r>
                    </a:p>
                    <a:p>
                      <a:pP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dirty="0"/>
                        <a:t>f)</a:t>
                      </a:r>
                    </a:p>
                    <a:p>
                      <a:pP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dirty="0"/>
                        <a:t>g)</a:t>
                      </a:r>
                    </a:p>
                    <a:p>
                      <a:pP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dirty="0"/>
                        <a:t>h)</a:t>
                      </a:r>
                    </a:p>
                    <a:p>
                      <a:pP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6030118"/>
                  </a:ext>
                </a:extLst>
              </a:tr>
            </a:tbl>
          </a:graphicData>
        </a:graphic>
      </p:graphicFrame>
      <p:graphicFrame>
        <p:nvGraphicFramePr>
          <p:cNvPr id="5" name="Table 6">
            <a:extLst>
              <a:ext uri="{FF2B5EF4-FFF2-40B4-BE49-F238E27FC236}">
                <a16:creationId xmlns:a16="http://schemas.microsoft.com/office/drawing/2014/main" id="{95313773-FD17-971C-301F-2BBC2CBBF630}"/>
              </a:ext>
            </a:extLst>
          </p:cNvPr>
          <p:cNvGraphicFramePr>
            <a:graphicFrameLocks noGrp="1"/>
          </p:cNvGraphicFramePr>
          <p:nvPr>
            <p:extLst>
              <p:ext uri="{D42A27DB-BD31-4B8C-83A1-F6EECF244321}">
                <p14:modId xmlns:p14="http://schemas.microsoft.com/office/powerpoint/2010/main" val="3414218120"/>
              </p:ext>
            </p:extLst>
          </p:nvPr>
        </p:nvGraphicFramePr>
        <p:xfrm>
          <a:off x="92561" y="2739765"/>
          <a:ext cx="6665524" cy="1887495"/>
        </p:xfrm>
        <a:graphic>
          <a:graphicData uri="http://schemas.openxmlformats.org/drawingml/2006/table">
            <a:tbl>
              <a:tblPr>
                <a:tableStyleId>{5C22544A-7EE6-4342-B048-85BDC9FD1C3A}</a:tableStyleId>
              </a:tblPr>
              <a:tblGrid>
                <a:gridCol w="1666381">
                  <a:extLst>
                    <a:ext uri="{9D8B030D-6E8A-4147-A177-3AD203B41FA5}">
                      <a16:colId xmlns:a16="http://schemas.microsoft.com/office/drawing/2014/main" val="3398860281"/>
                    </a:ext>
                  </a:extLst>
                </a:gridCol>
                <a:gridCol w="1666381">
                  <a:extLst>
                    <a:ext uri="{9D8B030D-6E8A-4147-A177-3AD203B41FA5}">
                      <a16:colId xmlns:a16="http://schemas.microsoft.com/office/drawing/2014/main" val="1587423612"/>
                    </a:ext>
                  </a:extLst>
                </a:gridCol>
                <a:gridCol w="1666381">
                  <a:extLst>
                    <a:ext uri="{9D8B030D-6E8A-4147-A177-3AD203B41FA5}">
                      <a16:colId xmlns:a16="http://schemas.microsoft.com/office/drawing/2014/main" val="1584304657"/>
                    </a:ext>
                  </a:extLst>
                </a:gridCol>
                <a:gridCol w="1666381">
                  <a:extLst>
                    <a:ext uri="{9D8B030D-6E8A-4147-A177-3AD203B41FA5}">
                      <a16:colId xmlns:a16="http://schemas.microsoft.com/office/drawing/2014/main" val="1050682443"/>
                    </a:ext>
                  </a:extLst>
                </a:gridCol>
              </a:tblGrid>
              <a:tr h="904515">
                <a:tc>
                  <a:txBody>
                    <a:bodyPr/>
                    <a:lstStyle/>
                    <a:p>
                      <a:r>
                        <a:rPr lang="en-GB" dirty="0"/>
                        <a:t>a)</a:t>
                      </a:r>
                    </a:p>
                    <a:p>
                      <a:endParaRPr lang="en-GB" dirty="0"/>
                    </a:p>
                    <a:p>
                      <a:pPr algn="ctr"/>
                      <a:endParaRPr lang="en-GB" sz="1800"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dirty="0"/>
                        <a:t>b)</a:t>
                      </a:r>
                    </a:p>
                    <a:p>
                      <a:endParaRPr lang="en-GB" dirty="0"/>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dirty="0">
                        <a:ln>
                          <a:noFill/>
                        </a:ln>
                        <a:solidFill>
                          <a:srgbClr val="FF0000"/>
                        </a:solidFill>
                        <a:effectLst/>
                        <a:uLnTx/>
                        <a:uFillTx/>
                        <a:latin typeface="+mn-lt"/>
                        <a:ea typeface="+mn-ea"/>
                        <a:cs typeface="+mn-cs"/>
                      </a:endParaRPr>
                    </a:p>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dirty="0"/>
                        <a:t>c)</a:t>
                      </a:r>
                    </a:p>
                    <a:p>
                      <a:endParaRPr lang="en-GB" dirty="0"/>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dirty="0">
                        <a:ln>
                          <a:noFill/>
                        </a:ln>
                        <a:solidFill>
                          <a:srgbClr val="FF0000"/>
                        </a:solidFill>
                        <a:effectLst/>
                        <a:uLnTx/>
                        <a:uFillTx/>
                        <a:latin typeface="+mn-lt"/>
                        <a:ea typeface="+mn-ea"/>
                        <a:cs typeface="+mn-cs"/>
                      </a:endParaRPr>
                    </a:p>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dirty="0"/>
                        <a:t>d)</a:t>
                      </a:r>
                    </a:p>
                    <a:p>
                      <a:endParaRPr lang="en-GB" dirty="0"/>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dirty="0">
                        <a:ln>
                          <a:noFill/>
                        </a:ln>
                        <a:solidFill>
                          <a:srgbClr val="FF0000"/>
                        </a:solidFill>
                        <a:effectLst/>
                        <a:uLnTx/>
                        <a:uFillTx/>
                        <a:latin typeface="+mn-lt"/>
                        <a:ea typeface="+mn-ea"/>
                        <a:cs typeface="+mn-cs"/>
                      </a:endParaRPr>
                    </a:p>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20966993"/>
                  </a:ext>
                </a:extLst>
              </a:tr>
              <a:tr h="904515">
                <a:tc>
                  <a:txBody>
                    <a:bodyPr/>
                    <a:lstStyle/>
                    <a:p>
                      <a:r>
                        <a:rPr lang="en-GB" dirty="0"/>
                        <a:t>e)</a:t>
                      </a:r>
                    </a:p>
                    <a:p>
                      <a:endParaRPr lang="en-GB" dirty="0"/>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dirty="0">
                        <a:ln>
                          <a:noFill/>
                        </a:ln>
                        <a:solidFill>
                          <a:srgbClr val="FF0000"/>
                        </a:solidFill>
                        <a:effectLst/>
                        <a:uLnTx/>
                        <a:uFillTx/>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dirty="0"/>
                        <a:t>f)</a:t>
                      </a:r>
                    </a:p>
                    <a:p>
                      <a:endParaRPr lang="en-GB" dirty="0"/>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dirty="0">
                        <a:ln>
                          <a:noFill/>
                        </a:ln>
                        <a:solidFill>
                          <a:srgbClr val="FF0000"/>
                        </a:solidFill>
                        <a:effectLst/>
                        <a:uLnTx/>
                        <a:uFillTx/>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dirty="0"/>
                        <a:t>g)</a:t>
                      </a:r>
                    </a:p>
                    <a:p>
                      <a:endParaRPr lang="en-GB" dirty="0"/>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dirty="0">
                        <a:ln>
                          <a:noFill/>
                        </a:ln>
                        <a:solidFill>
                          <a:srgbClr val="FF0000"/>
                        </a:solidFill>
                        <a:effectLst/>
                        <a:uLnTx/>
                        <a:uFillTx/>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dirty="0"/>
                        <a:t>h)</a:t>
                      </a:r>
                    </a:p>
                    <a:p>
                      <a:endParaRPr lang="en-GB" dirty="0"/>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dirty="0">
                        <a:ln>
                          <a:noFill/>
                        </a:ln>
                        <a:solidFill>
                          <a:srgbClr val="FF0000"/>
                        </a:solidFill>
                        <a:effectLst/>
                        <a:uLnTx/>
                        <a:uFillTx/>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6030118"/>
                  </a:ext>
                </a:extLst>
              </a:tr>
            </a:tbl>
          </a:graphicData>
        </a:graphic>
      </p:graphicFrame>
      <mc:AlternateContent xmlns:mc="http://schemas.openxmlformats.org/markup-compatibility/2006" xmlns:a14="http://schemas.microsoft.com/office/drawing/2010/main">
        <mc:Choice Requires="a14">
          <p:sp>
            <p:nvSpPr>
              <p:cNvPr id="257" name="TextBox 256">
                <a:extLst>
                  <a:ext uri="{FF2B5EF4-FFF2-40B4-BE49-F238E27FC236}">
                    <a16:creationId xmlns:a16="http://schemas.microsoft.com/office/drawing/2014/main" id="{A4461BE1-A513-4046-B72A-55427F850B17}"/>
                  </a:ext>
                </a:extLst>
              </p:cNvPr>
              <p:cNvSpPr txBox="1"/>
              <p:nvPr/>
            </p:nvSpPr>
            <p:spPr>
              <a:xfrm>
                <a:off x="227302" y="7932545"/>
                <a:ext cx="558936" cy="45724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black"/>
                    </a:solidFill>
                    <a:effectLst/>
                    <a:uLnTx/>
                    <a:uFillTx/>
                    <a:latin typeface="Calibri" panose="020F0502020204030204"/>
                    <a:ea typeface="+mn-ea"/>
                    <a:cs typeface="+mn-cs"/>
                  </a:rPr>
                  <a:t> </a:t>
                </a:r>
                <a14:m>
                  <m:oMath xmlns:m="http://schemas.openxmlformats.org/officeDocument/2006/math">
                    <m:sSup>
                      <m:sSupPr>
                        <m:ctrlP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d>
                          <m:dPr>
                            <m:ctrlP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f>
                              <m:fPr>
                                <m:ctrlP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num>
                              <m:den>
                                <m: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5</m:t>
                                </m:r>
                              </m:den>
                            </m:f>
                          </m:e>
                        </m:d>
                      </m:e>
                      <m:sup>
                        <m: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p>
                    </m:sSup>
                  </m:oMath>
                </a14:m>
                <a:endParaRPr kumimoji="0" lang="en-GB" sz="1400" b="0" i="0" u="none" strike="noStrike" kern="1200" cap="none" spc="0" normalizeH="0" baseline="30000" noProof="0">
                  <a:ln>
                    <a:noFill/>
                  </a:ln>
                  <a:solidFill>
                    <a:prstClr val="black"/>
                  </a:solidFill>
                  <a:effectLst/>
                  <a:uLnTx/>
                  <a:uFillTx/>
                  <a:latin typeface="Calibri" panose="020F0502020204030204"/>
                  <a:ea typeface="+mn-ea"/>
                  <a:cs typeface="+mn-cs"/>
                </a:endParaRPr>
              </a:p>
            </p:txBody>
          </p:sp>
        </mc:Choice>
        <mc:Fallback xmlns="">
          <p:sp>
            <p:nvSpPr>
              <p:cNvPr id="257" name="TextBox 256">
                <a:extLst>
                  <a:ext uri="{FF2B5EF4-FFF2-40B4-BE49-F238E27FC236}">
                    <a16:creationId xmlns:a16="http://schemas.microsoft.com/office/drawing/2014/main" id="{A4461BE1-A513-4046-B72A-55427F850B17}"/>
                  </a:ext>
                </a:extLst>
              </p:cNvPr>
              <p:cNvSpPr txBox="1">
                <a:spLocks noRot="1" noChangeAspect="1" noMove="1" noResize="1" noEditPoints="1" noAdjustHandles="1" noChangeArrowheads="1" noChangeShapeType="1" noTextEdit="1"/>
              </p:cNvSpPr>
              <p:nvPr/>
            </p:nvSpPr>
            <p:spPr>
              <a:xfrm>
                <a:off x="227302" y="7932545"/>
                <a:ext cx="558936" cy="457241"/>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9" name="TextBox 258">
                <a:extLst>
                  <a:ext uri="{FF2B5EF4-FFF2-40B4-BE49-F238E27FC236}">
                    <a16:creationId xmlns:a16="http://schemas.microsoft.com/office/drawing/2014/main" id="{A4461BE1-A513-4046-B72A-55427F850B17}"/>
                  </a:ext>
                </a:extLst>
              </p:cNvPr>
              <p:cNvSpPr txBox="1"/>
              <p:nvPr/>
            </p:nvSpPr>
            <p:spPr>
              <a:xfrm>
                <a:off x="3590305" y="7926433"/>
                <a:ext cx="558936" cy="45724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black"/>
                    </a:solidFill>
                    <a:effectLst/>
                    <a:uLnTx/>
                    <a:uFillTx/>
                    <a:latin typeface="Calibri" panose="020F0502020204030204"/>
                    <a:ea typeface="+mn-ea"/>
                    <a:cs typeface="+mn-cs"/>
                  </a:rPr>
                  <a:t> </a:t>
                </a:r>
                <a14:m>
                  <m:oMath xmlns:m="http://schemas.openxmlformats.org/officeDocument/2006/math">
                    <m:sSup>
                      <m:sSupPr>
                        <m:ctrlP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d>
                          <m:dPr>
                            <m:ctrlP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f>
                              <m:fPr>
                                <m:ctrlP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num>
                              <m:den>
                                <m: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5</m:t>
                                </m:r>
                              </m:den>
                            </m:f>
                          </m:e>
                        </m:d>
                      </m:e>
                      <m:sup>
                        <m: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3</m:t>
                        </m:r>
                      </m:sup>
                    </m:sSup>
                  </m:oMath>
                </a14:m>
                <a:endParaRPr kumimoji="0" lang="en-GB" sz="1400" b="0" i="0" u="none" strike="noStrike" kern="1200" cap="none" spc="0" normalizeH="0" baseline="30000" noProof="0">
                  <a:ln>
                    <a:noFill/>
                  </a:ln>
                  <a:solidFill>
                    <a:prstClr val="black"/>
                  </a:solidFill>
                  <a:effectLst/>
                  <a:uLnTx/>
                  <a:uFillTx/>
                  <a:latin typeface="Calibri" panose="020F0502020204030204"/>
                  <a:ea typeface="+mn-ea"/>
                  <a:cs typeface="+mn-cs"/>
                </a:endParaRPr>
              </a:p>
            </p:txBody>
          </p:sp>
        </mc:Choice>
        <mc:Fallback xmlns="">
          <p:sp>
            <p:nvSpPr>
              <p:cNvPr id="259" name="TextBox 258">
                <a:extLst>
                  <a:ext uri="{FF2B5EF4-FFF2-40B4-BE49-F238E27FC236}">
                    <a16:creationId xmlns:a16="http://schemas.microsoft.com/office/drawing/2014/main" id="{A4461BE1-A513-4046-B72A-55427F850B17}"/>
                  </a:ext>
                </a:extLst>
              </p:cNvPr>
              <p:cNvSpPr txBox="1">
                <a:spLocks noRot="1" noChangeAspect="1" noMove="1" noResize="1" noEditPoints="1" noAdjustHandles="1" noChangeArrowheads="1" noChangeShapeType="1" noTextEdit="1"/>
              </p:cNvSpPr>
              <p:nvPr/>
            </p:nvSpPr>
            <p:spPr>
              <a:xfrm>
                <a:off x="3590305" y="7926433"/>
                <a:ext cx="558936" cy="457241"/>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0" name="TextBox 259">
                <a:extLst>
                  <a:ext uri="{FF2B5EF4-FFF2-40B4-BE49-F238E27FC236}">
                    <a16:creationId xmlns:a16="http://schemas.microsoft.com/office/drawing/2014/main" id="{A4461BE1-A513-4046-B72A-55427F850B17}"/>
                  </a:ext>
                </a:extLst>
              </p:cNvPr>
              <p:cNvSpPr txBox="1"/>
              <p:nvPr/>
            </p:nvSpPr>
            <p:spPr>
              <a:xfrm>
                <a:off x="1922071" y="7926434"/>
                <a:ext cx="558936" cy="45724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black"/>
                    </a:solidFill>
                    <a:effectLst/>
                    <a:uLnTx/>
                    <a:uFillTx/>
                    <a:latin typeface="Calibri" panose="020F0502020204030204"/>
                    <a:ea typeface="+mn-ea"/>
                    <a:cs typeface="+mn-cs"/>
                  </a:rPr>
                  <a:t> </a:t>
                </a:r>
                <a14:m>
                  <m:oMath xmlns:m="http://schemas.openxmlformats.org/officeDocument/2006/math">
                    <m:sSup>
                      <m:sSupPr>
                        <m:ctrlP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d>
                          <m:dPr>
                            <m:ctrlP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f>
                              <m:fPr>
                                <m:ctrlP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num>
                              <m:den>
                                <m: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9</m:t>
                                </m:r>
                              </m:den>
                            </m:f>
                          </m:e>
                        </m:d>
                      </m:e>
                      <m:sup>
                        <m: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p>
                    </m:sSup>
                  </m:oMath>
                </a14:m>
                <a:endParaRPr kumimoji="0" lang="en-GB" sz="1400" b="0" i="0" u="none" strike="noStrike" kern="1200" cap="none" spc="0" normalizeH="0" baseline="30000" noProof="0">
                  <a:ln>
                    <a:noFill/>
                  </a:ln>
                  <a:solidFill>
                    <a:prstClr val="black"/>
                  </a:solidFill>
                  <a:effectLst/>
                  <a:uLnTx/>
                  <a:uFillTx/>
                  <a:latin typeface="Calibri" panose="020F0502020204030204"/>
                  <a:ea typeface="+mn-ea"/>
                  <a:cs typeface="+mn-cs"/>
                </a:endParaRPr>
              </a:p>
            </p:txBody>
          </p:sp>
        </mc:Choice>
        <mc:Fallback xmlns="">
          <p:sp>
            <p:nvSpPr>
              <p:cNvPr id="260" name="TextBox 259">
                <a:extLst>
                  <a:ext uri="{FF2B5EF4-FFF2-40B4-BE49-F238E27FC236}">
                    <a16:creationId xmlns:a16="http://schemas.microsoft.com/office/drawing/2014/main" id="{A4461BE1-A513-4046-B72A-55427F850B17}"/>
                  </a:ext>
                </a:extLst>
              </p:cNvPr>
              <p:cNvSpPr txBox="1">
                <a:spLocks noRot="1" noChangeAspect="1" noMove="1" noResize="1" noEditPoints="1" noAdjustHandles="1" noChangeArrowheads="1" noChangeShapeType="1" noTextEdit="1"/>
              </p:cNvSpPr>
              <p:nvPr/>
            </p:nvSpPr>
            <p:spPr>
              <a:xfrm>
                <a:off x="1922071" y="7926434"/>
                <a:ext cx="558936" cy="457241"/>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39" name="Table 138"/>
              <p:cNvGraphicFramePr>
                <a:graphicFrameLocks noGrp="1"/>
              </p:cNvGraphicFramePr>
              <p:nvPr/>
            </p:nvGraphicFramePr>
            <p:xfrm>
              <a:off x="92562" y="282337"/>
              <a:ext cx="6665523" cy="2042558"/>
            </p:xfrm>
            <a:graphic>
              <a:graphicData uri="http://schemas.openxmlformats.org/drawingml/2006/table">
                <a:tbl>
                  <a:tblPr firstRow="1" bandRow="1">
                    <a:tableStyleId>{5C22544A-7EE6-4342-B048-85BDC9FD1C3A}</a:tableStyleId>
                  </a:tblPr>
                  <a:tblGrid>
                    <a:gridCol w="1546405">
                      <a:extLst>
                        <a:ext uri="{9D8B030D-6E8A-4147-A177-3AD203B41FA5}">
                          <a16:colId xmlns:a16="http://schemas.microsoft.com/office/drawing/2014/main" val="3124559182"/>
                        </a:ext>
                      </a:extLst>
                    </a:gridCol>
                    <a:gridCol w="1814370">
                      <a:extLst>
                        <a:ext uri="{9D8B030D-6E8A-4147-A177-3AD203B41FA5}">
                          <a16:colId xmlns:a16="http://schemas.microsoft.com/office/drawing/2014/main" val="1668930051"/>
                        </a:ext>
                      </a:extLst>
                    </a:gridCol>
                    <a:gridCol w="1652374">
                      <a:extLst>
                        <a:ext uri="{9D8B030D-6E8A-4147-A177-3AD203B41FA5}">
                          <a16:colId xmlns:a16="http://schemas.microsoft.com/office/drawing/2014/main" val="2873958374"/>
                        </a:ext>
                      </a:extLst>
                    </a:gridCol>
                    <a:gridCol w="1652374">
                      <a:extLst>
                        <a:ext uri="{9D8B030D-6E8A-4147-A177-3AD203B41FA5}">
                          <a16:colId xmlns:a16="http://schemas.microsoft.com/office/drawing/2014/main" val="2414775215"/>
                        </a:ext>
                      </a:extLst>
                    </a:gridCol>
                  </a:tblGrid>
                  <a:tr h="318361">
                    <a:tc>
                      <a:txBody>
                        <a:bodyPr/>
                        <a:lstStyle/>
                        <a:p>
                          <a:pPr algn="ctr"/>
                          <a:r>
                            <a:rPr lang="en-US" sz="1200">
                              <a:solidFill>
                                <a:schemeClr val="tx1"/>
                              </a:solidFill>
                            </a:rPr>
                            <a:t>Steps</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sz="1200">
                              <a:solidFill>
                                <a:schemeClr val="tx1"/>
                              </a:solidFill>
                            </a:rPr>
                            <a:t>Evaluate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sz="1200">
                              <a:solidFill>
                                <a:schemeClr val="tx1"/>
                              </a:solidFill>
                            </a:rPr>
                            <a:t>Evaluat</a:t>
                          </a:r>
                          <a:r>
                            <a:rPr lang="en-US" sz="1200" baseline="0">
                              <a:solidFill>
                                <a:schemeClr val="tx1"/>
                              </a:solidFill>
                            </a:rPr>
                            <a:t>e</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sz="1200">
                              <a:solidFill>
                                <a:schemeClr val="tx1"/>
                              </a:solidFill>
                            </a:rPr>
                            <a:t>Evaluate</a:t>
                          </a:r>
                          <a:endParaRPr lang="en-US" sz="1200" b="1" baseline="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47329628"/>
                      </a:ext>
                    </a:extLst>
                  </a:tr>
                  <a:tr h="757425">
                    <a:tc rowSpan="2">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p>
                                  <m:sSupPr>
                                    <m:ctrlPr>
                                      <a:rPr lang="en-US" sz="1200" b="0" i="1" baseline="0" smtClean="0">
                                        <a:solidFill>
                                          <a:schemeClr val="tx1"/>
                                        </a:solidFill>
                                        <a:latin typeface="Cambria Math" panose="02040503050406030204" pitchFamily="18" charset="0"/>
                                      </a:rPr>
                                    </m:ctrlPr>
                                  </m:sSupPr>
                                  <m:e>
                                    <m:r>
                                      <a:rPr lang="en-US" sz="1200" b="0" i="1" baseline="0" smtClean="0">
                                        <a:solidFill>
                                          <a:schemeClr val="tx1"/>
                                        </a:solidFill>
                                        <a:latin typeface="Cambria Math" panose="02040503050406030204" pitchFamily="18" charset="0"/>
                                      </a:rPr>
                                      <m:t>2</m:t>
                                    </m:r>
                                  </m:e>
                                  <m:sup>
                                    <m:r>
                                      <a:rPr lang="en-US" sz="1200" b="0" i="1" baseline="0" smtClean="0">
                                        <a:solidFill>
                                          <a:schemeClr val="tx1"/>
                                        </a:solidFill>
                                        <a:latin typeface="Cambria Math" panose="02040503050406030204" pitchFamily="18" charset="0"/>
                                      </a:rPr>
                                      <m:t>0</m:t>
                                    </m:r>
                                  </m:sup>
                                </m:sSup>
                              </m:oMath>
                            </m:oMathPara>
                          </a14:m>
                          <a:endParaRPr lang="en-US" sz="1200" b="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14:m>
                            <m:oMathPara xmlns:m="http://schemas.openxmlformats.org/officeDocument/2006/math">
                              <m:oMathParaPr>
                                <m:jc m:val="left"/>
                              </m:oMathParaPr>
                              <m:oMath xmlns:m="http://schemas.openxmlformats.org/officeDocument/2006/math">
                                <m:sSup>
                                  <m:sSupPr>
                                    <m:ctrlPr>
                                      <a:rPr lang="en-US" sz="1200" b="0" i="1" baseline="0" smtClean="0">
                                        <a:solidFill>
                                          <a:schemeClr val="tx1"/>
                                        </a:solidFill>
                                        <a:latin typeface="Cambria Math" panose="02040503050406030204" pitchFamily="18" charset="0"/>
                                      </a:rPr>
                                    </m:ctrlPr>
                                  </m:sSupPr>
                                  <m:e>
                                    <m:r>
                                      <a:rPr lang="en-US" sz="1200" b="0" i="1" baseline="0" smtClean="0">
                                        <a:solidFill>
                                          <a:schemeClr val="tx1"/>
                                        </a:solidFill>
                                        <a:latin typeface="Cambria Math" panose="02040503050406030204" pitchFamily="18" charset="0"/>
                                      </a:rPr>
                                      <m:t>𝑎</m:t>
                                    </m:r>
                                  </m:e>
                                  <m:sup>
                                    <m:r>
                                      <a:rPr lang="en-US" sz="1200" b="0" i="1" baseline="0" smtClean="0">
                                        <a:solidFill>
                                          <a:schemeClr val="tx1"/>
                                        </a:solidFill>
                                        <a:latin typeface="Cambria Math" panose="02040503050406030204" pitchFamily="18" charset="0"/>
                                      </a:rPr>
                                      <m:t>0</m:t>
                                    </m:r>
                                  </m:sup>
                                </m:sSup>
                              </m:oMath>
                            </m:oMathPara>
                          </a14:m>
                          <a:endParaRPr lang="en-GB" sz="1200" b="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p>
                                  <m:sSupPr>
                                    <m:ctrlPr>
                                      <a:rPr lang="en-US" sz="1200" b="0" i="1" baseline="0" smtClean="0">
                                        <a:solidFill>
                                          <a:schemeClr val="tx1"/>
                                        </a:solidFill>
                                        <a:latin typeface="Cambria Math" panose="02040503050406030204" pitchFamily="18" charset="0"/>
                                      </a:rPr>
                                    </m:ctrlPr>
                                  </m:sSupPr>
                                  <m:e>
                                    <m:d>
                                      <m:dPr>
                                        <m:ctrlPr>
                                          <a:rPr lang="en-US" sz="1200" b="0" i="1" baseline="0" smtClean="0">
                                            <a:solidFill>
                                              <a:schemeClr val="tx1"/>
                                            </a:solidFill>
                                            <a:latin typeface="Cambria Math" panose="02040503050406030204" pitchFamily="18" charset="0"/>
                                          </a:rPr>
                                        </m:ctrlPr>
                                      </m:dPr>
                                      <m:e>
                                        <m:r>
                                          <a:rPr lang="en-US" sz="1200" b="0" i="1" baseline="0" smtClean="0">
                                            <a:solidFill>
                                              <a:schemeClr val="tx1"/>
                                            </a:solidFill>
                                            <a:latin typeface="Cambria Math" panose="02040503050406030204" pitchFamily="18" charset="0"/>
                                          </a:rPr>
                                          <m:t>−2</m:t>
                                        </m:r>
                                      </m:e>
                                    </m:d>
                                  </m:e>
                                  <m:sup>
                                    <m:r>
                                      <a:rPr lang="en-US" sz="1200" b="0" i="1" baseline="0" smtClean="0">
                                        <a:solidFill>
                                          <a:schemeClr val="tx1"/>
                                        </a:solidFill>
                                        <a:latin typeface="Cambria Math" panose="02040503050406030204" pitchFamily="18" charset="0"/>
                                      </a:rPr>
                                      <m:t>0</m:t>
                                    </m:r>
                                  </m:sup>
                                </m:sSup>
                              </m:oMath>
                            </m:oMathPara>
                          </a14:m>
                          <a:endParaRPr lang="en-US" sz="1200" b="0" baseline="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41023978"/>
                      </a:ext>
                    </a:extLst>
                  </a:tr>
                  <a:tr h="966772">
                    <a:tc vMerge="1">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p>
                                  <m:sSupPr>
                                    <m:ctrlPr>
                                      <a:rPr lang="en-US" sz="1200" b="0" i="1" baseline="0" smtClean="0">
                                        <a:solidFill>
                                          <a:schemeClr val="tx1"/>
                                        </a:solidFill>
                                        <a:latin typeface="Cambria Math" panose="02040503050406030204" pitchFamily="18" charset="0"/>
                                      </a:rPr>
                                    </m:ctrlPr>
                                  </m:sSupPr>
                                  <m:e>
                                    <m:d>
                                      <m:dPr>
                                        <m:ctrlPr>
                                          <a:rPr lang="en-US" sz="1200" b="0" i="1" baseline="0" smtClean="0">
                                            <a:solidFill>
                                              <a:schemeClr val="tx1"/>
                                            </a:solidFill>
                                            <a:latin typeface="Cambria Math" panose="02040503050406030204" pitchFamily="18" charset="0"/>
                                          </a:rPr>
                                        </m:ctrlPr>
                                      </m:dPr>
                                      <m:e>
                                        <m:f>
                                          <m:fPr>
                                            <m:ctrlPr>
                                              <a:rPr lang="en-US" sz="1200" b="0" i="1" baseline="0" smtClean="0">
                                                <a:solidFill>
                                                  <a:schemeClr val="tx1"/>
                                                </a:solidFill>
                                                <a:latin typeface="Cambria Math" panose="02040503050406030204" pitchFamily="18" charset="0"/>
                                              </a:rPr>
                                            </m:ctrlPr>
                                          </m:fPr>
                                          <m:num>
                                            <m:r>
                                              <a:rPr lang="en-US" sz="1200" b="0" i="1" baseline="0" smtClean="0">
                                                <a:solidFill>
                                                  <a:schemeClr val="tx1"/>
                                                </a:solidFill>
                                                <a:latin typeface="Cambria Math" panose="02040503050406030204" pitchFamily="18" charset="0"/>
                                              </a:rPr>
                                              <m:t>1</m:t>
                                            </m:r>
                                          </m:num>
                                          <m:den>
                                            <m:r>
                                              <a:rPr lang="en-US" sz="1200" b="0" i="1" baseline="0" smtClean="0">
                                                <a:solidFill>
                                                  <a:schemeClr val="tx1"/>
                                                </a:solidFill>
                                                <a:latin typeface="Cambria Math" panose="02040503050406030204" pitchFamily="18" charset="0"/>
                                              </a:rPr>
                                              <m:t>2</m:t>
                                            </m:r>
                                          </m:den>
                                        </m:f>
                                      </m:e>
                                    </m:d>
                                  </m:e>
                                  <m:sup>
                                    <m:r>
                                      <a:rPr lang="en-US" sz="1200" b="0" i="1" baseline="0" smtClean="0">
                                        <a:solidFill>
                                          <a:schemeClr val="tx1"/>
                                        </a:solidFill>
                                        <a:latin typeface="Cambria Math" panose="02040503050406030204" pitchFamily="18" charset="0"/>
                                      </a:rPr>
                                      <m:t>0</m:t>
                                    </m:r>
                                  </m:sup>
                                </m:sSup>
                              </m:oMath>
                            </m:oMathPara>
                          </a14:m>
                          <a:endParaRPr lang="en-GB" sz="1200" b="0">
                            <a:solidFill>
                              <a:schemeClr val="tx1"/>
                            </a:solidFill>
                          </a:endParaRPr>
                        </a:p>
                        <a:p>
                          <a:pPr algn="l"/>
                          <a:endParaRPr lang="en-GB" sz="1200" b="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p>
                                  <m:sSupPr>
                                    <m:ctrlPr>
                                      <a:rPr lang="en-US" sz="1200" b="0" i="1" baseline="0" smtClean="0">
                                        <a:solidFill>
                                          <a:schemeClr val="tx1"/>
                                        </a:solidFill>
                                        <a:latin typeface="Cambria Math" panose="02040503050406030204" pitchFamily="18" charset="0"/>
                                      </a:rPr>
                                    </m:ctrlPr>
                                  </m:sSupPr>
                                  <m:e>
                                    <m:d>
                                      <m:dPr>
                                        <m:ctrlPr>
                                          <a:rPr lang="en-US" sz="1200" b="0" i="1" baseline="0" smtClean="0">
                                            <a:solidFill>
                                              <a:schemeClr val="tx1"/>
                                            </a:solidFill>
                                            <a:latin typeface="Cambria Math" panose="02040503050406030204" pitchFamily="18" charset="0"/>
                                          </a:rPr>
                                        </m:ctrlPr>
                                      </m:dPr>
                                      <m:e>
                                        <m:f>
                                          <m:fPr>
                                            <m:ctrlPr>
                                              <a:rPr lang="en-US" sz="1200" b="0" i="1" baseline="0" smtClean="0">
                                                <a:solidFill>
                                                  <a:schemeClr val="tx1"/>
                                                </a:solidFill>
                                                <a:latin typeface="Cambria Math" panose="02040503050406030204" pitchFamily="18" charset="0"/>
                                              </a:rPr>
                                            </m:ctrlPr>
                                          </m:fPr>
                                          <m:num>
                                            <m:r>
                                              <a:rPr lang="en-US" sz="1200" b="0" i="1" baseline="0" smtClean="0">
                                                <a:solidFill>
                                                  <a:schemeClr val="tx1"/>
                                                </a:solidFill>
                                                <a:latin typeface="Cambria Math" panose="02040503050406030204" pitchFamily="18" charset="0"/>
                                              </a:rPr>
                                              <m:t>𝑎</m:t>
                                            </m:r>
                                          </m:num>
                                          <m:den>
                                            <m:r>
                                              <a:rPr lang="en-US" sz="1200" b="0" i="1" baseline="0" smtClean="0">
                                                <a:solidFill>
                                                  <a:schemeClr val="tx1"/>
                                                </a:solidFill>
                                                <a:latin typeface="Cambria Math" panose="02040503050406030204" pitchFamily="18" charset="0"/>
                                              </a:rPr>
                                              <m:t>𝑏</m:t>
                                            </m:r>
                                          </m:den>
                                        </m:f>
                                      </m:e>
                                    </m:d>
                                  </m:e>
                                  <m:sup>
                                    <m:r>
                                      <a:rPr lang="en-US" sz="1200" b="0" i="1" baseline="0" smtClean="0">
                                        <a:solidFill>
                                          <a:schemeClr val="tx1"/>
                                        </a:solidFill>
                                        <a:latin typeface="Cambria Math" panose="02040503050406030204" pitchFamily="18" charset="0"/>
                                      </a:rPr>
                                      <m:t>0</m:t>
                                    </m:r>
                                  </m:sup>
                                </m:sSup>
                              </m:oMath>
                            </m:oMathPara>
                          </a14:m>
                          <a:endParaRPr lang="en-GB" sz="1200" b="0">
                            <a:solidFill>
                              <a:schemeClr val="tx1"/>
                            </a:solidFill>
                          </a:endParaRPr>
                        </a:p>
                        <a:p>
                          <a:pPr algn="l"/>
                          <a:endParaRPr lang="en-GB" sz="1200" b="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p>
                                  <m:sSupPr>
                                    <m:ctrlPr>
                                      <a:rPr lang="en-US" sz="1200" b="0" i="1" baseline="0" smtClean="0">
                                        <a:solidFill>
                                          <a:schemeClr val="tx1"/>
                                        </a:solidFill>
                                        <a:latin typeface="Cambria Math" panose="02040503050406030204" pitchFamily="18" charset="0"/>
                                      </a:rPr>
                                    </m:ctrlPr>
                                  </m:sSupPr>
                                  <m:e>
                                    <m:d>
                                      <m:dPr>
                                        <m:ctrlPr>
                                          <a:rPr lang="en-US" sz="1200" b="0" i="1" baseline="0" smtClean="0">
                                            <a:solidFill>
                                              <a:schemeClr val="tx1"/>
                                            </a:solidFill>
                                            <a:latin typeface="Cambria Math" panose="02040503050406030204" pitchFamily="18" charset="0"/>
                                          </a:rPr>
                                        </m:ctrlPr>
                                      </m:dPr>
                                      <m:e>
                                        <m:r>
                                          <a:rPr lang="en-US" sz="1200" b="0" i="1" baseline="0" smtClean="0">
                                            <a:solidFill>
                                              <a:schemeClr val="tx1"/>
                                            </a:solidFill>
                                            <a:latin typeface="Cambria Math" panose="02040503050406030204" pitchFamily="18" charset="0"/>
                                          </a:rPr>
                                          <m:t>−</m:t>
                                        </m:r>
                                        <m:f>
                                          <m:fPr>
                                            <m:ctrlPr>
                                              <a:rPr lang="en-US" sz="1200" b="0" i="1" baseline="0" smtClean="0">
                                                <a:solidFill>
                                                  <a:schemeClr val="tx1"/>
                                                </a:solidFill>
                                                <a:latin typeface="Cambria Math" panose="02040503050406030204" pitchFamily="18" charset="0"/>
                                              </a:rPr>
                                            </m:ctrlPr>
                                          </m:fPr>
                                          <m:num>
                                            <m:r>
                                              <a:rPr lang="en-US" sz="1200" b="0" i="1" baseline="0" smtClean="0">
                                                <a:solidFill>
                                                  <a:schemeClr val="tx1"/>
                                                </a:solidFill>
                                                <a:latin typeface="Cambria Math" panose="02040503050406030204" pitchFamily="18" charset="0"/>
                                              </a:rPr>
                                              <m:t>3</m:t>
                                            </m:r>
                                          </m:num>
                                          <m:den>
                                            <m:r>
                                              <a:rPr lang="en-US" sz="1200" b="0" i="1" baseline="0" smtClean="0">
                                                <a:solidFill>
                                                  <a:schemeClr val="tx1"/>
                                                </a:solidFill>
                                                <a:latin typeface="Cambria Math" panose="02040503050406030204" pitchFamily="18" charset="0"/>
                                              </a:rPr>
                                              <m:t>4</m:t>
                                            </m:r>
                                          </m:den>
                                        </m:f>
                                      </m:e>
                                    </m:d>
                                  </m:e>
                                  <m:sup>
                                    <m:r>
                                      <a:rPr lang="en-US" sz="1200" b="0" i="1" baseline="0" smtClean="0">
                                        <a:solidFill>
                                          <a:schemeClr val="tx1"/>
                                        </a:solidFill>
                                        <a:latin typeface="Cambria Math" panose="02040503050406030204" pitchFamily="18" charset="0"/>
                                      </a:rPr>
                                      <m:t>0</m:t>
                                    </m:r>
                                  </m:sup>
                                </m:sSup>
                              </m:oMath>
                            </m:oMathPara>
                          </a14:m>
                          <a:endParaRPr lang="en-US" sz="1200" b="0" baseline="0">
                            <a:solidFill>
                              <a:schemeClr val="tx1"/>
                            </a:solidFill>
                          </a:endParaRPr>
                        </a:p>
                        <a:p>
                          <a:pPr algn="l"/>
                          <a:endParaRPr lang="en-GB" sz="1200" b="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60558229"/>
                      </a:ext>
                    </a:extLst>
                  </a:tr>
                </a:tbl>
              </a:graphicData>
            </a:graphic>
          </p:graphicFrame>
        </mc:Choice>
        <mc:Fallback xmlns="">
          <p:graphicFrame>
            <p:nvGraphicFramePr>
              <p:cNvPr id="139" name="Table 138"/>
              <p:cNvGraphicFramePr>
                <a:graphicFrameLocks noGrp="1"/>
              </p:cNvGraphicFramePr>
              <p:nvPr>
                <p:extLst>
                  <p:ext uri="{D42A27DB-BD31-4B8C-83A1-F6EECF244321}">
                    <p14:modId xmlns:p14="http://schemas.microsoft.com/office/powerpoint/2010/main" val="915287713"/>
                  </p:ext>
                </p:extLst>
              </p:nvPr>
            </p:nvGraphicFramePr>
            <p:xfrm>
              <a:off x="92562" y="282337"/>
              <a:ext cx="6665523" cy="2042558"/>
            </p:xfrm>
            <a:graphic>
              <a:graphicData uri="http://schemas.openxmlformats.org/drawingml/2006/table">
                <a:tbl>
                  <a:tblPr firstRow="1" bandRow="1">
                    <a:tableStyleId>{5C22544A-7EE6-4342-B048-85BDC9FD1C3A}</a:tableStyleId>
                  </a:tblPr>
                  <a:tblGrid>
                    <a:gridCol w="1546405">
                      <a:extLst>
                        <a:ext uri="{9D8B030D-6E8A-4147-A177-3AD203B41FA5}">
                          <a16:colId xmlns:a16="http://schemas.microsoft.com/office/drawing/2014/main" val="3124559182"/>
                        </a:ext>
                      </a:extLst>
                    </a:gridCol>
                    <a:gridCol w="1814370">
                      <a:extLst>
                        <a:ext uri="{9D8B030D-6E8A-4147-A177-3AD203B41FA5}">
                          <a16:colId xmlns:a16="http://schemas.microsoft.com/office/drawing/2014/main" val="1668930051"/>
                        </a:ext>
                      </a:extLst>
                    </a:gridCol>
                    <a:gridCol w="1652374">
                      <a:extLst>
                        <a:ext uri="{9D8B030D-6E8A-4147-A177-3AD203B41FA5}">
                          <a16:colId xmlns:a16="http://schemas.microsoft.com/office/drawing/2014/main" val="2873958374"/>
                        </a:ext>
                      </a:extLst>
                    </a:gridCol>
                    <a:gridCol w="1652374">
                      <a:extLst>
                        <a:ext uri="{9D8B030D-6E8A-4147-A177-3AD203B41FA5}">
                          <a16:colId xmlns:a16="http://schemas.microsoft.com/office/drawing/2014/main" val="2414775215"/>
                        </a:ext>
                      </a:extLst>
                    </a:gridCol>
                  </a:tblGrid>
                  <a:tr h="318361">
                    <a:tc>
                      <a:txBody>
                        <a:bodyPr/>
                        <a:lstStyle/>
                        <a:p>
                          <a:pPr algn="ctr"/>
                          <a:r>
                            <a:rPr lang="en-US" sz="1200">
                              <a:solidFill>
                                <a:schemeClr val="tx1"/>
                              </a:solidFill>
                            </a:rPr>
                            <a:t>Steps</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sz="1200">
                              <a:solidFill>
                                <a:schemeClr val="tx1"/>
                              </a:solidFill>
                            </a:rPr>
                            <a:t>Evaluate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sz="1200">
                              <a:solidFill>
                                <a:schemeClr val="tx1"/>
                              </a:solidFill>
                            </a:rPr>
                            <a:t>Evaluat</a:t>
                          </a:r>
                          <a:r>
                            <a:rPr lang="en-US" sz="1200" baseline="0">
                              <a:solidFill>
                                <a:schemeClr val="tx1"/>
                              </a:solidFill>
                            </a:rPr>
                            <a:t>e</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sz="1200">
                              <a:solidFill>
                                <a:schemeClr val="tx1"/>
                              </a:solidFill>
                            </a:rPr>
                            <a:t>Evaluate</a:t>
                          </a:r>
                          <a:endParaRPr lang="en-US" sz="1200" b="1" baseline="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47329628"/>
                      </a:ext>
                    </a:extLst>
                  </a:tr>
                  <a:tr h="757425">
                    <a:tc rowSpan="2">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85570" t="-42400" r="-182550" b="-128800"/>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204059" t="-42400" r="-100738" b="-128800"/>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304059" t="-42400" r="-738" b="-128800"/>
                          </a:stretch>
                        </a:blipFill>
                      </a:tcPr>
                    </a:tc>
                    <a:extLst>
                      <a:ext uri="{0D108BD9-81ED-4DB2-BD59-A6C34878D82A}">
                        <a16:rowId xmlns:a16="http://schemas.microsoft.com/office/drawing/2014/main" val="1541023978"/>
                      </a:ext>
                    </a:extLst>
                  </a:tr>
                  <a:tr h="966772">
                    <a:tc vMerge="1">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85570" t="-111950" r="-182550" b="-1258"/>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204059" t="-111950" r="-100738" b="-1258"/>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304059" t="-111950" r="-738" b="-1258"/>
                          </a:stretch>
                        </a:blipFill>
                      </a:tcPr>
                    </a:tc>
                    <a:extLst>
                      <a:ext uri="{0D108BD9-81ED-4DB2-BD59-A6C34878D82A}">
                        <a16:rowId xmlns:a16="http://schemas.microsoft.com/office/drawing/2014/main" val="3460558229"/>
                      </a:ext>
                    </a:extLst>
                  </a:tr>
                </a:tbl>
              </a:graphicData>
            </a:graphic>
          </p:graphicFrame>
        </mc:Fallback>
      </mc:AlternateContent>
      <p:sp>
        <p:nvSpPr>
          <p:cNvPr id="140" name="TextBox 139">
            <a:extLst>
              <a:ext uri="{FF2B5EF4-FFF2-40B4-BE49-F238E27FC236}">
                <a16:creationId xmlns:a16="http://schemas.microsoft.com/office/drawing/2014/main" id="{88BE26D3-BD12-8F4B-9608-3EB6530361A1}"/>
              </a:ext>
            </a:extLst>
          </p:cNvPr>
          <p:cNvSpPr txBox="1"/>
          <p:nvPr/>
        </p:nvSpPr>
        <p:spPr>
          <a:xfrm>
            <a:off x="1752877" y="21896"/>
            <a:ext cx="1308500" cy="276999"/>
          </a:xfrm>
          <a:prstGeom prst="rect">
            <a:avLst/>
          </a:prstGeom>
          <a:noFill/>
          <a:ln>
            <a:noFill/>
          </a:ln>
        </p:spPr>
        <p:txBody>
          <a:bodyPr wrap="none" rtlCol="0">
            <a:spAutoFit/>
          </a:bodyPr>
          <a:lstStyle/>
          <a:p>
            <a:r>
              <a:rPr lang="en-GB" sz="1200" b="1" i="1">
                <a:solidFill>
                  <a:srgbClr val="FF0000"/>
                </a:solidFill>
              </a:rPr>
              <a:t>Example 1 - I do…</a:t>
            </a:r>
          </a:p>
        </p:txBody>
      </p:sp>
      <p:sp>
        <p:nvSpPr>
          <p:cNvPr id="141" name="TextBox 140">
            <a:extLst>
              <a:ext uri="{FF2B5EF4-FFF2-40B4-BE49-F238E27FC236}">
                <a16:creationId xmlns:a16="http://schemas.microsoft.com/office/drawing/2014/main" id="{12910BCB-308B-9841-AF03-2F9D2E6E678C}"/>
              </a:ext>
            </a:extLst>
          </p:cNvPr>
          <p:cNvSpPr txBox="1"/>
          <p:nvPr/>
        </p:nvSpPr>
        <p:spPr>
          <a:xfrm>
            <a:off x="3272462" y="16955"/>
            <a:ext cx="1470980" cy="276999"/>
          </a:xfrm>
          <a:prstGeom prst="rect">
            <a:avLst/>
          </a:prstGeom>
          <a:noFill/>
          <a:ln>
            <a:noFill/>
          </a:ln>
        </p:spPr>
        <p:txBody>
          <a:bodyPr wrap="none" rtlCol="0">
            <a:spAutoFit/>
          </a:bodyPr>
          <a:lstStyle/>
          <a:p>
            <a:r>
              <a:rPr lang="en-GB" sz="1200" b="1" i="1">
                <a:solidFill>
                  <a:schemeClr val="accent2"/>
                </a:solidFill>
              </a:rPr>
              <a:t>Example 2– We do…</a:t>
            </a:r>
          </a:p>
        </p:txBody>
      </p:sp>
      <p:sp>
        <p:nvSpPr>
          <p:cNvPr id="142" name="TextBox 141">
            <a:extLst>
              <a:ext uri="{FF2B5EF4-FFF2-40B4-BE49-F238E27FC236}">
                <a16:creationId xmlns:a16="http://schemas.microsoft.com/office/drawing/2014/main" id="{12910BCB-308B-9841-AF03-2F9D2E6E678C}"/>
              </a:ext>
            </a:extLst>
          </p:cNvPr>
          <p:cNvSpPr txBox="1"/>
          <p:nvPr/>
        </p:nvSpPr>
        <p:spPr>
          <a:xfrm>
            <a:off x="4885211" y="16954"/>
            <a:ext cx="1529265" cy="276999"/>
          </a:xfrm>
          <a:prstGeom prst="rect">
            <a:avLst/>
          </a:prstGeom>
          <a:noFill/>
          <a:ln>
            <a:noFill/>
          </a:ln>
        </p:spPr>
        <p:txBody>
          <a:bodyPr wrap="none" rtlCol="0">
            <a:spAutoFit/>
          </a:bodyPr>
          <a:lstStyle/>
          <a:p>
            <a:r>
              <a:rPr lang="en-GB" sz="1200" b="1" i="1">
                <a:solidFill>
                  <a:srgbClr val="00B050"/>
                </a:solidFill>
              </a:rPr>
              <a:t>Example 3 – You do…</a:t>
            </a:r>
          </a:p>
        </p:txBody>
      </p:sp>
      <p:sp>
        <p:nvSpPr>
          <p:cNvPr id="144" name="TextBox 143">
            <a:extLst>
              <a:ext uri="{FF2B5EF4-FFF2-40B4-BE49-F238E27FC236}">
                <a16:creationId xmlns:a16="http://schemas.microsoft.com/office/drawing/2014/main" id="{88BE26D3-BD12-8F4B-9608-3EB6530361A1}"/>
              </a:ext>
            </a:extLst>
          </p:cNvPr>
          <p:cNvSpPr txBox="1"/>
          <p:nvPr/>
        </p:nvSpPr>
        <p:spPr>
          <a:xfrm>
            <a:off x="1710617" y="4591018"/>
            <a:ext cx="1308500" cy="276999"/>
          </a:xfrm>
          <a:prstGeom prst="rect">
            <a:avLst/>
          </a:prstGeom>
          <a:noFill/>
          <a:ln>
            <a:noFill/>
          </a:ln>
        </p:spPr>
        <p:txBody>
          <a:bodyPr wrap="none" rtlCol="0">
            <a:spAutoFit/>
          </a:bodyPr>
          <a:lstStyle/>
          <a:p>
            <a:r>
              <a:rPr lang="en-GB" sz="1200" b="1" i="1">
                <a:solidFill>
                  <a:srgbClr val="FF0000"/>
                </a:solidFill>
              </a:rPr>
              <a:t>Example 4 - I do…</a:t>
            </a:r>
          </a:p>
        </p:txBody>
      </p:sp>
      <p:sp>
        <p:nvSpPr>
          <p:cNvPr id="145" name="TextBox 144">
            <a:extLst>
              <a:ext uri="{FF2B5EF4-FFF2-40B4-BE49-F238E27FC236}">
                <a16:creationId xmlns:a16="http://schemas.microsoft.com/office/drawing/2014/main" id="{12910BCB-308B-9841-AF03-2F9D2E6E678C}"/>
              </a:ext>
            </a:extLst>
          </p:cNvPr>
          <p:cNvSpPr txBox="1"/>
          <p:nvPr/>
        </p:nvSpPr>
        <p:spPr>
          <a:xfrm>
            <a:off x="3230202" y="4586077"/>
            <a:ext cx="1470980" cy="276999"/>
          </a:xfrm>
          <a:prstGeom prst="rect">
            <a:avLst/>
          </a:prstGeom>
          <a:noFill/>
          <a:ln>
            <a:noFill/>
          </a:ln>
        </p:spPr>
        <p:txBody>
          <a:bodyPr wrap="none" rtlCol="0">
            <a:spAutoFit/>
          </a:bodyPr>
          <a:lstStyle/>
          <a:p>
            <a:r>
              <a:rPr lang="en-GB" sz="1200" b="1" i="1">
                <a:solidFill>
                  <a:schemeClr val="accent2"/>
                </a:solidFill>
              </a:rPr>
              <a:t>Example 5– We do…</a:t>
            </a:r>
          </a:p>
        </p:txBody>
      </p:sp>
      <p:sp>
        <p:nvSpPr>
          <p:cNvPr id="146" name="TextBox 145">
            <a:extLst>
              <a:ext uri="{FF2B5EF4-FFF2-40B4-BE49-F238E27FC236}">
                <a16:creationId xmlns:a16="http://schemas.microsoft.com/office/drawing/2014/main" id="{12910BCB-308B-9841-AF03-2F9D2E6E678C}"/>
              </a:ext>
            </a:extLst>
          </p:cNvPr>
          <p:cNvSpPr txBox="1"/>
          <p:nvPr/>
        </p:nvSpPr>
        <p:spPr>
          <a:xfrm>
            <a:off x="4842951" y="4586076"/>
            <a:ext cx="1529265" cy="276999"/>
          </a:xfrm>
          <a:prstGeom prst="rect">
            <a:avLst/>
          </a:prstGeom>
          <a:noFill/>
          <a:ln>
            <a:noFill/>
          </a:ln>
        </p:spPr>
        <p:txBody>
          <a:bodyPr wrap="none" rtlCol="0">
            <a:spAutoFit/>
          </a:bodyPr>
          <a:lstStyle/>
          <a:p>
            <a:r>
              <a:rPr lang="en-GB" sz="1200" b="1" i="1">
                <a:solidFill>
                  <a:srgbClr val="00B050"/>
                </a:solidFill>
              </a:rPr>
              <a:t>Example 6 – You do…</a:t>
            </a:r>
          </a:p>
        </p:txBody>
      </p:sp>
      <mc:AlternateContent xmlns:mc="http://schemas.openxmlformats.org/markup-compatibility/2006" xmlns:a14="http://schemas.microsoft.com/office/drawing/2010/main">
        <mc:Choice Requires="a14">
          <p:sp>
            <p:nvSpPr>
              <p:cNvPr id="313" name="TextBox 312">
                <a:extLst>
                  <a:ext uri="{FF2B5EF4-FFF2-40B4-BE49-F238E27FC236}">
                    <a16:creationId xmlns:a16="http://schemas.microsoft.com/office/drawing/2014/main" id="{A4461BE1-A513-4046-B72A-55427F850B17}"/>
                  </a:ext>
                </a:extLst>
              </p:cNvPr>
              <p:cNvSpPr txBox="1"/>
              <p:nvPr/>
            </p:nvSpPr>
            <p:spPr>
              <a:xfrm>
                <a:off x="276527" y="3901856"/>
                <a:ext cx="413511"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black"/>
                    </a:solidFill>
                    <a:effectLst/>
                    <a:uLnTx/>
                    <a:uFillTx/>
                    <a:latin typeface="Calibri" panose="020F0502020204030204"/>
                    <a:ea typeface="+mn-ea"/>
                    <a:cs typeface="+mn-cs"/>
                  </a:rPr>
                  <a:t> </a:t>
                </a:r>
                <a14:m>
                  <m:oMath xmlns:m="http://schemas.openxmlformats.org/officeDocument/2006/math">
                    <m:sSup>
                      <m:sSupPr>
                        <m:ctrlP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e>
                      <m:sup>
                        <m: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sup>
                    </m:sSup>
                  </m:oMath>
                </a14:m>
                <a:endParaRPr kumimoji="0" lang="en-GB" sz="1400" b="0" i="0" u="none" strike="noStrike" kern="1200" cap="none" spc="0" normalizeH="0" baseline="30000" noProof="0">
                  <a:ln>
                    <a:noFill/>
                  </a:ln>
                  <a:solidFill>
                    <a:prstClr val="black"/>
                  </a:solidFill>
                  <a:effectLst/>
                  <a:uLnTx/>
                  <a:uFillTx/>
                  <a:latin typeface="Calibri" panose="020F0502020204030204"/>
                  <a:ea typeface="+mn-ea"/>
                  <a:cs typeface="+mn-cs"/>
                </a:endParaRPr>
              </a:p>
            </p:txBody>
          </p:sp>
        </mc:Choice>
        <mc:Fallback xmlns="">
          <p:sp>
            <p:nvSpPr>
              <p:cNvPr id="313" name="TextBox 312">
                <a:extLst>
                  <a:ext uri="{FF2B5EF4-FFF2-40B4-BE49-F238E27FC236}">
                    <a16:creationId xmlns:a16="http://schemas.microsoft.com/office/drawing/2014/main" id="{A4461BE1-A513-4046-B72A-55427F850B17}"/>
                  </a:ext>
                </a:extLst>
              </p:cNvPr>
              <p:cNvSpPr txBox="1">
                <a:spLocks noRot="1" noChangeAspect="1" noMove="1" noResize="1" noEditPoints="1" noAdjustHandles="1" noChangeArrowheads="1" noChangeShapeType="1" noTextEdit="1"/>
              </p:cNvSpPr>
              <p:nvPr/>
            </p:nvSpPr>
            <p:spPr>
              <a:xfrm>
                <a:off x="276527" y="3901856"/>
                <a:ext cx="413511" cy="307777"/>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4" name="TextBox 313">
                <a:extLst>
                  <a:ext uri="{FF2B5EF4-FFF2-40B4-BE49-F238E27FC236}">
                    <a16:creationId xmlns:a16="http://schemas.microsoft.com/office/drawing/2014/main" id="{A4461BE1-A513-4046-B72A-55427F850B17}"/>
                  </a:ext>
                </a:extLst>
              </p:cNvPr>
              <p:cNvSpPr txBox="1"/>
              <p:nvPr/>
            </p:nvSpPr>
            <p:spPr>
              <a:xfrm>
                <a:off x="1922071" y="3815433"/>
                <a:ext cx="728661" cy="45724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black"/>
                    </a:solidFill>
                    <a:effectLst/>
                    <a:uLnTx/>
                    <a:uFillTx/>
                    <a:latin typeface="Calibri" panose="020F0502020204030204"/>
                    <a:ea typeface="+mn-ea"/>
                    <a:cs typeface="+mn-cs"/>
                  </a:rPr>
                  <a:t> </a:t>
                </a:r>
                <a14:m>
                  <m:oMath xmlns:m="http://schemas.openxmlformats.org/officeDocument/2006/math">
                    <m:sSup>
                      <m:sSupPr>
                        <m:ctrlP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d>
                          <m:dPr>
                            <m:ctrlP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f>
                              <m:fPr>
                                <m:ctrlP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num>
                              <m:den>
                                <m: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den>
                            </m:f>
                          </m:e>
                        </m:d>
                      </m:e>
                      <m:sup>
                        <m: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sup>
                    </m:sSup>
                  </m:oMath>
                </a14:m>
                <a:endParaRPr kumimoji="0" lang="en-GB" sz="1400" b="0" i="0" u="none" strike="noStrike" kern="1200" cap="none" spc="0" normalizeH="0" baseline="30000" noProof="0">
                  <a:ln>
                    <a:noFill/>
                  </a:ln>
                  <a:solidFill>
                    <a:prstClr val="black"/>
                  </a:solidFill>
                  <a:effectLst/>
                  <a:uLnTx/>
                  <a:uFillTx/>
                  <a:latin typeface="Calibri" panose="020F0502020204030204"/>
                  <a:ea typeface="+mn-ea"/>
                  <a:cs typeface="+mn-cs"/>
                </a:endParaRPr>
              </a:p>
            </p:txBody>
          </p:sp>
        </mc:Choice>
        <mc:Fallback xmlns="">
          <p:sp>
            <p:nvSpPr>
              <p:cNvPr id="314" name="TextBox 313">
                <a:extLst>
                  <a:ext uri="{FF2B5EF4-FFF2-40B4-BE49-F238E27FC236}">
                    <a16:creationId xmlns:a16="http://schemas.microsoft.com/office/drawing/2014/main" id="{A4461BE1-A513-4046-B72A-55427F850B17}"/>
                  </a:ext>
                </a:extLst>
              </p:cNvPr>
              <p:cNvSpPr txBox="1">
                <a:spLocks noRot="1" noChangeAspect="1" noMove="1" noResize="1" noEditPoints="1" noAdjustHandles="1" noChangeArrowheads="1" noChangeShapeType="1" noTextEdit="1"/>
              </p:cNvSpPr>
              <p:nvPr/>
            </p:nvSpPr>
            <p:spPr>
              <a:xfrm>
                <a:off x="1922071" y="3815433"/>
                <a:ext cx="728661" cy="457241"/>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5" name="TextBox 314">
                <a:extLst>
                  <a:ext uri="{FF2B5EF4-FFF2-40B4-BE49-F238E27FC236}">
                    <a16:creationId xmlns:a16="http://schemas.microsoft.com/office/drawing/2014/main" id="{A4461BE1-A513-4046-B72A-55427F850B17}"/>
                  </a:ext>
                </a:extLst>
              </p:cNvPr>
              <p:cNvSpPr txBox="1"/>
              <p:nvPr/>
            </p:nvSpPr>
            <p:spPr>
              <a:xfrm>
                <a:off x="3725297" y="3900367"/>
                <a:ext cx="691279"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black"/>
                    </a:solidFill>
                    <a:effectLst/>
                    <a:uLnTx/>
                    <a:uFillTx/>
                    <a:latin typeface="Calibri" panose="020F0502020204030204"/>
                    <a:ea typeface="+mn-ea"/>
                    <a:cs typeface="+mn-cs"/>
                  </a:rPr>
                  <a:t> </a:t>
                </a:r>
                <a14:m>
                  <m:oMath xmlns:m="http://schemas.openxmlformats.org/officeDocument/2006/math">
                    <m:r>
                      <a:rPr kumimoji="0" lang="en-US"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p>
                      <m:sSupPr>
                        <m:ctrlP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e>
                      <m:sup>
                        <m: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sup>
                    </m:sSup>
                  </m:oMath>
                </a14:m>
                <a:endParaRPr kumimoji="0" lang="en-GB" sz="1400" b="0" i="0" u="none" strike="noStrike" kern="1200" cap="none" spc="0" normalizeH="0" baseline="30000" noProof="0">
                  <a:ln>
                    <a:noFill/>
                  </a:ln>
                  <a:solidFill>
                    <a:prstClr val="black"/>
                  </a:solidFill>
                  <a:effectLst/>
                  <a:uLnTx/>
                  <a:uFillTx/>
                  <a:latin typeface="Calibri" panose="020F0502020204030204"/>
                  <a:ea typeface="+mn-ea"/>
                  <a:cs typeface="+mn-cs"/>
                </a:endParaRPr>
              </a:p>
            </p:txBody>
          </p:sp>
        </mc:Choice>
        <mc:Fallback xmlns="">
          <p:sp>
            <p:nvSpPr>
              <p:cNvPr id="315" name="TextBox 314">
                <a:extLst>
                  <a:ext uri="{FF2B5EF4-FFF2-40B4-BE49-F238E27FC236}">
                    <a16:creationId xmlns:a16="http://schemas.microsoft.com/office/drawing/2014/main" id="{A4461BE1-A513-4046-B72A-55427F850B17}"/>
                  </a:ext>
                </a:extLst>
              </p:cNvPr>
              <p:cNvSpPr txBox="1">
                <a:spLocks noRot="1" noChangeAspect="1" noMove="1" noResize="1" noEditPoints="1" noAdjustHandles="1" noChangeArrowheads="1" noChangeShapeType="1" noTextEdit="1"/>
              </p:cNvSpPr>
              <p:nvPr/>
            </p:nvSpPr>
            <p:spPr>
              <a:xfrm>
                <a:off x="3725297" y="3900367"/>
                <a:ext cx="691279" cy="307777"/>
              </a:xfrm>
              <a:prstGeom prst="rect">
                <a:avLst/>
              </a:prstGeom>
              <a:blipFill>
                <a:blip r:embed="rId9"/>
                <a:stretch>
                  <a:fillRect b="-1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6" name="TextBox 315">
                <a:extLst>
                  <a:ext uri="{FF2B5EF4-FFF2-40B4-BE49-F238E27FC236}">
                    <a16:creationId xmlns:a16="http://schemas.microsoft.com/office/drawing/2014/main" id="{A4461BE1-A513-4046-B72A-55427F850B17}"/>
                  </a:ext>
                </a:extLst>
              </p:cNvPr>
              <p:cNvSpPr txBox="1"/>
              <p:nvPr/>
            </p:nvSpPr>
            <p:spPr>
              <a:xfrm>
                <a:off x="5402378" y="3824629"/>
                <a:ext cx="564065" cy="45724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black"/>
                    </a:solidFill>
                    <a:effectLst/>
                    <a:uLnTx/>
                    <a:uFillTx/>
                    <a:latin typeface="Calibri" panose="020F0502020204030204"/>
                    <a:ea typeface="+mn-ea"/>
                    <a:cs typeface="+mn-cs"/>
                  </a:rPr>
                  <a:t> </a:t>
                </a:r>
                <a14:m>
                  <m:oMath xmlns:m="http://schemas.openxmlformats.org/officeDocument/2006/math">
                    <m:sSup>
                      <m:sSupPr>
                        <m:ctrlP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d>
                          <m:dPr>
                            <m:ctrlP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f>
                              <m:fPr>
                                <m:ctrlP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num>
                              <m:den>
                                <m: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den>
                            </m:f>
                          </m:e>
                        </m:d>
                      </m:e>
                      <m:sup>
                        <m: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sup>
                    </m:sSup>
                  </m:oMath>
                </a14:m>
                <a:endParaRPr kumimoji="0" lang="en-GB" sz="1400" b="0" i="0" u="none" strike="noStrike" kern="1200" cap="none" spc="0" normalizeH="0" baseline="30000" noProof="0">
                  <a:ln>
                    <a:noFill/>
                  </a:ln>
                  <a:solidFill>
                    <a:prstClr val="black"/>
                  </a:solidFill>
                  <a:effectLst/>
                  <a:uLnTx/>
                  <a:uFillTx/>
                  <a:latin typeface="Calibri" panose="020F0502020204030204"/>
                  <a:ea typeface="+mn-ea"/>
                  <a:cs typeface="+mn-cs"/>
                </a:endParaRPr>
              </a:p>
            </p:txBody>
          </p:sp>
        </mc:Choice>
        <mc:Fallback xmlns="">
          <p:sp>
            <p:nvSpPr>
              <p:cNvPr id="316" name="TextBox 315">
                <a:extLst>
                  <a:ext uri="{FF2B5EF4-FFF2-40B4-BE49-F238E27FC236}">
                    <a16:creationId xmlns:a16="http://schemas.microsoft.com/office/drawing/2014/main" id="{A4461BE1-A513-4046-B72A-55427F850B17}"/>
                  </a:ext>
                </a:extLst>
              </p:cNvPr>
              <p:cNvSpPr txBox="1">
                <a:spLocks noRot="1" noChangeAspect="1" noMove="1" noResize="1" noEditPoints="1" noAdjustHandles="1" noChangeArrowheads="1" noChangeShapeType="1" noTextEdit="1"/>
              </p:cNvSpPr>
              <p:nvPr/>
            </p:nvSpPr>
            <p:spPr>
              <a:xfrm>
                <a:off x="5402378" y="3824629"/>
                <a:ext cx="564065" cy="457241"/>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1" name="TextBox 320">
                <a:extLst>
                  <a:ext uri="{FF2B5EF4-FFF2-40B4-BE49-F238E27FC236}">
                    <a16:creationId xmlns:a16="http://schemas.microsoft.com/office/drawing/2014/main" id="{A4461BE1-A513-4046-B72A-55427F850B17}"/>
                  </a:ext>
                </a:extLst>
              </p:cNvPr>
              <p:cNvSpPr txBox="1"/>
              <p:nvPr/>
            </p:nvSpPr>
            <p:spPr>
              <a:xfrm>
                <a:off x="285324" y="2842504"/>
                <a:ext cx="406906"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prstClr val="black"/>
                    </a:solidFill>
                    <a:effectLst/>
                    <a:uLnTx/>
                    <a:uFillTx/>
                    <a:latin typeface="Calibri" panose="020F0502020204030204"/>
                    <a:ea typeface="+mn-ea"/>
                    <a:cs typeface="+mn-cs"/>
                  </a:rPr>
                  <a:t> </a:t>
                </a:r>
                <a14:m>
                  <m:oMath xmlns:m="http://schemas.openxmlformats.org/officeDocument/2006/math">
                    <m:sSup>
                      <m:sSupPr>
                        <m:ctrlP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5</m:t>
                        </m:r>
                      </m:e>
                      <m:sup>
                        <m: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sup>
                    </m:sSup>
                  </m:oMath>
                </a14:m>
                <a:endParaRPr kumimoji="0" lang="en-GB" sz="1400" b="0" i="0" u="none" strike="noStrike" kern="1200" cap="none" spc="0" normalizeH="0" baseline="30000" noProof="0" dirty="0">
                  <a:ln>
                    <a:noFill/>
                  </a:ln>
                  <a:solidFill>
                    <a:prstClr val="black"/>
                  </a:solidFill>
                  <a:effectLst/>
                  <a:uLnTx/>
                  <a:uFillTx/>
                  <a:latin typeface="Calibri" panose="020F0502020204030204"/>
                  <a:ea typeface="+mn-ea"/>
                  <a:cs typeface="+mn-cs"/>
                </a:endParaRPr>
              </a:p>
            </p:txBody>
          </p:sp>
        </mc:Choice>
        <mc:Fallback xmlns="">
          <p:sp>
            <p:nvSpPr>
              <p:cNvPr id="321" name="TextBox 320">
                <a:extLst>
                  <a:ext uri="{FF2B5EF4-FFF2-40B4-BE49-F238E27FC236}">
                    <a16:creationId xmlns:a16="http://schemas.microsoft.com/office/drawing/2014/main" id="{A4461BE1-A513-4046-B72A-55427F850B17}"/>
                  </a:ext>
                </a:extLst>
              </p:cNvPr>
              <p:cNvSpPr txBox="1">
                <a:spLocks noRot="1" noChangeAspect="1" noMove="1" noResize="1" noEditPoints="1" noAdjustHandles="1" noChangeArrowheads="1" noChangeShapeType="1" noTextEdit="1"/>
              </p:cNvSpPr>
              <p:nvPr/>
            </p:nvSpPr>
            <p:spPr>
              <a:xfrm>
                <a:off x="285324" y="2842504"/>
                <a:ext cx="406906" cy="307777"/>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2" name="TextBox 321">
                <a:extLst>
                  <a:ext uri="{FF2B5EF4-FFF2-40B4-BE49-F238E27FC236}">
                    <a16:creationId xmlns:a16="http://schemas.microsoft.com/office/drawing/2014/main" id="{A4461BE1-A513-4046-B72A-55427F850B17}"/>
                  </a:ext>
                </a:extLst>
              </p:cNvPr>
              <p:cNvSpPr txBox="1"/>
              <p:nvPr/>
            </p:nvSpPr>
            <p:spPr>
              <a:xfrm>
                <a:off x="1978530" y="2777312"/>
                <a:ext cx="558936" cy="45724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black"/>
                    </a:solidFill>
                    <a:effectLst/>
                    <a:uLnTx/>
                    <a:uFillTx/>
                    <a:latin typeface="Calibri" panose="020F0502020204030204"/>
                    <a:ea typeface="+mn-ea"/>
                    <a:cs typeface="+mn-cs"/>
                  </a:rPr>
                  <a:t> </a:t>
                </a:r>
                <a14:m>
                  <m:oMath xmlns:m="http://schemas.openxmlformats.org/officeDocument/2006/math">
                    <m:sSup>
                      <m:sSupPr>
                        <m:ctrlP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d>
                          <m:dPr>
                            <m:ctrlP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f>
                              <m:fPr>
                                <m:ctrlP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num>
                              <m:den>
                                <m: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5</m:t>
                                </m:r>
                              </m:den>
                            </m:f>
                          </m:e>
                        </m:d>
                      </m:e>
                      <m:sup>
                        <m: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sup>
                    </m:sSup>
                  </m:oMath>
                </a14:m>
                <a:endParaRPr kumimoji="0" lang="en-GB" sz="1400" b="0" i="0" u="none" strike="noStrike" kern="1200" cap="none" spc="0" normalizeH="0" baseline="30000" noProof="0">
                  <a:ln>
                    <a:noFill/>
                  </a:ln>
                  <a:solidFill>
                    <a:prstClr val="black"/>
                  </a:solidFill>
                  <a:effectLst/>
                  <a:uLnTx/>
                  <a:uFillTx/>
                  <a:latin typeface="Calibri" panose="020F0502020204030204"/>
                  <a:ea typeface="+mn-ea"/>
                  <a:cs typeface="+mn-cs"/>
                </a:endParaRPr>
              </a:p>
            </p:txBody>
          </p:sp>
        </mc:Choice>
        <mc:Fallback xmlns="">
          <p:sp>
            <p:nvSpPr>
              <p:cNvPr id="322" name="TextBox 321">
                <a:extLst>
                  <a:ext uri="{FF2B5EF4-FFF2-40B4-BE49-F238E27FC236}">
                    <a16:creationId xmlns:a16="http://schemas.microsoft.com/office/drawing/2014/main" id="{A4461BE1-A513-4046-B72A-55427F850B17}"/>
                  </a:ext>
                </a:extLst>
              </p:cNvPr>
              <p:cNvSpPr txBox="1">
                <a:spLocks noRot="1" noChangeAspect="1" noMove="1" noResize="1" noEditPoints="1" noAdjustHandles="1" noChangeArrowheads="1" noChangeShapeType="1" noTextEdit="1"/>
              </p:cNvSpPr>
              <p:nvPr/>
            </p:nvSpPr>
            <p:spPr>
              <a:xfrm>
                <a:off x="1978530" y="2777312"/>
                <a:ext cx="558936" cy="457241"/>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3" name="TextBox 322">
                <a:extLst>
                  <a:ext uri="{FF2B5EF4-FFF2-40B4-BE49-F238E27FC236}">
                    <a16:creationId xmlns:a16="http://schemas.microsoft.com/office/drawing/2014/main" id="{A4461BE1-A513-4046-B72A-55427F850B17}"/>
                  </a:ext>
                </a:extLst>
              </p:cNvPr>
              <p:cNvSpPr txBox="1"/>
              <p:nvPr/>
            </p:nvSpPr>
            <p:spPr>
              <a:xfrm>
                <a:off x="3689063" y="2755665"/>
                <a:ext cx="723531" cy="45724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black"/>
                    </a:solidFill>
                    <a:effectLst/>
                    <a:uLnTx/>
                    <a:uFillTx/>
                    <a:latin typeface="Calibri" panose="020F0502020204030204"/>
                    <a:ea typeface="+mn-ea"/>
                    <a:cs typeface="+mn-cs"/>
                  </a:rPr>
                  <a:t> </a:t>
                </a:r>
                <a14:m>
                  <m:oMath xmlns:m="http://schemas.openxmlformats.org/officeDocument/2006/math">
                    <m:sSup>
                      <m:sSupPr>
                        <m:ctrlP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d>
                          <m:dPr>
                            <m:ctrlP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f>
                              <m:fPr>
                                <m:ctrlP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num>
                              <m:den>
                                <m: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5</m:t>
                                </m:r>
                              </m:den>
                            </m:f>
                          </m:e>
                        </m:d>
                      </m:e>
                      <m:sup>
                        <m: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sup>
                    </m:sSup>
                  </m:oMath>
                </a14:m>
                <a:endParaRPr kumimoji="0" lang="en-GB" sz="1400" b="0" i="0" u="none" strike="noStrike" kern="1200" cap="none" spc="0" normalizeH="0" baseline="30000" noProof="0">
                  <a:ln>
                    <a:noFill/>
                  </a:ln>
                  <a:solidFill>
                    <a:prstClr val="black"/>
                  </a:solidFill>
                  <a:effectLst/>
                  <a:uLnTx/>
                  <a:uFillTx/>
                  <a:latin typeface="Calibri" panose="020F0502020204030204"/>
                  <a:ea typeface="+mn-ea"/>
                  <a:cs typeface="+mn-cs"/>
                </a:endParaRPr>
              </a:p>
            </p:txBody>
          </p:sp>
        </mc:Choice>
        <mc:Fallback xmlns="">
          <p:sp>
            <p:nvSpPr>
              <p:cNvPr id="323" name="TextBox 322">
                <a:extLst>
                  <a:ext uri="{FF2B5EF4-FFF2-40B4-BE49-F238E27FC236}">
                    <a16:creationId xmlns:a16="http://schemas.microsoft.com/office/drawing/2014/main" id="{A4461BE1-A513-4046-B72A-55427F850B17}"/>
                  </a:ext>
                </a:extLst>
              </p:cNvPr>
              <p:cNvSpPr txBox="1">
                <a:spLocks noRot="1" noChangeAspect="1" noMove="1" noResize="1" noEditPoints="1" noAdjustHandles="1" noChangeArrowheads="1" noChangeShapeType="1" noTextEdit="1"/>
              </p:cNvSpPr>
              <p:nvPr/>
            </p:nvSpPr>
            <p:spPr>
              <a:xfrm>
                <a:off x="3689063" y="2755665"/>
                <a:ext cx="723531" cy="457241"/>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4" name="TextBox 323">
                <a:extLst>
                  <a:ext uri="{FF2B5EF4-FFF2-40B4-BE49-F238E27FC236}">
                    <a16:creationId xmlns:a16="http://schemas.microsoft.com/office/drawing/2014/main" id="{A4461BE1-A513-4046-B72A-55427F850B17}"/>
                  </a:ext>
                </a:extLst>
              </p:cNvPr>
              <p:cNvSpPr txBox="1"/>
              <p:nvPr/>
            </p:nvSpPr>
            <p:spPr>
              <a:xfrm>
                <a:off x="5424958" y="2826812"/>
                <a:ext cx="689035"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black"/>
                    </a:solidFill>
                    <a:effectLst/>
                    <a:uLnTx/>
                    <a:uFillTx/>
                    <a:latin typeface="Calibri" panose="020F0502020204030204"/>
                    <a:ea typeface="+mn-ea"/>
                    <a:cs typeface="+mn-cs"/>
                  </a:rPr>
                  <a:t> </a:t>
                </a:r>
                <a14:m>
                  <m:oMath xmlns:m="http://schemas.openxmlformats.org/officeDocument/2006/math">
                    <m:sSup>
                      <m:sSupPr>
                        <m:ctrlP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(−5)</m:t>
                        </m:r>
                      </m:e>
                      <m:sup>
                        <m: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sup>
                    </m:sSup>
                  </m:oMath>
                </a14:m>
                <a:endParaRPr kumimoji="0" lang="en-GB" sz="1400" b="0" i="0" u="none" strike="noStrike" kern="1200" cap="none" spc="0" normalizeH="0" baseline="30000" noProof="0">
                  <a:ln>
                    <a:noFill/>
                  </a:ln>
                  <a:solidFill>
                    <a:prstClr val="black"/>
                  </a:solidFill>
                  <a:effectLst/>
                  <a:uLnTx/>
                  <a:uFillTx/>
                  <a:latin typeface="Calibri" panose="020F0502020204030204"/>
                  <a:ea typeface="+mn-ea"/>
                  <a:cs typeface="+mn-cs"/>
                </a:endParaRPr>
              </a:p>
            </p:txBody>
          </p:sp>
        </mc:Choice>
        <mc:Fallback xmlns="">
          <p:sp>
            <p:nvSpPr>
              <p:cNvPr id="324" name="TextBox 323">
                <a:extLst>
                  <a:ext uri="{FF2B5EF4-FFF2-40B4-BE49-F238E27FC236}">
                    <a16:creationId xmlns:a16="http://schemas.microsoft.com/office/drawing/2014/main" id="{A4461BE1-A513-4046-B72A-55427F850B17}"/>
                  </a:ext>
                </a:extLst>
              </p:cNvPr>
              <p:cNvSpPr txBox="1">
                <a:spLocks noRot="1" noChangeAspect="1" noMove="1" noResize="1" noEditPoints="1" noAdjustHandles="1" noChangeArrowheads="1" noChangeShapeType="1" noTextEdit="1"/>
              </p:cNvSpPr>
              <p:nvPr/>
            </p:nvSpPr>
            <p:spPr>
              <a:xfrm>
                <a:off x="5424958" y="2826812"/>
                <a:ext cx="689035" cy="307777"/>
              </a:xfrm>
              <a:prstGeom prst="rect">
                <a:avLst/>
              </a:prstGeom>
              <a:blipFill>
                <a:blip r:embed="rId14"/>
                <a:stretch>
                  <a:fillRect b="-100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graphicFrame>
            <p:nvGraphicFramePr>
              <p:cNvPr id="377" name="Table 376"/>
              <p:cNvGraphicFramePr>
                <a:graphicFrameLocks noGrp="1"/>
              </p:cNvGraphicFramePr>
              <p:nvPr>
                <p:extLst>
                  <p:ext uri="{D42A27DB-BD31-4B8C-83A1-F6EECF244321}">
                    <p14:modId xmlns:p14="http://schemas.microsoft.com/office/powerpoint/2010/main" val="3030221773"/>
                  </p:ext>
                </p:extLst>
              </p:nvPr>
            </p:nvGraphicFramePr>
            <p:xfrm>
              <a:off x="108531" y="4872182"/>
              <a:ext cx="6665523" cy="2606548"/>
            </p:xfrm>
            <a:graphic>
              <a:graphicData uri="http://schemas.openxmlformats.org/drawingml/2006/table">
                <a:tbl>
                  <a:tblPr firstRow="1" bandRow="1">
                    <a:tableStyleId>{5C22544A-7EE6-4342-B048-85BDC9FD1C3A}</a:tableStyleId>
                  </a:tblPr>
                  <a:tblGrid>
                    <a:gridCol w="1550694">
                      <a:extLst>
                        <a:ext uri="{9D8B030D-6E8A-4147-A177-3AD203B41FA5}">
                          <a16:colId xmlns:a16="http://schemas.microsoft.com/office/drawing/2014/main" val="3124559182"/>
                        </a:ext>
                      </a:extLst>
                    </a:gridCol>
                    <a:gridCol w="1810081">
                      <a:extLst>
                        <a:ext uri="{9D8B030D-6E8A-4147-A177-3AD203B41FA5}">
                          <a16:colId xmlns:a16="http://schemas.microsoft.com/office/drawing/2014/main" val="1668930051"/>
                        </a:ext>
                      </a:extLst>
                    </a:gridCol>
                    <a:gridCol w="1652374">
                      <a:extLst>
                        <a:ext uri="{9D8B030D-6E8A-4147-A177-3AD203B41FA5}">
                          <a16:colId xmlns:a16="http://schemas.microsoft.com/office/drawing/2014/main" val="2873958374"/>
                        </a:ext>
                      </a:extLst>
                    </a:gridCol>
                    <a:gridCol w="1652374">
                      <a:extLst>
                        <a:ext uri="{9D8B030D-6E8A-4147-A177-3AD203B41FA5}">
                          <a16:colId xmlns:a16="http://schemas.microsoft.com/office/drawing/2014/main" val="2414775215"/>
                        </a:ext>
                      </a:extLst>
                    </a:gridCol>
                  </a:tblGrid>
                  <a:tr h="376032">
                    <a:tc>
                      <a:txBody>
                        <a:bodyPr/>
                        <a:lstStyle/>
                        <a:p>
                          <a:pPr algn="ctr"/>
                          <a:r>
                            <a:rPr lang="en-US" sz="1200">
                              <a:solidFill>
                                <a:schemeClr val="tx1"/>
                              </a:solidFill>
                            </a:rPr>
                            <a:t>Steps</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Write as a fraction in simplest form</a:t>
                          </a:r>
                          <a:endParaRPr lang="en-US" sz="1200" b="1" baseline="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sz="1200">
                              <a:solidFill>
                                <a:schemeClr val="tx1"/>
                              </a:solidFill>
                            </a:rPr>
                            <a:t>Evaluat</a:t>
                          </a:r>
                          <a:r>
                            <a:rPr lang="en-US" sz="1200" baseline="0">
                              <a:solidFill>
                                <a:schemeClr val="tx1"/>
                              </a:solidFill>
                            </a:rPr>
                            <a:t>e</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sz="1200">
                              <a:solidFill>
                                <a:schemeClr val="tx1"/>
                              </a:solidFill>
                            </a:rPr>
                            <a:t>Evaluate</a:t>
                          </a:r>
                          <a:endParaRPr lang="en-US" sz="1200" b="1" baseline="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47329628"/>
                      </a:ext>
                    </a:extLst>
                  </a:tr>
                  <a:tr h="1071306">
                    <a:tc rowSpan="2">
                      <a:txBody>
                        <a:bodyPr/>
                        <a:lstStyle/>
                        <a:p>
                          <a:r>
                            <a:rPr lang="en-US" sz="1200" baseline="0">
                              <a:solidFill>
                                <a:schemeClr val="tx1"/>
                              </a:solidFill>
                            </a:rPr>
                            <a:t>When a fraction is raised to a power, both numerator and denominator is raised to the power.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p>
                                  <m:sSupPr>
                                    <m:ctrlPr>
                                      <a:rPr lang="en-US" sz="1200" b="0" i="1" baseline="0" smtClean="0">
                                        <a:solidFill>
                                          <a:schemeClr val="tx1"/>
                                        </a:solidFill>
                                        <a:latin typeface="Cambria Math" panose="02040503050406030204" pitchFamily="18" charset="0"/>
                                      </a:rPr>
                                    </m:ctrlPr>
                                  </m:sSupPr>
                                  <m:e>
                                    <m:d>
                                      <m:dPr>
                                        <m:ctrlPr>
                                          <a:rPr lang="en-US" sz="1200" b="0" i="1" baseline="0" smtClean="0">
                                            <a:solidFill>
                                              <a:schemeClr val="tx1"/>
                                            </a:solidFill>
                                            <a:latin typeface="Cambria Math" panose="02040503050406030204" pitchFamily="18" charset="0"/>
                                          </a:rPr>
                                        </m:ctrlPr>
                                      </m:dPr>
                                      <m:e>
                                        <m:f>
                                          <m:fPr>
                                            <m:ctrlPr>
                                              <a:rPr lang="en-US" sz="1200" b="0" i="1" baseline="0" smtClean="0">
                                                <a:solidFill>
                                                  <a:schemeClr val="tx1"/>
                                                </a:solidFill>
                                                <a:latin typeface="Cambria Math" panose="02040503050406030204" pitchFamily="18" charset="0"/>
                                              </a:rPr>
                                            </m:ctrlPr>
                                          </m:fPr>
                                          <m:num>
                                            <m:r>
                                              <a:rPr lang="en-US" sz="1200" b="0" i="1" baseline="0" smtClean="0">
                                                <a:solidFill>
                                                  <a:schemeClr val="tx1"/>
                                                </a:solidFill>
                                                <a:latin typeface="Cambria Math" panose="02040503050406030204" pitchFamily="18" charset="0"/>
                                              </a:rPr>
                                              <m:t>1</m:t>
                                            </m:r>
                                          </m:num>
                                          <m:den>
                                            <m:r>
                                              <a:rPr lang="en-US" sz="1200" b="0" i="1" baseline="0" smtClean="0">
                                                <a:solidFill>
                                                  <a:schemeClr val="tx1"/>
                                                </a:solidFill>
                                                <a:latin typeface="Cambria Math" panose="02040503050406030204" pitchFamily="18" charset="0"/>
                                              </a:rPr>
                                              <m:t>2</m:t>
                                            </m:r>
                                          </m:den>
                                        </m:f>
                                      </m:e>
                                    </m:d>
                                  </m:e>
                                  <m:sup>
                                    <m:r>
                                      <a:rPr lang="en-US" sz="1200" b="0" i="1" baseline="0" smtClean="0">
                                        <a:solidFill>
                                          <a:schemeClr val="tx1"/>
                                        </a:solidFill>
                                        <a:latin typeface="Cambria Math" panose="02040503050406030204" pitchFamily="18" charset="0"/>
                                      </a:rPr>
                                      <m:t>1</m:t>
                                    </m:r>
                                  </m:sup>
                                </m:sSup>
                              </m:oMath>
                            </m:oMathPara>
                          </a14:m>
                          <a:endParaRPr lang="en-US" sz="1200" b="0" dirty="0">
                            <a:solidFill>
                              <a:schemeClr val="tx1"/>
                            </a:solidFill>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dirty="0">
                            <a:ln>
                              <a:noFill/>
                            </a:ln>
                            <a:solidFill>
                              <a:srgbClr val="FF0000"/>
                            </a:solidFill>
                            <a:effectLst/>
                            <a:uLnTx/>
                            <a:uFillTx/>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14:m>
                            <m:oMathPara xmlns:m="http://schemas.openxmlformats.org/officeDocument/2006/math">
                              <m:oMathParaPr>
                                <m:jc m:val="left"/>
                              </m:oMathParaPr>
                              <m:oMath xmlns:m="http://schemas.openxmlformats.org/officeDocument/2006/math">
                                <m:sSup>
                                  <m:sSupPr>
                                    <m:ctrlPr>
                                      <a:rPr lang="en-US" sz="1200" b="0" i="1" baseline="0" smtClean="0">
                                        <a:solidFill>
                                          <a:schemeClr val="tx1"/>
                                        </a:solidFill>
                                        <a:latin typeface="Cambria Math" panose="02040503050406030204" pitchFamily="18" charset="0"/>
                                      </a:rPr>
                                    </m:ctrlPr>
                                  </m:sSupPr>
                                  <m:e>
                                    <m:d>
                                      <m:dPr>
                                        <m:ctrlPr>
                                          <a:rPr lang="en-US" sz="1200" b="0" i="1" baseline="0" smtClean="0">
                                            <a:solidFill>
                                              <a:schemeClr val="tx1"/>
                                            </a:solidFill>
                                            <a:latin typeface="Cambria Math" panose="02040503050406030204" pitchFamily="18" charset="0"/>
                                          </a:rPr>
                                        </m:ctrlPr>
                                      </m:dPr>
                                      <m:e>
                                        <m:f>
                                          <m:fPr>
                                            <m:ctrlPr>
                                              <a:rPr lang="en-US" sz="1200" b="0" i="1" baseline="0" smtClean="0">
                                                <a:solidFill>
                                                  <a:schemeClr val="tx1"/>
                                                </a:solidFill>
                                                <a:latin typeface="Cambria Math" panose="02040503050406030204" pitchFamily="18" charset="0"/>
                                              </a:rPr>
                                            </m:ctrlPr>
                                          </m:fPr>
                                          <m:num>
                                            <m:r>
                                              <a:rPr lang="en-US" sz="1200" b="0" i="1" baseline="0" smtClean="0">
                                                <a:solidFill>
                                                  <a:schemeClr val="tx1"/>
                                                </a:solidFill>
                                                <a:latin typeface="Cambria Math" panose="02040503050406030204" pitchFamily="18" charset="0"/>
                                              </a:rPr>
                                              <m:t>𝑎</m:t>
                                            </m:r>
                                          </m:num>
                                          <m:den>
                                            <m:r>
                                              <a:rPr lang="en-US" sz="1200" b="0" i="1" baseline="0" smtClean="0">
                                                <a:solidFill>
                                                  <a:schemeClr val="tx1"/>
                                                </a:solidFill>
                                                <a:latin typeface="Cambria Math" panose="02040503050406030204" pitchFamily="18" charset="0"/>
                                              </a:rPr>
                                              <m:t>𝑏</m:t>
                                            </m:r>
                                          </m:den>
                                        </m:f>
                                      </m:e>
                                    </m:d>
                                  </m:e>
                                  <m:sup>
                                    <m:r>
                                      <a:rPr lang="en-US" sz="1200" b="0" i="1" baseline="0" smtClean="0">
                                        <a:solidFill>
                                          <a:schemeClr val="tx1"/>
                                        </a:solidFill>
                                        <a:latin typeface="Cambria Math" panose="02040503050406030204" pitchFamily="18" charset="0"/>
                                      </a:rPr>
                                      <m:t>1</m:t>
                                    </m:r>
                                  </m:sup>
                                </m:sSup>
                              </m:oMath>
                            </m:oMathPara>
                          </a14:m>
                          <a:endParaRPr lang="en-GB" sz="1200" b="0" dirty="0">
                            <a:solidFill>
                              <a:schemeClr val="tx1"/>
                            </a:solidFill>
                          </a:endParaRPr>
                        </a:p>
                        <a:p>
                          <a:pPr algn="l"/>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p>
                                  <m:sSupPr>
                                    <m:ctrlPr>
                                      <a:rPr lang="en-US" sz="1200" b="0" i="1" baseline="0" smtClean="0">
                                        <a:solidFill>
                                          <a:schemeClr val="tx1"/>
                                        </a:solidFill>
                                        <a:latin typeface="Cambria Math" panose="02040503050406030204" pitchFamily="18" charset="0"/>
                                      </a:rPr>
                                    </m:ctrlPr>
                                  </m:sSupPr>
                                  <m:e>
                                    <m:d>
                                      <m:dPr>
                                        <m:ctrlPr>
                                          <a:rPr lang="en-US" sz="1200" b="0" i="1" baseline="0" smtClean="0">
                                            <a:solidFill>
                                              <a:schemeClr val="tx1"/>
                                            </a:solidFill>
                                            <a:latin typeface="Cambria Math" panose="02040503050406030204" pitchFamily="18" charset="0"/>
                                          </a:rPr>
                                        </m:ctrlPr>
                                      </m:dPr>
                                      <m:e>
                                        <m:f>
                                          <m:fPr>
                                            <m:ctrlPr>
                                              <a:rPr lang="en-US" sz="1200" b="0" i="1" baseline="0" smtClean="0">
                                                <a:solidFill>
                                                  <a:schemeClr val="tx1"/>
                                                </a:solidFill>
                                                <a:latin typeface="Cambria Math" panose="02040503050406030204" pitchFamily="18" charset="0"/>
                                              </a:rPr>
                                            </m:ctrlPr>
                                          </m:fPr>
                                          <m:num>
                                            <m:r>
                                              <a:rPr lang="en-US" sz="1200" b="0" i="1" baseline="0" smtClean="0">
                                                <a:solidFill>
                                                  <a:schemeClr val="tx1"/>
                                                </a:solidFill>
                                                <a:latin typeface="Cambria Math" panose="02040503050406030204" pitchFamily="18" charset="0"/>
                                              </a:rPr>
                                              <m:t>3</m:t>
                                            </m:r>
                                          </m:num>
                                          <m:den>
                                            <m:r>
                                              <a:rPr lang="en-US" sz="1200" b="0" i="1" baseline="0" smtClean="0">
                                                <a:solidFill>
                                                  <a:schemeClr val="tx1"/>
                                                </a:solidFill>
                                                <a:latin typeface="Cambria Math" panose="02040503050406030204" pitchFamily="18" charset="0"/>
                                              </a:rPr>
                                              <m:t>4</m:t>
                                            </m:r>
                                          </m:den>
                                        </m:f>
                                      </m:e>
                                    </m:d>
                                  </m:e>
                                  <m:sup>
                                    <m:r>
                                      <a:rPr lang="en-US" sz="1200" b="0" i="1" baseline="0" smtClean="0">
                                        <a:solidFill>
                                          <a:schemeClr val="tx1"/>
                                        </a:solidFill>
                                        <a:latin typeface="Cambria Math" panose="02040503050406030204" pitchFamily="18" charset="0"/>
                                      </a:rPr>
                                      <m:t>1</m:t>
                                    </m:r>
                                  </m:sup>
                                </m:sSup>
                              </m:oMath>
                            </m:oMathPara>
                          </a14:m>
                          <a:endParaRPr lang="en-US" sz="1200" b="0" baseline="0" dirty="0">
                            <a:solidFill>
                              <a:schemeClr val="tx1"/>
                            </a:solidFill>
                          </a:endParaRPr>
                        </a:p>
                        <a:p>
                          <a:pPr algn="l"/>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41023978"/>
                      </a:ext>
                    </a:extLst>
                  </a:tr>
                  <a:tr h="1159210">
                    <a:tc vMerge="1">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14:m>
                            <m:oMathPara xmlns:m="http://schemas.openxmlformats.org/officeDocument/2006/math">
                              <m:oMathParaPr>
                                <m:jc m:val="left"/>
                              </m:oMathParaPr>
                              <m:oMath xmlns:m="http://schemas.openxmlformats.org/officeDocument/2006/math">
                                <m:sSup>
                                  <m:sSupPr>
                                    <m:ctrlPr>
                                      <a:rPr lang="en-US" sz="1200" b="0" i="1" baseline="0" smtClean="0">
                                        <a:solidFill>
                                          <a:schemeClr val="tx1"/>
                                        </a:solidFill>
                                        <a:latin typeface="Cambria Math" panose="02040503050406030204" pitchFamily="18" charset="0"/>
                                      </a:rPr>
                                    </m:ctrlPr>
                                  </m:sSupPr>
                                  <m:e>
                                    <m:d>
                                      <m:dPr>
                                        <m:ctrlPr>
                                          <a:rPr lang="en-US" sz="1200" b="0" i="1" baseline="0" smtClean="0">
                                            <a:solidFill>
                                              <a:schemeClr val="tx1"/>
                                            </a:solidFill>
                                            <a:latin typeface="Cambria Math" panose="02040503050406030204" pitchFamily="18" charset="0"/>
                                          </a:rPr>
                                        </m:ctrlPr>
                                      </m:dPr>
                                      <m:e>
                                        <m:f>
                                          <m:fPr>
                                            <m:ctrlPr>
                                              <a:rPr lang="en-US" sz="1200" b="0" i="1" baseline="0" smtClean="0">
                                                <a:solidFill>
                                                  <a:schemeClr val="tx1"/>
                                                </a:solidFill>
                                                <a:latin typeface="Cambria Math" panose="02040503050406030204" pitchFamily="18" charset="0"/>
                                              </a:rPr>
                                            </m:ctrlPr>
                                          </m:fPr>
                                          <m:num>
                                            <m:r>
                                              <a:rPr lang="en-US" sz="1200" b="0" i="1" baseline="0" smtClean="0">
                                                <a:solidFill>
                                                  <a:schemeClr val="tx1"/>
                                                </a:solidFill>
                                                <a:latin typeface="Cambria Math" panose="02040503050406030204" pitchFamily="18" charset="0"/>
                                              </a:rPr>
                                              <m:t>1</m:t>
                                            </m:r>
                                          </m:num>
                                          <m:den>
                                            <m:r>
                                              <a:rPr lang="en-US" sz="1200" b="0" i="1" baseline="0" smtClean="0">
                                                <a:solidFill>
                                                  <a:schemeClr val="tx1"/>
                                                </a:solidFill>
                                                <a:latin typeface="Cambria Math" panose="02040503050406030204" pitchFamily="18" charset="0"/>
                                              </a:rPr>
                                              <m:t>2</m:t>
                                            </m:r>
                                          </m:den>
                                        </m:f>
                                      </m:e>
                                    </m:d>
                                  </m:e>
                                  <m:sup>
                                    <m:r>
                                      <a:rPr lang="en-US" sz="1200" b="0" i="1" baseline="0" smtClean="0">
                                        <a:solidFill>
                                          <a:schemeClr val="tx1"/>
                                        </a:solidFill>
                                        <a:latin typeface="Cambria Math" panose="02040503050406030204" pitchFamily="18" charset="0"/>
                                      </a:rPr>
                                      <m:t>3</m:t>
                                    </m:r>
                                  </m:sup>
                                </m:sSup>
                              </m:oMath>
                            </m:oMathPara>
                          </a14:m>
                          <a:endParaRPr lang="en-GB" sz="1200" b="0" dirty="0">
                            <a:solidFill>
                              <a:schemeClr val="tx1"/>
                            </a:solidFill>
                          </a:endParaRPr>
                        </a:p>
                        <a:p>
                          <a:pPr algn="l"/>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14:m>
                            <m:oMathPara xmlns:m="http://schemas.openxmlformats.org/officeDocument/2006/math">
                              <m:oMathParaPr>
                                <m:jc m:val="left"/>
                              </m:oMathParaPr>
                              <m:oMath xmlns:m="http://schemas.openxmlformats.org/officeDocument/2006/math">
                                <m:sSup>
                                  <m:sSupPr>
                                    <m:ctrlPr>
                                      <a:rPr lang="en-US" sz="1200" b="0" i="1" baseline="0" smtClean="0">
                                        <a:solidFill>
                                          <a:schemeClr val="tx1"/>
                                        </a:solidFill>
                                        <a:latin typeface="Cambria Math" panose="02040503050406030204" pitchFamily="18" charset="0"/>
                                      </a:rPr>
                                    </m:ctrlPr>
                                  </m:sSupPr>
                                  <m:e>
                                    <m:d>
                                      <m:dPr>
                                        <m:ctrlPr>
                                          <a:rPr lang="en-US" sz="1200" b="0" i="1" baseline="0" smtClean="0">
                                            <a:solidFill>
                                              <a:schemeClr val="tx1"/>
                                            </a:solidFill>
                                            <a:latin typeface="Cambria Math" panose="02040503050406030204" pitchFamily="18" charset="0"/>
                                          </a:rPr>
                                        </m:ctrlPr>
                                      </m:dPr>
                                      <m:e>
                                        <m:f>
                                          <m:fPr>
                                            <m:ctrlPr>
                                              <a:rPr lang="en-US" sz="1200" b="0" i="1" baseline="0" smtClean="0">
                                                <a:solidFill>
                                                  <a:schemeClr val="tx1"/>
                                                </a:solidFill>
                                                <a:latin typeface="Cambria Math" panose="02040503050406030204" pitchFamily="18" charset="0"/>
                                              </a:rPr>
                                            </m:ctrlPr>
                                          </m:fPr>
                                          <m:num>
                                            <m:r>
                                              <a:rPr lang="en-US" sz="1200" b="0" i="1" baseline="0" smtClean="0">
                                                <a:solidFill>
                                                  <a:schemeClr val="tx1"/>
                                                </a:solidFill>
                                                <a:latin typeface="Cambria Math" panose="02040503050406030204" pitchFamily="18" charset="0"/>
                                              </a:rPr>
                                              <m:t>𝑎</m:t>
                                            </m:r>
                                          </m:num>
                                          <m:den>
                                            <m:r>
                                              <a:rPr lang="en-US" sz="1200" b="0" i="1" baseline="0" smtClean="0">
                                                <a:solidFill>
                                                  <a:schemeClr val="tx1"/>
                                                </a:solidFill>
                                                <a:latin typeface="Cambria Math" panose="02040503050406030204" pitchFamily="18" charset="0"/>
                                              </a:rPr>
                                              <m:t>𝑏</m:t>
                                            </m:r>
                                          </m:den>
                                        </m:f>
                                      </m:e>
                                    </m:d>
                                  </m:e>
                                  <m:sup>
                                    <m:r>
                                      <a:rPr lang="en-US" sz="1200" b="0" i="1" baseline="0" smtClean="0">
                                        <a:solidFill>
                                          <a:schemeClr val="tx1"/>
                                        </a:solidFill>
                                        <a:latin typeface="Cambria Math" panose="02040503050406030204" pitchFamily="18" charset="0"/>
                                      </a:rPr>
                                      <m:t>2</m:t>
                                    </m:r>
                                  </m:sup>
                                </m:sSup>
                              </m:oMath>
                            </m:oMathPara>
                          </a14:m>
                          <a:endParaRPr lang="en-GB" sz="1200" b="0" dirty="0">
                            <a:solidFill>
                              <a:schemeClr val="tx1"/>
                            </a:solidFill>
                          </a:endParaRPr>
                        </a:p>
                        <a:p>
                          <a:pPr algn="l"/>
                          <a:endParaRPr lang="en-GB" sz="1200" b="0" dirty="0">
                            <a:solidFill>
                              <a:schemeClr val="tx1"/>
                            </a:solidFill>
                          </a:endParaRPr>
                        </a:p>
                        <a:p>
                          <a:pPr algn="l"/>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14:m>
                            <m:oMathPara xmlns:m="http://schemas.openxmlformats.org/officeDocument/2006/math">
                              <m:oMathParaPr>
                                <m:jc m:val="left"/>
                              </m:oMathParaPr>
                              <m:oMath xmlns:m="http://schemas.openxmlformats.org/officeDocument/2006/math">
                                <m:sSup>
                                  <m:sSupPr>
                                    <m:ctrlPr>
                                      <a:rPr lang="en-US" sz="1200" b="0" i="1" baseline="0" smtClean="0">
                                        <a:solidFill>
                                          <a:schemeClr val="tx1"/>
                                        </a:solidFill>
                                        <a:latin typeface="Cambria Math" panose="02040503050406030204" pitchFamily="18" charset="0"/>
                                      </a:rPr>
                                    </m:ctrlPr>
                                  </m:sSupPr>
                                  <m:e>
                                    <m:d>
                                      <m:dPr>
                                        <m:ctrlPr>
                                          <a:rPr lang="en-US" sz="1200" b="0" i="1" baseline="0" smtClean="0">
                                            <a:solidFill>
                                              <a:schemeClr val="tx1"/>
                                            </a:solidFill>
                                            <a:latin typeface="Cambria Math" panose="02040503050406030204" pitchFamily="18" charset="0"/>
                                          </a:rPr>
                                        </m:ctrlPr>
                                      </m:dPr>
                                      <m:e>
                                        <m:f>
                                          <m:fPr>
                                            <m:ctrlPr>
                                              <a:rPr lang="en-US" sz="1200" b="0" i="1" baseline="0" smtClean="0">
                                                <a:solidFill>
                                                  <a:schemeClr val="tx1"/>
                                                </a:solidFill>
                                                <a:latin typeface="Cambria Math" panose="02040503050406030204" pitchFamily="18" charset="0"/>
                                              </a:rPr>
                                            </m:ctrlPr>
                                          </m:fPr>
                                          <m:num>
                                            <m:r>
                                              <a:rPr lang="en-US" sz="1200" b="0" i="1" baseline="0" smtClean="0">
                                                <a:solidFill>
                                                  <a:schemeClr val="tx1"/>
                                                </a:solidFill>
                                                <a:latin typeface="Cambria Math" panose="02040503050406030204" pitchFamily="18" charset="0"/>
                                              </a:rPr>
                                              <m:t>3</m:t>
                                            </m:r>
                                          </m:num>
                                          <m:den>
                                            <m:r>
                                              <a:rPr lang="en-US" sz="1200" b="0" i="1" baseline="0" smtClean="0">
                                                <a:solidFill>
                                                  <a:schemeClr val="tx1"/>
                                                </a:solidFill>
                                                <a:latin typeface="Cambria Math" panose="02040503050406030204" pitchFamily="18" charset="0"/>
                                              </a:rPr>
                                              <m:t>4</m:t>
                                            </m:r>
                                          </m:den>
                                        </m:f>
                                      </m:e>
                                    </m:d>
                                  </m:e>
                                  <m:sup>
                                    <m:r>
                                      <a:rPr lang="en-US" sz="1200" b="0" i="1" baseline="0" smtClean="0">
                                        <a:solidFill>
                                          <a:schemeClr val="tx1"/>
                                        </a:solidFill>
                                        <a:latin typeface="Cambria Math" panose="02040503050406030204" pitchFamily="18" charset="0"/>
                                      </a:rPr>
                                      <m:t>3</m:t>
                                    </m:r>
                                  </m:sup>
                                </m:sSup>
                              </m:oMath>
                            </m:oMathPara>
                          </a14:m>
                          <a:endParaRPr lang="en-GB" sz="1200" b="0" dirty="0">
                            <a:solidFill>
                              <a:schemeClr val="tx1"/>
                            </a:solidFill>
                          </a:endParaRPr>
                        </a:p>
                        <a:p>
                          <a:pPr algn="l"/>
                          <a:endParaRPr lang="en-GB" sz="1800" b="1" dirty="0">
                            <a:solidFill>
                              <a:schemeClr val="tx1"/>
                            </a:solidFill>
                            <a:latin typeface="Cambria Math" panose="02040503050406030204" pitchFamily="18" charset="0"/>
                            <a:ea typeface="Cambria Math"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72237232"/>
                      </a:ext>
                    </a:extLst>
                  </a:tr>
                </a:tbl>
              </a:graphicData>
            </a:graphic>
          </p:graphicFrame>
        </mc:Choice>
        <mc:Fallback>
          <p:graphicFrame>
            <p:nvGraphicFramePr>
              <p:cNvPr id="377" name="Table 376"/>
              <p:cNvGraphicFramePr>
                <a:graphicFrameLocks noGrp="1"/>
              </p:cNvGraphicFramePr>
              <p:nvPr>
                <p:extLst>
                  <p:ext uri="{D42A27DB-BD31-4B8C-83A1-F6EECF244321}">
                    <p14:modId xmlns:p14="http://schemas.microsoft.com/office/powerpoint/2010/main" val="3030221773"/>
                  </p:ext>
                </p:extLst>
              </p:nvPr>
            </p:nvGraphicFramePr>
            <p:xfrm>
              <a:off x="108531" y="4872182"/>
              <a:ext cx="6665523" cy="2606548"/>
            </p:xfrm>
            <a:graphic>
              <a:graphicData uri="http://schemas.openxmlformats.org/drawingml/2006/table">
                <a:tbl>
                  <a:tblPr firstRow="1" bandRow="1">
                    <a:tableStyleId>{5C22544A-7EE6-4342-B048-85BDC9FD1C3A}</a:tableStyleId>
                  </a:tblPr>
                  <a:tblGrid>
                    <a:gridCol w="1550694">
                      <a:extLst>
                        <a:ext uri="{9D8B030D-6E8A-4147-A177-3AD203B41FA5}">
                          <a16:colId xmlns:a16="http://schemas.microsoft.com/office/drawing/2014/main" val="3124559182"/>
                        </a:ext>
                      </a:extLst>
                    </a:gridCol>
                    <a:gridCol w="1810081">
                      <a:extLst>
                        <a:ext uri="{9D8B030D-6E8A-4147-A177-3AD203B41FA5}">
                          <a16:colId xmlns:a16="http://schemas.microsoft.com/office/drawing/2014/main" val="1668930051"/>
                        </a:ext>
                      </a:extLst>
                    </a:gridCol>
                    <a:gridCol w="1652374">
                      <a:extLst>
                        <a:ext uri="{9D8B030D-6E8A-4147-A177-3AD203B41FA5}">
                          <a16:colId xmlns:a16="http://schemas.microsoft.com/office/drawing/2014/main" val="2873958374"/>
                        </a:ext>
                      </a:extLst>
                    </a:gridCol>
                    <a:gridCol w="1652374">
                      <a:extLst>
                        <a:ext uri="{9D8B030D-6E8A-4147-A177-3AD203B41FA5}">
                          <a16:colId xmlns:a16="http://schemas.microsoft.com/office/drawing/2014/main" val="2414775215"/>
                        </a:ext>
                      </a:extLst>
                    </a:gridCol>
                  </a:tblGrid>
                  <a:tr h="376032">
                    <a:tc>
                      <a:txBody>
                        <a:bodyPr/>
                        <a:lstStyle/>
                        <a:p>
                          <a:pPr algn="ctr"/>
                          <a:r>
                            <a:rPr lang="en-US" sz="1200">
                              <a:solidFill>
                                <a:schemeClr val="tx1"/>
                              </a:solidFill>
                            </a:rPr>
                            <a:t>Steps</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Write as a fraction in simplest form</a:t>
                          </a:r>
                          <a:endParaRPr lang="en-US" sz="1200" b="1" baseline="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sz="1200">
                              <a:solidFill>
                                <a:schemeClr val="tx1"/>
                              </a:solidFill>
                            </a:rPr>
                            <a:t>Evaluat</a:t>
                          </a:r>
                          <a:r>
                            <a:rPr lang="en-US" sz="1200" baseline="0">
                              <a:solidFill>
                                <a:schemeClr val="tx1"/>
                              </a:solidFill>
                            </a:rPr>
                            <a:t>e</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sz="1200">
                              <a:solidFill>
                                <a:schemeClr val="tx1"/>
                              </a:solidFill>
                            </a:rPr>
                            <a:t>Evaluate</a:t>
                          </a:r>
                          <a:endParaRPr lang="en-US" sz="1200" b="1" baseline="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47329628"/>
                      </a:ext>
                    </a:extLst>
                  </a:tr>
                  <a:tr h="1071306">
                    <a:tc rowSpan="2">
                      <a:txBody>
                        <a:bodyPr/>
                        <a:lstStyle/>
                        <a:p>
                          <a:r>
                            <a:rPr lang="en-US" sz="1200" baseline="0">
                              <a:solidFill>
                                <a:schemeClr val="tx1"/>
                              </a:solidFill>
                            </a:rPr>
                            <a:t>When a fraction is raised to a power, both numerator and denominator is raised to the power.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5"/>
                          <a:stretch>
                            <a:fillRect l="-86195" t="-35795" r="-183502" b="-10909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5"/>
                          <a:stretch>
                            <a:fillRect l="-203309" t="-35795" r="-100368" b="-10909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5"/>
                          <a:stretch>
                            <a:fillRect l="-304428" t="-35795" r="-738" b="-109091"/>
                          </a:stretch>
                        </a:blipFill>
                      </a:tcPr>
                    </a:tc>
                    <a:extLst>
                      <a:ext uri="{0D108BD9-81ED-4DB2-BD59-A6C34878D82A}">
                        <a16:rowId xmlns:a16="http://schemas.microsoft.com/office/drawing/2014/main" val="1541023978"/>
                      </a:ext>
                    </a:extLst>
                  </a:tr>
                  <a:tr h="1159210">
                    <a:tc vMerge="1">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5"/>
                          <a:stretch>
                            <a:fillRect l="-86195" t="-125789" r="-183502" b="-105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5"/>
                          <a:stretch>
                            <a:fillRect l="-203309" t="-125789" r="-100368" b="-105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5"/>
                          <a:stretch>
                            <a:fillRect l="-304428" t="-125789" r="-738" b="-1053"/>
                          </a:stretch>
                        </a:blipFill>
                      </a:tcPr>
                    </a:tc>
                    <a:extLst>
                      <a:ext uri="{0D108BD9-81ED-4DB2-BD59-A6C34878D82A}">
                        <a16:rowId xmlns:a16="http://schemas.microsoft.com/office/drawing/2014/main" val="2672237232"/>
                      </a:ext>
                    </a:extLst>
                  </a:tr>
                </a:tbl>
              </a:graphicData>
            </a:graphic>
          </p:graphicFrame>
        </mc:Fallback>
      </mc:AlternateContent>
      <p:sp>
        <p:nvSpPr>
          <p:cNvPr id="3" name="TextBox 2"/>
          <p:cNvSpPr txBox="1"/>
          <p:nvPr/>
        </p:nvSpPr>
        <p:spPr>
          <a:xfrm>
            <a:off x="1383457" y="2403964"/>
            <a:ext cx="863441" cy="276999"/>
          </a:xfrm>
          <a:prstGeom prst="rect">
            <a:avLst/>
          </a:prstGeom>
          <a:noFill/>
        </p:spPr>
        <p:txBody>
          <a:bodyPr wrap="none" rtlCol="0">
            <a:spAutoFit/>
          </a:bodyPr>
          <a:lstStyle/>
          <a:p>
            <a:r>
              <a:rPr lang="en-US" sz="1200"/>
              <a:t>2. Evaluate</a:t>
            </a:r>
            <a:endParaRPr lang="en-GB" sz="1200"/>
          </a:p>
        </p:txBody>
      </p:sp>
      <p:sp>
        <p:nvSpPr>
          <p:cNvPr id="383" name="TextBox 382"/>
          <p:cNvSpPr txBox="1"/>
          <p:nvPr/>
        </p:nvSpPr>
        <p:spPr>
          <a:xfrm>
            <a:off x="1201665" y="7577003"/>
            <a:ext cx="2961260" cy="276999"/>
          </a:xfrm>
          <a:prstGeom prst="rect">
            <a:avLst/>
          </a:prstGeom>
          <a:noFill/>
        </p:spPr>
        <p:txBody>
          <a:bodyPr wrap="none" rtlCol="0">
            <a:spAutoFit/>
          </a:bodyPr>
          <a:lstStyle/>
          <a:p>
            <a:r>
              <a:rPr lang="en-US" sz="1200"/>
              <a:t>3. Write as a single fraction in simplest form.</a:t>
            </a:r>
            <a:endParaRPr lang="en-GB" sz="1200"/>
          </a:p>
        </p:txBody>
      </p:sp>
      <mc:AlternateContent xmlns:mc="http://schemas.openxmlformats.org/markup-compatibility/2006" xmlns:a14="http://schemas.microsoft.com/office/drawing/2010/main">
        <mc:Choice Requires="a14">
          <p:sp>
            <p:nvSpPr>
              <p:cNvPr id="384" name="TextBox 383">
                <a:extLst>
                  <a:ext uri="{FF2B5EF4-FFF2-40B4-BE49-F238E27FC236}">
                    <a16:creationId xmlns:a16="http://schemas.microsoft.com/office/drawing/2014/main" id="{A4461BE1-A513-4046-B72A-55427F850B17}"/>
                  </a:ext>
                </a:extLst>
              </p:cNvPr>
              <p:cNvSpPr txBox="1"/>
              <p:nvPr/>
            </p:nvSpPr>
            <p:spPr>
              <a:xfrm>
                <a:off x="5258539" y="7932124"/>
                <a:ext cx="571118" cy="45724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black"/>
                    </a:solidFill>
                    <a:effectLst/>
                    <a:uLnTx/>
                    <a:uFillTx/>
                    <a:latin typeface="Calibri" panose="020F0502020204030204"/>
                    <a:ea typeface="+mn-ea"/>
                    <a:cs typeface="+mn-cs"/>
                  </a:rPr>
                  <a:t> </a:t>
                </a:r>
                <a14:m>
                  <m:oMath xmlns:m="http://schemas.openxmlformats.org/officeDocument/2006/math">
                    <m:sSup>
                      <m:sSupPr>
                        <m:ctrlP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d>
                          <m:dPr>
                            <m:ctrlP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f>
                              <m:fPr>
                                <m:ctrlP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𝑐</m:t>
                                </m:r>
                              </m:num>
                              <m:den>
                                <m: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𝑑</m:t>
                                </m:r>
                              </m:den>
                            </m:f>
                          </m:e>
                        </m:d>
                      </m:e>
                      <m:sup>
                        <m: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p>
                    </m:sSup>
                  </m:oMath>
                </a14:m>
                <a:endParaRPr kumimoji="0" lang="en-GB" sz="1400" b="0" i="0" u="none" strike="noStrike" kern="1200" cap="none" spc="0" normalizeH="0" baseline="30000" noProof="0">
                  <a:ln>
                    <a:noFill/>
                  </a:ln>
                  <a:solidFill>
                    <a:prstClr val="black"/>
                  </a:solidFill>
                  <a:effectLst/>
                  <a:uLnTx/>
                  <a:uFillTx/>
                  <a:latin typeface="Calibri" panose="020F0502020204030204"/>
                  <a:ea typeface="+mn-ea"/>
                  <a:cs typeface="+mn-cs"/>
                </a:endParaRPr>
              </a:p>
            </p:txBody>
          </p:sp>
        </mc:Choice>
        <mc:Fallback xmlns="">
          <p:sp>
            <p:nvSpPr>
              <p:cNvPr id="384" name="TextBox 383">
                <a:extLst>
                  <a:ext uri="{FF2B5EF4-FFF2-40B4-BE49-F238E27FC236}">
                    <a16:creationId xmlns:a16="http://schemas.microsoft.com/office/drawing/2014/main" id="{A4461BE1-A513-4046-B72A-55427F850B17}"/>
                  </a:ext>
                </a:extLst>
              </p:cNvPr>
              <p:cNvSpPr txBox="1">
                <a:spLocks noRot="1" noChangeAspect="1" noMove="1" noResize="1" noEditPoints="1" noAdjustHandles="1" noChangeArrowheads="1" noChangeShapeType="1" noTextEdit="1"/>
              </p:cNvSpPr>
              <p:nvPr/>
            </p:nvSpPr>
            <p:spPr>
              <a:xfrm>
                <a:off x="5258539" y="7932124"/>
                <a:ext cx="571118" cy="457241"/>
              </a:xfrm>
              <a:prstGeom prst="rect">
                <a:avLst/>
              </a:prstGeom>
              <a:blipFill>
                <a:blip r:embed="rId16"/>
                <a:stretch>
                  <a:fillRect/>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C16DD243-B7A7-2470-D247-F27E294134AD}"/>
              </a:ext>
            </a:extLst>
          </p:cNvPr>
          <p:cNvSpPr/>
          <p:nvPr/>
        </p:nvSpPr>
        <p:spPr>
          <a:xfrm>
            <a:off x="168669" y="2339493"/>
            <a:ext cx="1009891" cy="378745"/>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100"/>
              <a:t>INDEPENDENT PRACTICE</a:t>
            </a:r>
          </a:p>
        </p:txBody>
      </p:sp>
      <p:sp>
        <p:nvSpPr>
          <p:cNvPr id="7" name="Rectangle 6">
            <a:extLst>
              <a:ext uri="{FF2B5EF4-FFF2-40B4-BE49-F238E27FC236}">
                <a16:creationId xmlns:a16="http://schemas.microsoft.com/office/drawing/2014/main" id="{B9DCD655-2AA9-253B-DBC0-0EA69589E586}"/>
              </a:ext>
            </a:extLst>
          </p:cNvPr>
          <p:cNvSpPr/>
          <p:nvPr/>
        </p:nvSpPr>
        <p:spPr>
          <a:xfrm>
            <a:off x="108531" y="7531385"/>
            <a:ext cx="1009891" cy="378745"/>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100"/>
              <a:t>INDEPENDENT PRACTICE</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2B191B68-B2A5-E06D-CDD7-986D0AB0E3BE}"/>
                  </a:ext>
                </a:extLst>
              </p:cNvPr>
              <p:cNvSpPr txBox="1"/>
              <p:nvPr/>
            </p:nvSpPr>
            <p:spPr>
              <a:xfrm>
                <a:off x="242501" y="8848538"/>
                <a:ext cx="628505" cy="457241"/>
              </a:xfrm>
              <a:prstGeom prst="rect">
                <a:avLst/>
              </a:prstGeom>
              <a:noFill/>
            </p:spPr>
            <p:txBody>
              <a:bodyPr wrap="none" rtlCol="0">
                <a:spAutoFit/>
              </a:bodyPr>
              <a:lstStyle/>
              <a:p>
                <a:pPr lvl="0">
                  <a:defRPr/>
                </a:pPr>
                <a:r>
                  <a:rPr kumimoji="0" lang="en-GB" sz="1400" b="0" i="0" u="none" strike="noStrike" kern="1200" cap="none" spc="0" normalizeH="0" baseline="0" noProof="0">
                    <a:ln>
                      <a:noFill/>
                    </a:ln>
                    <a:solidFill>
                      <a:prstClr val="black"/>
                    </a:solidFill>
                    <a:effectLst/>
                    <a:uLnTx/>
                    <a:uFillTx/>
                    <a:latin typeface="Calibri" panose="020F0502020204030204"/>
                    <a:ea typeface="+mn-ea"/>
                    <a:cs typeface="+mn-cs"/>
                  </a:rPr>
                  <a:t> </a:t>
                </a:r>
                <a14:m>
                  <m:oMath xmlns:m="http://schemas.openxmlformats.org/officeDocument/2006/math">
                    <m:sSup>
                      <m:sSupPr>
                        <m:ctrlP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d>
                          <m:dPr>
                            <m:ctrlP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f>
                              <m:fPr>
                                <m:ctrlP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num>
                              <m:den>
                                <m:sSup>
                                  <m:sSupPr>
                                    <m:ctrlPr>
                                      <a:rPr lang="en-US" sz="1400" i="1">
                                        <a:solidFill>
                                          <a:prstClr val="black"/>
                                        </a:solidFill>
                                        <a:latin typeface="Cambria Math" panose="02040503050406030204" pitchFamily="18" charset="0"/>
                                      </a:rPr>
                                    </m:ctrlPr>
                                  </m:sSupPr>
                                  <m:e>
                                    <m:r>
                                      <a:rPr lang="en-GB" sz="1400" b="0" i="1" smtClean="0">
                                        <a:solidFill>
                                          <a:prstClr val="black"/>
                                        </a:solidFill>
                                        <a:latin typeface="Cambria Math" panose="02040503050406030204" pitchFamily="18" charset="0"/>
                                      </a:rPr>
                                      <m:t>2</m:t>
                                    </m:r>
                                  </m:e>
                                  <m:sup>
                                    <m:r>
                                      <a:rPr lang="en-GB" sz="1400" b="0" i="1" smtClean="0">
                                        <a:solidFill>
                                          <a:prstClr val="black"/>
                                        </a:solidFill>
                                        <a:latin typeface="Cambria Math" panose="02040503050406030204" pitchFamily="18" charset="0"/>
                                      </a:rPr>
                                      <m:t>3</m:t>
                                    </m:r>
                                  </m:sup>
                                </m:sSup>
                              </m:den>
                            </m:f>
                          </m:e>
                        </m:d>
                      </m:e>
                      <m:sup>
                        <m: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p>
                    </m:sSup>
                  </m:oMath>
                </a14:m>
                <a:endParaRPr kumimoji="0" lang="en-GB" sz="1400" b="0" i="0" u="none" strike="noStrike" kern="1200" cap="none" spc="0" normalizeH="0" baseline="30000" noProof="0">
                  <a:ln>
                    <a:noFill/>
                  </a:ln>
                  <a:solidFill>
                    <a:prstClr val="black"/>
                  </a:solidFill>
                  <a:effectLst/>
                  <a:uLnTx/>
                  <a:uFillTx/>
                  <a:latin typeface="Calibri" panose="020F0502020204030204"/>
                  <a:ea typeface="+mn-ea"/>
                  <a:cs typeface="+mn-cs"/>
                </a:endParaRPr>
              </a:p>
            </p:txBody>
          </p:sp>
        </mc:Choice>
        <mc:Fallback xmlns="">
          <p:sp>
            <p:nvSpPr>
              <p:cNvPr id="9" name="TextBox 8">
                <a:extLst>
                  <a:ext uri="{FF2B5EF4-FFF2-40B4-BE49-F238E27FC236}">
                    <a16:creationId xmlns:a16="http://schemas.microsoft.com/office/drawing/2014/main" id="{2B191B68-B2A5-E06D-CDD7-986D0AB0E3BE}"/>
                  </a:ext>
                </a:extLst>
              </p:cNvPr>
              <p:cNvSpPr txBox="1">
                <a:spLocks noRot="1" noChangeAspect="1" noMove="1" noResize="1" noEditPoints="1" noAdjustHandles="1" noChangeArrowheads="1" noChangeShapeType="1" noTextEdit="1"/>
              </p:cNvSpPr>
              <p:nvPr/>
            </p:nvSpPr>
            <p:spPr>
              <a:xfrm>
                <a:off x="242501" y="8848538"/>
                <a:ext cx="628505" cy="457241"/>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F4C5E166-DCE7-1F4B-7E60-1D6465807043}"/>
                  </a:ext>
                </a:extLst>
              </p:cNvPr>
              <p:cNvSpPr txBox="1"/>
              <p:nvPr/>
            </p:nvSpPr>
            <p:spPr>
              <a:xfrm>
                <a:off x="3605504" y="8842426"/>
                <a:ext cx="628505" cy="476156"/>
              </a:xfrm>
              <a:prstGeom prst="rect">
                <a:avLst/>
              </a:prstGeom>
              <a:noFill/>
            </p:spPr>
            <p:txBody>
              <a:bodyPr wrap="none" rtlCol="0">
                <a:spAutoFit/>
              </a:bodyPr>
              <a:lstStyle/>
              <a:p>
                <a:pPr lvl="0">
                  <a:defRPr/>
                </a:pPr>
                <a:r>
                  <a:rPr kumimoji="0" lang="en-GB" sz="1400" b="0" i="0" u="none" strike="noStrike" kern="1200" cap="none" spc="0" normalizeH="0" baseline="0" noProof="0">
                    <a:ln>
                      <a:noFill/>
                    </a:ln>
                    <a:solidFill>
                      <a:prstClr val="black"/>
                    </a:solidFill>
                    <a:effectLst/>
                    <a:uLnTx/>
                    <a:uFillTx/>
                    <a:latin typeface="Calibri" panose="020F0502020204030204"/>
                    <a:ea typeface="+mn-ea"/>
                    <a:cs typeface="+mn-cs"/>
                  </a:rPr>
                  <a:t> </a:t>
                </a:r>
                <a14:m>
                  <m:oMath xmlns:m="http://schemas.openxmlformats.org/officeDocument/2006/math">
                    <m:sSup>
                      <m:sSupPr>
                        <m:ctrlP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d>
                          <m:dPr>
                            <m:ctrlP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f>
                              <m:fPr>
                                <m:ctrlP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sSup>
                                  <m:sSupPr>
                                    <m:ctrlPr>
                                      <a:rPr lang="en-US" sz="1400" i="1">
                                        <a:solidFill>
                                          <a:prstClr val="black"/>
                                        </a:solidFill>
                                        <a:latin typeface="Cambria Math" panose="02040503050406030204" pitchFamily="18" charset="0"/>
                                      </a:rPr>
                                    </m:ctrlPr>
                                  </m:sSupPr>
                                  <m:e>
                                    <m:r>
                                      <a:rPr lang="en-GB" sz="1400" b="0" i="1" smtClean="0">
                                        <a:solidFill>
                                          <a:prstClr val="black"/>
                                        </a:solidFill>
                                        <a:latin typeface="Cambria Math" panose="02040503050406030204" pitchFamily="18" charset="0"/>
                                      </a:rPr>
                                      <m:t>2</m:t>
                                    </m:r>
                                  </m:e>
                                  <m:sup>
                                    <m:r>
                                      <a:rPr lang="en-GB" sz="1400" b="0" i="1" smtClean="0">
                                        <a:solidFill>
                                          <a:prstClr val="black"/>
                                        </a:solidFill>
                                        <a:latin typeface="Cambria Math" panose="02040503050406030204" pitchFamily="18" charset="0"/>
                                      </a:rPr>
                                      <m:t>3</m:t>
                                    </m:r>
                                  </m:sup>
                                </m:sSup>
                              </m:num>
                              <m:den>
                                <m: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5</m:t>
                                </m:r>
                              </m:den>
                            </m:f>
                          </m:e>
                        </m:d>
                      </m:e>
                      <m:sup>
                        <m:r>
                          <a:rPr kumimoji="0" lang="en-GB"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p>
                    </m:sSup>
                  </m:oMath>
                </a14:m>
                <a:endParaRPr kumimoji="0" lang="en-GB" sz="1400" b="0" i="0" u="none" strike="noStrike" kern="1200" cap="none" spc="0" normalizeH="0" baseline="30000" noProof="0">
                  <a:ln>
                    <a:noFill/>
                  </a:ln>
                  <a:solidFill>
                    <a:prstClr val="black"/>
                  </a:solidFill>
                  <a:effectLst/>
                  <a:uLnTx/>
                  <a:uFillTx/>
                  <a:latin typeface="Calibri" panose="020F0502020204030204"/>
                  <a:ea typeface="+mn-ea"/>
                  <a:cs typeface="+mn-cs"/>
                </a:endParaRPr>
              </a:p>
            </p:txBody>
          </p:sp>
        </mc:Choice>
        <mc:Fallback xmlns="">
          <p:sp>
            <p:nvSpPr>
              <p:cNvPr id="10" name="TextBox 9">
                <a:extLst>
                  <a:ext uri="{FF2B5EF4-FFF2-40B4-BE49-F238E27FC236}">
                    <a16:creationId xmlns:a16="http://schemas.microsoft.com/office/drawing/2014/main" id="{F4C5E166-DCE7-1F4B-7E60-1D6465807043}"/>
                  </a:ext>
                </a:extLst>
              </p:cNvPr>
              <p:cNvSpPr txBox="1">
                <a:spLocks noRot="1" noChangeAspect="1" noMove="1" noResize="1" noEditPoints="1" noAdjustHandles="1" noChangeArrowheads="1" noChangeShapeType="1" noTextEdit="1"/>
              </p:cNvSpPr>
              <p:nvPr/>
            </p:nvSpPr>
            <p:spPr>
              <a:xfrm>
                <a:off x="3605504" y="8842426"/>
                <a:ext cx="628505" cy="476156"/>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70880657-105F-0884-53BC-4E969E24A1F4}"/>
                  </a:ext>
                </a:extLst>
              </p:cNvPr>
              <p:cNvSpPr txBox="1"/>
              <p:nvPr/>
            </p:nvSpPr>
            <p:spPr>
              <a:xfrm>
                <a:off x="1937270" y="8842427"/>
                <a:ext cx="628505" cy="476156"/>
              </a:xfrm>
              <a:prstGeom prst="rect">
                <a:avLst/>
              </a:prstGeom>
              <a:noFill/>
            </p:spPr>
            <p:txBody>
              <a:bodyPr wrap="none" rtlCol="0">
                <a:spAutoFit/>
              </a:bodyPr>
              <a:lstStyle/>
              <a:p>
                <a:pPr lvl="0">
                  <a:defRPr/>
                </a:pPr>
                <a:r>
                  <a:rPr kumimoji="0" lang="en-GB" sz="1400" b="0" i="0" u="none" strike="noStrike" kern="1200" cap="none" spc="0" normalizeH="0" baseline="0" noProof="0">
                    <a:ln>
                      <a:noFill/>
                    </a:ln>
                    <a:solidFill>
                      <a:prstClr val="black"/>
                    </a:solidFill>
                    <a:effectLst/>
                    <a:uLnTx/>
                    <a:uFillTx/>
                    <a:latin typeface="Calibri" panose="020F0502020204030204"/>
                    <a:ea typeface="+mn-ea"/>
                    <a:cs typeface="+mn-cs"/>
                  </a:rPr>
                  <a:t> </a:t>
                </a:r>
                <a14:m>
                  <m:oMath xmlns:m="http://schemas.openxmlformats.org/officeDocument/2006/math">
                    <m:sSup>
                      <m:sSupPr>
                        <m:ctrlP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d>
                          <m:dPr>
                            <m:ctrlP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f>
                              <m:fPr>
                                <m:ctrlP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sSup>
                                  <m:sSupPr>
                                    <m:ctrlPr>
                                      <a:rPr lang="en-US" sz="1400" i="1">
                                        <a:solidFill>
                                          <a:prstClr val="black"/>
                                        </a:solidFill>
                                        <a:latin typeface="Cambria Math" panose="02040503050406030204" pitchFamily="18" charset="0"/>
                                      </a:rPr>
                                    </m:ctrlPr>
                                  </m:sSupPr>
                                  <m:e>
                                    <m:r>
                                      <a:rPr lang="en-GB" sz="1400" b="0" i="1" smtClean="0">
                                        <a:solidFill>
                                          <a:prstClr val="black"/>
                                        </a:solidFill>
                                        <a:latin typeface="Cambria Math" panose="02040503050406030204" pitchFamily="18" charset="0"/>
                                      </a:rPr>
                                      <m:t>2</m:t>
                                    </m:r>
                                  </m:e>
                                  <m:sup>
                                    <m:r>
                                      <a:rPr lang="en-GB" sz="1400" b="0" i="1" smtClean="0">
                                        <a:solidFill>
                                          <a:prstClr val="black"/>
                                        </a:solidFill>
                                        <a:latin typeface="Cambria Math" panose="02040503050406030204" pitchFamily="18" charset="0"/>
                                      </a:rPr>
                                      <m:t>0</m:t>
                                    </m:r>
                                  </m:sup>
                                </m:sSup>
                              </m:num>
                              <m:den>
                                <m:sSup>
                                  <m:sSupPr>
                                    <m:ctrlPr>
                                      <a:rPr lang="en-US" sz="1400" i="1">
                                        <a:solidFill>
                                          <a:prstClr val="black"/>
                                        </a:solidFill>
                                        <a:latin typeface="Cambria Math" panose="02040503050406030204" pitchFamily="18" charset="0"/>
                                      </a:rPr>
                                    </m:ctrlPr>
                                  </m:sSupPr>
                                  <m:e>
                                    <m:r>
                                      <a:rPr lang="en-GB" sz="1400" b="0" i="1" smtClean="0">
                                        <a:solidFill>
                                          <a:prstClr val="black"/>
                                        </a:solidFill>
                                        <a:latin typeface="Cambria Math" panose="02040503050406030204" pitchFamily="18" charset="0"/>
                                      </a:rPr>
                                      <m:t>3</m:t>
                                    </m:r>
                                  </m:e>
                                  <m:sup>
                                    <m:r>
                                      <a:rPr lang="en-GB" sz="1400" b="0" i="1" smtClean="0">
                                        <a:solidFill>
                                          <a:prstClr val="black"/>
                                        </a:solidFill>
                                        <a:latin typeface="Cambria Math" panose="02040503050406030204" pitchFamily="18" charset="0"/>
                                      </a:rPr>
                                      <m:t>3</m:t>
                                    </m:r>
                                  </m:sup>
                                </m:sSup>
                              </m:den>
                            </m:f>
                          </m:e>
                        </m:d>
                      </m:e>
                      <m:sup>
                        <m: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p>
                    </m:sSup>
                  </m:oMath>
                </a14:m>
                <a:endParaRPr kumimoji="0" lang="en-GB" sz="1400" b="0" i="0" u="none" strike="noStrike" kern="1200" cap="none" spc="0" normalizeH="0" baseline="30000" noProof="0">
                  <a:ln>
                    <a:noFill/>
                  </a:ln>
                  <a:solidFill>
                    <a:prstClr val="black"/>
                  </a:solidFill>
                  <a:effectLst/>
                  <a:uLnTx/>
                  <a:uFillTx/>
                  <a:latin typeface="Calibri" panose="020F0502020204030204"/>
                  <a:ea typeface="+mn-ea"/>
                  <a:cs typeface="+mn-cs"/>
                </a:endParaRPr>
              </a:p>
            </p:txBody>
          </p:sp>
        </mc:Choice>
        <mc:Fallback xmlns="">
          <p:sp>
            <p:nvSpPr>
              <p:cNvPr id="11" name="TextBox 10">
                <a:extLst>
                  <a:ext uri="{FF2B5EF4-FFF2-40B4-BE49-F238E27FC236}">
                    <a16:creationId xmlns:a16="http://schemas.microsoft.com/office/drawing/2014/main" id="{70880657-105F-0884-53BC-4E969E24A1F4}"/>
                  </a:ext>
                </a:extLst>
              </p:cNvPr>
              <p:cNvSpPr txBox="1">
                <a:spLocks noRot="1" noChangeAspect="1" noMove="1" noResize="1" noEditPoints="1" noAdjustHandles="1" noChangeArrowheads="1" noChangeShapeType="1" noTextEdit="1"/>
              </p:cNvSpPr>
              <p:nvPr/>
            </p:nvSpPr>
            <p:spPr>
              <a:xfrm>
                <a:off x="1937270" y="8842427"/>
                <a:ext cx="628505" cy="476156"/>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93598D94-3A6D-92C9-402C-E46CB3C75978}"/>
                  </a:ext>
                </a:extLst>
              </p:cNvPr>
              <p:cNvSpPr txBox="1"/>
              <p:nvPr/>
            </p:nvSpPr>
            <p:spPr>
              <a:xfrm>
                <a:off x="5273738" y="8848117"/>
                <a:ext cx="638123" cy="478464"/>
              </a:xfrm>
              <a:prstGeom prst="rect">
                <a:avLst/>
              </a:prstGeom>
              <a:noFill/>
            </p:spPr>
            <p:txBody>
              <a:bodyPr wrap="none" rtlCol="0">
                <a:spAutoFit/>
              </a:bodyPr>
              <a:lstStyle/>
              <a:p>
                <a:pPr lvl="0">
                  <a:defRPr/>
                </a:pPr>
                <a:r>
                  <a:rPr kumimoji="0" lang="en-GB" sz="1400" b="0" i="0" u="none" strike="noStrike" kern="1200" cap="none" spc="0" normalizeH="0" baseline="0" noProof="0">
                    <a:ln>
                      <a:noFill/>
                    </a:ln>
                    <a:solidFill>
                      <a:prstClr val="black"/>
                    </a:solidFill>
                    <a:effectLst/>
                    <a:uLnTx/>
                    <a:uFillTx/>
                    <a:latin typeface="Calibri" panose="020F0502020204030204"/>
                    <a:ea typeface="+mn-ea"/>
                    <a:cs typeface="+mn-cs"/>
                  </a:rPr>
                  <a:t> </a:t>
                </a:r>
                <a14:m>
                  <m:oMath xmlns:m="http://schemas.openxmlformats.org/officeDocument/2006/math">
                    <m:sSup>
                      <m:sSupPr>
                        <m:ctrlP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d>
                          <m:dPr>
                            <m:ctrlP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f>
                              <m:fPr>
                                <m:ctrlP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sSup>
                                  <m:sSupPr>
                                    <m:ctrlPr>
                                      <a:rPr lang="en-US" sz="1400" i="1">
                                        <a:solidFill>
                                          <a:prstClr val="black"/>
                                        </a:solidFill>
                                        <a:latin typeface="Cambria Math" panose="02040503050406030204" pitchFamily="18" charset="0"/>
                                      </a:rPr>
                                    </m:ctrlPr>
                                  </m:sSupPr>
                                  <m:e>
                                    <m:r>
                                      <a:rPr lang="en-GB" sz="1400" b="0" i="1" smtClean="0">
                                        <a:solidFill>
                                          <a:prstClr val="black"/>
                                        </a:solidFill>
                                        <a:latin typeface="Cambria Math" panose="02040503050406030204" pitchFamily="18" charset="0"/>
                                      </a:rPr>
                                      <m:t>𝑎</m:t>
                                    </m:r>
                                  </m:e>
                                  <m:sup>
                                    <m:r>
                                      <a:rPr lang="en-GB" sz="1400" b="0" i="1" smtClean="0">
                                        <a:solidFill>
                                          <a:prstClr val="black"/>
                                        </a:solidFill>
                                        <a:latin typeface="Cambria Math" panose="02040503050406030204" pitchFamily="18" charset="0"/>
                                      </a:rPr>
                                      <m:t>5</m:t>
                                    </m:r>
                                  </m:sup>
                                </m:sSup>
                              </m:num>
                              <m:den>
                                <m:sSup>
                                  <m:sSupPr>
                                    <m:ctrlPr>
                                      <a:rPr lang="en-US" sz="1400" i="1">
                                        <a:solidFill>
                                          <a:prstClr val="black"/>
                                        </a:solidFill>
                                        <a:latin typeface="Cambria Math" panose="02040503050406030204" pitchFamily="18" charset="0"/>
                                      </a:rPr>
                                    </m:ctrlPr>
                                  </m:sSupPr>
                                  <m:e>
                                    <m:r>
                                      <a:rPr lang="en-GB" sz="1400" b="0" i="1" smtClean="0">
                                        <a:solidFill>
                                          <a:prstClr val="black"/>
                                        </a:solidFill>
                                        <a:latin typeface="Cambria Math" panose="02040503050406030204" pitchFamily="18" charset="0"/>
                                      </a:rPr>
                                      <m:t>𝑏</m:t>
                                    </m:r>
                                  </m:e>
                                  <m:sup>
                                    <m:r>
                                      <a:rPr lang="en-GB" sz="1400" b="0" i="1" smtClean="0">
                                        <a:solidFill>
                                          <a:prstClr val="black"/>
                                        </a:solidFill>
                                        <a:latin typeface="Cambria Math" panose="02040503050406030204" pitchFamily="18" charset="0"/>
                                      </a:rPr>
                                      <m:t>3</m:t>
                                    </m:r>
                                  </m:sup>
                                </m:sSup>
                              </m:den>
                            </m:f>
                          </m:e>
                        </m:d>
                      </m:e>
                      <m:sup>
                        <m: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p>
                    </m:sSup>
                  </m:oMath>
                </a14:m>
                <a:endParaRPr kumimoji="0" lang="en-GB" sz="1400" b="0" i="0" u="none" strike="noStrike" kern="1200" cap="none" spc="0" normalizeH="0" baseline="30000" noProof="0">
                  <a:ln>
                    <a:noFill/>
                  </a:ln>
                  <a:solidFill>
                    <a:prstClr val="black"/>
                  </a:solidFill>
                  <a:effectLst/>
                  <a:uLnTx/>
                  <a:uFillTx/>
                  <a:latin typeface="Calibri" panose="020F0502020204030204"/>
                  <a:ea typeface="+mn-ea"/>
                  <a:cs typeface="+mn-cs"/>
                </a:endParaRPr>
              </a:p>
            </p:txBody>
          </p:sp>
        </mc:Choice>
        <mc:Fallback xmlns="">
          <p:sp>
            <p:nvSpPr>
              <p:cNvPr id="12" name="TextBox 11">
                <a:extLst>
                  <a:ext uri="{FF2B5EF4-FFF2-40B4-BE49-F238E27FC236}">
                    <a16:creationId xmlns:a16="http://schemas.microsoft.com/office/drawing/2014/main" id="{93598D94-3A6D-92C9-402C-E46CB3C75978}"/>
                  </a:ext>
                </a:extLst>
              </p:cNvPr>
              <p:cNvSpPr txBox="1">
                <a:spLocks noRot="1" noChangeAspect="1" noMove="1" noResize="1" noEditPoints="1" noAdjustHandles="1" noChangeArrowheads="1" noChangeShapeType="1" noTextEdit="1"/>
              </p:cNvSpPr>
              <p:nvPr/>
            </p:nvSpPr>
            <p:spPr>
              <a:xfrm>
                <a:off x="5273738" y="8848117"/>
                <a:ext cx="638123" cy="478464"/>
              </a:xfrm>
              <a:prstGeom prst="rect">
                <a:avLst/>
              </a:prstGeom>
              <a:blipFill>
                <a:blip r:embed="rId20"/>
                <a:stretch>
                  <a:fillRect/>
                </a:stretch>
              </a:blipFill>
            </p:spPr>
            <p:txBody>
              <a:bodyPr/>
              <a:lstStyle/>
              <a:p>
                <a:r>
                  <a:rPr lang="en-US">
                    <a:noFill/>
                  </a:rPr>
                  <a:t> </a:t>
                </a:r>
              </a:p>
            </p:txBody>
          </p:sp>
        </mc:Fallback>
      </mc:AlternateContent>
      <p:sp>
        <p:nvSpPr>
          <p:cNvPr id="15" name="Slide Number Placeholder 14">
            <a:extLst>
              <a:ext uri="{FF2B5EF4-FFF2-40B4-BE49-F238E27FC236}">
                <a16:creationId xmlns:a16="http://schemas.microsoft.com/office/drawing/2014/main" id="{B4D2BF47-53C6-EE04-4276-2CB9B32582FD}"/>
              </a:ext>
            </a:extLst>
          </p:cNvPr>
          <p:cNvSpPr>
            <a:spLocks noGrp="1"/>
          </p:cNvSpPr>
          <p:nvPr>
            <p:ph type="sldNum" sz="quarter" idx="12"/>
          </p:nvPr>
        </p:nvSpPr>
        <p:spPr/>
        <p:txBody>
          <a:bodyPr/>
          <a:lstStyle/>
          <a:p>
            <a:fld id="{DFE403A4-BF53-4A18-A219-2FCD9C5F3F46}" type="slidenum">
              <a:rPr lang="en-GB" smtClean="0"/>
              <a:t>60</a:t>
            </a:fld>
            <a:endParaRPr lang="en-GB"/>
          </a:p>
        </p:txBody>
      </p:sp>
    </p:spTree>
    <p:extLst>
      <p:ext uri="{BB962C8B-B14F-4D97-AF65-F5344CB8AC3E}">
        <p14:creationId xmlns:p14="http://schemas.microsoft.com/office/powerpoint/2010/main" val="381011283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Table 6">
            <a:extLst>
              <a:ext uri="{FF2B5EF4-FFF2-40B4-BE49-F238E27FC236}">
                <a16:creationId xmlns:a16="http://schemas.microsoft.com/office/drawing/2014/main" id="{4E622EA3-DBF7-D9C5-8AEB-6E9D466B08B6}"/>
              </a:ext>
            </a:extLst>
          </p:cNvPr>
          <p:cNvGraphicFramePr>
            <a:graphicFrameLocks noGrp="1"/>
          </p:cNvGraphicFramePr>
          <p:nvPr>
            <p:extLst>
              <p:ext uri="{D42A27DB-BD31-4B8C-83A1-F6EECF244321}">
                <p14:modId xmlns:p14="http://schemas.microsoft.com/office/powerpoint/2010/main" val="137854547"/>
              </p:ext>
            </p:extLst>
          </p:nvPr>
        </p:nvGraphicFramePr>
        <p:xfrm>
          <a:off x="89014" y="5621378"/>
          <a:ext cx="6665524" cy="4087424"/>
        </p:xfrm>
        <a:graphic>
          <a:graphicData uri="http://schemas.openxmlformats.org/drawingml/2006/table">
            <a:tbl>
              <a:tblPr>
                <a:tableStyleId>{5C22544A-7EE6-4342-B048-85BDC9FD1C3A}</a:tableStyleId>
              </a:tblPr>
              <a:tblGrid>
                <a:gridCol w="1666381">
                  <a:extLst>
                    <a:ext uri="{9D8B030D-6E8A-4147-A177-3AD203B41FA5}">
                      <a16:colId xmlns:a16="http://schemas.microsoft.com/office/drawing/2014/main" val="3398860281"/>
                    </a:ext>
                  </a:extLst>
                </a:gridCol>
                <a:gridCol w="1666381">
                  <a:extLst>
                    <a:ext uri="{9D8B030D-6E8A-4147-A177-3AD203B41FA5}">
                      <a16:colId xmlns:a16="http://schemas.microsoft.com/office/drawing/2014/main" val="1587423612"/>
                    </a:ext>
                  </a:extLst>
                </a:gridCol>
                <a:gridCol w="1666381">
                  <a:extLst>
                    <a:ext uri="{9D8B030D-6E8A-4147-A177-3AD203B41FA5}">
                      <a16:colId xmlns:a16="http://schemas.microsoft.com/office/drawing/2014/main" val="1584304657"/>
                    </a:ext>
                  </a:extLst>
                </a:gridCol>
                <a:gridCol w="1666381">
                  <a:extLst>
                    <a:ext uri="{9D8B030D-6E8A-4147-A177-3AD203B41FA5}">
                      <a16:colId xmlns:a16="http://schemas.microsoft.com/office/drawing/2014/main" val="1050682443"/>
                    </a:ext>
                  </a:extLst>
                </a:gridCol>
              </a:tblGrid>
              <a:tr h="1021856">
                <a:tc>
                  <a:txBody>
                    <a:bodyPr/>
                    <a:lstStyle/>
                    <a:p>
                      <a:r>
                        <a:rPr lang="en-GB" dirty="0"/>
                        <a:t>a)</a:t>
                      </a:r>
                    </a:p>
                    <a:p>
                      <a:pP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dirty="0"/>
                        <a:t>b)</a:t>
                      </a:r>
                    </a:p>
                    <a:p>
                      <a:pP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dirty="0"/>
                        <a:t>c)</a:t>
                      </a:r>
                    </a:p>
                    <a:p>
                      <a:pP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dirty="0"/>
                        <a:t>d)</a:t>
                      </a:r>
                    </a:p>
                    <a:p>
                      <a:pP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20966993"/>
                  </a:ext>
                </a:extLst>
              </a:tr>
              <a:tr h="1021856">
                <a:tc>
                  <a:txBody>
                    <a:bodyPr/>
                    <a:lstStyle/>
                    <a:p>
                      <a:r>
                        <a:rPr lang="en-GB" dirty="0"/>
                        <a:t>e)</a:t>
                      </a:r>
                    </a:p>
                    <a:p>
                      <a:pP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dirty="0"/>
                        <a:t>f)</a:t>
                      </a:r>
                    </a:p>
                    <a:p>
                      <a:pP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dirty="0"/>
                        <a:t>g)</a:t>
                      </a:r>
                    </a:p>
                    <a:p>
                      <a:pP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dirty="0"/>
                        <a:t>h)</a:t>
                      </a:r>
                    </a:p>
                    <a:p>
                      <a:pP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6030118"/>
                  </a:ext>
                </a:extLst>
              </a:tr>
              <a:tr h="1021856">
                <a:tc>
                  <a:txBody>
                    <a:bodyPr/>
                    <a:lstStyle/>
                    <a:p>
                      <a:r>
                        <a:rPr lang="en-GB" dirty="0"/>
                        <a:t>i)</a:t>
                      </a:r>
                    </a:p>
                    <a:p>
                      <a:pP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dirty="0"/>
                        <a:t>j)</a:t>
                      </a:r>
                    </a:p>
                    <a:p>
                      <a:pP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dirty="0"/>
                        <a:t>k)</a:t>
                      </a:r>
                    </a:p>
                    <a:p>
                      <a:pP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dirty="0"/>
                        <a:t>l)</a:t>
                      </a:r>
                    </a:p>
                    <a:p>
                      <a:pP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02677395"/>
                  </a:ext>
                </a:extLst>
              </a:tr>
              <a:tr h="1021856">
                <a:tc>
                  <a:txBody>
                    <a:bodyPr/>
                    <a:lstStyle/>
                    <a:p>
                      <a:r>
                        <a:rPr lang="en-GB" dirty="0"/>
                        <a:t>m)</a:t>
                      </a:r>
                    </a:p>
                    <a:p>
                      <a:pP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dirty="0"/>
                        <a:t>n)</a:t>
                      </a:r>
                    </a:p>
                    <a:p>
                      <a:pP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dirty="0"/>
                        <a:t>o)</a:t>
                      </a:r>
                    </a:p>
                    <a:p>
                      <a:pP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dirty="0"/>
                        <a:t>p)</a:t>
                      </a:r>
                    </a:p>
                    <a:p>
                      <a:pP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34759432"/>
                  </a:ext>
                </a:extLst>
              </a:tr>
            </a:tbl>
          </a:graphicData>
        </a:graphic>
      </p:graphicFrame>
      <p:graphicFrame>
        <p:nvGraphicFramePr>
          <p:cNvPr id="4" name="Table 6">
            <a:extLst>
              <a:ext uri="{FF2B5EF4-FFF2-40B4-BE49-F238E27FC236}">
                <a16:creationId xmlns:a16="http://schemas.microsoft.com/office/drawing/2014/main" id="{D8305C52-A1FB-55A9-0158-2B11DA344AC8}"/>
              </a:ext>
            </a:extLst>
          </p:cNvPr>
          <p:cNvGraphicFramePr>
            <a:graphicFrameLocks noGrp="1"/>
          </p:cNvGraphicFramePr>
          <p:nvPr>
            <p:extLst>
              <p:ext uri="{D42A27DB-BD31-4B8C-83A1-F6EECF244321}">
                <p14:modId xmlns:p14="http://schemas.microsoft.com/office/powerpoint/2010/main" val="3346688564"/>
              </p:ext>
            </p:extLst>
          </p:nvPr>
        </p:nvGraphicFramePr>
        <p:xfrm>
          <a:off x="93126" y="3330743"/>
          <a:ext cx="6665524" cy="1809030"/>
        </p:xfrm>
        <a:graphic>
          <a:graphicData uri="http://schemas.openxmlformats.org/drawingml/2006/table">
            <a:tbl>
              <a:tblPr>
                <a:tableStyleId>{5C22544A-7EE6-4342-B048-85BDC9FD1C3A}</a:tableStyleId>
              </a:tblPr>
              <a:tblGrid>
                <a:gridCol w="1666381">
                  <a:extLst>
                    <a:ext uri="{9D8B030D-6E8A-4147-A177-3AD203B41FA5}">
                      <a16:colId xmlns:a16="http://schemas.microsoft.com/office/drawing/2014/main" val="3398860281"/>
                    </a:ext>
                  </a:extLst>
                </a:gridCol>
                <a:gridCol w="1666381">
                  <a:extLst>
                    <a:ext uri="{9D8B030D-6E8A-4147-A177-3AD203B41FA5}">
                      <a16:colId xmlns:a16="http://schemas.microsoft.com/office/drawing/2014/main" val="1587423612"/>
                    </a:ext>
                  </a:extLst>
                </a:gridCol>
                <a:gridCol w="1666381">
                  <a:extLst>
                    <a:ext uri="{9D8B030D-6E8A-4147-A177-3AD203B41FA5}">
                      <a16:colId xmlns:a16="http://schemas.microsoft.com/office/drawing/2014/main" val="1584304657"/>
                    </a:ext>
                  </a:extLst>
                </a:gridCol>
                <a:gridCol w="1666381">
                  <a:extLst>
                    <a:ext uri="{9D8B030D-6E8A-4147-A177-3AD203B41FA5}">
                      <a16:colId xmlns:a16="http://schemas.microsoft.com/office/drawing/2014/main" val="1050682443"/>
                    </a:ext>
                  </a:extLst>
                </a:gridCol>
              </a:tblGrid>
              <a:tr h="904515">
                <a:tc>
                  <a:txBody>
                    <a:bodyPr/>
                    <a:lstStyle/>
                    <a:p>
                      <a:r>
                        <a:rPr lang="en-GB" dirty="0"/>
                        <a:t>a)</a:t>
                      </a:r>
                    </a:p>
                    <a:p>
                      <a:pP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dirty="0"/>
                        <a:t>b)</a:t>
                      </a:r>
                    </a:p>
                    <a:p>
                      <a:pP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dirty="0"/>
                        <a:t>c)</a:t>
                      </a:r>
                    </a:p>
                    <a:p>
                      <a:pP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dirty="0"/>
                        <a:t>d)</a:t>
                      </a:r>
                    </a:p>
                    <a:p>
                      <a:pP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20966993"/>
                  </a:ext>
                </a:extLst>
              </a:tr>
              <a:tr h="904515">
                <a:tc>
                  <a:txBody>
                    <a:bodyPr/>
                    <a:lstStyle/>
                    <a:p>
                      <a:r>
                        <a:rPr lang="en-GB" dirty="0"/>
                        <a:t>e)</a:t>
                      </a:r>
                    </a:p>
                    <a:p>
                      <a:pP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dirty="0"/>
                        <a:t>f)</a:t>
                      </a:r>
                    </a:p>
                    <a:p>
                      <a:pP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dirty="0"/>
                        <a:t>g)</a:t>
                      </a:r>
                    </a:p>
                    <a:p>
                      <a:pP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dirty="0"/>
                        <a:t>h)</a:t>
                      </a:r>
                    </a:p>
                    <a:p>
                      <a:pP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6030118"/>
                  </a:ext>
                </a:extLst>
              </a:tr>
            </a:tbl>
          </a:graphicData>
        </a:graphic>
      </p:graphicFrame>
      <mc:AlternateContent xmlns:mc="http://schemas.openxmlformats.org/markup-compatibility/2006">
        <mc:Choice xmlns:a14="http://schemas.microsoft.com/office/drawing/2010/main" Requires="a14">
          <p:graphicFrame>
            <p:nvGraphicFramePr>
              <p:cNvPr id="2" name="Table 1"/>
              <p:cNvGraphicFramePr>
                <a:graphicFrameLocks noGrp="1"/>
              </p:cNvGraphicFramePr>
              <p:nvPr>
                <p:extLst>
                  <p:ext uri="{D42A27DB-BD31-4B8C-83A1-F6EECF244321}">
                    <p14:modId xmlns:p14="http://schemas.microsoft.com/office/powerpoint/2010/main" val="2056593476"/>
                  </p:ext>
                </p:extLst>
              </p:nvPr>
            </p:nvGraphicFramePr>
            <p:xfrm>
              <a:off x="183616" y="282338"/>
              <a:ext cx="6535838" cy="2585130"/>
            </p:xfrm>
            <a:graphic>
              <a:graphicData uri="http://schemas.openxmlformats.org/drawingml/2006/table">
                <a:tbl>
                  <a:tblPr firstRow="1" bandRow="1">
                    <a:tableStyleId>{5C22544A-7EE6-4342-B048-85BDC9FD1C3A}</a:tableStyleId>
                  </a:tblPr>
                  <a:tblGrid>
                    <a:gridCol w="1349349">
                      <a:extLst>
                        <a:ext uri="{9D8B030D-6E8A-4147-A177-3AD203B41FA5}">
                          <a16:colId xmlns:a16="http://schemas.microsoft.com/office/drawing/2014/main" val="3124559182"/>
                        </a:ext>
                      </a:extLst>
                    </a:gridCol>
                    <a:gridCol w="1775011">
                      <a:extLst>
                        <a:ext uri="{9D8B030D-6E8A-4147-A177-3AD203B41FA5}">
                          <a16:colId xmlns:a16="http://schemas.microsoft.com/office/drawing/2014/main" val="1668930051"/>
                        </a:ext>
                      </a:extLst>
                    </a:gridCol>
                    <a:gridCol w="1791253">
                      <a:extLst>
                        <a:ext uri="{9D8B030D-6E8A-4147-A177-3AD203B41FA5}">
                          <a16:colId xmlns:a16="http://schemas.microsoft.com/office/drawing/2014/main" val="2873958374"/>
                        </a:ext>
                      </a:extLst>
                    </a:gridCol>
                    <a:gridCol w="1620225">
                      <a:extLst>
                        <a:ext uri="{9D8B030D-6E8A-4147-A177-3AD203B41FA5}">
                          <a16:colId xmlns:a16="http://schemas.microsoft.com/office/drawing/2014/main" val="2414775215"/>
                        </a:ext>
                      </a:extLst>
                    </a:gridCol>
                  </a:tblGrid>
                  <a:tr h="282438">
                    <a:tc>
                      <a:txBody>
                        <a:bodyPr/>
                        <a:lstStyle/>
                        <a:p>
                          <a:pPr algn="ctr"/>
                          <a:r>
                            <a:rPr lang="en-US" sz="1200">
                              <a:solidFill>
                                <a:schemeClr val="tx1"/>
                              </a:solidFill>
                            </a:rPr>
                            <a:t>Steps</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sz="1200">
                              <a:solidFill>
                                <a:schemeClr val="tx1"/>
                              </a:solidFill>
                            </a:rPr>
                            <a:t>Evaluate</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sz="1200">
                              <a:solidFill>
                                <a:schemeClr val="tx1"/>
                              </a:solidFill>
                            </a:rPr>
                            <a:t>Simplify</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sz="1200">
                              <a:solidFill>
                                <a:schemeClr val="tx1"/>
                              </a:solidFill>
                            </a:rPr>
                            <a:t>Evaluate</a:t>
                          </a:r>
                          <a:endParaRPr lang="en-US" sz="1200" b="1" baseline="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47329628"/>
                      </a:ext>
                    </a:extLst>
                  </a:tr>
                  <a:tr h="1022185">
                    <a:tc rowSpan="2">
                      <a:txBody>
                        <a:bodyPr/>
                        <a:lstStyle/>
                        <a:p>
                          <a:r>
                            <a:rPr lang="en-US" sz="1200" baseline="0">
                              <a:solidFill>
                                <a:schemeClr val="tx1"/>
                              </a:solidFill>
                            </a:rPr>
                            <a:t>When a base has a negative index, we take the </a:t>
                          </a:r>
                          <a:r>
                            <a:rPr lang="en-US" sz="1200" b="1" baseline="0">
                              <a:solidFill>
                                <a:schemeClr val="tx1"/>
                              </a:solidFill>
                            </a:rPr>
                            <a:t>RECIPROCAL</a:t>
                          </a:r>
                          <a:r>
                            <a:rPr lang="en-US" sz="1200" baseline="0">
                              <a:solidFill>
                                <a:schemeClr val="tx1"/>
                              </a:solidFill>
                            </a:rPr>
                            <a:t> of the base. </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14:m>
                            <m:oMathPara xmlns:m="http://schemas.openxmlformats.org/officeDocument/2006/math">
                              <m:oMathParaPr>
                                <m:jc m:val="left"/>
                              </m:oMathParaPr>
                              <m:oMath xmlns:m="http://schemas.openxmlformats.org/officeDocument/2006/math">
                                <m:sSup>
                                  <m:sSupPr>
                                    <m:ctrlPr>
                                      <a:rPr lang="en-US" sz="1200" b="0" i="1" baseline="0" smtClean="0">
                                        <a:solidFill>
                                          <a:schemeClr val="tx1"/>
                                        </a:solidFill>
                                        <a:latin typeface="Cambria Math" panose="02040503050406030204" pitchFamily="18" charset="0"/>
                                      </a:rPr>
                                    </m:ctrlPr>
                                  </m:sSupPr>
                                  <m:e>
                                    <m:r>
                                      <a:rPr lang="en-US" sz="1200" b="0" i="1" baseline="0" smtClean="0">
                                        <a:solidFill>
                                          <a:schemeClr val="tx1"/>
                                        </a:solidFill>
                                        <a:latin typeface="Cambria Math" panose="02040503050406030204" pitchFamily="18" charset="0"/>
                                      </a:rPr>
                                      <m:t>2</m:t>
                                    </m:r>
                                  </m:e>
                                  <m:sup>
                                    <m:r>
                                      <a:rPr lang="en-US" sz="1200" b="0" i="1" baseline="0" smtClean="0">
                                        <a:solidFill>
                                          <a:schemeClr val="tx1"/>
                                        </a:solidFill>
                                        <a:latin typeface="Cambria Math" panose="02040503050406030204" pitchFamily="18" charset="0"/>
                                      </a:rPr>
                                      <m:t>−1</m:t>
                                    </m:r>
                                  </m:sup>
                                </m:sSup>
                              </m:oMath>
                            </m:oMathPara>
                          </a14:m>
                          <a:endParaRPr lang="en-US" sz="1200" b="0" i="1" dirty="0">
                            <a:solidFill>
                              <a:schemeClr val="tx1"/>
                            </a:solidFill>
                            <a:latin typeface="Cambria Math" panose="02040503050406030204" pitchFamily="18" charset="0"/>
                          </a:endParaRPr>
                        </a:p>
                        <a:p>
                          <a:pPr algn="l"/>
                          <a:endParaRPr lang="en-GB" sz="1200" b="0" dirty="0">
                            <a:solidFill>
                              <a:schemeClr val="tx1"/>
                            </a:solidFill>
                          </a:endParaRPr>
                        </a:p>
                        <a:p>
                          <a:pPr algn="l"/>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p>
                                  <m:sSupPr>
                                    <m:ctrlPr>
                                      <a:rPr lang="en-US" sz="1200" b="0" i="1" baseline="0" smtClean="0">
                                        <a:solidFill>
                                          <a:schemeClr val="tx1"/>
                                        </a:solidFill>
                                        <a:latin typeface="Cambria Math" panose="02040503050406030204" pitchFamily="18" charset="0"/>
                                      </a:rPr>
                                    </m:ctrlPr>
                                  </m:sSupPr>
                                  <m:e>
                                    <m:r>
                                      <a:rPr lang="en-US" sz="1200" b="0" i="1" baseline="0" smtClean="0">
                                        <a:solidFill>
                                          <a:schemeClr val="tx1"/>
                                        </a:solidFill>
                                        <a:latin typeface="Cambria Math" panose="02040503050406030204" pitchFamily="18" charset="0"/>
                                      </a:rPr>
                                      <m:t>𝑎</m:t>
                                    </m:r>
                                  </m:e>
                                  <m:sup>
                                    <m:r>
                                      <a:rPr lang="en-US" sz="1200" b="0" i="1" baseline="0" smtClean="0">
                                        <a:solidFill>
                                          <a:schemeClr val="tx1"/>
                                        </a:solidFill>
                                        <a:latin typeface="Cambria Math" panose="02040503050406030204" pitchFamily="18" charset="0"/>
                                      </a:rPr>
                                      <m:t>−1</m:t>
                                    </m:r>
                                  </m:sup>
                                </m:sSup>
                              </m:oMath>
                            </m:oMathPara>
                          </a14:m>
                          <a:endParaRPr lang="en-GB" sz="1200" b="0" dirty="0">
                            <a:solidFill>
                              <a:schemeClr val="tx1"/>
                            </a:solidFill>
                          </a:endParaRPr>
                        </a:p>
                        <a:p>
                          <a:pPr algn="l"/>
                          <a:endParaRPr lang="en-GB" sz="1200" b="0" dirty="0">
                            <a:solidFill>
                              <a:schemeClr val="tx1"/>
                            </a:solidFill>
                          </a:endParaRPr>
                        </a:p>
                        <a:p>
                          <a:pPr algn="l"/>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14:m>
                            <m:oMathPara xmlns:m="http://schemas.openxmlformats.org/officeDocument/2006/math">
                              <m:oMathParaPr>
                                <m:jc m:val="left"/>
                              </m:oMathParaPr>
                              <m:oMath xmlns:m="http://schemas.openxmlformats.org/officeDocument/2006/math">
                                <m:sSup>
                                  <m:sSupPr>
                                    <m:ctrlPr>
                                      <a:rPr lang="en-US" sz="1200" b="0" i="1" baseline="0" smtClean="0">
                                        <a:solidFill>
                                          <a:schemeClr val="tx1"/>
                                        </a:solidFill>
                                        <a:latin typeface="Cambria Math" panose="02040503050406030204" pitchFamily="18" charset="0"/>
                                      </a:rPr>
                                    </m:ctrlPr>
                                  </m:sSupPr>
                                  <m:e>
                                    <m:r>
                                      <a:rPr lang="en-US" sz="1200" b="0" i="0" baseline="0" smtClean="0">
                                        <a:solidFill>
                                          <a:schemeClr val="tx1"/>
                                        </a:solidFill>
                                        <a:latin typeface="Cambria Math" panose="02040503050406030204" pitchFamily="18" charset="0"/>
                                      </a:rPr>
                                      <m:t>4</m:t>
                                    </m:r>
                                  </m:e>
                                  <m:sup>
                                    <m:r>
                                      <a:rPr lang="en-US" sz="1200" b="0" i="0" baseline="0" smtClean="0">
                                        <a:solidFill>
                                          <a:schemeClr val="tx1"/>
                                        </a:solidFill>
                                        <a:latin typeface="Cambria Math" panose="02040503050406030204" pitchFamily="18" charset="0"/>
                                      </a:rPr>
                                      <m:t>−1</m:t>
                                    </m:r>
                                  </m:sup>
                                </m:sSup>
                              </m:oMath>
                            </m:oMathPara>
                          </a14:m>
                          <a:endParaRPr lang="en-GB" sz="1200" b="0" dirty="0">
                            <a:solidFill>
                              <a:schemeClr val="tx1"/>
                            </a:solidFill>
                          </a:endParaRPr>
                        </a:p>
                        <a:p>
                          <a:pPr algn="l"/>
                          <a:endParaRPr lang="en-GB" sz="1200" b="0" dirty="0">
                            <a:solidFill>
                              <a:schemeClr val="tx1"/>
                            </a:solidFill>
                          </a:endParaRPr>
                        </a:p>
                        <a:p>
                          <a:pPr algn="l"/>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41023978"/>
                      </a:ext>
                    </a:extLst>
                  </a:tr>
                  <a:tr h="129161">
                    <a:tc vMerge="1">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p>
                                  <m:sSupPr>
                                    <m:ctrlPr>
                                      <a:rPr lang="en-US" sz="1200" b="0" i="1" baseline="0" smtClean="0">
                                        <a:solidFill>
                                          <a:schemeClr val="tx1"/>
                                        </a:solidFill>
                                        <a:latin typeface="Cambria Math" panose="02040503050406030204" pitchFamily="18" charset="0"/>
                                      </a:rPr>
                                    </m:ctrlPr>
                                  </m:sSupPr>
                                  <m:e>
                                    <m:r>
                                      <a:rPr lang="en-US" sz="1200" b="0" i="1" baseline="0" smtClean="0">
                                        <a:solidFill>
                                          <a:schemeClr val="tx1"/>
                                        </a:solidFill>
                                        <a:latin typeface="Cambria Math" panose="02040503050406030204" pitchFamily="18" charset="0"/>
                                      </a:rPr>
                                      <m:t>2</m:t>
                                    </m:r>
                                  </m:e>
                                  <m:sup>
                                    <m:r>
                                      <a:rPr lang="en-US" sz="1200" b="0" i="1" baseline="0" smtClean="0">
                                        <a:solidFill>
                                          <a:schemeClr val="tx1"/>
                                        </a:solidFill>
                                        <a:latin typeface="Cambria Math" panose="02040503050406030204" pitchFamily="18" charset="0"/>
                                      </a:rPr>
                                      <m:t>−2</m:t>
                                    </m:r>
                                  </m:sup>
                                </m:sSup>
                              </m:oMath>
                            </m:oMathPara>
                          </a14:m>
                          <a:endParaRPr lang="en-GB" sz="1200" b="0" dirty="0">
                            <a:solidFill>
                              <a:schemeClr val="tx1"/>
                            </a:solidFill>
                          </a:endParaRPr>
                        </a:p>
                        <a:p>
                          <a:pPr algn="l"/>
                          <a:endParaRPr lang="en-GB" sz="1200" b="0" dirty="0">
                            <a:solidFill>
                              <a:schemeClr val="tx1"/>
                            </a:solidFill>
                          </a:endParaRPr>
                        </a:p>
                        <a:p>
                          <a:pPr algn="l"/>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p>
                                  <m:sSupPr>
                                    <m:ctrlPr>
                                      <a:rPr lang="en-US" sz="1200" b="0" i="1" baseline="0" smtClean="0">
                                        <a:solidFill>
                                          <a:schemeClr val="tx1"/>
                                        </a:solidFill>
                                        <a:latin typeface="Cambria Math" panose="02040503050406030204" pitchFamily="18" charset="0"/>
                                      </a:rPr>
                                    </m:ctrlPr>
                                  </m:sSupPr>
                                  <m:e>
                                    <m:r>
                                      <a:rPr lang="en-US" sz="1200" b="0" i="1" baseline="0" smtClean="0">
                                        <a:solidFill>
                                          <a:schemeClr val="tx1"/>
                                        </a:solidFill>
                                        <a:latin typeface="Cambria Math" panose="02040503050406030204" pitchFamily="18" charset="0"/>
                                      </a:rPr>
                                      <m:t>𝑎</m:t>
                                    </m:r>
                                  </m:e>
                                  <m:sup>
                                    <m:r>
                                      <a:rPr lang="en-US" sz="1200" b="0" i="1" baseline="0" smtClean="0">
                                        <a:solidFill>
                                          <a:schemeClr val="tx1"/>
                                        </a:solidFill>
                                        <a:latin typeface="Cambria Math" panose="02040503050406030204" pitchFamily="18" charset="0"/>
                                      </a:rPr>
                                      <m:t>−3</m:t>
                                    </m:r>
                                  </m:sup>
                                </m:sSup>
                              </m:oMath>
                            </m:oMathPara>
                          </a14:m>
                          <a:endParaRPr lang="en-GB" sz="1200" b="0" dirty="0">
                            <a:solidFill>
                              <a:schemeClr val="tx1"/>
                            </a:solidFill>
                          </a:endParaRPr>
                        </a:p>
                        <a:p>
                          <a:endParaRPr lang="en-GB" sz="1200" b="0" dirty="0">
                            <a:solidFill>
                              <a:schemeClr val="tx1"/>
                            </a:solidFill>
                          </a:endParaRPr>
                        </a:p>
                        <a:p>
                          <a:pPr/>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p>
                                  <m:sSupPr>
                                    <m:ctrlPr>
                                      <a:rPr lang="en-US" sz="1200" b="0" i="1" baseline="0" smtClean="0">
                                        <a:solidFill>
                                          <a:schemeClr val="tx1"/>
                                        </a:solidFill>
                                        <a:latin typeface="Cambria Math" panose="02040503050406030204" pitchFamily="18" charset="0"/>
                                      </a:rPr>
                                    </m:ctrlPr>
                                  </m:sSupPr>
                                  <m:e>
                                    <m:r>
                                      <a:rPr lang="en-US" sz="1200" b="0" i="1" baseline="0" smtClean="0">
                                        <a:solidFill>
                                          <a:schemeClr val="tx1"/>
                                        </a:solidFill>
                                        <a:latin typeface="Cambria Math" panose="02040503050406030204" pitchFamily="18" charset="0"/>
                                      </a:rPr>
                                      <m:t>4</m:t>
                                    </m:r>
                                  </m:e>
                                  <m:sup>
                                    <m:r>
                                      <a:rPr lang="en-US" sz="1200" b="0" i="1" baseline="0" smtClean="0">
                                        <a:solidFill>
                                          <a:schemeClr val="tx1"/>
                                        </a:solidFill>
                                        <a:latin typeface="Cambria Math" panose="02040503050406030204" pitchFamily="18" charset="0"/>
                                      </a:rPr>
                                      <m:t>−3</m:t>
                                    </m:r>
                                  </m:sup>
                                </m:sSup>
                              </m:oMath>
                            </m:oMathPara>
                          </a14:m>
                          <a:endParaRPr lang="en-US" sz="1200" b="0" baseline="0" dirty="0">
                            <a:solidFill>
                              <a:schemeClr val="tx1"/>
                            </a:solidFill>
                          </a:endParaRPr>
                        </a:p>
                        <a:p>
                          <a:endParaRPr lang="en-GB" sz="1200" b="0" dirty="0">
                            <a:solidFill>
                              <a:schemeClr val="tx1"/>
                            </a:solidFill>
                          </a:endParaRPr>
                        </a:p>
                        <a:p>
                          <a:pPr/>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38486987"/>
                      </a:ext>
                    </a:extLst>
                  </a:tr>
                  <a:tr h="1151346">
                    <a:tc>
                      <a:txBody>
                        <a:bodyPr/>
                        <a:lstStyle/>
                        <a:p>
                          <a:endParaRPr lang="en-US" sz="1200"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678086167"/>
                      </a:ext>
                    </a:extLst>
                  </a:tr>
                </a:tbl>
              </a:graphicData>
            </a:graphic>
          </p:graphicFrame>
        </mc:Choice>
        <mc:Fallback>
          <p:graphicFrame>
            <p:nvGraphicFramePr>
              <p:cNvPr id="2" name="Table 1"/>
              <p:cNvGraphicFramePr>
                <a:graphicFrameLocks noGrp="1"/>
              </p:cNvGraphicFramePr>
              <p:nvPr>
                <p:extLst>
                  <p:ext uri="{D42A27DB-BD31-4B8C-83A1-F6EECF244321}">
                    <p14:modId xmlns:p14="http://schemas.microsoft.com/office/powerpoint/2010/main" val="2056593476"/>
                  </p:ext>
                </p:extLst>
              </p:nvPr>
            </p:nvGraphicFramePr>
            <p:xfrm>
              <a:off x="183616" y="282338"/>
              <a:ext cx="6535838" cy="2585130"/>
            </p:xfrm>
            <a:graphic>
              <a:graphicData uri="http://schemas.openxmlformats.org/drawingml/2006/table">
                <a:tbl>
                  <a:tblPr firstRow="1" bandRow="1">
                    <a:tableStyleId>{5C22544A-7EE6-4342-B048-85BDC9FD1C3A}</a:tableStyleId>
                  </a:tblPr>
                  <a:tblGrid>
                    <a:gridCol w="1349349">
                      <a:extLst>
                        <a:ext uri="{9D8B030D-6E8A-4147-A177-3AD203B41FA5}">
                          <a16:colId xmlns:a16="http://schemas.microsoft.com/office/drawing/2014/main" val="3124559182"/>
                        </a:ext>
                      </a:extLst>
                    </a:gridCol>
                    <a:gridCol w="1775011">
                      <a:extLst>
                        <a:ext uri="{9D8B030D-6E8A-4147-A177-3AD203B41FA5}">
                          <a16:colId xmlns:a16="http://schemas.microsoft.com/office/drawing/2014/main" val="1668930051"/>
                        </a:ext>
                      </a:extLst>
                    </a:gridCol>
                    <a:gridCol w="1791253">
                      <a:extLst>
                        <a:ext uri="{9D8B030D-6E8A-4147-A177-3AD203B41FA5}">
                          <a16:colId xmlns:a16="http://schemas.microsoft.com/office/drawing/2014/main" val="2873958374"/>
                        </a:ext>
                      </a:extLst>
                    </a:gridCol>
                    <a:gridCol w="1620225">
                      <a:extLst>
                        <a:ext uri="{9D8B030D-6E8A-4147-A177-3AD203B41FA5}">
                          <a16:colId xmlns:a16="http://schemas.microsoft.com/office/drawing/2014/main" val="2414775215"/>
                        </a:ext>
                      </a:extLst>
                    </a:gridCol>
                  </a:tblGrid>
                  <a:tr h="282438">
                    <a:tc>
                      <a:txBody>
                        <a:bodyPr/>
                        <a:lstStyle/>
                        <a:p>
                          <a:pPr algn="ctr"/>
                          <a:r>
                            <a:rPr lang="en-US" sz="1200">
                              <a:solidFill>
                                <a:schemeClr val="tx1"/>
                              </a:solidFill>
                            </a:rPr>
                            <a:t>Steps</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sz="1200">
                              <a:solidFill>
                                <a:schemeClr val="tx1"/>
                              </a:solidFill>
                            </a:rPr>
                            <a:t>Evaluate</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sz="1200">
                              <a:solidFill>
                                <a:schemeClr val="tx1"/>
                              </a:solidFill>
                            </a:rPr>
                            <a:t>Simplify</a:t>
                          </a: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sz="1200">
                              <a:solidFill>
                                <a:schemeClr val="tx1"/>
                              </a:solidFill>
                            </a:rPr>
                            <a:t>Evaluate</a:t>
                          </a:r>
                          <a:endParaRPr lang="en-US" sz="1200" b="1" baseline="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47329628"/>
                      </a:ext>
                    </a:extLst>
                  </a:tr>
                  <a:tr h="1022185">
                    <a:tc rowSpan="2">
                      <a:txBody>
                        <a:bodyPr/>
                        <a:lstStyle/>
                        <a:p>
                          <a:r>
                            <a:rPr lang="en-US" sz="1200" baseline="0">
                              <a:solidFill>
                                <a:schemeClr val="tx1"/>
                              </a:solidFill>
                            </a:rPr>
                            <a:t>When a base has a negative index, we take the </a:t>
                          </a:r>
                          <a:r>
                            <a:rPr lang="en-US" sz="1200" b="1" baseline="0">
                              <a:solidFill>
                                <a:schemeClr val="tx1"/>
                              </a:solidFill>
                            </a:rPr>
                            <a:t>RECIPROCAL</a:t>
                          </a:r>
                          <a:r>
                            <a:rPr lang="en-US" sz="1200" baseline="0">
                              <a:solidFill>
                                <a:schemeClr val="tx1"/>
                              </a:solidFill>
                            </a:rPr>
                            <a:t> of the base. </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76632" t="-27976" r="-193127" b="-126786"/>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74830" t="-27976" r="-91156" b="-126786"/>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03759" t="-27976" r="-752" b="-126786"/>
                          </a:stretch>
                        </a:blipFill>
                      </a:tcPr>
                    </a:tc>
                    <a:extLst>
                      <a:ext uri="{0D108BD9-81ED-4DB2-BD59-A6C34878D82A}">
                        <a16:rowId xmlns:a16="http://schemas.microsoft.com/office/drawing/2014/main" val="1541023978"/>
                      </a:ext>
                    </a:extLst>
                  </a:tr>
                  <a:tr h="129161">
                    <a:tc vMerge="1">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76632" t="-101896" r="-193127" b="-948"/>
                          </a:stretch>
                        </a:blipFill>
                      </a:tcPr>
                    </a:tc>
                    <a:tc rowSpan="2">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74830" t="-101896" r="-91156" b="-948"/>
                          </a:stretch>
                        </a:blipFill>
                      </a:tcPr>
                    </a:tc>
                    <a:tc rowSpan="2">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03759" t="-101896" r="-752" b="-948"/>
                          </a:stretch>
                        </a:blipFill>
                      </a:tcPr>
                    </a:tc>
                    <a:extLst>
                      <a:ext uri="{0D108BD9-81ED-4DB2-BD59-A6C34878D82A}">
                        <a16:rowId xmlns:a16="http://schemas.microsoft.com/office/drawing/2014/main" val="438486987"/>
                      </a:ext>
                    </a:extLst>
                  </a:tr>
                  <a:tr h="1151346">
                    <a:tc>
                      <a:txBody>
                        <a:bodyPr/>
                        <a:lstStyle/>
                        <a:p>
                          <a:endParaRPr lang="en-US" sz="1200"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678086167"/>
                      </a:ext>
                    </a:extLst>
                  </a:tr>
                </a:tbl>
              </a:graphicData>
            </a:graphic>
          </p:graphicFrame>
        </mc:Fallback>
      </mc:AlternateContent>
      <p:sp>
        <p:nvSpPr>
          <p:cNvPr id="17" name="TextBox 16">
            <a:extLst>
              <a:ext uri="{FF2B5EF4-FFF2-40B4-BE49-F238E27FC236}">
                <a16:creationId xmlns:a16="http://schemas.microsoft.com/office/drawing/2014/main" id="{202351B3-7423-8541-912E-FFEBC6249001}"/>
              </a:ext>
            </a:extLst>
          </p:cNvPr>
          <p:cNvSpPr txBox="1"/>
          <p:nvPr/>
        </p:nvSpPr>
        <p:spPr>
          <a:xfrm>
            <a:off x="347509" y="5627461"/>
            <a:ext cx="543761"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a:solidFill>
                  <a:prstClr val="black"/>
                </a:solidFill>
                <a:latin typeface="Calibri" panose="020F0502020204030204"/>
              </a:rPr>
              <a:t>2</a:t>
            </a:r>
            <a:r>
              <a:rPr kumimoji="0" lang="en-GB" sz="1200" b="0" i="0" u="none" strike="noStrike" kern="1200" cap="none" spc="0" normalizeH="0" baseline="30000" noProof="0">
                <a:ln>
                  <a:noFill/>
                </a:ln>
                <a:solidFill>
                  <a:prstClr val="black"/>
                </a:solidFill>
                <a:effectLst/>
                <a:uLnTx/>
                <a:uFillTx/>
                <a:latin typeface="Calibri" panose="020F0502020204030204"/>
              </a:rPr>
              <a:t>-2</a:t>
            </a:r>
          </a:p>
        </p:txBody>
      </p:sp>
      <p:sp>
        <p:nvSpPr>
          <p:cNvPr id="18" name="TextBox 17">
            <a:extLst>
              <a:ext uri="{FF2B5EF4-FFF2-40B4-BE49-F238E27FC236}">
                <a16:creationId xmlns:a16="http://schemas.microsoft.com/office/drawing/2014/main" id="{0ECEED83-BB64-AE42-9216-640C03E2A37E}"/>
              </a:ext>
            </a:extLst>
          </p:cNvPr>
          <p:cNvSpPr txBox="1"/>
          <p:nvPr/>
        </p:nvSpPr>
        <p:spPr>
          <a:xfrm>
            <a:off x="2050869" y="5627461"/>
            <a:ext cx="391928"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a:solidFill>
                  <a:prstClr val="black"/>
                </a:solidFill>
                <a:latin typeface="Calibri" panose="020F0502020204030204"/>
              </a:rPr>
              <a:t>3</a:t>
            </a:r>
            <a:r>
              <a:rPr kumimoji="0" lang="en-GB" sz="1200" b="0" i="0" u="none" strike="noStrike" kern="1200" cap="none" spc="0" normalizeH="0" baseline="30000" noProof="0">
                <a:ln>
                  <a:noFill/>
                </a:ln>
                <a:solidFill>
                  <a:prstClr val="black"/>
                </a:solidFill>
                <a:effectLst/>
                <a:uLnTx/>
                <a:uFillTx/>
                <a:latin typeface="Calibri" panose="020F0502020204030204"/>
              </a:rPr>
              <a:t>-2</a:t>
            </a:r>
          </a:p>
        </p:txBody>
      </p:sp>
      <p:sp>
        <p:nvSpPr>
          <p:cNvPr id="19" name="TextBox 18">
            <a:extLst>
              <a:ext uri="{FF2B5EF4-FFF2-40B4-BE49-F238E27FC236}">
                <a16:creationId xmlns:a16="http://schemas.microsoft.com/office/drawing/2014/main" id="{9381EB8E-D4D3-3B47-A0D8-A05DD7DF8E34}"/>
              </a:ext>
            </a:extLst>
          </p:cNvPr>
          <p:cNvSpPr txBox="1"/>
          <p:nvPr/>
        </p:nvSpPr>
        <p:spPr>
          <a:xfrm>
            <a:off x="3681660" y="5627460"/>
            <a:ext cx="531821"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noProof="0">
                <a:solidFill>
                  <a:prstClr val="black"/>
                </a:solidFill>
                <a:latin typeface="Calibri" panose="020F0502020204030204"/>
              </a:rPr>
              <a:t>10</a:t>
            </a:r>
            <a:r>
              <a:rPr kumimoji="0" lang="en-GB" sz="1200" b="0" i="0" u="none" strike="noStrike" kern="1200" cap="none" spc="0" normalizeH="0" baseline="30000" noProof="0">
                <a:ln>
                  <a:noFill/>
                </a:ln>
                <a:solidFill>
                  <a:prstClr val="black"/>
                </a:solidFill>
                <a:effectLst/>
                <a:uLnTx/>
                <a:uFillTx/>
                <a:latin typeface="Calibri" panose="020F0502020204030204"/>
              </a:rPr>
              <a:t>-2</a:t>
            </a:r>
          </a:p>
        </p:txBody>
      </p:sp>
      <p:sp>
        <p:nvSpPr>
          <p:cNvPr id="20" name="TextBox 19">
            <a:extLst>
              <a:ext uri="{FF2B5EF4-FFF2-40B4-BE49-F238E27FC236}">
                <a16:creationId xmlns:a16="http://schemas.microsoft.com/office/drawing/2014/main" id="{BAECED7C-7300-1C4D-9E23-15C7E1C86D40}"/>
              </a:ext>
            </a:extLst>
          </p:cNvPr>
          <p:cNvSpPr txBox="1"/>
          <p:nvPr/>
        </p:nvSpPr>
        <p:spPr>
          <a:xfrm>
            <a:off x="5358943" y="5633164"/>
            <a:ext cx="455816"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noProof="0">
                <a:solidFill>
                  <a:prstClr val="black"/>
                </a:solidFill>
                <a:latin typeface="Calibri" panose="020F0502020204030204"/>
              </a:rPr>
              <a:t>4</a:t>
            </a:r>
            <a:r>
              <a:rPr kumimoji="0" lang="en-GB" sz="1200" b="0" i="0" u="none" strike="noStrike" kern="1200" cap="none" spc="0" normalizeH="0" baseline="30000" noProof="0">
                <a:ln>
                  <a:noFill/>
                </a:ln>
                <a:solidFill>
                  <a:prstClr val="black"/>
                </a:solidFill>
                <a:effectLst/>
                <a:uLnTx/>
                <a:uFillTx/>
                <a:latin typeface="Calibri" panose="020F0502020204030204"/>
              </a:rPr>
              <a:t>-2</a:t>
            </a:r>
          </a:p>
        </p:txBody>
      </p:sp>
      <p:sp>
        <p:nvSpPr>
          <p:cNvPr id="26" name="TextBox 25">
            <a:extLst>
              <a:ext uri="{FF2B5EF4-FFF2-40B4-BE49-F238E27FC236}">
                <a16:creationId xmlns:a16="http://schemas.microsoft.com/office/drawing/2014/main" id="{7F611B2C-92AE-0844-8F3E-3C733B3CE5DE}"/>
              </a:ext>
            </a:extLst>
          </p:cNvPr>
          <p:cNvSpPr txBox="1"/>
          <p:nvPr/>
        </p:nvSpPr>
        <p:spPr>
          <a:xfrm>
            <a:off x="322700" y="6638383"/>
            <a:ext cx="449840"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a:solidFill>
                  <a:prstClr val="black"/>
                </a:solidFill>
                <a:latin typeface="Calibri" panose="020F0502020204030204"/>
              </a:rPr>
              <a:t>9</a:t>
            </a:r>
            <a:r>
              <a:rPr kumimoji="0" lang="en-GB" sz="1200" b="0" i="0" u="none" strike="noStrike" kern="1200" cap="none" spc="0" normalizeH="0" baseline="30000" noProof="0">
                <a:ln>
                  <a:noFill/>
                </a:ln>
                <a:solidFill>
                  <a:prstClr val="black"/>
                </a:solidFill>
                <a:effectLst/>
                <a:uLnTx/>
                <a:uFillTx/>
                <a:latin typeface="Calibri" panose="020F0502020204030204"/>
              </a:rPr>
              <a:t>-2</a:t>
            </a:r>
          </a:p>
        </p:txBody>
      </p:sp>
      <p:sp>
        <p:nvSpPr>
          <p:cNvPr id="27" name="TextBox 26">
            <a:extLst>
              <a:ext uri="{FF2B5EF4-FFF2-40B4-BE49-F238E27FC236}">
                <a16:creationId xmlns:a16="http://schemas.microsoft.com/office/drawing/2014/main" id="{573C2596-3B35-7149-9A89-6A34D927D546}"/>
              </a:ext>
            </a:extLst>
          </p:cNvPr>
          <p:cNvSpPr txBox="1"/>
          <p:nvPr/>
        </p:nvSpPr>
        <p:spPr>
          <a:xfrm>
            <a:off x="2001196" y="6632271"/>
            <a:ext cx="467745"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a:solidFill>
                  <a:prstClr val="black"/>
                </a:solidFill>
                <a:latin typeface="Calibri" panose="020F0502020204030204"/>
              </a:rPr>
              <a:t>8</a:t>
            </a:r>
            <a:r>
              <a:rPr kumimoji="0" lang="en-GB" sz="1200" b="0" i="0" u="none" strike="noStrike" kern="1200" cap="none" spc="0" normalizeH="0" baseline="30000" noProof="0">
                <a:ln>
                  <a:noFill/>
                </a:ln>
                <a:solidFill>
                  <a:prstClr val="black"/>
                </a:solidFill>
                <a:effectLst/>
                <a:uLnTx/>
                <a:uFillTx/>
                <a:latin typeface="Calibri" panose="020F0502020204030204"/>
              </a:rPr>
              <a:t>-2</a:t>
            </a:r>
          </a:p>
        </p:txBody>
      </p:sp>
      <p:sp>
        <p:nvSpPr>
          <p:cNvPr id="28" name="TextBox 27">
            <a:extLst>
              <a:ext uri="{FF2B5EF4-FFF2-40B4-BE49-F238E27FC236}">
                <a16:creationId xmlns:a16="http://schemas.microsoft.com/office/drawing/2014/main" id="{CF29E783-367A-BE4D-BE37-89369080C9DF}"/>
              </a:ext>
            </a:extLst>
          </p:cNvPr>
          <p:cNvSpPr txBox="1"/>
          <p:nvPr/>
        </p:nvSpPr>
        <p:spPr>
          <a:xfrm>
            <a:off x="3659408" y="6642135"/>
            <a:ext cx="383941"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a:solidFill>
                  <a:prstClr val="black"/>
                </a:solidFill>
                <a:latin typeface="Calibri" panose="020F0502020204030204"/>
              </a:rPr>
              <a:t>7</a:t>
            </a:r>
            <a:r>
              <a:rPr kumimoji="0" lang="en-GB" sz="1200" b="0" i="0" u="none" strike="noStrike" kern="1200" cap="none" spc="0" normalizeH="0" baseline="30000" noProof="0">
                <a:ln>
                  <a:noFill/>
                </a:ln>
                <a:solidFill>
                  <a:prstClr val="black"/>
                </a:solidFill>
                <a:effectLst/>
                <a:uLnTx/>
                <a:uFillTx/>
                <a:latin typeface="Calibri" panose="020F0502020204030204"/>
              </a:rPr>
              <a:t>-2</a:t>
            </a:r>
          </a:p>
        </p:txBody>
      </p:sp>
      <p:sp>
        <p:nvSpPr>
          <p:cNvPr id="29" name="TextBox 28">
            <a:extLst>
              <a:ext uri="{FF2B5EF4-FFF2-40B4-BE49-F238E27FC236}">
                <a16:creationId xmlns:a16="http://schemas.microsoft.com/office/drawing/2014/main" id="{D71B15A4-44A9-2249-88E2-3B2DC5A8FE05}"/>
              </a:ext>
            </a:extLst>
          </p:cNvPr>
          <p:cNvSpPr txBox="1"/>
          <p:nvPr/>
        </p:nvSpPr>
        <p:spPr>
          <a:xfrm>
            <a:off x="5359999" y="6634518"/>
            <a:ext cx="453703"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a:solidFill>
                  <a:prstClr val="black"/>
                </a:solidFill>
                <a:latin typeface="Calibri" panose="020F0502020204030204"/>
              </a:rPr>
              <a:t>6</a:t>
            </a:r>
            <a:r>
              <a:rPr kumimoji="0" lang="en-GB" sz="1200" b="0" i="0" u="none" strike="noStrike" kern="1200" cap="none" spc="0" normalizeH="0" baseline="30000" noProof="0">
                <a:ln>
                  <a:noFill/>
                </a:ln>
                <a:solidFill>
                  <a:prstClr val="black"/>
                </a:solidFill>
                <a:effectLst/>
                <a:uLnTx/>
                <a:uFillTx/>
                <a:latin typeface="Calibri" panose="020F0502020204030204"/>
              </a:rPr>
              <a:t>-2</a:t>
            </a:r>
          </a:p>
        </p:txBody>
      </p:sp>
      <p:sp>
        <p:nvSpPr>
          <p:cNvPr id="40" name="TextBox 39">
            <a:extLst>
              <a:ext uri="{FF2B5EF4-FFF2-40B4-BE49-F238E27FC236}">
                <a16:creationId xmlns:a16="http://schemas.microsoft.com/office/drawing/2014/main" id="{C85C49CD-06A8-8748-BF66-9C3C7AC8169B}"/>
              </a:ext>
            </a:extLst>
          </p:cNvPr>
          <p:cNvSpPr txBox="1"/>
          <p:nvPr/>
        </p:nvSpPr>
        <p:spPr>
          <a:xfrm>
            <a:off x="1173265" y="2923620"/>
            <a:ext cx="1078396"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a:solidFill>
                  <a:prstClr val="black"/>
                </a:solidFill>
                <a:latin typeface="Calibri" panose="020F0502020204030204"/>
              </a:rPr>
              <a:t>4. Simplify.</a:t>
            </a:r>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115" name="TextBox 114">
                <a:extLst>
                  <a:ext uri="{FF2B5EF4-FFF2-40B4-BE49-F238E27FC236}">
                    <a16:creationId xmlns:a16="http://schemas.microsoft.com/office/drawing/2014/main" id="{A4461BE1-A513-4046-B72A-55427F850B17}"/>
                  </a:ext>
                </a:extLst>
              </p:cNvPr>
              <p:cNvSpPr txBox="1"/>
              <p:nvPr/>
            </p:nvSpPr>
            <p:spPr>
              <a:xfrm>
                <a:off x="293576" y="3373440"/>
                <a:ext cx="464038"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solidFill>
                    <a:effectLst/>
                    <a:uLnTx/>
                    <a:uFillTx/>
                    <a:latin typeface="Calibri" panose="020F0502020204030204"/>
                    <a:ea typeface="+mn-ea"/>
                    <a:cs typeface="+mn-cs"/>
                  </a:rPr>
                  <a:t> </a:t>
                </a:r>
                <a14:m>
                  <m:oMath xmlns:m="http://schemas.openxmlformats.org/officeDocument/2006/math">
                    <m:sSup>
                      <m:sSupPr>
                        <m:ctrlPr>
                          <a:rPr kumimoji="0" lang="en-US"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r>
                          <a:rPr kumimoji="0" lang="en-US"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e>
                      <m:sup>
                        <m:r>
                          <a:rPr kumimoji="0" lang="en-US"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p>
                    </m:sSup>
                  </m:oMath>
                </a14:m>
                <a:endParaRPr kumimoji="0" lang="en-GB" sz="1200" b="0" i="0" u="none" strike="noStrike" kern="1200" cap="none" spc="0" normalizeH="0" baseline="30000" noProof="0">
                  <a:ln>
                    <a:noFill/>
                  </a:ln>
                  <a:solidFill>
                    <a:prstClr val="black"/>
                  </a:solidFill>
                  <a:effectLst/>
                  <a:uLnTx/>
                  <a:uFillTx/>
                  <a:latin typeface="Calibri" panose="020F0502020204030204"/>
                  <a:ea typeface="+mn-ea"/>
                  <a:cs typeface="+mn-cs"/>
                </a:endParaRPr>
              </a:p>
            </p:txBody>
          </p:sp>
        </mc:Choice>
        <mc:Fallback xmlns="">
          <p:sp>
            <p:nvSpPr>
              <p:cNvPr id="115" name="TextBox 114">
                <a:extLst>
                  <a:ext uri="{FF2B5EF4-FFF2-40B4-BE49-F238E27FC236}">
                    <a16:creationId xmlns:a16="http://schemas.microsoft.com/office/drawing/2014/main" id="{A4461BE1-A513-4046-B72A-55427F850B17}"/>
                  </a:ext>
                </a:extLst>
              </p:cNvPr>
              <p:cNvSpPr txBox="1">
                <a:spLocks noRot="1" noChangeAspect="1" noMove="1" noResize="1" noEditPoints="1" noAdjustHandles="1" noChangeArrowheads="1" noChangeShapeType="1" noTextEdit="1"/>
              </p:cNvSpPr>
              <p:nvPr/>
            </p:nvSpPr>
            <p:spPr>
              <a:xfrm>
                <a:off x="293576" y="3373440"/>
                <a:ext cx="464038" cy="276999"/>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6" name="TextBox 115">
                <a:extLst>
                  <a:ext uri="{FF2B5EF4-FFF2-40B4-BE49-F238E27FC236}">
                    <a16:creationId xmlns:a16="http://schemas.microsoft.com/office/drawing/2014/main" id="{A4461BE1-A513-4046-B72A-55427F850B17}"/>
                  </a:ext>
                </a:extLst>
              </p:cNvPr>
              <p:cNvSpPr txBox="1"/>
              <p:nvPr/>
            </p:nvSpPr>
            <p:spPr>
              <a:xfrm>
                <a:off x="5387821" y="3373523"/>
                <a:ext cx="464038" cy="27911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solidFill>
                    <a:effectLst/>
                    <a:uLnTx/>
                    <a:uFillTx/>
                    <a:latin typeface="Calibri" panose="020F0502020204030204"/>
                    <a:ea typeface="+mn-ea"/>
                    <a:cs typeface="+mn-cs"/>
                  </a:rPr>
                  <a:t> </a:t>
                </a:r>
                <a14:m>
                  <m:oMath xmlns:m="http://schemas.openxmlformats.org/officeDocument/2006/math">
                    <m:sSup>
                      <m:sSupPr>
                        <m:ctrlPr>
                          <a:rPr kumimoji="0" lang="en-US"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r>
                          <a:rPr kumimoji="0" lang="en-US"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e>
                      <m:sup>
                        <m:r>
                          <a:rPr kumimoji="0" lang="en-US"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−5</m:t>
                        </m:r>
                      </m:sup>
                    </m:sSup>
                  </m:oMath>
                </a14:m>
                <a:endParaRPr kumimoji="0" lang="en-GB" sz="1200" b="0" i="0" u="none" strike="noStrike" kern="1200" cap="none" spc="0" normalizeH="0" baseline="30000" noProof="0">
                  <a:ln>
                    <a:noFill/>
                  </a:ln>
                  <a:solidFill>
                    <a:prstClr val="black"/>
                  </a:solidFill>
                  <a:effectLst/>
                  <a:uLnTx/>
                  <a:uFillTx/>
                  <a:latin typeface="Calibri" panose="020F0502020204030204"/>
                  <a:ea typeface="+mn-ea"/>
                  <a:cs typeface="+mn-cs"/>
                </a:endParaRPr>
              </a:p>
            </p:txBody>
          </p:sp>
        </mc:Choice>
        <mc:Fallback xmlns="">
          <p:sp>
            <p:nvSpPr>
              <p:cNvPr id="116" name="TextBox 115">
                <a:extLst>
                  <a:ext uri="{FF2B5EF4-FFF2-40B4-BE49-F238E27FC236}">
                    <a16:creationId xmlns:a16="http://schemas.microsoft.com/office/drawing/2014/main" id="{A4461BE1-A513-4046-B72A-55427F850B17}"/>
                  </a:ext>
                </a:extLst>
              </p:cNvPr>
              <p:cNvSpPr txBox="1">
                <a:spLocks noRot="1" noChangeAspect="1" noMove="1" noResize="1" noEditPoints="1" noAdjustHandles="1" noChangeArrowheads="1" noChangeShapeType="1" noTextEdit="1"/>
              </p:cNvSpPr>
              <p:nvPr/>
            </p:nvSpPr>
            <p:spPr>
              <a:xfrm>
                <a:off x="5387821" y="3373523"/>
                <a:ext cx="464038" cy="279115"/>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7" name="TextBox 116">
                <a:extLst>
                  <a:ext uri="{FF2B5EF4-FFF2-40B4-BE49-F238E27FC236}">
                    <a16:creationId xmlns:a16="http://schemas.microsoft.com/office/drawing/2014/main" id="{A4461BE1-A513-4046-B72A-55427F850B17}"/>
                  </a:ext>
                </a:extLst>
              </p:cNvPr>
              <p:cNvSpPr txBox="1"/>
              <p:nvPr/>
            </p:nvSpPr>
            <p:spPr>
              <a:xfrm>
                <a:off x="3658821" y="3377465"/>
                <a:ext cx="464038"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solidFill>
                    <a:effectLst/>
                    <a:uLnTx/>
                    <a:uFillTx/>
                    <a:latin typeface="Calibri" panose="020F0502020204030204"/>
                    <a:ea typeface="+mn-ea"/>
                    <a:cs typeface="+mn-cs"/>
                  </a:rPr>
                  <a:t> </a:t>
                </a:r>
                <a14:m>
                  <m:oMath xmlns:m="http://schemas.openxmlformats.org/officeDocument/2006/math">
                    <m:sSup>
                      <m:sSupPr>
                        <m:ctrlPr>
                          <a:rPr kumimoji="0" lang="en-US"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r>
                          <a:rPr kumimoji="0" lang="en-US"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e>
                      <m:sup>
                        <m:r>
                          <a:rPr kumimoji="0" lang="en-US"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−4</m:t>
                        </m:r>
                      </m:sup>
                    </m:sSup>
                  </m:oMath>
                </a14:m>
                <a:endParaRPr kumimoji="0" lang="en-GB" sz="1200" b="0" i="0" u="none" strike="noStrike" kern="1200" cap="none" spc="0" normalizeH="0" baseline="30000" noProof="0">
                  <a:ln>
                    <a:noFill/>
                  </a:ln>
                  <a:solidFill>
                    <a:prstClr val="black"/>
                  </a:solidFill>
                  <a:effectLst/>
                  <a:uLnTx/>
                  <a:uFillTx/>
                  <a:latin typeface="Calibri" panose="020F0502020204030204"/>
                  <a:ea typeface="+mn-ea"/>
                  <a:cs typeface="+mn-cs"/>
                </a:endParaRPr>
              </a:p>
            </p:txBody>
          </p:sp>
        </mc:Choice>
        <mc:Fallback xmlns="">
          <p:sp>
            <p:nvSpPr>
              <p:cNvPr id="117" name="TextBox 116">
                <a:extLst>
                  <a:ext uri="{FF2B5EF4-FFF2-40B4-BE49-F238E27FC236}">
                    <a16:creationId xmlns:a16="http://schemas.microsoft.com/office/drawing/2014/main" id="{A4461BE1-A513-4046-B72A-55427F850B17}"/>
                  </a:ext>
                </a:extLst>
              </p:cNvPr>
              <p:cNvSpPr txBox="1">
                <a:spLocks noRot="1" noChangeAspect="1" noMove="1" noResize="1" noEditPoints="1" noAdjustHandles="1" noChangeArrowheads="1" noChangeShapeType="1" noTextEdit="1"/>
              </p:cNvSpPr>
              <p:nvPr/>
            </p:nvSpPr>
            <p:spPr>
              <a:xfrm>
                <a:off x="3658821" y="3377465"/>
                <a:ext cx="464038" cy="276999"/>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8" name="TextBox 117">
                <a:extLst>
                  <a:ext uri="{FF2B5EF4-FFF2-40B4-BE49-F238E27FC236}">
                    <a16:creationId xmlns:a16="http://schemas.microsoft.com/office/drawing/2014/main" id="{A4461BE1-A513-4046-B72A-55427F850B17}"/>
                  </a:ext>
                </a:extLst>
              </p:cNvPr>
              <p:cNvSpPr txBox="1"/>
              <p:nvPr/>
            </p:nvSpPr>
            <p:spPr>
              <a:xfrm>
                <a:off x="2001196" y="3366273"/>
                <a:ext cx="464038"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solidFill>
                    <a:effectLst/>
                    <a:uLnTx/>
                    <a:uFillTx/>
                    <a:latin typeface="Calibri" panose="020F0502020204030204"/>
                    <a:ea typeface="+mn-ea"/>
                    <a:cs typeface="+mn-cs"/>
                  </a:rPr>
                  <a:t> </a:t>
                </a:r>
                <a14:m>
                  <m:oMath xmlns:m="http://schemas.openxmlformats.org/officeDocument/2006/math">
                    <m:sSup>
                      <m:sSupPr>
                        <m:ctrlPr>
                          <a:rPr kumimoji="0" lang="en-US"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r>
                          <a:rPr kumimoji="0" lang="en-US"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e>
                      <m:sup>
                        <m:r>
                          <a:rPr kumimoji="0" lang="en-US"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−3</m:t>
                        </m:r>
                      </m:sup>
                    </m:sSup>
                  </m:oMath>
                </a14:m>
                <a:endParaRPr kumimoji="0" lang="en-GB" sz="1200" b="0" i="0" u="none" strike="noStrike" kern="1200" cap="none" spc="0" normalizeH="0" baseline="30000" noProof="0">
                  <a:ln>
                    <a:noFill/>
                  </a:ln>
                  <a:solidFill>
                    <a:prstClr val="black"/>
                  </a:solidFill>
                  <a:effectLst/>
                  <a:uLnTx/>
                  <a:uFillTx/>
                  <a:latin typeface="Calibri" panose="020F0502020204030204"/>
                  <a:ea typeface="+mn-ea"/>
                  <a:cs typeface="+mn-cs"/>
                </a:endParaRPr>
              </a:p>
            </p:txBody>
          </p:sp>
        </mc:Choice>
        <mc:Fallback xmlns="">
          <p:sp>
            <p:nvSpPr>
              <p:cNvPr id="118" name="TextBox 117">
                <a:extLst>
                  <a:ext uri="{FF2B5EF4-FFF2-40B4-BE49-F238E27FC236}">
                    <a16:creationId xmlns:a16="http://schemas.microsoft.com/office/drawing/2014/main" id="{A4461BE1-A513-4046-B72A-55427F850B17}"/>
                  </a:ext>
                </a:extLst>
              </p:cNvPr>
              <p:cNvSpPr txBox="1">
                <a:spLocks noRot="1" noChangeAspect="1" noMove="1" noResize="1" noEditPoints="1" noAdjustHandles="1" noChangeArrowheads="1" noChangeShapeType="1" noTextEdit="1"/>
              </p:cNvSpPr>
              <p:nvPr/>
            </p:nvSpPr>
            <p:spPr>
              <a:xfrm>
                <a:off x="2001196" y="3366273"/>
                <a:ext cx="464038" cy="276999"/>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9" name="TextBox 158">
                <a:extLst>
                  <a:ext uri="{FF2B5EF4-FFF2-40B4-BE49-F238E27FC236}">
                    <a16:creationId xmlns:a16="http://schemas.microsoft.com/office/drawing/2014/main" id="{A4461BE1-A513-4046-B72A-55427F850B17}"/>
                  </a:ext>
                </a:extLst>
              </p:cNvPr>
              <p:cNvSpPr txBox="1"/>
              <p:nvPr/>
            </p:nvSpPr>
            <p:spPr>
              <a:xfrm>
                <a:off x="271056" y="7680777"/>
                <a:ext cx="458780"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solidFill>
                    <a:effectLst/>
                    <a:uLnTx/>
                    <a:uFillTx/>
                    <a:latin typeface="Calibri" panose="020F0502020204030204"/>
                    <a:ea typeface="+mn-ea"/>
                    <a:cs typeface="+mn-cs"/>
                  </a:rPr>
                  <a:t> </a:t>
                </a:r>
                <a14:m>
                  <m:oMath xmlns:m="http://schemas.openxmlformats.org/officeDocument/2006/math">
                    <m:sSup>
                      <m:sSupPr>
                        <m:ctrlPr>
                          <a:rPr kumimoji="0" lang="en-US"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r>
                          <a:rPr kumimoji="0" lang="en-US"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3</m:t>
                        </m:r>
                      </m:e>
                      <m:sup>
                        <m:r>
                          <a:rPr kumimoji="0" lang="en-US"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−3</m:t>
                        </m:r>
                      </m:sup>
                    </m:sSup>
                  </m:oMath>
                </a14:m>
                <a:endParaRPr kumimoji="0" lang="en-GB" sz="1200" b="0" i="0" u="none" strike="noStrike" kern="1200" cap="none" spc="0" normalizeH="0" baseline="30000" noProof="0">
                  <a:ln>
                    <a:noFill/>
                  </a:ln>
                  <a:solidFill>
                    <a:prstClr val="black"/>
                  </a:solidFill>
                  <a:effectLst/>
                  <a:uLnTx/>
                  <a:uFillTx/>
                  <a:latin typeface="Calibri" panose="020F0502020204030204"/>
                  <a:ea typeface="+mn-ea"/>
                  <a:cs typeface="+mn-cs"/>
                </a:endParaRPr>
              </a:p>
            </p:txBody>
          </p:sp>
        </mc:Choice>
        <mc:Fallback xmlns="">
          <p:sp>
            <p:nvSpPr>
              <p:cNvPr id="159" name="TextBox 158">
                <a:extLst>
                  <a:ext uri="{FF2B5EF4-FFF2-40B4-BE49-F238E27FC236}">
                    <a16:creationId xmlns:a16="http://schemas.microsoft.com/office/drawing/2014/main" id="{A4461BE1-A513-4046-B72A-55427F850B17}"/>
                  </a:ext>
                </a:extLst>
              </p:cNvPr>
              <p:cNvSpPr txBox="1">
                <a:spLocks noRot="1" noChangeAspect="1" noMove="1" noResize="1" noEditPoints="1" noAdjustHandles="1" noChangeArrowheads="1" noChangeShapeType="1" noTextEdit="1"/>
              </p:cNvSpPr>
              <p:nvPr/>
            </p:nvSpPr>
            <p:spPr>
              <a:xfrm>
                <a:off x="271056" y="7680777"/>
                <a:ext cx="458780" cy="276999"/>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0" name="TextBox 159">
                <a:extLst>
                  <a:ext uri="{FF2B5EF4-FFF2-40B4-BE49-F238E27FC236}">
                    <a16:creationId xmlns:a16="http://schemas.microsoft.com/office/drawing/2014/main" id="{A4461BE1-A513-4046-B72A-55427F850B17}"/>
                  </a:ext>
                </a:extLst>
              </p:cNvPr>
              <p:cNvSpPr txBox="1"/>
              <p:nvPr/>
            </p:nvSpPr>
            <p:spPr>
              <a:xfrm>
                <a:off x="5212832" y="7680775"/>
                <a:ext cx="543739"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solidFill>
                    <a:effectLst/>
                    <a:uLnTx/>
                    <a:uFillTx/>
                    <a:latin typeface="Calibri" panose="020F0502020204030204"/>
                    <a:ea typeface="+mn-ea"/>
                    <a:cs typeface="+mn-cs"/>
                  </a:rPr>
                  <a:t> </a:t>
                </a:r>
                <a14:m>
                  <m:oMath xmlns:m="http://schemas.openxmlformats.org/officeDocument/2006/math">
                    <m:sSup>
                      <m:sSupPr>
                        <m:ctrlPr>
                          <a:rPr kumimoji="0" lang="en-US"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10</m:t>
                        </m:r>
                      </m:e>
                      <m:sup>
                        <m:r>
                          <a:rPr kumimoji="0" lang="en-US"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−3</m:t>
                        </m:r>
                      </m:sup>
                    </m:sSup>
                  </m:oMath>
                </a14:m>
                <a:endParaRPr kumimoji="0" lang="en-GB" sz="1200" b="0" i="0" u="none" strike="noStrike" kern="1200" cap="none" spc="0" normalizeH="0" baseline="30000" noProof="0">
                  <a:ln>
                    <a:noFill/>
                  </a:ln>
                  <a:solidFill>
                    <a:prstClr val="black"/>
                  </a:solidFill>
                  <a:effectLst/>
                  <a:uLnTx/>
                  <a:uFillTx/>
                  <a:latin typeface="Calibri" panose="020F0502020204030204"/>
                  <a:ea typeface="+mn-ea"/>
                  <a:cs typeface="+mn-cs"/>
                </a:endParaRPr>
              </a:p>
            </p:txBody>
          </p:sp>
        </mc:Choice>
        <mc:Fallback xmlns="">
          <p:sp>
            <p:nvSpPr>
              <p:cNvPr id="160" name="TextBox 159">
                <a:extLst>
                  <a:ext uri="{FF2B5EF4-FFF2-40B4-BE49-F238E27FC236}">
                    <a16:creationId xmlns:a16="http://schemas.microsoft.com/office/drawing/2014/main" id="{A4461BE1-A513-4046-B72A-55427F850B17}"/>
                  </a:ext>
                </a:extLst>
              </p:cNvPr>
              <p:cNvSpPr txBox="1">
                <a:spLocks noRot="1" noChangeAspect="1" noMove="1" noResize="1" noEditPoints="1" noAdjustHandles="1" noChangeArrowheads="1" noChangeShapeType="1" noTextEdit="1"/>
              </p:cNvSpPr>
              <p:nvPr/>
            </p:nvSpPr>
            <p:spPr>
              <a:xfrm>
                <a:off x="5212832" y="7680775"/>
                <a:ext cx="543739" cy="276999"/>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1" name="TextBox 160">
                <a:extLst>
                  <a:ext uri="{FF2B5EF4-FFF2-40B4-BE49-F238E27FC236}">
                    <a16:creationId xmlns:a16="http://schemas.microsoft.com/office/drawing/2014/main" id="{A4461BE1-A513-4046-B72A-55427F850B17}"/>
                  </a:ext>
                </a:extLst>
              </p:cNvPr>
              <p:cNvSpPr txBox="1"/>
              <p:nvPr/>
            </p:nvSpPr>
            <p:spPr>
              <a:xfrm>
                <a:off x="3696828" y="7680775"/>
                <a:ext cx="458780"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solidFill>
                    <a:effectLst/>
                    <a:uLnTx/>
                    <a:uFillTx/>
                    <a:latin typeface="Calibri" panose="020F0502020204030204"/>
                    <a:ea typeface="+mn-ea"/>
                    <a:cs typeface="+mn-cs"/>
                  </a:rPr>
                  <a:t> </a:t>
                </a:r>
                <a14:m>
                  <m:oMath xmlns:m="http://schemas.openxmlformats.org/officeDocument/2006/math">
                    <m:sSup>
                      <m:sSupPr>
                        <m:ctrlPr>
                          <a:rPr kumimoji="0" lang="en-US"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r>
                          <a:rPr kumimoji="0" lang="en-US"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5</m:t>
                        </m:r>
                      </m:e>
                      <m:sup>
                        <m:r>
                          <a:rPr kumimoji="0" lang="en-US"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−3</m:t>
                        </m:r>
                      </m:sup>
                    </m:sSup>
                  </m:oMath>
                </a14:m>
                <a:endParaRPr kumimoji="0" lang="en-GB" sz="1200" b="0" i="0" u="none" strike="noStrike" kern="1200" cap="none" spc="0" normalizeH="0" baseline="30000" noProof="0">
                  <a:ln>
                    <a:noFill/>
                  </a:ln>
                  <a:solidFill>
                    <a:prstClr val="black"/>
                  </a:solidFill>
                  <a:effectLst/>
                  <a:uLnTx/>
                  <a:uFillTx/>
                  <a:latin typeface="Calibri" panose="020F0502020204030204"/>
                  <a:ea typeface="+mn-ea"/>
                  <a:cs typeface="+mn-cs"/>
                </a:endParaRPr>
              </a:p>
            </p:txBody>
          </p:sp>
        </mc:Choice>
        <mc:Fallback xmlns="">
          <p:sp>
            <p:nvSpPr>
              <p:cNvPr id="161" name="TextBox 160">
                <a:extLst>
                  <a:ext uri="{FF2B5EF4-FFF2-40B4-BE49-F238E27FC236}">
                    <a16:creationId xmlns:a16="http://schemas.microsoft.com/office/drawing/2014/main" id="{A4461BE1-A513-4046-B72A-55427F850B17}"/>
                  </a:ext>
                </a:extLst>
              </p:cNvPr>
              <p:cNvSpPr txBox="1">
                <a:spLocks noRot="1" noChangeAspect="1" noMove="1" noResize="1" noEditPoints="1" noAdjustHandles="1" noChangeArrowheads="1" noChangeShapeType="1" noTextEdit="1"/>
              </p:cNvSpPr>
              <p:nvPr/>
            </p:nvSpPr>
            <p:spPr>
              <a:xfrm>
                <a:off x="3696828" y="7680775"/>
                <a:ext cx="458780" cy="276999"/>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2" name="TextBox 161">
                <a:extLst>
                  <a:ext uri="{FF2B5EF4-FFF2-40B4-BE49-F238E27FC236}">
                    <a16:creationId xmlns:a16="http://schemas.microsoft.com/office/drawing/2014/main" id="{A4461BE1-A513-4046-B72A-55427F850B17}"/>
                  </a:ext>
                </a:extLst>
              </p:cNvPr>
              <p:cNvSpPr txBox="1"/>
              <p:nvPr/>
            </p:nvSpPr>
            <p:spPr>
              <a:xfrm>
                <a:off x="1920022" y="7680776"/>
                <a:ext cx="458780"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solidFill>
                    <a:effectLst/>
                    <a:uLnTx/>
                    <a:uFillTx/>
                    <a:latin typeface="Calibri" panose="020F0502020204030204"/>
                    <a:ea typeface="+mn-ea"/>
                    <a:cs typeface="+mn-cs"/>
                  </a:rPr>
                  <a:t> </a:t>
                </a:r>
                <a14:m>
                  <m:oMath xmlns:m="http://schemas.openxmlformats.org/officeDocument/2006/math">
                    <m:sSup>
                      <m:sSupPr>
                        <m:ctrlPr>
                          <a:rPr kumimoji="0" lang="en-US"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r>
                          <a:rPr kumimoji="0" lang="en-US"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4</m:t>
                        </m:r>
                      </m:e>
                      <m:sup>
                        <m:r>
                          <a:rPr kumimoji="0" lang="en-US"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−3</m:t>
                        </m:r>
                      </m:sup>
                    </m:sSup>
                  </m:oMath>
                </a14:m>
                <a:endParaRPr kumimoji="0" lang="en-GB" sz="1200" b="0" i="0" u="none" strike="noStrike" kern="1200" cap="none" spc="0" normalizeH="0" baseline="30000" noProof="0">
                  <a:ln>
                    <a:noFill/>
                  </a:ln>
                  <a:solidFill>
                    <a:prstClr val="black"/>
                  </a:solidFill>
                  <a:effectLst/>
                  <a:uLnTx/>
                  <a:uFillTx/>
                  <a:latin typeface="Calibri" panose="020F0502020204030204"/>
                  <a:ea typeface="+mn-ea"/>
                  <a:cs typeface="+mn-cs"/>
                </a:endParaRPr>
              </a:p>
            </p:txBody>
          </p:sp>
        </mc:Choice>
        <mc:Fallback xmlns="">
          <p:sp>
            <p:nvSpPr>
              <p:cNvPr id="162" name="TextBox 161">
                <a:extLst>
                  <a:ext uri="{FF2B5EF4-FFF2-40B4-BE49-F238E27FC236}">
                    <a16:creationId xmlns:a16="http://schemas.microsoft.com/office/drawing/2014/main" id="{A4461BE1-A513-4046-B72A-55427F850B17}"/>
                  </a:ext>
                </a:extLst>
              </p:cNvPr>
              <p:cNvSpPr txBox="1">
                <a:spLocks noRot="1" noChangeAspect="1" noMove="1" noResize="1" noEditPoints="1" noAdjustHandles="1" noChangeArrowheads="1" noChangeShapeType="1" noTextEdit="1"/>
              </p:cNvSpPr>
              <p:nvPr/>
            </p:nvSpPr>
            <p:spPr>
              <a:xfrm>
                <a:off x="1920022" y="7680776"/>
                <a:ext cx="458780" cy="276999"/>
              </a:xfrm>
              <a:prstGeom prst="rect">
                <a:avLst/>
              </a:prstGeom>
              <a:blipFill>
                <a:blip r:embed="rId12"/>
                <a:stretch>
                  <a:fillRect/>
                </a:stretch>
              </a:blipFill>
            </p:spPr>
            <p:txBody>
              <a:bodyPr/>
              <a:lstStyle/>
              <a:p>
                <a:r>
                  <a:rPr lang="en-US">
                    <a:noFill/>
                  </a:rPr>
                  <a:t> </a:t>
                </a:r>
              </a:p>
            </p:txBody>
          </p:sp>
        </mc:Fallback>
      </mc:AlternateContent>
      <p:grpSp>
        <p:nvGrpSpPr>
          <p:cNvPr id="144" name="Group 143"/>
          <p:cNvGrpSpPr/>
          <p:nvPr/>
        </p:nvGrpSpPr>
        <p:grpSpPr>
          <a:xfrm>
            <a:off x="1855034" y="14695"/>
            <a:ext cx="4661599" cy="281941"/>
            <a:chOff x="223612" y="9004810"/>
            <a:chExt cx="4661599" cy="281941"/>
          </a:xfrm>
        </p:grpSpPr>
        <p:sp>
          <p:nvSpPr>
            <p:cNvPr id="145" name="TextBox 144">
              <a:extLst>
                <a:ext uri="{FF2B5EF4-FFF2-40B4-BE49-F238E27FC236}">
                  <a16:creationId xmlns:a16="http://schemas.microsoft.com/office/drawing/2014/main" id="{88BE26D3-BD12-8F4B-9608-3EB6530361A1}"/>
                </a:ext>
              </a:extLst>
            </p:cNvPr>
            <p:cNvSpPr txBox="1"/>
            <p:nvPr/>
          </p:nvSpPr>
          <p:spPr>
            <a:xfrm>
              <a:off x="223612" y="9009752"/>
              <a:ext cx="1308500" cy="276999"/>
            </a:xfrm>
            <a:prstGeom prst="rect">
              <a:avLst/>
            </a:prstGeom>
            <a:noFill/>
            <a:ln>
              <a:noFill/>
            </a:ln>
          </p:spPr>
          <p:txBody>
            <a:bodyPr wrap="none" rtlCol="0">
              <a:spAutoFit/>
            </a:bodyPr>
            <a:lstStyle/>
            <a:p>
              <a:r>
                <a:rPr lang="en-GB" sz="1200" b="1" i="1">
                  <a:solidFill>
                    <a:srgbClr val="FF0000"/>
                  </a:solidFill>
                </a:rPr>
                <a:t>Example 7 - I do…</a:t>
              </a:r>
            </a:p>
          </p:txBody>
        </p:sp>
        <p:sp>
          <p:nvSpPr>
            <p:cNvPr id="146" name="TextBox 145">
              <a:extLst>
                <a:ext uri="{FF2B5EF4-FFF2-40B4-BE49-F238E27FC236}">
                  <a16:creationId xmlns:a16="http://schemas.microsoft.com/office/drawing/2014/main" id="{12910BCB-308B-9841-AF03-2F9D2E6E678C}"/>
                </a:ext>
              </a:extLst>
            </p:cNvPr>
            <p:cNvSpPr txBox="1"/>
            <p:nvPr/>
          </p:nvSpPr>
          <p:spPr>
            <a:xfrm>
              <a:off x="1743197" y="9004811"/>
              <a:ext cx="1470980" cy="276999"/>
            </a:xfrm>
            <a:prstGeom prst="rect">
              <a:avLst/>
            </a:prstGeom>
            <a:noFill/>
            <a:ln>
              <a:noFill/>
            </a:ln>
          </p:spPr>
          <p:txBody>
            <a:bodyPr wrap="none" rtlCol="0">
              <a:spAutoFit/>
            </a:bodyPr>
            <a:lstStyle/>
            <a:p>
              <a:r>
                <a:rPr lang="en-GB" sz="1200" b="1" i="1">
                  <a:solidFill>
                    <a:schemeClr val="accent2"/>
                  </a:solidFill>
                </a:rPr>
                <a:t>Example 8– We do…</a:t>
              </a:r>
            </a:p>
          </p:txBody>
        </p:sp>
        <p:sp>
          <p:nvSpPr>
            <p:cNvPr id="147" name="TextBox 146">
              <a:extLst>
                <a:ext uri="{FF2B5EF4-FFF2-40B4-BE49-F238E27FC236}">
                  <a16:creationId xmlns:a16="http://schemas.microsoft.com/office/drawing/2014/main" id="{12910BCB-308B-9841-AF03-2F9D2E6E678C}"/>
                </a:ext>
              </a:extLst>
            </p:cNvPr>
            <p:cNvSpPr txBox="1"/>
            <p:nvPr/>
          </p:nvSpPr>
          <p:spPr>
            <a:xfrm>
              <a:off x="3355946" y="9004810"/>
              <a:ext cx="1529265" cy="276999"/>
            </a:xfrm>
            <a:prstGeom prst="rect">
              <a:avLst/>
            </a:prstGeom>
            <a:noFill/>
            <a:ln>
              <a:noFill/>
            </a:ln>
          </p:spPr>
          <p:txBody>
            <a:bodyPr wrap="none" rtlCol="0">
              <a:spAutoFit/>
            </a:bodyPr>
            <a:lstStyle/>
            <a:p>
              <a:r>
                <a:rPr lang="en-GB" sz="1200" b="1" i="1">
                  <a:solidFill>
                    <a:srgbClr val="00B050"/>
                  </a:solidFill>
                </a:rPr>
                <a:t>Example 9 – You do…</a:t>
              </a:r>
            </a:p>
          </p:txBody>
        </p:sp>
      </p:grpSp>
      <p:sp>
        <p:nvSpPr>
          <p:cNvPr id="3" name="Rectangle 2">
            <a:extLst>
              <a:ext uri="{FF2B5EF4-FFF2-40B4-BE49-F238E27FC236}">
                <a16:creationId xmlns:a16="http://schemas.microsoft.com/office/drawing/2014/main" id="{2A1B6098-FC11-1326-8939-5961F0F88204}"/>
              </a:ext>
            </a:extLst>
          </p:cNvPr>
          <p:cNvSpPr/>
          <p:nvPr/>
        </p:nvSpPr>
        <p:spPr>
          <a:xfrm>
            <a:off x="42675" y="2915112"/>
            <a:ext cx="1009891" cy="378745"/>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100"/>
              <a:t>INDEPENDENT PRACTICE</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52B123E-093E-A5D4-6398-1648DE0E9406}"/>
                  </a:ext>
                </a:extLst>
              </p:cNvPr>
              <p:cNvSpPr txBox="1"/>
              <p:nvPr/>
            </p:nvSpPr>
            <p:spPr>
              <a:xfrm>
                <a:off x="347509" y="4299427"/>
                <a:ext cx="673774"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solidFill>
                    <a:effectLst/>
                    <a:uLnTx/>
                    <a:uFillTx/>
                    <a:latin typeface="Calibri" panose="020F0502020204030204"/>
                    <a:ea typeface="+mn-ea"/>
                    <a:cs typeface="+mn-cs"/>
                  </a:rPr>
                  <a:t> </a:t>
                </a:r>
                <a14:m>
                  <m:oMath xmlns:m="http://schemas.openxmlformats.org/officeDocument/2006/math">
                    <m:sSup>
                      <m:sSupPr>
                        <m:ctrlPr>
                          <a:rPr kumimoji="0" lang="en-US"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𝑎𝑏</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e>
                      <m:sup>
                        <m:r>
                          <a:rPr kumimoji="0" lang="en-US"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p>
                    </m:sSup>
                  </m:oMath>
                </a14:m>
                <a:endParaRPr kumimoji="0" lang="en-GB" sz="1200" b="0" i="0" u="none" strike="noStrike" kern="1200" cap="none" spc="0" normalizeH="0" baseline="30000" noProof="0">
                  <a:ln>
                    <a:noFill/>
                  </a:ln>
                  <a:solidFill>
                    <a:prstClr val="black"/>
                  </a:solidFill>
                  <a:effectLst/>
                  <a:uLnTx/>
                  <a:uFillTx/>
                  <a:latin typeface="Calibri" panose="020F0502020204030204"/>
                  <a:ea typeface="+mn-ea"/>
                  <a:cs typeface="+mn-cs"/>
                </a:endParaRPr>
              </a:p>
            </p:txBody>
          </p:sp>
        </mc:Choice>
        <mc:Fallback xmlns="">
          <p:sp>
            <p:nvSpPr>
              <p:cNvPr id="5" name="TextBox 4">
                <a:extLst>
                  <a:ext uri="{FF2B5EF4-FFF2-40B4-BE49-F238E27FC236}">
                    <a16:creationId xmlns:a16="http://schemas.microsoft.com/office/drawing/2014/main" id="{852B123E-093E-A5D4-6398-1648DE0E9406}"/>
                  </a:ext>
                </a:extLst>
              </p:cNvPr>
              <p:cNvSpPr txBox="1">
                <a:spLocks noRot="1" noChangeAspect="1" noMove="1" noResize="1" noEditPoints="1" noAdjustHandles="1" noChangeArrowheads="1" noChangeShapeType="1" noTextEdit="1"/>
              </p:cNvSpPr>
              <p:nvPr/>
            </p:nvSpPr>
            <p:spPr>
              <a:xfrm>
                <a:off x="347509" y="4299427"/>
                <a:ext cx="673774" cy="276999"/>
              </a:xfrm>
              <a:prstGeom prst="rect">
                <a:avLst/>
              </a:prstGeom>
              <a:blipFill>
                <a:blip r:embed="rId13"/>
                <a:stretch>
                  <a:fillRect b="-869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275575F-5E9C-4597-0945-404981B47D82}"/>
                  </a:ext>
                </a:extLst>
              </p:cNvPr>
              <p:cNvSpPr txBox="1"/>
              <p:nvPr/>
            </p:nvSpPr>
            <p:spPr>
              <a:xfrm>
                <a:off x="5441754" y="4299510"/>
                <a:ext cx="610103" cy="276486"/>
              </a:xfrm>
              <a:prstGeom prst="rect">
                <a:avLst/>
              </a:prstGeom>
              <a:noFill/>
            </p:spPr>
            <p:txBody>
              <a:bodyPr wrap="none" rtlCol="0">
                <a:spAutoFit/>
              </a:bodyPr>
              <a:lstStyle/>
              <a:p>
                <a:pPr lvl="0">
                  <a:defRPr/>
                </a:pPr>
                <a14:m>
                  <m:oMathPara xmlns:m="http://schemas.openxmlformats.org/officeDocument/2006/math">
                    <m:oMathParaPr>
                      <m:jc m:val="centerGroup"/>
                    </m:oMathParaPr>
                    <m:oMath xmlns:m="http://schemas.openxmlformats.org/officeDocument/2006/math">
                      <m:sSup>
                        <m:sSupPr>
                          <m:ctrlPr>
                            <a:rPr lang="en-US" sz="1200" i="1" smtClean="0">
                              <a:solidFill>
                                <a:prstClr val="black"/>
                              </a:solidFill>
                              <a:latin typeface="Cambria Math" panose="02040503050406030204" pitchFamily="18" charset="0"/>
                            </a:rPr>
                          </m:ctrlPr>
                        </m:sSupPr>
                        <m:e>
                          <m:r>
                            <a:rPr lang="en-GB" sz="1200" b="0" i="1" smtClean="0">
                              <a:solidFill>
                                <a:prstClr val="black"/>
                              </a:solidFill>
                              <a:latin typeface="Cambria Math" panose="02040503050406030204" pitchFamily="18" charset="0"/>
                            </a:rPr>
                            <m:t>𝑎</m:t>
                          </m:r>
                        </m:e>
                        <m:sup>
                          <m:r>
                            <a:rPr lang="en-GB" sz="1200" b="0" i="1" smtClean="0">
                              <a:solidFill>
                                <a:prstClr val="black"/>
                              </a:solidFill>
                              <a:latin typeface="Cambria Math" panose="02040503050406030204" pitchFamily="18" charset="0"/>
                            </a:rPr>
                            <m:t>2</m:t>
                          </m:r>
                        </m:sup>
                      </m:sSup>
                      <m:sSup>
                        <m:sSupPr>
                          <m:ctrlPr>
                            <a:rPr lang="en-US" sz="1200" i="1">
                              <a:solidFill>
                                <a:prstClr val="black"/>
                              </a:solidFill>
                              <a:latin typeface="Cambria Math" panose="02040503050406030204" pitchFamily="18" charset="0"/>
                            </a:rPr>
                          </m:ctrlPr>
                        </m:sSupPr>
                        <m:e>
                          <m:r>
                            <a:rPr lang="en-GB" sz="1200" b="0" i="1" smtClean="0">
                              <a:solidFill>
                                <a:prstClr val="black"/>
                              </a:solidFill>
                              <a:latin typeface="Cambria Math" panose="02040503050406030204" pitchFamily="18" charset="0"/>
                            </a:rPr>
                            <m:t>𝑏</m:t>
                          </m:r>
                        </m:e>
                        <m:sup>
                          <m:r>
                            <a:rPr lang="en-US" sz="1200" i="1">
                              <a:solidFill>
                                <a:prstClr val="black"/>
                              </a:solidFill>
                              <a:latin typeface="Cambria Math" panose="02040503050406030204" pitchFamily="18" charset="0"/>
                            </a:rPr>
                            <m:t>−</m:t>
                          </m:r>
                          <m:r>
                            <a:rPr lang="en-GB" sz="1200" b="0" i="1" smtClean="0">
                              <a:solidFill>
                                <a:prstClr val="black"/>
                              </a:solidFill>
                              <a:latin typeface="Cambria Math" panose="02040503050406030204" pitchFamily="18" charset="0"/>
                            </a:rPr>
                            <m:t>2</m:t>
                          </m:r>
                        </m:sup>
                      </m:sSup>
                    </m:oMath>
                  </m:oMathPara>
                </a14:m>
                <a:endParaRPr kumimoji="0" lang="en-GB" sz="1200" b="0" i="0" u="none" strike="noStrike" kern="1200" cap="none" spc="0" normalizeH="0" baseline="30000" noProof="0">
                  <a:ln>
                    <a:noFill/>
                  </a:ln>
                  <a:solidFill>
                    <a:prstClr val="black"/>
                  </a:solidFill>
                  <a:effectLst/>
                  <a:uLnTx/>
                  <a:uFillTx/>
                  <a:latin typeface="Calibri" panose="020F0502020204030204"/>
                </a:endParaRPr>
              </a:p>
            </p:txBody>
          </p:sp>
        </mc:Choice>
        <mc:Fallback xmlns="">
          <p:sp>
            <p:nvSpPr>
              <p:cNvPr id="6" name="TextBox 5">
                <a:extLst>
                  <a:ext uri="{FF2B5EF4-FFF2-40B4-BE49-F238E27FC236}">
                    <a16:creationId xmlns:a16="http://schemas.microsoft.com/office/drawing/2014/main" id="{6275575F-5E9C-4597-0945-404981B47D82}"/>
                  </a:ext>
                </a:extLst>
              </p:cNvPr>
              <p:cNvSpPr txBox="1">
                <a:spLocks noRot="1" noChangeAspect="1" noMove="1" noResize="1" noEditPoints="1" noAdjustHandles="1" noChangeArrowheads="1" noChangeShapeType="1" noTextEdit="1"/>
              </p:cNvSpPr>
              <p:nvPr/>
            </p:nvSpPr>
            <p:spPr>
              <a:xfrm>
                <a:off x="5441754" y="4299510"/>
                <a:ext cx="610103" cy="276486"/>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9D33C3AF-EBAE-C12B-2573-B16AE44F7EA2}"/>
                  </a:ext>
                </a:extLst>
              </p:cNvPr>
              <p:cNvSpPr txBox="1"/>
              <p:nvPr/>
            </p:nvSpPr>
            <p:spPr>
              <a:xfrm>
                <a:off x="3712754" y="4303452"/>
                <a:ext cx="739946" cy="276999"/>
              </a:xfrm>
              <a:prstGeom prst="rect">
                <a:avLst/>
              </a:prstGeom>
              <a:noFill/>
            </p:spPr>
            <p:txBody>
              <a:bodyPr wrap="none" rtlCol="0">
                <a:spAutoFit/>
              </a:bodyPr>
              <a:lstStyle/>
              <a:p>
                <a:pPr lvl="0">
                  <a:defRPr/>
                </a:pPr>
                <a:r>
                  <a:rPr kumimoji="0" lang="en-GB" sz="1200" b="0" i="0" u="none" strike="noStrike" kern="1200" cap="none" spc="0" normalizeH="0" baseline="0" noProof="0">
                    <a:ln>
                      <a:noFill/>
                    </a:ln>
                    <a:solidFill>
                      <a:prstClr val="black"/>
                    </a:solidFill>
                    <a:effectLst/>
                    <a:uLnTx/>
                    <a:uFillTx/>
                    <a:latin typeface="Calibri" panose="020F0502020204030204"/>
                  </a:rPr>
                  <a:t> </a:t>
                </a:r>
                <a14:m>
                  <m:oMath xmlns:m="http://schemas.openxmlformats.org/officeDocument/2006/math">
                    <m:sSup>
                      <m:sSupPr>
                        <m:ctrlPr>
                          <a:rPr kumimoji="0" lang="en-US" sz="1200" b="0" i="1" u="none" strike="noStrike" kern="1200" cap="none" spc="0" normalizeH="0" baseline="0" noProof="0" smtClean="0">
                            <a:ln>
                              <a:noFill/>
                            </a:ln>
                            <a:solidFill>
                              <a:prstClr val="black"/>
                            </a:solidFill>
                            <a:effectLst/>
                            <a:uLnTx/>
                            <a:uFillTx/>
                            <a:latin typeface="Cambria Math" panose="02040503050406030204" pitchFamily="18" charset="0"/>
                          </a:rPr>
                        </m:ctrlPr>
                      </m:sSupPr>
                      <m:e>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rPr>
                          <m:t>𝑎</m:t>
                        </m:r>
                      </m:e>
                      <m:sup>
                        <m:r>
                          <a:rPr kumimoji="0" lang="en-US" sz="1200" b="0" i="1" u="none" strike="noStrike" kern="1200" cap="none" spc="0" normalizeH="0" baseline="0" noProof="0" smtClean="0">
                            <a:ln>
                              <a:noFill/>
                            </a:ln>
                            <a:solidFill>
                              <a:prstClr val="black"/>
                            </a:solidFill>
                            <a:effectLst/>
                            <a:uLnTx/>
                            <a:uFillTx/>
                            <a:latin typeface="Cambria Math" panose="02040503050406030204" pitchFamily="18" charset="0"/>
                          </a:rPr>
                          <m:t>−</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rPr>
                          <m:t>2</m:t>
                        </m:r>
                      </m:sup>
                    </m:sSup>
                  </m:oMath>
                </a14:m>
                <a:r>
                  <a:rPr lang="en-US" sz="1200">
                    <a:solidFill>
                      <a:prstClr val="black"/>
                    </a:solidFill>
                  </a:rPr>
                  <a:t> </a:t>
                </a:r>
                <a14:m>
                  <m:oMath xmlns:m="http://schemas.openxmlformats.org/officeDocument/2006/math">
                    <m:sSup>
                      <m:sSupPr>
                        <m:ctrlPr>
                          <a:rPr lang="en-US" sz="1200" i="1">
                            <a:solidFill>
                              <a:prstClr val="black"/>
                            </a:solidFill>
                            <a:latin typeface="Cambria Math" panose="02040503050406030204" pitchFamily="18" charset="0"/>
                          </a:rPr>
                        </m:ctrlPr>
                      </m:sSupPr>
                      <m:e>
                        <m:r>
                          <a:rPr lang="en-GB" sz="1200" b="0" i="1" smtClean="0">
                            <a:solidFill>
                              <a:prstClr val="black"/>
                            </a:solidFill>
                            <a:latin typeface="Cambria Math" panose="02040503050406030204" pitchFamily="18" charset="0"/>
                          </a:rPr>
                          <m:t>𝑏</m:t>
                        </m:r>
                      </m:e>
                      <m:sup>
                        <m:r>
                          <a:rPr lang="en-US" sz="1200" i="1">
                            <a:solidFill>
                              <a:prstClr val="black"/>
                            </a:solidFill>
                            <a:latin typeface="Cambria Math" panose="02040503050406030204" pitchFamily="18" charset="0"/>
                          </a:rPr>
                          <m:t>−</m:t>
                        </m:r>
                        <m:r>
                          <a:rPr lang="en-GB" sz="1200" i="1">
                            <a:solidFill>
                              <a:prstClr val="black"/>
                            </a:solidFill>
                            <a:latin typeface="Cambria Math" panose="02040503050406030204" pitchFamily="18" charset="0"/>
                          </a:rPr>
                          <m:t>2</m:t>
                        </m:r>
                      </m:sup>
                    </m:sSup>
                  </m:oMath>
                </a14:m>
                <a:endParaRPr kumimoji="0" lang="en-GB" sz="1200" b="0" i="0" u="none" strike="noStrike" kern="1200" cap="none" spc="0" normalizeH="0" baseline="30000" noProof="0">
                  <a:ln>
                    <a:noFill/>
                  </a:ln>
                  <a:solidFill>
                    <a:prstClr val="black"/>
                  </a:solidFill>
                  <a:effectLst/>
                  <a:uLnTx/>
                  <a:uFillTx/>
                  <a:latin typeface="Calibri" panose="020F0502020204030204"/>
                </a:endParaRPr>
              </a:p>
            </p:txBody>
          </p:sp>
        </mc:Choice>
        <mc:Fallback xmlns="">
          <p:sp>
            <p:nvSpPr>
              <p:cNvPr id="8" name="TextBox 7">
                <a:extLst>
                  <a:ext uri="{FF2B5EF4-FFF2-40B4-BE49-F238E27FC236}">
                    <a16:creationId xmlns:a16="http://schemas.microsoft.com/office/drawing/2014/main" id="{9D33C3AF-EBAE-C12B-2573-B16AE44F7EA2}"/>
                  </a:ext>
                </a:extLst>
              </p:cNvPr>
              <p:cNvSpPr txBox="1">
                <a:spLocks noRot="1" noChangeAspect="1" noMove="1" noResize="1" noEditPoints="1" noAdjustHandles="1" noChangeArrowheads="1" noChangeShapeType="1" noTextEdit="1"/>
              </p:cNvSpPr>
              <p:nvPr/>
            </p:nvSpPr>
            <p:spPr>
              <a:xfrm>
                <a:off x="3712754" y="4303452"/>
                <a:ext cx="739946" cy="276999"/>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EDD36639-9619-2118-E198-4915F0DE37A1}"/>
                  </a:ext>
                </a:extLst>
              </p:cNvPr>
              <p:cNvSpPr txBox="1"/>
              <p:nvPr/>
            </p:nvSpPr>
            <p:spPr>
              <a:xfrm>
                <a:off x="2055129" y="4292260"/>
                <a:ext cx="547009"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solidFill>
                    <a:effectLst/>
                    <a:uLnTx/>
                    <a:uFillTx/>
                    <a:latin typeface="Calibri" panose="020F0502020204030204"/>
                    <a:ea typeface="+mn-ea"/>
                    <a:cs typeface="+mn-cs"/>
                  </a:rPr>
                  <a:t> </a:t>
                </a:r>
                <a14:m>
                  <m:oMath xmlns:m="http://schemas.openxmlformats.org/officeDocument/2006/math">
                    <m:sSup>
                      <m:sSupPr>
                        <m:ctrlPr>
                          <a:rPr kumimoji="0" lang="en-US"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𝑎𝑏</m:t>
                        </m:r>
                      </m:e>
                      <m:sup>
                        <m:r>
                          <a:rPr kumimoji="0" lang="en-US"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p>
                    </m:sSup>
                  </m:oMath>
                </a14:m>
                <a:endParaRPr kumimoji="0" lang="en-GB" sz="1200" b="0" i="0" u="none" strike="noStrike" kern="1200" cap="none" spc="0" normalizeH="0" baseline="30000" noProof="0">
                  <a:ln>
                    <a:noFill/>
                  </a:ln>
                  <a:solidFill>
                    <a:prstClr val="black"/>
                  </a:solidFill>
                  <a:effectLst/>
                  <a:uLnTx/>
                  <a:uFillTx/>
                  <a:latin typeface="Calibri" panose="020F0502020204030204"/>
                  <a:ea typeface="+mn-ea"/>
                  <a:cs typeface="+mn-cs"/>
                </a:endParaRPr>
              </a:p>
            </p:txBody>
          </p:sp>
        </mc:Choice>
        <mc:Fallback xmlns="">
          <p:sp>
            <p:nvSpPr>
              <p:cNvPr id="9" name="TextBox 8">
                <a:extLst>
                  <a:ext uri="{FF2B5EF4-FFF2-40B4-BE49-F238E27FC236}">
                    <a16:creationId xmlns:a16="http://schemas.microsoft.com/office/drawing/2014/main" id="{EDD36639-9619-2118-E198-4915F0DE37A1}"/>
                  </a:ext>
                </a:extLst>
              </p:cNvPr>
              <p:cNvSpPr txBox="1">
                <a:spLocks noRot="1" noChangeAspect="1" noMove="1" noResize="1" noEditPoints="1" noAdjustHandles="1" noChangeArrowheads="1" noChangeShapeType="1" noTextEdit="1"/>
              </p:cNvSpPr>
              <p:nvPr/>
            </p:nvSpPr>
            <p:spPr>
              <a:xfrm>
                <a:off x="2055129" y="4292260"/>
                <a:ext cx="547009" cy="276999"/>
              </a:xfrm>
              <a:prstGeom prst="rect">
                <a:avLst/>
              </a:prstGeom>
              <a:blipFill>
                <a:blip r:embed="rId16"/>
                <a:stretch>
                  <a:fillRect/>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F198D4A5-0338-D0C0-CF8E-3F9F603D622D}"/>
              </a:ext>
            </a:extLst>
          </p:cNvPr>
          <p:cNvSpPr txBox="1"/>
          <p:nvPr/>
        </p:nvSpPr>
        <p:spPr>
          <a:xfrm>
            <a:off x="94869" y="5243894"/>
            <a:ext cx="1078396"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a:solidFill>
                  <a:prstClr val="black"/>
                </a:solidFill>
                <a:latin typeface="Calibri" panose="020F0502020204030204"/>
              </a:rPr>
              <a:t>5. Evaluate.</a:t>
            </a:r>
            <a:endParaRPr kumimoji="0" lang="en-GB" sz="1200" b="0" i="0" u="none" strike="noStrike" kern="1200" cap="none" spc="0" normalizeH="0" baseline="0" noProof="0">
              <a:ln>
                <a:noFill/>
              </a:ln>
              <a:solidFill>
                <a:prstClr val="black"/>
              </a:solidFill>
              <a:effectLst/>
              <a:uLnTx/>
              <a:uFillTx/>
              <a:latin typeface="Calibri" panose="020F0502020204030204"/>
            </a:endParaRPr>
          </a:p>
        </p:txBody>
      </p:sp>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FDCCB9FB-7E6F-8291-3503-895F74EEDFC4}"/>
                  </a:ext>
                </a:extLst>
              </p:cNvPr>
              <p:cNvSpPr txBox="1"/>
              <p:nvPr/>
            </p:nvSpPr>
            <p:spPr>
              <a:xfrm>
                <a:off x="347469" y="8718564"/>
                <a:ext cx="868571" cy="276486"/>
              </a:xfrm>
              <a:prstGeom prst="rect">
                <a:avLst/>
              </a:prstGeom>
              <a:noFill/>
            </p:spPr>
            <p:txBody>
              <a:bodyPr wrap="none" rtlCol="0">
                <a:spAutoFit/>
              </a:bodyPr>
              <a:lstStyle/>
              <a:p>
                <a:pPr lvl="0">
                  <a:defRPr/>
                </a:pPr>
                <a14:m>
                  <m:oMathPara xmlns:m="http://schemas.openxmlformats.org/officeDocument/2006/math">
                    <m:oMathParaPr>
                      <m:jc m:val="centerGroup"/>
                    </m:oMathParaPr>
                    <m:oMath xmlns:m="http://schemas.openxmlformats.org/officeDocument/2006/math">
                      <m:sSup>
                        <m:sSupPr>
                          <m:ctrlPr>
                            <a:rPr lang="en-US" sz="1200" i="1" smtClean="0">
                              <a:solidFill>
                                <a:prstClr val="black"/>
                              </a:solidFill>
                              <a:latin typeface="Cambria Math" panose="02040503050406030204" pitchFamily="18" charset="0"/>
                            </a:rPr>
                          </m:ctrlPr>
                        </m:sSupPr>
                        <m:e>
                          <m:r>
                            <a:rPr lang="en-GB" sz="1200" b="0" i="1" smtClean="0">
                              <a:solidFill>
                                <a:prstClr val="black"/>
                              </a:solidFill>
                              <a:latin typeface="Cambria Math" panose="02040503050406030204" pitchFamily="18" charset="0"/>
                            </a:rPr>
                            <m:t>2</m:t>
                          </m:r>
                        </m:e>
                        <m:sup>
                          <m:r>
                            <a:rPr lang="en-US" sz="1200" i="1">
                              <a:solidFill>
                                <a:prstClr val="black"/>
                              </a:solidFill>
                              <a:latin typeface="Cambria Math" panose="02040503050406030204" pitchFamily="18" charset="0"/>
                            </a:rPr>
                            <m:t>−</m:t>
                          </m:r>
                          <m:r>
                            <a:rPr lang="en-GB" sz="1200" b="0" i="1" smtClean="0">
                              <a:solidFill>
                                <a:prstClr val="black"/>
                              </a:solidFill>
                              <a:latin typeface="Cambria Math" panose="02040503050406030204" pitchFamily="18" charset="0"/>
                            </a:rPr>
                            <m:t>2</m:t>
                          </m:r>
                        </m:sup>
                      </m:sSup>
                      <m:r>
                        <a:rPr lang="en-GB" sz="1200" b="0" i="1" smtClean="0">
                          <a:solidFill>
                            <a:prstClr val="black"/>
                          </a:solidFill>
                          <a:latin typeface="Cambria Math" panose="02040503050406030204" pitchFamily="18" charset="0"/>
                        </a:rPr>
                        <m:t>+</m:t>
                      </m:r>
                      <m:sSup>
                        <m:sSupPr>
                          <m:ctrlPr>
                            <a:rPr kumimoji="0" lang="en-US" sz="1200" b="0" i="1" u="none" strike="noStrike" kern="1200" cap="none" spc="0" normalizeH="0" baseline="0" noProof="0" smtClean="0">
                              <a:ln>
                                <a:noFill/>
                              </a:ln>
                              <a:solidFill>
                                <a:prstClr val="black"/>
                              </a:solidFill>
                              <a:effectLst/>
                              <a:uLnTx/>
                              <a:uFillTx/>
                              <a:latin typeface="Cambria Math" panose="02040503050406030204" pitchFamily="18" charset="0"/>
                            </a:rPr>
                          </m:ctrlPr>
                        </m:sSupPr>
                        <m:e>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rPr>
                            <m:t>2</m:t>
                          </m:r>
                        </m:e>
                        <m:sup>
                          <m:r>
                            <a:rPr kumimoji="0" lang="en-US" sz="1200" b="0" i="1" u="none" strike="noStrike" kern="1200" cap="none" spc="0" normalizeH="0" baseline="0" noProof="0" smtClean="0">
                              <a:ln>
                                <a:noFill/>
                              </a:ln>
                              <a:solidFill>
                                <a:prstClr val="black"/>
                              </a:solidFill>
                              <a:effectLst/>
                              <a:uLnTx/>
                              <a:uFillTx/>
                              <a:latin typeface="Cambria Math" panose="02040503050406030204" pitchFamily="18" charset="0"/>
                            </a:rPr>
                            <m:t>−3</m:t>
                          </m:r>
                        </m:sup>
                      </m:sSup>
                    </m:oMath>
                  </m:oMathPara>
                </a14:m>
                <a:endParaRPr kumimoji="0" lang="en-GB" sz="1200" b="0" i="0" u="none" strike="noStrike" kern="1200" cap="none" spc="0" normalizeH="0" baseline="30000" noProof="0">
                  <a:ln>
                    <a:noFill/>
                  </a:ln>
                  <a:solidFill>
                    <a:prstClr val="black"/>
                  </a:solidFill>
                  <a:effectLst/>
                  <a:uLnTx/>
                  <a:uFillTx/>
                  <a:latin typeface="Calibri" panose="020F0502020204030204"/>
                </a:endParaRPr>
              </a:p>
            </p:txBody>
          </p:sp>
        </mc:Choice>
        <mc:Fallback xmlns="">
          <p:sp>
            <p:nvSpPr>
              <p:cNvPr id="137" name="TextBox 136">
                <a:extLst>
                  <a:ext uri="{FF2B5EF4-FFF2-40B4-BE49-F238E27FC236}">
                    <a16:creationId xmlns:a16="http://schemas.microsoft.com/office/drawing/2014/main" id="{FDCCB9FB-7E6F-8291-3503-895F74EEDFC4}"/>
                  </a:ext>
                </a:extLst>
              </p:cNvPr>
              <p:cNvSpPr txBox="1">
                <a:spLocks noRot="1" noChangeAspect="1" noMove="1" noResize="1" noEditPoints="1" noAdjustHandles="1" noChangeArrowheads="1" noChangeShapeType="1" noTextEdit="1"/>
              </p:cNvSpPr>
              <p:nvPr/>
            </p:nvSpPr>
            <p:spPr>
              <a:xfrm>
                <a:off x="347469" y="8718564"/>
                <a:ext cx="868571" cy="276486"/>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8" name="TextBox 137">
                <a:extLst>
                  <a:ext uri="{FF2B5EF4-FFF2-40B4-BE49-F238E27FC236}">
                    <a16:creationId xmlns:a16="http://schemas.microsoft.com/office/drawing/2014/main" id="{50C048E7-F431-D740-D7EA-DC4811FB10CC}"/>
                  </a:ext>
                </a:extLst>
              </p:cNvPr>
              <p:cNvSpPr txBox="1"/>
              <p:nvPr/>
            </p:nvSpPr>
            <p:spPr>
              <a:xfrm>
                <a:off x="5283729" y="8690444"/>
                <a:ext cx="863763" cy="276486"/>
              </a:xfrm>
              <a:prstGeom prst="rect">
                <a:avLst/>
              </a:prstGeom>
              <a:noFill/>
            </p:spPr>
            <p:txBody>
              <a:bodyPr wrap="none" rtlCol="0">
                <a:spAutoFit/>
              </a:bodyPr>
              <a:lstStyle/>
              <a:p>
                <a:pPr lvl="0">
                  <a:defRPr/>
                </a:pPr>
                <a14:m>
                  <m:oMathPara xmlns:m="http://schemas.openxmlformats.org/officeDocument/2006/math">
                    <m:oMathParaPr>
                      <m:jc m:val="centerGroup"/>
                    </m:oMathParaPr>
                    <m:oMath xmlns:m="http://schemas.openxmlformats.org/officeDocument/2006/math">
                      <m:sSup>
                        <m:sSupPr>
                          <m:ctrlPr>
                            <a:rPr lang="en-US" sz="1200" i="1">
                              <a:solidFill>
                                <a:prstClr val="black"/>
                              </a:solidFill>
                              <a:latin typeface="Cambria Math" panose="02040503050406030204" pitchFamily="18" charset="0"/>
                            </a:rPr>
                          </m:ctrlPr>
                        </m:sSupPr>
                        <m:e>
                          <m:r>
                            <a:rPr lang="en-GB" sz="1200" i="1">
                              <a:solidFill>
                                <a:prstClr val="black"/>
                              </a:solidFill>
                              <a:latin typeface="Cambria Math" panose="02040503050406030204" pitchFamily="18" charset="0"/>
                            </a:rPr>
                            <m:t>2</m:t>
                          </m:r>
                        </m:e>
                        <m:sup>
                          <m:r>
                            <a:rPr lang="en-US" sz="1200" i="1">
                              <a:solidFill>
                                <a:prstClr val="black"/>
                              </a:solidFill>
                              <a:latin typeface="Cambria Math" panose="02040503050406030204" pitchFamily="18" charset="0"/>
                            </a:rPr>
                            <m:t>−</m:t>
                          </m:r>
                          <m:r>
                            <a:rPr lang="en-GB" sz="1200" i="1">
                              <a:solidFill>
                                <a:prstClr val="black"/>
                              </a:solidFill>
                              <a:latin typeface="Cambria Math" panose="02040503050406030204" pitchFamily="18" charset="0"/>
                            </a:rPr>
                            <m:t>3</m:t>
                          </m:r>
                        </m:sup>
                      </m:sSup>
                      <m:r>
                        <a:rPr lang="en-GB" sz="1200" i="1" smtClean="0">
                          <a:solidFill>
                            <a:prstClr val="black"/>
                          </a:solidFill>
                          <a:latin typeface="Cambria Math" panose="02040503050406030204" pitchFamily="18" charset="0"/>
                          <a:ea typeface="Cambria Math" panose="02040503050406030204" pitchFamily="18" charset="0"/>
                        </a:rPr>
                        <m:t>×</m:t>
                      </m:r>
                      <m:sSup>
                        <m:sSupPr>
                          <m:ctrlPr>
                            <a:rPr lang="en-US" sz="1200" i="1">
                              <a:solidFill>
                                <a:prstClr val="black"/>
                              </a:solidFill>
                              <a:latin typeface="Cambria Math" panose="02040503050406030204" pitchFamily="18" charset="0"/>
                            </a:rPr>
                          </m:ctrlPr>
                        </m:sSupPr>
                        <m:e>
                          <m:r>
                            <a:rPr lang="en-GB" sz="1200" i="1">
                              <a:solidFill>
                                <a:prstClr val="black"/>
                              </a:solidFill>
                              <a:latin typeface="Cambria Math" panose="02040503050406030204" pitchFamily="18" charset="0"/>
                            </a:rPr>
                            <m:t>3</m:t>
                          </m:r>
                        </m:e>
                        <m:sup>
                          <m:r>
                            <a:rPr lang="en-US" sz="1200" i="1">
                              <a:solidFill>
                                <a:prstClr val="black"/>
                              </a:solidFill>
                              <a:latin typeface="Cambria Math" panose="02040503050406030204" pitchFamily="18" charset="0"/>
                            </a:rPr>
                            <m:t>−</m:t>
                          </m:r>
                          <m:r>
                            <a:rPr lang="en-GB" sz="1200" i="1">
                              <a:solidFill>
                                <a:prstClr val="black"/>
                              </a:solidFill>
                              <a:latin typeface="Cambria Math" panose="02040503050406030204" pitchFamily="18" charset="0"/>
                            </a:rPr>
                            <m:t>2</m:t>
                          </m:r>
                        </m:sup>
                      </m:sSup>
                    </m:oMath>
                  </m:oMathPara>
                </a14:m>
                <a:endParaRPr kumimoji="0" lang="en-GB" sz="1200" b="0" i="0" u="none" strike="noStrike" kern="1200" cap="none" spc="0" normalizeH="0" baseline="30000" noProof="0">
                  <a:ln>
                    <a:noFill/>
                  </a:ln>
                  <a:solidFill>
                    <a:prstClr val="black"/>
                  </a:solidFill>
                  <a:effectLst/>
                  <a:uLnTx/>
                  <a:uFillTx/>
                  <a:latin typeface="Calibri" panose="020F0502020204030204"/>
                </a:endParaRPr>
              </a:p>
            </p:txBody>
          </p:sp>
        </mc:Choice>
        <mc:Fallback xmlns="">
          <p:sp>
            <p:nvSpPr>
              <p:cNvPr id="138" name="TextBox 137">
                <a:extLst>
                  <a:ext uri="{FF2B5EF4-FFF2-40B4-BE49-F238E27FC236}">
                    <a16:creationId xmlns:a16="http://schemas.microsoft.com/office/drawing/2014/main" id="{50C048E7-F431-D740-D7EA-DC4811FB10CC}"/>
                  </a:ext>
                </a:extLst>
              </p:cNvPr>
              <p:cNvSpPr txBox="1">
                <a:spLocks noRot="1" noChangeAspect="1" noMove="1" noResize="1" noEditPoints="1" noAdjustHandles="1" noChangeArrowheads="1" noChangeShapeType="1" noTextEdit="1"/>
              </p:cNvSpPr>
              <p:nvPr/>
            </p:nvSpPr>
            <p:spPr>
              <a:xfrm>
                <a:off x="5283729" y="8690444"/>
                <a:ext cx="863763" cy="276486"/>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9" name="TextBox 138">
                <a:extLst>
                  <a:ext uri="{FF2B5EF4-FFF2-40B4-BE49-F238E27FC236}">
                    <a16:creationId xmlns:a16="http://schemas.microsoft.com/office/drawing/2014/main" id="{D09DCFAA-00DA-8936-0F11-B39B854EF783}"/>
                  </a:ext>
                </a:extLst>
              </p:cNvPr>
              <p:cNvSpPr txBox="1"/>
              <p:nvPr/>
            </p:nvSpPr>
            <p:spPr>
              <a:xfrm>
                <a:off x="3608625" y="8690445"/>
                <a:ext cx="868571" cy="276486"/>
              </a:xfrm>
              <a:prstGeom prst="rect">
                <a:avLst/>
              </a:prstGeom>
              <a:noFill/>
            </p:spPr>
            <p:txBody>
              <a:bodyPr wrap="none" rtlCol="0">
                <a:spAutoFit/>
              </a:bodyPr>
              <a:lstStyle/>
              <a:p>
                <a:pPr lvl="0">
                  <a:defRPr/>
                </a:pPr>
                <a14:m>
                  <m:oMathPara xmlns:m="http://schemas.openxmlformats.org/officeDocument/2006/math">
                    <m:oMathParaPr>
                      <m:jc m:val="centerGroup"/>
                    </m:oMathParaPr>
                    <m:oMath xmlns:m="http://schemas.openxmlformats.org/officeDocument/2006/math">
                      <m:sSup>
                        <m:sSupPr>
                          <m:ctrlPr>
                            <a:rPr lang="en-US" sz="1200" i="1" smtClean="0">
                              <a:solidFill>
                                <a:prstClr val="black"/>
                              </a:solidFill>
                              <a:latin typeface="Cambria Math" panose="02040503050406030204" pitchFamily="18" charset="0"/>
                            </a:rPr>
                          </m:ctrlPr>
                        </m:sSupPr>
                        <m:e>
                          <m:r>
                            <a:rPr lang="en-GB" sz="1200" i="1">
                              <a:solidFill>
                                <a:prstClr val="black"/>
                              </a:solidFill>
                              <a:latin typeface="Cambria Math" panose="02040503050406030204" pitchFamily="18" charset="0"/>
                            </a:rPr>
                            <m:t>2</m:t>
                          </m:r>
                        </m:e>
                        <m:sup>
                          <m:r>
                            <a:rPr lang="en-US" sz="1200" i="1">
                              <a:solidFill>
                                <a:prstClr val="black"/>
                              </a:solidFill>
                              <a:latin typeface="Cambria Math" panose="02040503050406030204" pitchFamily="18" charset="0"/>
                            </a:rPr>
                            <m:t>−</m:t>
                          </m:r>
                          <m:r>
                            <a:rPr lang="en-GB" sz="1200" b="0" i="1" smtClean="0">
                              <a:solidFill>
                                <a:prstClr val="black"/>
                              </a:solidFill>
                              <a:latin typeface="Cambria Math" panose="02040503050406030204" pitchFamily="18" charset="0"/>
                            </a:rPr>
                            <m:t>3</m:t>
                          </m:r>
                        </m:sup>
                      </m:sSup>
                      <m:r>
                        <a:rPr lang="en-GB" sz="1200" i="1">
                          <a:solidFill>
                            <a:prstClr val="black"/>
                          </a:solidFill>
                          <a:latin typeface="Cambria Math" panose="02040503050406030204" pitchFamily="18" charset="0"/>
                        </a:rPr>
                        <m:t>+</m:t>
                      </m:r>
                      <m:sSup>
                        <m:sSupPr>
                          <m:ctrlPr>
                            <a:rPr lang="en-US" sz="1200" i="1">
                              <a:solidFill>
                                <a:prstClr val="black"/>
                              </a:solidFill>
                              <a:latin typeface="Cambria Math" panose="02040503050406030204" pitchFamily="18" charset="0"/>
                            </a:rPr>
                          </m:ctrlPr>
                        </m:sSupPr>
                        <m:e>
                          <m:r>
                            <a:rPr lang="en-GB" sz="1200" b="0" i="1" smtClean="0">
                              <a:solidFill>
                                <a:prstClr val="black"/>
                              </a:solidFill>
                              <a:latin typeface="Cambria Math" panose="02040503050406030204" pitchFamily="18" charset="0"/>
                            </a:rPr>
                            <m:t>3</m:t>
                          </m:r>
                        </m:e>
                        <m:sup>
                          <m:r>
                            <a:rPr lang="en-US" sz="1200" i="1">
                              <a:solidFill>
                                <a:prstClr val="black"/>
                              </a:solidFill>
                              <a:latin typeface="Cambria Math" panose="02040503050406030204" pitchFamily="18" charset="0"/>
                            </a:rPr>
                            <m:t>−</m:t>
                          </m:r>
                          <m:r>
                            <a:rPr lang="en-GB" sz="1200" b="0" i="1" smtClean="0">
                              <a:solidFill>
                                <a:prstClr val="black"/>
                              </a:solidFill>
                              <a:latin typeface="Cambria Math" panose="02040503050406030204" pitchFamily="18" charset="0"/>
                            </a:rPr>
                            <m:t>2</m:t>
                          </m:r>
                        </m:sup>
                      </m:sSup>
                    </m:oMath>
                  </m:oMathPara>
                </a14:m>
                <a:endParaRPr kumimoji="0" lang="en-GB" sz="1200" b="0" i="0" u="none" strike="noStrike" kern="1200" cap="none" spc="0" normalizeH="0" baseline="30000" noProof="0">
                  <a:ln>
                    <a:noFill/>
                  </a:ln>
                  <a:solidFill>
                    <a:prstClr val="black"/>
                  </a:solidFill>
                  <a:effectLst/>
                  <a:uLnTx/>
                  <a:uFillTx/>
                  <a:latin typeface="Calibri" panose="020F0502020204030204"/>
                </a:endParaRPr>
              </a:p>
            </p:txBody>
          </p:sp>
        </mc:Choice>
        <mc:Fallback xmlns="">
          <p:sp>
            <p:nvSpPr>
              <p:cNvPr id="139" name="TextBox 138">
                <a:extLst>
                  <a:ext uri="{FF2B5EF4-FFF2-40B4-BE49-F238E27FC236}">
                    <a16:creationId xmlns:a16="http://schemas.microsoft.com/office/drawing/2014/main" id="{D09DCFAA-00DA-8936-0F11-B39B854EF783}"/>
                  </a:ext>
                </a:extLst>
              </p:cNvPr>
              <p:cNvSpPr txBox="1">
                <a:spLocks noRot="1" noChangeAspect="1" noMove="1" noResize="1" noEditPoints="1" noAdjustHandles="1" noChangeArrowheads="1" noChangeShapeType="1" noTextEdit="1"/>
              </p:cNvSpPr>
              <p:nvPr/>
            </p:nvSpPr>
            <p:spPr>
              <a:xfrm>
                <a:off x="3608625" y="8690445"/>
                <a:ext cx="868571" cy="276486"/>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0" name="TextBox 139">
                <a:extLst>
                  <a:ext uri="{FF2B5EF4-FFF2-40B4-BE49-F238E27FC236}">
                    <a16:creationId xmlns:a16="http://schemas.microsoft.com/office/drawing/2014/main" id="{DDCAD051-C755-606D-9BA0-B8DBDA249058}"/>
                  </a:ext>
                </a:extLst>
              </p:cNvPr>
              <p:cNvSpPr txBox="1"/>
              <p:nvPr/>
            </p:nvSpPr>
            <p:spPr>
              <a:xfrm>
                <a:off x="1996435" y="8718563"/>
                <a:ext cx="868571" cy="276486"/>
              </a:xfrm>
              <a:prstGeom prst="rect">
                <a:avLst/>
              </a:prstGeom>
              <a:noFill/>
            </p:spPr>
            <p:txBody>
              <a:bodyPr wrap="none" rtlCol="0">
                <a:spAutoFit/>
              </a:bodyPr>
              <a:lstStyle/>
              <a:p>
                <a:pPr lvl="0">
                  <a:defRPr/>
                </a:pPr>
                <a14:m>
                  <m:oMathPara xmlns:m="http://schemas.openxmlformats.org/officeDocument/2006/math">
                    <m:oMathParaPr>
                      <m:jc m:val="centerGroup"/>
                    </m:oMathParaPr>
                    <m:oMath xmlns:m="http://schemas.openxmlformats.org/officeDocument/2006/math">
                      <m:sSup>
                        <m:sSupPr>
                          <m:ctrlPr>
                            <a:rPr lang="en-US" sz="1200" i="1" smtClean="0">
                              <a:solidFill>
                                <a:prstClr val="black"/>
                              </a:solidFill>
                              <a:latin typeface="Cambria Math" panose="02040503050406030204" pitchFamily="18" charset="0"/>
                            </a:rPr>
                          </m:ctrlPr>
                        </m:sSupPr>
                        <m:e>
                          <m:r>
                            <a:rPr lang="en-GB" sz="1200" i="1">
                              <a:solidFill>
                                <a:prstClr val="black"/>
                              </a:solidFill>
                              <a:latin typeface="Cambria Math" panose="02040503050406030204" pitchFamily="18" charset="0"/>
                            </a:rPr>
                            <m:t>2</m:t>
                          </m:r>
                        </m:e>
                        <m:sup>
                          <m:r>
                            <a:rPr lang="en-US" sz="1200" i="1">
                              <a:solidFill>
                                <a:prstClr val="black"/>
                              </a:solidFill>
                              <a:latin typeface="Cambria Math" panose="02040503050406030204" pitchFamily="18" charset="0"/>
                            </a:rPr>
                            <m:t>−</m:t>
                          </m:r>
                          <m:r>
                            <a:rPr lang="en-GB" sz="1200" i="1">
                              <a:solidFill>
                                <a:prstClr val="black"/>
                              </a:solidFill>
                              <a:latin typeface="Cambria Math" panose="02040503050406030204" pitchFamily="18" charset="0"/>
                            </a:rPr>
                            <m:t>2</m:t>
                          </m:r>
                        </m:sup>
                      </m:sSup>
                      <m:r>
                        <a:rPr lang="en-GB" sz="1200" i="1">
                          <a:solidFill>
                            <a:prstClr val="black"/>
                          </a:solidFill>
                          <a:latin typeface="Cambria Math" panose="02040503050406030204" pitchFamily="18" charset="0"/>
                        </a:rPr>
                        <m:t>+</m:t>
                      </m:r>
                      <m:sSup>
                        <m:sSupPr>
                          <m:ctrlPr>
                            <a:rPr lang="en-US" sz="1200" i="1">
                              <a:solidFill>
                                <a:prstClr val="black"/>
                              </a:solidFill>
                              <a:latin typeface="Cambria Math" panose="02040503050406030204" pitchFamily="18" charset="0"/>
                            </a:rPr>
                          </m:ctrlPr>
                        </m:sSupPr>
                        <m:e>
                          <m:r>
                            <a:rPr lang="en-GB" sz="1200" b="0" i="1" smtClean="0">
                              <a:solidFill>
                                <a:prstClr val="black"/>
                              </a:solidFill>
                              <a:latin typeface="Cambria Math" panose="02040503050406030204" pitchFamily="18" charset="0"/>
                            </a:rPr>
                            <m:t>3</m:t>
                          </m:r>
                        </m:e>
                        <m:sup>
                          <m:r>
                            <a:rPr lang="en-US" sz="1200" i="1">
                              <a:solidFill>
                                <a:prstClr val="black"/>
                              </a:solidFill>
                              <a:latin typeface="Cambria Math" panose="02040503050406030204" pitchFamily="18" charset="0"/>
                            </a:rPr>
                            <m:t>−</m:t>
                          </m:r>
                          <m:r>
                            <a:rPr lang="en-GB" sz="1200" b="0" i="1" smtClean="0">
                              <a:solidFill>
                                <a:prstClr val="black"/>
                              </a:solidFill>
                              <a:latin typeface="Cambria Math" panose="02040503050406030204" pitchFamily="18" charset="0"/>
                            </a:rPr>
                            <m:t>2</m:t>
                          </m:r>
                        </m:sup>
                      </m:sSup>
                    </m:oMath>
                  </m:oMathPara>
                </a14:m>
                <a:endParaRPr kumimoji="0" lang="en-GB" sz="1200" b="0" i="0" u="none" strike="noStrike" kern="1200" cap="none" spc="0" normalizeH="0" baseline="30000" noProof="0">
                  <a:ln>
                    <a:noFill/>
                  </a:ln>
                  <a:solidFill>
                    <a:prstClr val="black"/>
                  </a:solidFill>
                  <a:effectLst/>
                  <a:uLnTx/>
                  <a:uFillTx/>
                  <a:latin typeface="Calibri" panose="020F0502020204030204"/>
                </a:endParaRPr>
              </a:p>
            </p:txBody>
          </p:sp>
        </mc:Choice>
        <mc:Fallback xmlns="">
          <p:sp>
            <p:nvSpPr>
              <p:cNvPr id="140" name="TextBox 139">
                <a:extLst>
                  <a:ext uri="{FF2B5EF4-FFF2-40B4-BE49-F238E27FC236}">
                    <a16:creationId xmlns:a16="http://schemas.microsoft.com/office/drawing/2014/main" id="{DDCAD051-C755-606D-9BA0-B8DBDA249058}"/>
                  </a:ext>
                </a:extLst>
              </p:cNvPr>
              <p:cNvSpPr txBox="1">
                <a:spLocks noRot="1" noChangeAspect="1" noMove="1" noResize="1" noEditPoints="1" noAdjustHandles="1" noChangeArrowheads="1" noChangeShapeType="1" noTextEdit="1"/>
              </p:cNvSpPr>
              <p:nvPr/>
            </p:nvSpPr>
            <p:spPr>
              <a:xfrm>
                <a:off x="1996435" y="8718563"/>
                <a:ext cx="868571" cy="276486"/>
              </a:xfrm>
              <a:prstGeom prst="rect">
                <a:avLst/>
              </a:prstGeom>
              <a:blipFill>
                <a:blip r:embed="rId20"/>
                <a:stretch>
                  <a:fillRect/>
                </a:stretch>
              </a:blipFill>
            </p:spPr>
            <p:txBody>
              <a:bodyPr/>
              <a:lstStyle/>
              <a:p>
                <a:r>
                  <a:rPr lang="en-US">
                    <a:noFill/>
                  </a:rPr>
                  <a:t> </a:t>
                </a:r>
              </a:p>
            </p:txBody>
          </p:sp>
        </mc:Fallback>
      </mc:AlternateContent>
      <p:sp>
        <p:nvSpPr>
          <p:cNvPr id="148" name="Slide Number Placeholder 147">
            <a:extLst>
              <a:ext uri="{FF2B5EF4-FFF2-40B4-BE49-F238E27FC236}">
                <a16:creationId xmlns:a16="http://schemas.microsoft.com/office/drawing/2014/main" id="{1698DB0E-30ED-5AE9-3348-9331D6CBD8EF}"/>
              </a:ext>
            </a:extLst>
          </p:cNvPr>
          <p:cNvSpPr>
            <a:spLocks noGrp="1"/>
          </p:cNvSpPr>
          <p:nvPr>
            <p:ph type="sldNum" sz="quarter" idx="12"/>
          </p:nvPr>
        </p:nvSpPr>
        <p:spPr/>
        <p:txBody>
          <a:bodyPr/>
          <a:lstStyle/>
          <a:p>
            <a:fld id="{DFE403A4-BF53-4A18-A219-2FCD9C5F3F46}" type="slidenum">
              <a:rPr lang="en-GB" smtClean="0"/>
              <a:t>61</a:t>
            </a:fld>
            <a:endParaRPr lang="en-GB"/>
          </a:p>
        </p:txBody>
      </p:sp>
    </p:spTree>
    <p:extLst>
      <p:ext uri="{BB962C8B-B14F-4D97-AF65-F5344CB8AC3E}">
        <p14:creationId xmlns:p14="http://schemas.microsoft.com/office/powerpoint/2010/main" val="301665043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57FF57-CE54-496F-32A6-086B18AC59E9}"/>
              </a:ext>
            </a:extLst>
          </p:cNvPr>
          <p:cNvSpPr>
            <a:spLocks noGrp="1"/>
          </p:cNvSpPr>
          <p:nvPr>
            <p:ph type="sldNum" sz="quarter" idx="12"/>
          </p:nvPr>
        </p:nvSpPr>
        <p:spPr/>
        <p:txBody>
          <a:bodyPr/>
          <a:lstStyle/>
          <a:p>
            <a:fld id="{19F1D9CC-7119-45EC-A96C-D8C0660F3AAB}" type="slidenum">
              <a:rPr lang="en-GB" smtClean="0"/>
              <a:t>62</a:t>
            </a:fld>
            <a:endParaRPr lang="en-GB"/>
          </a:p>
        </p:txBody>
      </p:sp>
      <p:sp>
        <p:nvSpPr>
          <p:cNvPr id="3" name="Rectangle 2">
            <a:extLst>
              <a:ext uri="{FF2B5EF4-FFF2-40B4-BE49-F238E27FC236}">
                <a16:creationId xmlns:a16="http://schemas.microsoft.com/office/drawing/2014/main" id="{FB81DFE3-36EE-16FD-7496-8532B642B42C}"/>
              </a:ext>
            </a:extLst>
          </p:cNvPr>
          <p:cNvSpPr/>
          <p:nvPr/>
        </p:nvSpPr>
        <p:spPr>
          <a:xfrm>
            <a:off x="0" y="-1"/>
            <a:ext cx="6858000" cy="28296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GCSE Past Paper Questions</a:t>
            </a:r>
            <a:endParaRPr lang="en-GB" b="1" dirty="0"/>
          </a:p>
        </p:txBody>
      </p:sp>
      <p:pic>
        <p:nvPicPr>
          <p:cNvPr id="5" name="Picture 4" descr="A paper with text on it&#10;&#10;AI-generated content may be incorrect.">
            <a:extLst>
              <a:ext uri="{FF2B5EF4-FFF2-40B4-BE49-F238E27FC236}">
                <a16:creationId xmlns:a16="http://schemas.microsoft.com/office/drawing/2014/main" id="{5092268A-CB90-FD19-1BD6-BF508BE8EA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2592" y="436758"/>
            <a:ext cx="6265890" cy="8858292"/>
          </a:xfrm>
          <a:prstGeom prst="rect">
            <a:avLst/>
          </a:prstGeom>
        </p:spPr>
      </p:pic>
    </p:spTree>
    <p:extLst>
      <p:ext uri="{BB962C8B-B14F-4D97-AF65-F5344CB8AC3E}">
        <p14:creationId xmlns:p14="http://schemas.microsoft.com/office/powerpoint/2010/main" val="403050501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84DF352-8588-770E-1D06-D0A6C45D6AF4}"/>
              </a:ext>
            </a:extLst>
          </p:cNvPr>
          <p:cNvSpPr>
            <a:spLocks noGrp="1"/>
          </p:cNvSpPr>
          <p:nvPr>
            <p:ph type="sldNum" sz="quarter" idx="12"/>
          </p:nvPr>
        </p:nvSpPr>
        <p:spPr/>
        <p:txBody>
          <a:bodyPr/>
          <a:lstStyle/>
          <a:p>
            <a:fld id="{19F1D9CC-7119-45EC-A96C-D8C0660F3AAB}" type="slidenum">
              <a:rPr lang="en-GB" smtClean="0"/>
              <a:t>63</a:t>
            </a:fld>
            <a:endParaRPr lang="en-GB"/>
          </a:p>
        </p:txBody>
      </p:sp>
      <p:pic>
        <p:nvPicPr>
          <p:cNvPr id="4" name="Picture 3" descr="A paper with text on it&#10;&#10;AI-generated content may be incorrect.">
            <a:extLst>
              <a:ext uri="{FF2B5EF4-FFF2-40B4-BE49-F238E27FC236}">
                <a16:creationId xmlns:a16="http://schemas.microsoft.com/office/drawing/2014/main" id="{119DCAA7-5832-FBE8-3838-FDB884B1C0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4676" y="264218"/>
            <a:ext cx="6176179" cy="8792099"/>
          </a:xfrm>
          <a:prstGeom prst="rect">
            <a:avLst/>
          </a:prstGeom>
        </p:spPr>
      </p:pic>
    </p:spTree>
    <p:extLst>
      <p:ext uri="{BB962C8B-B14F-4D97-AF65-F5344CB8AC3E}">
        <p14:creationId xmlns:p14="http://schemas.microsoft.com/office/powerpoint/2010/main" val="2440050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64E0AE6-E727-A047-A34A-8234A417D93B}"/>
              </a:ext>
            </a:extLst>
          </p:cNvPr>
          <p:cNvSpPr/>
          <p:nvPr/>
        </p:nvSpPr>
        <p:spPr>
          <a:xfrm>
            <a:off x="105114" y="363288"/>
            <a:ext cx="6647773" cy="157180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ysClr val="windowText" lastClr="000000"/>
              </a:solidFill>
            </a:endParaRPr>
          </a:p>
        </p:txBody>
      </p:sp>
      <p:sp>
        <p:nvSpPr>
          <p:cNvPr id="4" name="TextBox 3">
            <a:extLst>
              <a:ext uri="{FF2B5EF4-FFF2-40B4-BE49-F238E27FC236}">
                <a16:creationId xmlns:a16="http://schemas.microsoft.com/office/drawing/2014/main" id="{86044C20-9C46-0F4E-83AD-35FD1FF90AC5}"/>
              </a:ext>
            </a:extLst>
          </p:cNvPr>
          <p:cNvSpPr txBox="1"/>
          <p:nvPr/>
        </p:nvSpPr>
        <p:spPr>
          <a:xfrm>
            <a:off x="199744" y="755737"/>
            <a:ext cx="2237579" cy="276999"/>
          </a:xfrm>
          <a:prstGeom prst="rect">
            <a:avLst/>
          </a:prstGeom>
          <a:noFill/>
        </p:spPr>
        <p:txBody>
          <a:bodyPr wrap="square" rtlCol="0">
            <a:spAutoFit/>
          </a:bodyPr>
          <a:lstStyle/>
          <a:p>
            <a:r>
              <a:rPr lang="en-GB" sz="1200" b="1" dirty="0"/>
              <a:t>Objectives:</a:t>
            </a:r>
          </a:p>
        </p:txBody>
      </p:sp>
      <p:sp>
        <p:nvSpPr>
          <p:cNvPr id="5" name="TextBox 4">
            <a:extLst>
              <a:ext uri="{FF2B5EF4-FFF2-40B4-BE49-F238E27FC236}">
                <a16:creationId xmlns:a16="http://schemas.microsoft.com/office/drawing/2014/main" id="{057631D9-9C1D-D244-897C-3A316D324706}"/>
              </a:ext>
            </a:extLst>
          </p:cNvPr>
          <p:cNvSpPr txBox="1"/>
          <p:nvPr/>
        </p:nvSpPr>
        <p:spPr>
          <a:xfrm>
            <a:off x="671267" y="1054685"/>
            <a:ext cx="4486037" cy="461665"/>
          </a:xfrm>
          <a:prstGeom prst="rect">
            <a:avLst/>
          </a:prstGeom>
          <a:noFill/>
        </p:spPr>
        <p:txBody>
          <a:bodyPr wrap="square" rtlCol="0">
            <a:spAutoFit/>
          </a:bodyPr>
          <a:lstStyle/>
          <a:p>
            <a:pPr marL="342900" indent="-342900">
              <a:buFont typeface="+mj-lt"/>
              <a:buAutoNum type="arabicPeriod"/>
              <a:defRPr/>
            </a:pPr>
            <a:r>
              <a:rPr lang="en-GB" sz="1200" dirty="0"/>
              <a:t>Understand standard form.</a:t>
            </a:r>
          </a:p>
          <a:p>
            <a:pPr marL="342900" indent="-342900">
              <a:buFont typeface="+mj-lt"/>
              <a:buAutoNum type="arabicPeriod"/>
              <a:defRPr/>
            </a:pPr>
            <a:r>
              <a:rPr lang="en-GB" sz="1200" dirty="0"/>
              <a:t>Convert numbers to and from standard form.</a:t>
            </a:r>
          </a:p>
        </p:txBody>
      </p:sp>
      <p:sp>
        <p:nvSpPr>
          <p:cNvPr id="6" name="TextBox 5">
            <a:extLst>
              <a:ext uri="{FF2B5EF4-FFF2-40B4-BE49-F238E27FC236}">
                <a16:creationId xmlns:a16="http://schemas.microsoft.com/office/drawing/2014/main" id="{7C01C062-5E00-914C-A9B1-37354FD29F45}"/>
              </a:ext>
            </a:extLst>
          </p:cNvPr>
          <p:cNvSpPr txBox="1"/>
          <p:nvPr/>
        </p:nvSpPr>
        <p:spPr>
          <a:xfrm>
            <a:off x="720732" y="461219"/>
            <a:ext cx="5303177" cy="276999"/>
          </a:xfrm>
          <a:prstGeom prst="rect">
            <a:avLst/>
          </a:prstGeom>
          <a:noFill/>
          <a:ln>
            <a:solidFill>
              <a:schemeClr val="tx1"/>
            </a:solidFill>
          </a:ln>
        </p:spPr>
        <p:txBody>
          <a:bodyPr wrap="square" rtlCol="0">
            <a:spAutoFit/>
          </a:bodyPr>
          <a:lstStyle/>
          <a:p>
            <a:pPr algn="ctr"/>
            <a:r>
              <a:rPr lang="en-GB" sz="1200" b="1" dirty="0"/>
              <a:t>LEARNING OUTCOME: Understand and compare numbers in standard form</a:t>
            </a:r>
            <a:endParaRPr lang="en-GB" sz="1200" dirty="0"/>
          </a:p>
        </p:txBody>
      </p:sp>
      <p:sp>
        <p:nvSpPr>
          <p:cNvPr id="7" name="TextBox 6">
            <a:extLst>
              <a:ext uri="{FF2B5EF4-FFF2-40B4-BE49-F238E27FC236}">
                <a16:creationId xmlns:a16="http://schemas.microsoft.com/office/drawing/2014/main" id="{40A5AD3F-4AD9-1F43-9ADF-2E25B74660DD}"/>
              </a:ext>
            </a:extLst>
          </p:cNvPr>
          <p:cNvSpPr txBox="1"/>
          <p:nvPr/>
        </p:nvSpPr>
        <p:spPr>
          <a:xfrm>
            <a:off x="5100123" y="817421"/>
            <a:ext cx="1435501" cy="1061829"/>
          </a:xfrm>
          <a:prstGeom prst="rect">
            <a:avLst/>
          </a:prstGeom>
          <a:noFill/>
          <a:ln w="12700">
            <a:solidFill>
              <a:schemeClr val="tx1"/>
            </a:solidFill>
          </a:ln>
        </p:spPr>
        <p:txBody>
          <a:bodyPr wrap="square" rtlCol="0">
            <a:spAutoFit/>
          </a:bodyPr>
          <a:lstStyle/>
          <a:p>
            <a:r>
              <a:rPr lang="en-US" sz="1050" b="1" u="sng" dirty="0"/>
              <a:t>Keywords:</a:t>
            </a:r>
            <a:endParaRPr lang="en-US" sz="1050" dirty="0"/>
          </a:p>
          <a:p>
            <a:pPr marL="285750" indent="-285750">
              <a:buFont typeface=".AppleSystemUIFont" charset="-120"/>
              <a:buChar char="-"/>
            </a:pPr>
            <a:r>
              <a:rPr lang="en-US" sz="1050" dirty="0"/>
              <a:t>Standard form</a:t>
            </a:r>
          </a:p>
          <a:p>
            <a:pPr marL="285750" indent="-285750">
              <a:buFont typeface=".AppleSystemUIFont" charset="-120"/>
              <a:buChar char="-"/>
            </a:pPr>
            <a:r>
              <a:rPr lang="en-US" sz="1050" dirty="0"/>
              <a:t>Indices</a:t>
            </a:r>
          </a:p>
          <a:p>
            <a:pPr marL="285750" indent="-285750">
              <a:buFont typeface=".AppleSystemUIFont" charset="-120"/>
              <a:buChar char="-"/>
            </a:pPr>
            <a:r>
              <a:rPr lang="en-US" sz="1050" dirty="0"/>
              <a:t>Place value</a:t>
            </a:r>
          </a:p>
          <a:p>
            <a:pPr marL="285750" indent="-285750">
              <a:buFont typeface=".AppleSystemUIFont" charset="-120"/>
              <a:buChar char="-"/>
            </a:pPr>
            <a:r>
              <a:rPr lang="en-US" sz="1050" dirty="0"/>
              <a:t>Decimal point</a:t>
            </a:r>
          </a:p>
          <a:p>
            <a:pPr marL="285750" indent="-285750">
              <a:buFont typeface=".AppleSystemUIFont" charset="-120"/>
              <a:buChar char="-"/>
            </a:pPr>
            <a:r>
              <a:rPr lang="en-US" sz="1050" dirty="0"/>
              <a:t>Index Notation</a:t>
            </a:r>
          </a:p>
        </p:txBody>
      </p:sp>
      <p:sp>
        <p:nvSpPr>
          <p:cNvPr id="8" name="Rectangle 7">
            <a:extLst>
              <a:ext uri="{FF2B5EF4-FFF2-40B4-BE49-F238E27FC236}">
                <a16:creationId xmlns:a16="http://schemas.microsoft.com/office/drawing/2014/main" id="{979CA313-6694-9940-8AC6-81099F065D78}"/>
              </a:ext>
            </a:extLst>
          </p:cNvPr>
          <p:cNvSpPr/>
          <p:nvPr/>
        </p:nvSpPr>
        <p:spPr>
          <a:xfrm>
            <a:off x="0" y="-1"/>
            <a:ext cx="6858000" cy="282965"/>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Subtopic 8 (Crossover) – Standard Form</a:t>
            </a:r>
            <a:endParaRPr lang="en-GB" b="1" dirty="0"/>
          </a:p>
        </p:txBody>
      </p:sp>
      <p:graphicFrame>
        <p:nvGraphicFramePr>
          <p:cNvPr id="62" name="Table 61">
            <a:extLst>
              <a:ext uri="{FF2B5EF4-FFF2-40B4-BE49-F238E27FC236}">
                <a16:creationId xmlns:a16="http://schemas.microsoft.com/office/drawing/2014/main" id="{F0B82048-9C63-974A-9D55-D79A2D36B71C}"/>
              </a:ext>
            </a:extLst>
          </p:cNvPr>
          <p:cNvGraphicFramePr>
            <a:graphicFrameLocks noGrp="1"/>
          </p:cNvGraphicFramePr>
          <p:nvPr/>
        </p:nvGraphicFramePr>
        <p:xfrm>
          <a:off x="1179805" y="2820059"/>
          <a:ext cx="4530430" cy="754380"/>
        </p:xfrm>
        <a:graphic>
          <a:graphicData uri="http://schemas.openxmlformats.org/drawingml/2006/table">
            <a:tbl>
              <a:tblPr/>
              <a:tblGrid>
                <a:gridCol w="2265215">
                  <a:extLst>
                    <a:ext uri="{9D8B030D-6E8A-4147-A177-3AD203B41FA5}">
                      <a16:colId xmlns:a16="http://schemas.microsoft.com/office/drawing/2014/main" val="3334771856"/>
                    </a:ext>
                  </a:extLst>
                </a:gridCol>
                <a:gridCol w="2265215">
                  <a:extLst>
                    <a:ext uri="{9D8B030D-6E8A-4147-A177-3AD203B41FA5}">
                      <a16:colId xmlns:a16="http://schemas.microsoft.com/office/drawing/2014/main" val="1719544582"/>
                    </a:ext>
                  </a:extLst>
                </a:gridCol>
              </a:tblGrid>
              <a:tr h="0">
                <a:tc>
                  <a:txBody>
                    <a:bodyPr/>
                    <a:lstStyle/>
                    <a:p>
                      <a:pPr algn="l"/>
                      <a:r>
                        <a:rPr lang="en-GB" sz="1050">
                          <a:solidFill>
                            <a:schemeClr val="bg1"/>
                          </a:solidFill>
                          <a:effectLst/>
                        </a:rPr>
                        <a:t>4</a:t>
                      </a:r>
                      <a:r>
                        <a:rPr lang="en-GB" sz="1050" baseline="30000">
                          <a:solidFill>
                            <a:schemeClr val="bg1"/>
                          </a:solidFill>
                          <a:effectLst/>
                        </a:rPr>
                        <a:t>6</a:t>
                      </a:r>
                      <a:r>
                        <a:rPr lang="en-GB" sz="1050">
                          <a:solidFill>
                            <a:schemeClr val="bg1"/>
                          </a:solidFill>
                          <a:effectLst/>
                        </a:rPr>
                        <a:t> = 4 × 4 × 4 × 4 × 4 × 4</a:t>
                      </a:r>
                    </a:p>
                  </a:txBody>
                  <a:tcPr marL="95250">
                    <a:lnL>
                      <a:noFill/>
                    </a:lnL>
                    <a:lnR>
                      <a:noFill/>
                    </a:lnR>
                    <a:lnT>
                      <a:noFill/>
                    </a:lnT>
                    <a:lnB>
                      <a:noFill/>
                    </a:lnB>
                    <a:noFill/>
                  </a:tcPr>
                </a:tc>
                <a:tc>
                  <a:txBody>
                    <a:bodyPr/>
                    <a:lstStyle/>
                    <a:p>
                      <a:pPr algn="l"/>
                      <a:r>
                        <a:rPr lang="en-GB" sz="1050">
                          <a:solidFill>
                            <a:schemeClr val="bg1"/>
                          </a:solidFill>
                          <a:effectLst/>
                        </a:rPr>
                        <a:t>six lots of 4 multiplied together</a:t>
                      </a:r>
                    </a:p>
                  </a:txBody>
                  <a:tcPr>
                    <a:lnL>
                      <a:noFill/>
                    </a:lnL>
                    <a:lnR>
                      <a:noFill/>
                    </a:lnR>
                    <a:lnT>
                      <a:noFill/>
                    </a:lnT>
                    <a:lnB>
                      <a:noFill/>
                    </a:lnB>
                    <a:noFill/>
                  </a:tcPr>
                </a:tc>
                <a:extLst>
                  <a:ext uri="{0D108BD9-81ED-4DB2-BD59-A6C34878D82A}">
                    <a16:rowId xmlns:a16="http://schemas.microsoft.com/office/drawing/2014/main" val="55284901"/>
                  </a:ext>
                </a:extLst>
              </a:tr>
              <a:tr h="0">
                <a:tc>
                  <a:txBody>
                    <a:bodyPr/>
                    <a:lstStyle/>
                    <a:p>
                      <a:pPr algn="l"/>
                      <a:r>
                        <a:rPr lang="en-GB" sz="1050" dirty="0">
                          <a:solidFill>
                            <a:schemeClr val="bg1"/>
                          </a:solidFill>
                          <a:effectLst/>
                        </a:rPr>
                        <a:t>6</a:t>
                      </a:r>
                      <a:r>
                        <a:rPr lang="en-GB" sz="1050" baseline="30000" dirty="0">
                          <a:solidFill>
                            <a:schemeClr val="bg1"/>
                          </a:solidFill>
                          <a:effectLst/>
                        </a:rPr>
                        <a:t>4</a:t>
                      </a:r>
                      <a:r>
                        <a:rPr lang="en-GB" sz="1050" dirty="0">
                          <a:solidFill>
                            <a:schemeClr val="bg1"/>
                          </a:solidFill>
                          <a:effectLst/>
                        </a:rPr>
                        <a:t> = 6 × 6 × 6 × 6</a:t>
                      </a:r>
                    </a:p>
                  </a:txBody>
                  <a:tcPr marL="95250">
                    <a:lnL>
                      <a:noFill/>
                    </a:lnL>
                    <a:lnR>
                      <a:noFill/>
                    </a:lnR>
                    <a:lnT>
                      <a:noFill/>
                    </a:lnT>
                    <a:lnB>
                      <a:noFill/>
                    </a:lnB>
                    <a:noFill/>
                  </a:tcPr>
                </a:tc>
                <a:tc>
                  <a:txBody>
                    <a:bodyPr/>
                    <a:lstStyle/>
                    <a:p>
                      <a:pPr algn="l"/>
                      <a:r>
                        <a:rPr lang="en-GB" sz="1050" dirty="0">
                          <a:solidFill>
                            <a:schemeClr val="bg1"/>
                          </a:solidFill>
                          <a:effectLst/>
                        </a:rPr>
                        <a:t>four lots of 6 multiplied together</a:t>
                      </a:r>
                    </a:p>
                  </a:txBody>
                  <a:tcPr>
                    <a:lnL>
                      <a:noFill/>
                    </a:lnL>
                    <a:lnR>
                      <a:noFill/>
                    </a:lnR>
                    <a:lnT>
                      <a:noFill/>
                    </a:lnT>
                    <a:lnB>
                      <a:noFill/>
                    </a:lnB>
                    <a:noFill/>
                  </a:tcPr>
                </a:tc>
                <a:extLst>
                  <a:ext uri="{0D108BD9-81ED-4DB2-BD59-A6C34878D82A}">
                    <a16:rowId xmlns:a16="http://schemas.microsoft.com/office/drawing/2014/main" val="2713990286"/>
                  </a:ext>
                </a:extLst>
              </a:tr>
              <a:tr h="0">
                <a:tc>
                  <a:txBody>
                    <a:bodyPr/>
                    <a:lstStyle/>
                    <a:p>
                      <a:pPr algn="l"/>
                      <a:r>
                        <a:rPr lang="en-GB" sz="1050" dirty="0">
                          <a:solidFill>
                            <a:schemeClr val="bg1"/>
                          </a:solidFill>
                          <a:effectLst/>
                        </a:rPr>
                        <a:t>7</a:t>
                      </a:r>
                      <a:r>
                        <a:rPr lang="en-GB" sz="1050" baseline="30000" dirty="0">
                          <a:solidFill>
                            <a:schemeClr val="bg1"/>
                          </a:solidFill>
                          <a:effectLst/>
                        </a:rPr>
                        <a:t>3</a:t>
                      </a:r>
                      <a:r>
                        <a:rPr lang="en-GB" sz="1050" dirty="0">
                          <a:solidFill>
                            <a:schemeClr val="bg1"/>
                          </a:solidFill>
                          <a:effectLst/>
                        </a:rPr>
                        <a:t> = 7 × 7 × 7</a:t>
                      </a:r>
                    </a:p>
                  </a:txBody>
                  <a:tcPr marL="95250">
                    <a:lnL>
                      <a:noFill/>
                    </a:lnL>
                    <a:lnR>
                      <a:noFill/>
                    </a:lnR>
                    <a:lnT>
                      <a:noFill/>
                    </a:lnT>
                    <a:lnB>
                      <a:noFill/>
                    </a:lnB>
                    <a:noFill/>
                  </a:tcPr>
                </a:tc>
                <a:tc>
                  <a:txBody>
                    <a:bodyPr/>
                    <a:lstStyle/>
                    <a:p>
                      <a:endParaRPr lang="en-GB" sz="1050" dirty="0">
                        <a:solidFill>
                          <a:schemeClr val="bg1"/>
                        </a:solidFill>
                        <a:effectLst/>
                      </a:endParaRPr>
                    </a:p>
                  </a:txBody>
                  <a:tcPr>
                    <a:lnL>
                      <a:noFill/>
                    </a:lnL>
                    <a:lnR>
                      <a:noFill/>
                    </a:lnR>
                    <a:lnT>
                      <a:noFill/>
                    </a:lnT>
                    <a:lnB>
                      <a:noFill/>
                    </a:lnB>
                    <a:noFill/>
                  </a:tcPr>
                </a:tc>
                <a:extLst>
                  <a:ext uri="{0D108BD9-81ED-4DB2-BD59-A6C34878D82A}">
                    <a16:rowId xmlns:a16="http://schemas.microsoft.com/office/drawing/2014/main" val="1998133532"/>
                  </a:ext>
                </a:extLst>
              </a:tr>
            </a:tbl>
          </a:graphicData>
        </a:graphic>
      </p:graphicFrame>
      <p:sp>
        <p:nvSpPr>
          <p:cNvPr id="69" name="TextBox 68">
            <a:extLst>
              <a:ext uri="{FF2B5EF4-FFF2-40B4-BE49-F238E27FC236}">
                <a16:creationId xmlns:a16="http://schemas.microsoft.com/office/drawing/2014/main" id="{AFBB0031-F803-BF40-8842-4F697FB321D4}"/>
              </a:ext>
            </a:extLst>
          </p:cNvPr>
          <p:cNvSpPr txBox="1"/>
          <p:nvPr/>
        </p:nvSpPr>
        <p:spPr>
          <a:xfrm>
            <a:off x="780370" y="3731430"/>
            <a:ext cx="5859051"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1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You can write a million as 1 000 000 = 10</a:t>
            </a:r>
            <a:r>
              <a:rPr kumimoji="0" lang="en-US" altLang="en-US" sz="1100" b="0" i="0" u="none" strike="noStrike" kern="1200" cap="none" spc="0" normalizeH="0" baseline="30000" noProof="0" dirty="0">
                <a:ln>
                  <a:noFill/>
                </a:ln>
                <a:solidFill>
                  <a:prstClr val="white"/>
                </a:solidFill>
                <a:effectLst/>
                <a:uLnTx/>
                <a:uFillTx/>
                <a:latin typeface="Calibri" panose="020F0502020204030204" pitchFamily="34" charset="0"/>
                <a:ea typeface="+mn-ea"/>
                <a:cs typeface="Calibri" panose="020F0502020204030204" pitchFamily="34" charset="0"/>
              </a:rPr>
              <a:t>6</a:t>
            </a:r>
            <a:r>
              <a:rPr kumimoji="0" lang="en-US" altLang="en-US" sz="11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A number multiplied by itself is the number ‘squared’. You need to know the square numbers (power 2) up to 15</a:t>
            </a:r>
            <a:r>
              <a:rPr kumimoji="0" lang="en-US" altLang="en-US" sz="1100" b="0" i="0" u="none" strike="noStrike" kern="1200" cap="none" spc="0" normalizeH="0" baseline="30000" noProof="0" dirty="0">
                <a:ln>
                  <a:noFill/>
                </a:ln>
                <a:solidFill>
                  <a:prstClr val="white"/>
                </a:solidFill>
                <a:effectLst/>
                <a:uLnTx/>
                <a:uFillTx/>
                <a:latin typeface="Calibri" panose="020F0502020204030204" pitchFamily="34" charset="0"/>
                <a:ea typeface="+mn-ea"/>
                <a:cs typeface="Calibri" panose="020F0502020204030204" pitchFamily="34" charset="0"/>
              </a:rPr>
              <a:t>2</a:t>
            </a:r>
            <a:r>
              <a:rPr kumimoji="0" lang="en-US" altLang="en-US" sz="11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 = 225. How many of them can you write down from memory? You will also find it helpful to know the cubes</a:t>
            </a:r>
            <a:r>
              <a:rPr kumimoji="0" lang="en-US" altLang="en-US" sz="1100" b="0" i="0" u="none" strike="noStrike" kern="1200" cap="none" spc="0" normalizeH="0" noProof="0" dirty="0">
                <a:ln>
                  <a:noFill/>
                </a:ln>
                <a:solidFill>
                  <a:prstClr val="white"/>
                </a:solidFill>
                <a:effectLst/>
                <a:uLnTx/>
                <a:uFillTx/>
                <a:latin typeface="Calibri" panose="020F0502020204030204" pitchFamily="34" charset="0"/>
                <a:ea typeface="+mn-ea"/>
                <a:cs typeface="Calibri" panose="020F0502020204030204" pitchFamily="34" charset="0"/>
              </a:rPr>
              <a:t> </a:t>
            </a:r>
            <a:r>
              <a:rPr kumimoji="0" lang="en-US" altLang="en-US" sz="11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numbers (power 3)</a:t>
            </a:r>
            <a:r>
              <a:rPr kumimoji="0" lang="en-US" altLang="en-US" sz="1100" b="0" i="0" u="none" strike="noStrike" kern="1200" cap="none" spc="0" normalizeH="0" noProof="0" dirty="0">
                <a:ln>
                  <a:noFill/>
                </a:ln>
                <a:solidFill>
                  <a:prstClr val="white"/>
                </a:solidFill>
                <a:effectLst/>
                <a:uLnTx/>
                <a:uFillTx/>
                <a:latin typeface="Calibri" panose="020F0502020204030204" pitchFamily="34" charset="0"/>
                <a:ea typeface="+mn-ea"/>
                <a:cs typeface="Calibri" panose="020F0502020204030204" pitchFamily="34" charset="0"/>
              </a:rPr>
              <a:t> up to 6</a:t>
            </a:r>
            <a:r>
              <a:rPr kumimoji="0" lang="en-US" altLang="en-US" sz="1100" b="0" i="0" u="none" strike="noStrike" kern="1200" cap="none" spc="0" normalizeH="0" baseline="30000" noProof="0" dirty="0">
                <a:ln>
                  <a:noFill/>
                </a:ln>
                <a:solidFill>
                  <a:prstClr val="white"/>
                </a:solidFill>
                <a:effectLst/>
                <a:uLnTx/>
                <a:uFillTx/>
                <a:latin typeface="Calibri" panose="020F0502020204030204" pitchFamily="34" charset="0"/>
                <a:ea typeface="+mn-ea"/>
                <a:cs typeface="Calibri" panose="020F0502020204030204" pitchFamily="34" charset="0"/>
              </a:rPr>
              <a:t>3 </a:t>
            </a:r>
            <a:r>
              <a:rPr kumimoji="0" lang="en-US" altLang="en-US" sz="1100" b="0" i="0" u="none" strike="noStrike" kern="1200" cap="none" spc="0" normalizeH="0" noProof="0" dirty="0">
                <a:ln>
                  <a:noFill/>
                </a:ln>
                <a:solidFill>
                  <a:prstClr val="white"/>
                </a:solidFill>
                <a:effectLst/>
                <a:uLnTx/>
                <a:uFillTx/>
                <a:latin typeface="Calibri" panose="020F0502020204030204" pitchFamily="34" charset="0"/>
                <a:ea typeface="+mn-ea"/>
                <a:cs typeface="Calibri" panose="020F0502020204030204" pitchFamily="34" charset="0"/>
              </a:rPr>
              <a:t>= 216</a:t>
            </a:r>
          </a:p>
        </p:txBody>
      </p:sp>
      <p:cxnSp>
        <p:nvCxnSpPr>
          <p:cNvPr id="72" name="Straight Connector 71">
            <a:extLst>
              <a:ext uri="{FF2B5EF4-FFF2-40B4-BE49-F238E27FC236}">
                <a16:creationId xmlns:a16="http://schemas.microsoft.com/office/drawing/2014/main" id="{FE7EDCC2-ABAA-434F-8C0E-6C3A1F76BAE7}"/>
              </a:ext>
            </a:extLst>
          </p:cNvPr>
          <p:cNvCxnSpPr/>
          <p:nvPr/>
        </p:nvCxnSpPr>
        <p:spPr>
          <a:xfrm flipV="1">
            <a:off x="962542" y="4196174"/>
            <a:ext cx="5541513" cy="2282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7" name="Rectangle 96"/>
          <p:cNvSpPr/>
          <p:nvPr/>
        </p:nvSpPr>
        <p:spPr>
          <a:xfrm>
            <a:off x="83336" y="2024472"/>
            <a:ext cx="6728829" cy="282397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98" name="Straight Connector 97"/>
          <p:cNvCxnSpPr/>
          <p:nvPr/>
        </p:nvCxnSpPr>
        <p:spPr>
          <a:xfrm>
            <a:off x="83336" y="3485358"/>
            <a:ext cx="6728829" cy="0"/>
          </a:xfrm>
          <a:prstGeom prst="line">
            <a:avLst/>
          </a:prstGeom>
        </p:spPr>
        <p:style>
          <a:lnRef idx="1">
            <a:schemeClr val="dk1"/>
          </a:lnRef>
          <a:fillRef idx="0">
            <a:schemeClr val="dk1"/>
          </a:fillRef>
          <a:effectRef idx="0">
            <a:schemeClr val="dk1"/>
          </a:effectRef>
          <a:fontRef idx="minor">
            <a:schemeClr val="tx1"/>
          </a:fontRef>
        </p:style>
      </p:cxnSp>
      <p:cxnSp>
        <p:nvCxnSpPr>
          <p:cNvPr id="105" name="Straight Connector 104"/>
          <p:cNvCxnSpPr>
            <a:cxnSpLocks/>
            <a:stCxn id="97" idx="2"/>
            <a:endCxn id="97" idx="0"/>
          </p:cNvCxnSpPr>
          <p:nvPr/>
        </p:nvCxnSpPr>
        <p:spPr>
          <a:xfrm flipV="1">
            <a:off x="3447751" y="2024472"/>
            <a:ext cx="0" cy="2823978"/>
          </a:xfrm>
          <a:prstGeom prst="line">
            <a:avLst/>
          </a:prstGeom>
        </p:spPr>
        <p:style>
          <a:lnRef idx="1">
            <a:schemeClr val="dk1"/>
          </a:lnRef>
          <a:fillRef idx="0">
            <a:schemeClr val="dk1"/>
          </a:fillRef>
          <a:effectRef idx="0">
            <a:schemeClr val="dk1"/>
          </a:effectRef>
          <a:fontRef idx="minor">
            <a:schemeClr val="tx1"/>
          </a:fontRef>
        </p:style>
      </p:cxnSp>
      <p:sp>
        <p:nvSpPr>
          <p:cNvPr id="106" name="TextBox 105"/>
          <p:cNvSpPr txBox="1"/>
          <p:nvPr/>
        </p:nvSpPr>
        <p:spPr>
          <a:xfrm>
            <a:off x="24106" y="1993370"/>
            <a:ext cx="800476" cy="276999"/>
          </a:xfrm>
          <a:prstGeom prst="rect">
            <a:avLst/>
          </a:prstGeom>
          <a:noFill/>
        </p:spPr>
        <p:txBody>
          <a:bodyPr wrap="none" rtlCol="0">
            <a:spAutoFit/>
          </a:bodyPr>
          <a:lstStyle/>
          <a:p>
            <a:r>
              <a:rPr lang="en-US" sz="1200" dirty="0"/>
              <a:t>Definition</a:t>
            </a:r>
          </a:p>
        </p:txBody>
      </p:sp>
      <p:sp>
        <p:nvSpPr>
          <p:cNvPr id="107" name="TextBox 106"/>
          <p:cNvSpPr txBox="1"/>
          <p:nvPr/>
        </p:nvSpPr>
        <p:spPr>
          <a:xfrm>
            <a:off x="5773763" y="1977479"/>
            <a:ext cx="1096647" cy="276999"/>
          </a:xfrm>
          <a:prstGeom prst="rect">
            <a:avLst/>
          </a:prstGeom>
          <a:noFill/>
        </p:spPr>
        <p:txBody>
          <a:bodyPr wrap="none" rtlCol="0">
            <a:spAutoFit/>
          </a:bodyPr>
          <a:lstStyle/>
          <a:p>
            <a:r>
              <a:rPr lang="en-US" sz="1200" dirty="0"/>
              <a:t>Characteristics</a:t>
            </a:r>
            <a:endParaRPr lang="en-GB" sz="1200" dirty="0"/>
          </a:p>
        </p:txBody>
      </p:sp>
      <p:sp>
        <p:nvSpPr>
          <p:cNvPr id="108" name="TextBox 107"/>
          <p:cNvSpPr txBox="1"/>
          <p:nvPr/>
        </p:nvSpPr>
        <p:spPr>
          <a:xfrm>
            <a:off x="29648" y="3574985"/>
            <a:ext cx="775020" cy="276999"/>
          </a:xfrm>
          <a:prstGeom prst="rect">
            <a:avLst/>
          </a:prstGeom>
          <a:noFill/>
        </p:spPr>
        <p:txBody>
          <a:bodyPr wrap="none" rtlCol="0">
            <a:spAutoFit/>
          </a:bodyPr>
          <a:lstStyle/>
          <a:p>
            <a:r>
              <a:rPr lang="en-US" sz="1200" dirty="0"/>
              <a:t>Examples</a:t>
            </a:r>
            <a:endParaRPr lang="en-GB" sz="1200" dirty="0"/>
          </a:p>
        </p:txBody>
      </p:sp>
      <p:sp>
        <p:nvSpPr>
          <p:cNvPr id="109" name="TextBox 108"/>
          <p:cNvSpPr txBox="1"/>
          <p:nvPr/>
        </p:nvSpPr>
        <p:spPr>
          <a:xfrm>
            <a:off x="5734025" y="3563170"/>
            <a:ext cx="1153329" cy="276999"/>
          </a:xfrm>
          <a:prstGeom prst="rect">
            <a:avLst/>
          </a:prstGeom>
          <a:noFill/>
        </p:spPr>
        <p:txBody>
          <a:bodyPr wrap="none" rtlCol="0">
            <a:spAutoFit/>
          </a:bodyPr>
          <a:lstStyle/>
          <a:p>
            <a:r>
              <a:rPr lang="en-US" sz="1200" dirty="0"/>
              <a:t>Non - Examples</a:t>
            </a:r>
            <a:endParaRPr lang="en-GB" sz="1200" dirty="0"/>
          </a:p>
        </p:txBody>
      </p:sp>
      <p:sp>
        <p:nvSpPr>
          <p:cNvPr id="110" name="TextBox 109"/>
          <p:cNvSpPr txBox="1"/>
          <p:nvPr/>
        </p:nvSpPr>
        <p:spPr>
          <a:xfrm>
            <a:off x="2655546" y="3309997"/>
            <a:ext cx="1570173" cy="369332"/>
          </a:xfrm>
          <a:prstGeom prst="rect">
            <a:avLst/>
          </a:prstGeom>
          <a:solidFill>
            <a:schemeClr val="bg1"/>
          </a:solidFill>
          <a:ln>
            <a:solidFill>
              <a:schemeClr val="tx1"/>
            </a:solidFill>
          </a:ln>
        </p:spPr>
        <p:txBody>
          <a:bodyPr wrap="none" rtlCol="0">
            <a:spAutoFit/>
          </a:bodyPr>
          <a:lstStyle/>
          <a:p>
            <a:r>
              <a:rPr lang="en-US" dirty="0"/>
              <a:t>Standard Form</a:t>
            </a:r>
            <a:endParaRPr lang="en-GB" dirty="0"/>
          </a:p>
        </p:txBody>
      </p:sp>
      <mc:AlternateContent xmlns:mc="http://schemas.openxmlformats.org/markup-compatibility/2006" xmlns:a14="http://schemas.microsoft.com/office/drawing/2010/main">
        <mc:Choice Requires="a14">
          <p:sp>
            <p:nvSpPr>
              <p:cNvPr id="111" name="TextBox 110"/>
              <p:cNvSpPr txBox="1"/>
              <p:nvPr/>
            </p:nvSpPr>
            <p:spPr>
              <a:xfrm>
                <a:off x="55723" y="3836531"/>
                <a:ext cx="3437973" cy="830997"/>
              </a:xfrm>
              <a:prstGeom prst="rect">
                <a:avLst/>
              </a:prstGeom>
              <a:noFill/>
            </p:spPr>
            <p:txBody>
              <a:bodyPr wrap="square" rtlCol="0">
                <a:spAutoFit/>
              </a:bodyPr>
              <a:lstStyle/>
              <a:p>
                <a:pPr marL="171450" indent="-171450">
                  <a:buFont typeface="Arial" panose="020B0604020202020204" pitchFamily="34" charset="0"/>
                  <a:buChar char="•"/>
                </a:pPr>
                <a14:m>
                  <m:oMath xmlns:m="http://schemas.openxmlformats.org/officeDocument/2006/math">
                    <m:r>
                      <a:rPr lang="en-US" sz="1200" b="0" i="1" dirty="0" smtClean="0">
                        <a:latin typeface="Cambria Math" panose="02040503050406030204" pitchFamily="18" charset="0"/>
                      </a:rPr>
                      <m:t>3.6×</m:t>
                    </m:r>
                    <m:sSup>
                      <m:sSupPr>
                        <m:ctrlPr>
                          <a:rPr lang="en-US" sz="1200" b="0" i="1" dirty="0" smtClean="0">
                            <a:latin typeface="Cambria Math" panose="02040503050406030204" pitchFamily="18" charset="0"/>
                          </a:rPr>
                        </m:ctrlPr>
                      </m:sSupPr>
                      <m:e>
                        <m:r>
                          <a:rPr lang="en-US" sz="1200" b="0" i="1" dirty="0" smtClean="0">
                            <a:latin typeface="Cambria Math" panose="02040503050406030204" pitchFamily="18" charset="0"/>
                          </a:rPr>
                          <m:t>10</m:t>
                        </m:r>
                      </m:e>
                      <m:sup>
                        <m:r>
                          <a:rPr lang="en-US" sz="1200" b="0" i="1" dirty="0" smtClean="0">
                            <a:latin typeface="Cambria Math" panose="02040503050406030204" pitchFamily="18" charset="0"/>
                          </a:rPr>
                          <m:t>4</m:t>
                        </m:r>
                      </m:sup>
                    </m:sSup>
                  </m:oMath>
                </a14:m>
                <a:r>
                  <a:rPr lang="en-US" sz="1200" b="0" i="1" dirty="0"/>
                  <a:t> </a:t>
                </a:r>
                <a:r>
                  <a:rPr lang="en-US" sz="1200" dirty="0"/>
                  <a:t>is an example of standard form, this number is 36000</a:t>
                </a:r>
              </a:p>
              <a:p>
                <a:pPr marL="171450" indent="-171450">
                  <a:buFont typeface="Arial" panose="020B0604020202020204" pitchFamily="34" charset="0"/>
                  <a:buChar char="•"/>
                </a:pPr>
                <a14:m>
                  <m:oMath xmlns:m="http://schemas.openxmlformats.org/officeDocument/2006/math">
                    <m:r>
                      <a:rPr lang="en-US" sz="1200" b="0" i="1" smtClean="0">
                        <a:latin typeface="Cambria Math" panose="02040503050406030204" pitchFamily="18" charset="0"/>
                      </a:rPr>
                      <m:t>7.5×</m:t>
                    </m:r>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10</m:t>
                        </m:r>
                      </m:e>
                      <m:sup>
                        <m:r>
                          <a:rPr lang="en-US" sz="1200" b="0" i="1" smtClean="0">
                            <a:latin typeface="Cambria Math" panose="02040503050406030204" pitchFamily="18" charset="0"/>
                          </a:rPr>
                          <m:t>−2</m:t>
                        </m:r>
                      </m:sup>
                    </m:sSup>
                  </m:oMath>
                </a14:m>
                <a:r>
                  <a:rPr lang="en-US" sz="1200" b="0" i="1" dirty="0"/>
                  <a:t> </a:t>
                </a:r>
                <a:r>
                  <a:rPr lang="en-US" sz="1200" b="0" dirty="0"/>
                  <a:t>is an example of standard form, this number is the 0.075</a:t>
                </a:r>
                <a:endParaRPr lang="en-US" sz="1200" b="0" i="1" dirty="0"/>
              </a:p>
            </p:txBody>
          </p:sp>
        </mc:Choice>
        <mc:Fallback xmlns="">
          <p:sp>
            <p:nvSpPr>
              <p:cNvPr id="111" name="TextBox 110"/>
              <p:cNvSpPr txBox="1">
                <a:spLocks noRot="1" noChangeAspect="1" noMove="1" noResize="1" noEditPoints="1" noAdjustHandles="1" noChangeArrowheads="1" noChangeShapeType="1" noTextEdit="1"/>
              </p:cNvSpPr>
              <p:nvPr/>
            </p:nvSpPr>
            <p:spPr>
              <a:xfrm>
                <a:off x="55723" y="3836531"/>
                <a:ext cx="3437973" cy="830997"/>
              </a:xfrm>
              <a:prstGeom prst="rect">
                <a:avLst/>
              </a:prstGeom>
              <a:blipFill>
                <a:blip r:embed="rId2"/>
                <a:stretch>
                  <a:fillRect b="-438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2" name="TextBox 111"/>
              <p:cNvSpPr txBox="1"/>
              <p:nvPr/>
            </p:nvSpPr>
            <p:spPr>
              <a:xfrm>
                <a:off x="3521859" y="3816263"/>
                <a:ext cx="3233709" cy="830997"/>
              </a:xfrm>
              <a:prstGeom prst="rect">
                <a:avLst/>
              </a:prstGeom>
              <a:noFill/>
            </p:spPr>
            <p:txBody>
              <a:bodyPr wrap="square" rtlCol="0">
                <a:spAutoFit/>
              </a:bodyPr>
              <a:lstStyle/>
              <a:p>
                <a:pPr marL="171450" indent="-171450">
                  <a:buFont typeface="Arial" panose="020B0604020202020204" pitchFamily="34" charset="0"/>
                  <a:buChar char="•"/>
                </a:pPr>
                <a14:m>
                  <m:oMath xmlns:m="http://schemas.openxmlformats.org/officeDocument/2006/math">
                    <m:r>
                      <a:rPr lang="en-US" sz="1200" b="0" i="1" smtClean="0">
                        <a:latin typeface="Cambria Math" panose="02040503050406030204" pitchFamily="18" charset="0"/>
                      </a:rPr>
                      <m:t>56.7×</m:t>
                    </m:r>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10</m:t>
                        </m:r>
                      </m:e>
                      <m:sup>
                        <m:r>
                          <a:rPr lang="en-US" sz="1200" b="0" i="1" smtClean="0">
                            <a:latin typeface="Cambria Math" panose="02040503050406030204" pitchFamily="18" charset="0"/>
                          </a:rPr>
                          <m:t>4</m:t>
                        </m:r>
                      </m:sup>
                    </m:sSup>
                  </m:oMath>
                </a14:m>
                <a:r>
                  <a:rPr lang="en-US" sz="1200" dirty="0"/>
                  <a:t> is a none example as the first number is not between 1 and 10</a:t>
                </a:r>
              </a:p>
              <a:p>
                <a:pPr marL="171450" indent="-171450">
                  <a:buFont typeface="Arial" panose="020B0604020202020204" pitchFamily="34" charset="0"/>
                  <a:buChar char="•"/>
                </a:pPr>
                <a14:m>
                  <m:oMath xmlns:m="http://schemas.openxmlformats.org/officeDocument/2006/math">
                    <m:r>
                      <a:rPr lang="en-US" sz="1200" b="0" i="1" smtClean="0">
                        <a:latin typeface="Cambria Math" panose="02040503050406030204" pitchFamily="18" charset="0"/>
                      </a:rPr>
                      <m:t>3.5÷</m:t>
                    </m:r>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10</m:t>
                        </m:r>
                      </m:e>
                      <m:sup>
                        <m:r>
                          <a:rPr lang="en-US" sz="1200" b="0" i="1" smtClean="0">
                            <a:latin typeface="Cambria Math" panose="02040503050406030204" pitchFamily="18" charset="0"/>
                          </a:rPr>
                          <m:t>−2</m:t>
                        </m:r>
                      </m:sup>
                    </m:sSup>
                  </m:oMath>
                </a14:m>
                <a:r>
                  <a:rPr lang="en-US" sz="1200" dirty="0"/>
                  <a:t> is a none example as we always multiply by the factor of 10.</a:t>
                </a:r>
              </a:p>
            </p:txBody>
          </p:sp>
        </mc:Choice>
        <mc:Fallback xmlns="">
          <p:sp>
            <p:nvSpPr>
              <p:cNvPr id="112" name="TextBox 111"/>
              <p:cNvSpPr txBox="1">
                <a:spLocks noRot="1" noChangeAspect="1" noMove="1" noResize="1" noEditPoints="1" noAdjustHandles="1" noChangeArrowheads="1" noChangeShapeType="1" noTextEdit="1"/>
              </p:cNvSpPr>
              <p:nvPr/>
            </p:nvSpPr>
            <p:spPr>
              <a:xfrm>
                <a:off x="3521859" y="3816263"/>
                <a:ext cx="3233709" cy="830997"/>
              </a:xfrm>
              <a:prstGeom prst="rect">
                <a:avLst/>
              </a:prstGeom>
              <a:blipFill>
                <a:blip r:embed="rId3"/>
                <a:stretch>
                  <a:fillRect b="-514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3" name="TextBox 112"/>
              <p:cNvSpPr txBox="1"/>
              <p:nvPr/>
            </p:nvSpPr>
            <p:spPr>
              <a:xfrm>
                <a:off x="54951" y="2277615"/>
                <a:ext cx="3339208" cy="1200329"/>
              </a:xfrm>
              <a:prstGeom prst="rect">
                <a:avLst/>
              </a:prstGeom>
              <a:noFill/>
            </p:spPr>
            <p:txBody>
              <a:bodyPr wrap="square" rtlCol="0">
                <a:spAutoFit/>
              </a:bodyPr>
              <a:lstStyle/>
              <a:p>
                <a:pPr marL="171450" indent="-171450">
                  <a:buFont typeface="Arial" panose="020B0604020202020204" pitchFamily="34" charset="0"/>
                  <a:buChar char="•"/>
                </a:pPr>
                <a:r>
                  <a:rPr lang="en-US" sz="1200" dirty="0"/>
                  <a:t>Standard form is the way to represent very large of very small numbers. It is used in science to show size of cells or distances in space</a:t>
                </a:r>
              </a:p>
              <a:p>
                <a:pPr marL="171450" indent="-171450">
                  <a:buFont typeface="Arial" panose="020B0604020202020204" pitchFamily="34" charset="0"/>
                  <a:buChar char="•"/>
                </a:pPr>
                <a:r>
                  <a:rPr lang="en-US" sz="1200" dirty="0"/>
                  <a:t>Written in the form </a:t>
                </a:r>
                <a14:m>
                  <m:oMath xmlns:m="http://schemas.openxmlformats.org/officeDocument/2006/math">
                    <m:r>
                      <a:rPr lang="en-US" sz="1200" b="0" i="1" smtClean="0">
                        <a:latin typeface="Cambria Math" panose="02040503050406030204" pitchFamily="18" charset="0"/>
                      </a:rPr>
                      <m:t>𝐴</m:t>
                    </m:r>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10</m:t>
                        </m:r>
                      </m:e>
                      <m:sup>
                        <m:r>
                          <a:rPr lang="en-US" sz="1200" b="0" i="1" smtClean="0">
                            <a:latin typeface="Cambria Math" panose="02040503050406030204" pitchFamily="18" charset="0"/>
                          </a:rPr>
                          <m:t>𝑛</m:t>
                        </m:r>
                      </m:sup>
                    </m:sSup>
                  </m:oMath>
                </a14:m>
                <a:r>
                  <a:rPr lang="en-GB" sz="1200" dirty="0"/>
                  <a:t>, where A is a number between 1 and 10, and n is a positive or negative integer</a:t>
                </a:r>
              </a:p>
            </p:txBody>
          </p:sp>
        </mc:Choice>
        <mc:Fallback xmlns="">
          <p:sp>
            <p:nvSpPr>
              <p:cNvPr id="113" name="TextBox 112"/>
              <p:cNvSpPr txBox="1">
                <a:spLocks noRot="1" noChangeAspect="1" noMove="1" noResize="1" noEditPoints="1" noAdjustHandles="1" noChangeArrowheads="1" noChangeShapeType="1" noTextEdit="1"/>
              </p:cNvSpPr>
              <p:nvPr/>
            </p:nvSpPr>
            <p:spPr>
              <a:xfrm>
                <a:off x="54951" y="2277615"/>
                <a:ext cx="3339208" cy="1200329"/>
              </a:xfrm>
              <a:prstGeom prst="rect">
                <a:avLst/>
              </a:prstGeom>
              <a:blipFill>
                <a:blip r:embed="rId4"/>
                <a:stretch>
                  <a:fillRect t="-508" r="-1095" b="-3046"/>
                </a:stretch>
              </a:blipFill>
            </p:spPr>
            <p:txBody>
              <a:bodyPr/>
              <a:lstStyle/>
              <a:p>
                <a:r>
                  <a:rPr lang="en-US">
                    <a:noFill/>
                  </a:rPr>
                  <a:t> </a:t>
                </a:r>
              </a:p>
            </p:txBody>
          </p:sp>
        </mc:Fallback>
      </mc:AlternateContent>
      <p:sp>
        <p:nvSpPr>
          <p:cNvPr id="114" name="TextBox 113"/>
          <p:cNvSpPr txBox="1"/>
          <p:nvPr/>
        </p:nvSpPr>
        <p:spPr>
          <a:xfrm>
            <a:off x="3396257" y="2158482"/>
            <a:ext cx="3459844" cy="1200329"/>
          </a:xfrm>
          <a:prstGeom prst="rect">
            <a:avLst/>
          </a:prstGeom>
          <a:noFill/>
        </p:spPr>
        <p:txBody>
          <a:bodyPr wrap="square" rtlCol="0">
            <a:spAutoFit/>
          </a:bodyPr>
          <a:lstStyle/>
          <a:p>
            <a:pPr marL="171450" indent="-171450">
              <a:buFont typeface="Arial" panose="020B0604020202020204" pitchFamily="34" charset="0"/>
              <a:buChar char="•"/>
            </a:pPr>
            <a:r>
              <a:rPr lang="en-US" sz="1200" dirty="0"/>
              <a:t>Standard form is written with the first number being a number between 1 and 10. This can be a decimal</a:t>
            </a:r>
          </a:p>
          <a:p>
            <a:pPr marL="171450" indent="-171450">
              <a:buFont typeface="Arial" panose="020B0604020202020204" pitchFamily="34" charset="0"/>
              <a:buChar char="•"/>
            </a:pPr>
            <a:r>
              <a:rPr lang="en-US" sz="1200" dirty="0"/>
              <a:t>We then multiply it by a power of 10, either positive or negative. Positive powers represent large numbers, negative powers represent small</a:t>
            </a:r>
            <a:endParaRPr lang="en-GB" sz="1200" dirty="0"/>
          </a:p>
        </p:txBody>
      </p:sp>
      <p:sp>
        <p:nvSpPr>
          <p:cNvPr id="9" name="Rectangle 8">
            <a:extLst>
              <a:ext uri="{FF2B5EF4-FFF2-40B4-BE49-F238E27FC236}">
                <a16:creationId xmlns:a16="http://schemas.microsoft.com/office/drawing/2014/main" id="{E6132B40-107E-7C27-B522-C18E064E14A0}"/>
              </a:ext>
            </a:extLst>
          </p:cNvPr>
          <p:cNvSpPr/>
          <p:nvPr/>
        </p:nvSpPr>
        <p:spPr>
          <a:xfrm>
            <a:off x="50796" y="5057550"/>
            <a:ext cx="1087423" cy="379274"/>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100" dirty="0"/>
              <a:t>KNOWLEDGE CHECK</a:t>
            </a:r>
          </a:p>
        </p:txBody>
      </p:sp>
      <p:sp>
        <p:nvSpPr>
          <p:cNvPr id="10" name="TextBox 9">
            <a:extLst>
              <a:ext uri="{FF2B5EF4-FFF2-40B4-BE49-F238E27FC236}">
                <a16:creationId xmlns:a16="http://schemas.microsoft.com/office/drawing/2014/main" id="{CBCBE641-46B9-2E9A-4C29-F427084A8D4A}"/>
              </a:ext>
            </a:extLst>
          </p:cNvPr>
          <p:cNvSpPr txBox="1"/>
          <p:nvPr/>
        </p:nvSpPr>
        <p:spPr>
          <a:xfrm>
            <a:off x="1138219" y="5087231"/>
            <a:ext cx="3326203" cy="276999"/>
          </a:xfrm>
          <a:prstGeom prst="rect">
            <a:avLst/>
          </a:prstGeom>
          <a:noFill/>
        </p:spPr>
        <p:txBody>
          <a:bodyPr wrap="square" lIns="91440" tIns="45720" rIns="91440" bIns="45720" rtlCol="0" anchor="t">
            <a:spAutoFit/>
          </a:bodyPr>
          <a:lstStyle/>
          <a:p>
            <a:pPr>
              <a:defRPr/>
            </a:pPr>
            <a:r>
              <a:rPr lang="en-GB" sz="1200" dirty="0">
                <a:solidFill>
                  <a:prstClr val="black"/>
                </a:solidFill>
                <a:latin typeface="Calibri" panose="020F0502020204030204"/>
              </a:rPr>
              <a:t>1</a:t>
            </a:r>
            <a:r>
              <a:rPr kumimoji="0" lang="en-GB" sz="1200" i="0" u="none" strike="noStrike" kern="1200" cap="none" spc="0" normalizeH="0" baseline="0" noProof="0" dirty="0">
                <a:ln>
                  <a:noFill/>
                </a:ln>
                <a:solidFill>
                  <a:prstClr val="black"/>
                </a:solidFill>
                <a:effectLst/>
                <a:uLnTx/>
                <a:uFillTx/>
                <a:latin typeface="Calibri" panose="020F0502020204030204"/>
                <a:ea typeface="+mn-ea"/>
                <a:cs typeface="+mn-cs"/>
              </a:rPr>
              <a:t>. </a:t>
            </a:r>
            <a:r>
              <a:rPr lang="en-GB" sz="1200" dirty="0">
                <a:solidFill>
                  <a:prstClr val="black"/>
                </a:solidFill>
                <a:latin typeface="Calibri" panose="020F0502020204030204"/>
              </a:rPr>
              <a:t>Write each of the following as a power of 10.</a:t>
            </a:r>
            <a:endParaRPr kumimoji="0" lang="en-GB" sz="120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graphicFrame>
            <p:nvGraphicFramePr>
              <p:cNvPr id="11" name="Table 11">
                <a:extLst>
                  <a:ext uri="{FF2B5EF4-FFF2-40B4-BE49-F238E27FC236}">
                    <a16:creationId xmlns:a16="http://schemas.microsoft.com/office/drawing/2014/main" id="{EE96729D-7E7E-80AA-D1A2-59A4FDF6C5E4}"/>
                  </a:ext>
                </a:extLst>
              </p:cNvPr>
              <p:cNvGraphicFramePr>
                <a:graphicFrameLocks noGrp="1"/>
              </p:cNvGraphicFramePr>
              <p:nvPr/>
            </p:nvGraphicFramePr>
            <p:xfrm>
              <a:off x="60293" y="5493939"/>
              <a:ext cx="6751870" cy="1713684"/>
            </p:xfrm>
            <a:graphic>
              <a:graphicData uri="http://schemas.openxmlformats.org/drawingml/2006/table">
                <a:tbl>
                  <a:tblPr>
                    <a:tableStyleId>{5C22544A-7EE6-4342-B048-85BDC9FD1C3A}</a:tableStyleId>
                  </a:tblPr>
                  <a:tblGrid>
                    <a:gridCol w="1176836">
                      <a:extLst>
                        <a:ext uri="{9D8B030D-6E8A-4147-A177-3AD203B41FA5}">
                          <a16:colId xmlns:a16="http://schemas.microsoft.com/office/drawing/2014/main" val="843760139"/>
                        </a:ext>
                      </a:extLst>
                    </a:gridCol>
                    <a:gridCol w="1223683">
                      <a:extLst>
                        <a:ext uri="{9D8B030D-6E8A-4147-A177-3AD203B41FA5}">
                          <a16:colId xmlns:a16="http://schemas.microsoft.com/office/drawing/2014/main" val="1207521119"/>
                        </a:ext>
                      </a:extLst>
                    </a:gridCol>
                    <a:gridCol w="1650603">
                      <a:extLst>
                        <a:ext uri="{9D8B030D-6E8A-4147-A177-3AD203B41FA5}">
                          <a16:colId xmlns:a16="http://schemas.microsoft.com/office/drawing/2014/main" val="3777155113"/>
                        </a:ext>
                      </a:extLst>
                    </a:gridCol>
                    <a:gridCol w="1350374">
                      <a:extLst>
                        <a:ext uri="{9D8B030D-6E8A-4147-A177-3AD203B41FA5}">
                          <a16:colId xmlns:a16="http://schemas.microsoft.com/office/drawing/2014/main" val="409752285"/>
                        </a:ext>
                      </a:extLst>
                    </a:gridCol>
                    <a:gridCol w="1350374">
                      <a:extLst>
                        <a:ext uri="{9D8B030D-6E8A-4147-A177-3AD203B41FA5}">
                          <a16:colId xmlns:a16="http://schemas.microsoft.com/office/drawing/2014/main" val="4003299446"/>
                        </a:ext>
                      </a:extLst>
                    </a:gridCol>
                  </a:tblGrid>
                  <a:tr h="856842">
                    <a:tc>
                      <a:txBody>
                        <a:bodyPr/>
                        <a:lstStyle/>
                        <a:p>
                          <a:r>
                            <a:rPr lang="en-GB" sz="1200" dirty="0"/>
                            <a:t>a) </a:t>
                          </a:r>
                          <a14:m>
                            <m:oMath xmlns:m="http://schemas.openxmlformats.org/officeDocument/2006/math">
                              <m:r>
                                <a:rPr lang="en-GB" sz="1200" b="0" i="1" smtClean="0">
                                  <a:latin typeface="Cambria Math" panose="02040503050406030204" pitchFamily="18" charset="0"/>
                                </a:rPr>
                                <m:t>10</m:t>
                              </m:r>
                              <m:r>
                                <a:rPr lang="en-GB" sz="1200" b="0" i="1" smtClean="0">
                                  <a:latin typeface="Cambria Math" panose="02040503050406030204" pitchFamily="18" charset="0"/>
                                  <a:ea typeface="Cambria Math" panose="02040503050406030204" pitchFamily="18" charset="0"/>
                                </a:rPr>
                                <m:t>×10</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b) </a:t>
                          </a:r>
                          <a14:m>
                            <m:oMath xmlns:m="http://schemas.openxmlformats.org/officeDocument/2006/math">
                              <m:r>
                                <a:rPr lang="en-GB" sz="1200" b="0" i="1" smtClean="0">
                                  <a:latin typeface="Cambria Math" panose="02040503050406030204" pitchFamily="18" charset="0"/>
                                </a:rPr>
                                <m:t>10</m:t>
                              </m:r>
                              <m:r>
                                <a:rPr lang="en-GB" sz="1200" b="0" i="1" smtClean="0">
                                  <a:latin typeface="Cambria Math" panose="02040503050406030204" pitchFamily="18" charset="0"/>
                                  <a:ea typeface="Cambria Math" panose="02040503050406030204" pitchFamily="18" charset="0"/>
                                </a:rPr>
                                <m:t>×10×10</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c) </a:t>
                          </a:r>
                          <a14:m>
                            <m:oMath xmlns:m="http://schemas.openxmlformats.org/officeDocument/2006/math">
                              <m:r>
                                <a:rPr lang="en-GB" sz="1200" b="0" i="1" smtClean="0">
                                  <a:latin typeface="Cambria Math" panose="02040503050406030204" pitchFamily="18" charset="0"/>
                                  <a:ea typeface="Cambria Math" panose="02040503050406030204" pitchFamily="18" charset="0"/>
                                </a:rPr>
                                <m:t>10×10×10×10</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d) 10,000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e) 1000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07131251"/>
                      </a:ext>
                    </a:extLst>
                  </a:tr>
                  <a:tr h="856842">
                    <a:tc>
                      <a:txBody>
                        <a:bodyPr/>
                        <a:lstStyle/>
                        <a:p>
                          <a:r>
                            <a:rPr lang="en-GB" sz="1200" dirty="0"/>
                            <a:t>f) 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g) 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h) 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err="1"/>
                            <a:t>i</a:t>
                          </a:r>
                          <a:r>
                            <a:rPr lang="en-GB" sz="1200" dirty="0"/>
                            <a:t>) 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j) 0.01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12214439"/>
                      </a:ext>
                    </a:extLst>
                  </a:tr>
                </a:tbl>
              </a:graphicData>
            </a:graphic>
          </p:graphicFrame>
        </mc:Choice>
        <mc:Fallback xmlns="">
          <p:graphicFrame>
            <p:nvGraphicFramePr>
              <p:cNvPr id="11" name="Table 11">
                <a:extLst>
                  <a:ext uri="{FF2B5EF4-FFF2-40B4-BE49-F238E27FC236}">
                    <a16:creationId xmlns:a16="http://schemas.microsoft.com/office/drawing/2014/main" id="{EE96729D-7E7E-80AA-D1A2-59A4FDF6C5E4}"/>
                  </a:ext>
                </a:extLst>
              </p:cNvPr>
              <p:cNvGraphicFramePr>
                <a:graphicFrameLocks noGrp="1"/>
              </p:cNvGraphicFramePr>
              <p:nvPr>
                <p:extLst>
                  <p:ext uri="{D42A27DB-BD31-4B8C-83A1-F6EECF244321}">
                    <p14:modId xmlns:p14="http://schemas.microsoft.com/office/powerpoint/2010/main" val="91400246"/>
                  </p:ext>
                </p:extLst>
              </p:nvPr>
            </p:nvGraphicFramePr>
            <p:xfrm>
              <a:off x="60293" y="5493939"/>
              <a:ext cx="6751870" cy="1713684"/>
            </p:xfrm>
            <a:graphic>
              <a:graphicData uri="http://schemas.openxmlformats.org/drawingml/2006/table">
                <a:tbl>
                  <a:tblPr>
                    <a:tableStyleId>{5C22544A-7EE6-4342-B048-85BDC9FD1C3A}</a:tableStyleId>
                  </a:tblPr>
                  <a:tblGrid>
                    <a:gridCol w="1176836">
                      <a:extLst>
                        <a:ext uri="{9D8B030D-6E8A-4147-A177-3AD203B41FA5}">
                          <a16:colId xmlns:a16="http://schemas.microsoft.com/office/drawing/2014/main" val="843760139"/>
                        </a:ext>
                      </a:extLst>
                    </a:gridCol>
                    <a:gridCol w="1223683">
                      <a:extLst>
                        <a:ext uri="{9D8B030D-6E8A-4147-A177-3AD203B41FA5}">
                          <a16:colId xmlns:a16="http://schemas.microsoft.com/office/drawing/2014/main" val="1207521119"/>
                        </a:ext>
                      </a:extLst>
                    </a:gridCol>
                    <a:gridCol w="1650603">
                      <a:extLst>
                        <a:ext uri="{9D8B030D-6E8A-4147-A177-3AD203B41FA5}">
                          <a16:colId xmlns:a16="http://schemas.microsoft.com/office/drawing/2014/main" val="3777155113"/>
                        </a:ext>
                      </a:extLst>
                    </a:gridCol>
                    <a:gridCol w="1350374">
                      <a:extLst>
                        <a:ext uri="{9D8B030D-6E8A-4147-A177-3AD203B41FA5}">
                          <a16:colId xmlns:a16="http://schemas.microsoft.com/office/drawing/2014/main" val="409752285"/>
                        </a:ext>
                      </a:extLst>
                    </a:gridCol>
                    <a:gridCol w="1350374">
                      <a:extLst>
                        <a:ext uri="{9D8B030D-6E8A-4147-A177-3AD203B41FA5}">
                          <a16:colId xmlns:a16="http://schemas.microsoft.com/office/drawing/2014/main" val="4003299446"/>
                        </a:ext>
                      </a:extLst>
                    </a:gridCol>
                  </a:tblGrid>
                  <a:tr h="85684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518" t="-709" r="-475648" b="-101418"/>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96517" t="-709" r="-356716" b="-101418"/>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45756" t="-709" r="-164576" b="-101418"/>
                          </a:stretch>
                        </a:blipFill>
                      </a:tcPr>
                    </a:tc>
                    <a:tc>
                      <a:txBody>
                        <a:bodyPr/>
                        <a:lstStyle/>
                        <a:p>
                          <a:r>
                            <a:rPr lang="en-GB" sz="1200" dirty="0"/>
                            <a:t>d) 10,000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e) 1000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07131251"/>
                      </a:ext>
                    </a:extLst>
                  </a:tr>
                  <a:tr h="856842">
                    <a:tc>
                      <a:txBody>
                        <a:bodyPr/>
                        <a:lstStyle/>
                        <a:p>
                          <a:r>
                            <a:rPr lang="en-GB" sz="1200" dirty="0"/>
                            <a:t>f) 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g) 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h) 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err="1"/>
                            <a:t>i</a:t>
                          </a:r>
                          <a:r>
                            <a:rPr lang="en-GB" sz="1200" dirty="0"/>
                            <a:t>) 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j) 0.01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1221443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2" name="Table 11">
                <a:extLst>
                  <a:ext uri="{FF2B5EF4-FFF2-40B4-BE49-F238E27FC236}">
                    <a16:creationId xmlns:a16="http://schemas.microsoft.com/office/drawing/2014/main" id="{E23E09AD-7749-D459-D47E-26B020857ABB}"/>
                  </a:ext>
                </a:extLst>
              </p:cNvPr>
              <p:cNvGraphicFramePr>
                <a:graphicFrameLocks noGrp="1"/>
              </p:cNvGraphicFramePr>
              <p:nvPr/>
            </p:nvGraphicFramePr>
            <p:xfrm>
              <a:off x="50796" y="7770559"/>
              <a:ext cx="6751870" cy="1713684"/>
            </p:xfrm>
            <a:graphic>
              <a:graphicData uri="http://schemas.openxmlformats.org/drawingml/2006/table">
                <a:tbl>
                  <a:tblPr>
                    <a:tableStyleId>{5C22544A-7EE6-4342-B048-85BDC9FD1C3A}</a:tableStyleId>
                  </a:tblPr>
                  <a:tblGrid>
                    <a:gridCol w="1176836">
                      <a:extLst>
                        <a:ext uri="{9D8B030D-6E8A-4147-A177-3AD203B41FA5}">
                          <a16:colId xmlns:a16="http://schemas.microsoft.com/office/drawing/2014/main" val="843760139"/>
                        </a:ext>
                      </a:extLst>
                    </a:gridCol>
                    <a:gridCol w="1223683">
                      <a:extLst>
                        <a:ext uri="{9D8B030D-6E8A-4147-A177-3AD203B41FA5}">
                          <a16:colId xmlns:a16="http://schemas.microsoft.com/office/drawing/2014/main" val="1207521119"/>
                        </a:ext>
                      </a:extLst>
                    </a:gridCol>
                    <a:gridCol w="1650603">
                      <a:extLst>
                        <a:ext uri="{9D8B030D-6E8A-4147-A177-3AD203B41FA5}">
                          <a16:colId xmlns:a16="http://schemas.microsoft.com/office/drawing/2014/main" val="3777155113"/>
                        </a:ext>
                      </a:extLst>
                    </a:gridCol>
                    <a:gridCol w="1350374">
                      <a:extLst>
                        <a:ext uri="{9D8B030D-6E8A-4147-A177-3AD203B41FA5}">
                          <a16:colId xmlns:a16="http://schemas.microsoft.com/office/drawing/2014/main" val="409752285"/>
                        </a:ext>
                      </a:extLst>
                    </a:gridCol>
                    <a:gridCol w="1350374">
                      <a:extLst>
                        <a:ext uri="{9D8B030D-6E8A-4147-A177-3AD203B41FA5}">
                          <a16:colId xmlns:a16="http://schemas.microsoft.com/office/drawing/2014/main" val="4003299446"/>
                        </a:ext>
                      </a:extLst>
                    </a:gridCol>
                  </a:tblGrid>
                  <a:tr h="856842">
                    <a:tc>
                      <a:txBody>
                        <a:bodyPr/>
                        <a:lstStyle/>
                        <a:p>
                          <a:r>
                            <a:rPr lang="en-GB" sz="1200" dirty="0"/>
                            <a:t>a) </a:t>
                          </a:r>
                          <a14:m>
                            <m:oMath xmlns:m="http://schemas.openxmlformats.org/officeDocument/2006/math">
                              <m:sSup>
                                <m:sSupPr>
                                  <m:ctrlPr>
                                    <a:rPr lang="en-GB" sz="1200" b="0" i="1" smtClean="0">
                                      <a:latin typeface="Cambria Math" panose="02040503050406030204" pitchFamily="18" charset="0"/>
                                    </a:rPr>
                                  </m:ctrlPr>
                                </m:sSupPr>
                                <m:e>
                                  <m:r>
                                    <a:rPr lang="en-GB" sz="1200" b="0" i="1" smtClean="0">
                                      <a:latin typeface="Cambria Math" panose="02040503050406030204" pitchFamily="18" charset="0"/>
                                    </a:rPr>
                                    <m:t>10</m:t>
                                  </m:r>
                                </m:e>
                                <m:sup>
                                  <m:r>
                                    <a:rPr lang="en-GB" sz="1200" b="0" i="1" smtClean="0">
                                      <a:latin typeface="Cambria Math" panose="02040503050406030204" pitchFamily="18" charset="0"/>
                                    </a:rPr>
                                    <m:t>4</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b)</a:t>
                          </a:r>
                          <a14:m>
                            <m:oMath xmlns:m="http://schemas.openxmlformats.org/officeDocument/2006/math">
                              <m:sSup>
                                <m:sSupPr>
                                  <m:ctrlPr>
                                    <a:rPr lang="en-GB" sz="1200" b="0" i="1" smtClean="0">
                                      <a:latin typeface="Cambria Math" panose="02040503050406030204" pitchFamily="18" charset="0"/>
                                    </a:rPr>
                                  </m:ctrlPr>
                                </m:sSupPr>
                                <m:e>
                                  <m:r>
                                    <a:rPr lang="en-GB" sz="1200" b="0" i="1" smtClean="0">
                                      <a:latin typeface="Cambria Math" panose="02040503050406030204" pitchFamily="18" charset="0"/>
                                    </a:rPr>
                                    <m:t>10</m:t>
                                  </m:r>
                                </m:e>
                                <m:sup>
                                  <m:r>
                                    <a:rPr lang="en-GB" sz="1200" b="0" i="1" smtClean="0">
                                      <a:latin typeface="Cambria Math" panose="02040503050406030204" pitchFamily="18" charset="0"/>
                                    </a:rPr>
                                    <m:t>2</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c)</a:t>
                          </a:r>
                          <a14:m>
                            <m:oMath xmlns:m="http://schemas.openxmlformats.org/officeDocument/2006/math">
                              <m:sSup>
                                <m:sSupPr>
                                  <m:ctrlPr>
                                    <a:rPr lang="en-GB" sz="1200" b="0" i="1" smtClean="0">
                                      <a:latin typeface="Cambria Math" panose="02040503050406030204" pitchFamily="18" charset="0"/>
                                    </a:rPr>
                                  </m:ctrlPr>
                                </m:sSupPr>
                                <m:e>
                                  <m:r>
                                    <a:rPr lang="en-GB" sz="1200" b="0" i="1" smtClean="0">
                                      <a:latin typeface="Cambria Math" panose="02040503050406030204" pitchFamily="18" charset="0"/>
                                    </a:rPr>
                                    <m:t>10</m:t>
                                  </m:r>
                                </m:e>
                                <m:sup>
                                  <m:r>
                                    <a:rPr lang="en-GB" sz="1200" b="0" i="1" smtClean="0">
                                      <a:latin typeface="Cambria Math" panose="02040503050406030204" pitchFamily="18" charset="0"/>
                                    </a:rPr>
                                    <m:t>5</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d) </a:t>
                          </a:r>
                          <a14:m>
                            <m:oMath xmlns:m="http://schemas.openxmlformats.org/officeDocument/2006/math">
                              <m:sSup>
                                <m:sSupPr>
                                  <m:ctrlPr>
                                    <a:rPr lang="en-GB" sz="1200" b="0" i="1" smtClean="0">
                                      <a:latin typeface="Cambria Math" panose="02040503050406030204" pitchFamily="18" charset="0"/>
                                    </a:rPr>
                                  </m:ctrlPr>
                                </m:sSupPr>
                                <m:e>
                                  <m:r>
                                    <a:rPr lang="en-GB" sz="1200" b="0" i="1" smtClean="0">
                                      <a:latin typeface="Cambria Math" panose="02040503050406030204" pitchFamily="18" charset="0"/>
                                    </a:rPr>
                                    <m:t>10</m:t>
                                  </m:r>
                                </m:e>
                                <m:sup>
                                  <m:r>
                                    <a:rPr lang="en-GB" sz="1200" b="0" i="1" smtClean="0">
                                      <a:latin typeface="Cambria Math" panose="02040503050406030204" pitchFamily="18" charset="0"/>
                                    </a:rPr>
                                    <m:t>0</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e) </a:t>
                          </a:r>
                          <a14:m>
                            <m:oMath xmlns:m="http://schemas.openxmlformats.org/officeDocument/2006/math">
                              <m:sSup>
                                <m:sSupPr>
                                  <m:ctrlPr>
                                    <a:rPr lang="en-GB" sz="1200" b="0" i="1" smtClean="0">
                                      <a:latin typeface="Cambria Math" panose="02040503050406030204" pitchFamily="18" charset="0"/>
                                    </a:rPr>
                                  </m:ctrlPr>
                                </m:sSupPr>
                                <m:e>
                                  <m:r>
                                    <a:rPr lang="en-GB" sz="1200" b="0" i="1" smtClean="0">
                                      <a:latin typeface="Cambria Math" panose="02040503050406030204" pitchFamily="18" charset="0"/>
                                    </a:rPr>
                                    <m:t>10</m:t>
                                  </m:r>
                                </m:e>
                                <m:sup>
                                  <m:r>
                                    <a:rPr lang="en-GB" sz="1200" b="0" i="1" smtClean="0">
                                      <a:latin typeface="Cambria Math" panose="02040503050406030204" pitchFamily="18" charset="0"/>
                                    </a:rPr>
                                    <m:t>1</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07131251"/>
                      </a:ext>
                    </a:extLst>
                  </a:tr>
                  <a:tr h="856842">
                    <a:tc>
                      <a:txBody>
                        <a:bodyPr/>
                        <a:lstStyle/>
                        <a:p>
                          <a:r>
                            <a:rPr lang="en-GB" sz="1200" dirty="0"/>
                            <a:t>f) </a:t>
                          </a:r>
                          <a14:m>
                            <m:oMath xmlns:m="http://schemas.openxmlformats.org/officeDocument/2006/math">
                              <m:sSup>
                                <m:sSupPr>
                                  <m:ctrlPr>
                                    <a:rPr lang="en-GB" sz="1200" b="0" i="1" smtClean="0">
                                      <a:latin typeface="Cambria Math" panose="02040503050406030204" pitchFamily="18" charset="0"/>
                                    </a:rPr>
                                  </m:ctrlPr>
                                </m:sSupPr>
                                <m:e>
                                  <m:r>
                                    <a:rPr lang="en-GB" sz="1200" b="0" i="1" smtClean="0">
                                      <a:latin typeface="Cambria Math" panose="02040503050406030204" pitchFamily="18" charset="0"/>
                                    </a:rPr>
                                    <m:t>10</m:t>
                                  </m:r>
                                </m:e>
                                <m:sup>
                                  <m:r>
                                    <a:rPr lang="en-GB" sz="1200" b="0" i="1" smtClean="0">
                                      <a:latin typeface="Cambria Math" panose="02040503050406030204" pitchFamily="18" charset="0"/>
                                    </a:rPr>
                                    <m:t>4</m:t>
                                  </m:r>
                                </m:sup>
                              </m:sSup>
                              <m:r>
                                <a:rPr lang="en-GB" sz="1200" b="0" i="1" smtClean="0">
                                  <a:latin typeface="Cambria Math" panose="02040503050406030204" pitchFamily="18" charset="0"/>
                                  <a:ea typeface="Cambria Math" panose="02040503050406030204" pitchFamily="18" charset="0"/>
                                </a:rPr>
                                <m:t>×</m:t>
                              </m:r>
                              <m:sSup>
                                <m:sSupPr>
                                  <m:ctrlPr>
                                    <a:rPr lang="en-GB" sz="1200" b="0" i="1" smtClean="0">
                                      <a:latin typeface="Cambria Math" panose="02040503050406030204" pitchFamily="18" charset="0"/>
                                      <a:ea typeface="Cambria Math" panose="02040503050406030204" pitchFamily="18" charset="0"/>
                                    </a:rPr>
                                  </m:ctrlPr>
                                </m:sSupPr>
                                <m:e>
                                  <m:r>
                                    <a:rPr lang="en-GB" sz="1200" b="0" i="1" smtClean="0">
                                      <a:latin typeface="Cambria Math" panose="02040503050406030204" pitchFamily="18" charset="0"/>
                                      <a:ea typeface="Cambria Math" panose="02040503050406030204" pitchFamily="18" charset="0"/>
                                    </a:rPr>
                                    <m:t>10</m:t>
                                  </m:r>
                                </m:e>
                                <m:sup>
                                  <m:r>
                                    <a:rPr lang="en-GB" sz="1200" b="0" i="1" smtClean="0">
                                      <a:latin typeface="Cambria Math" panose="02040503050406030204" pitchFamily="18" charset="0"/>
                                      <a:ea typeface="Cambria Math" panose="02040503050406030204" pitchFamily="18" charset="0"/>
                                    </a:rPr>
                                    <m:t>1</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g) </a:t>
                          </a:r>
                          <a14:m>
                            <m:oMath xmlns:m="http://schemas.openxmlformats.org/officeDocument/2006/math">
                              <m:sSup>
                                <m:sSupPr>
                                  <m:ctrlPr>
                                    <a:rPr lang="en-GB" sz="1200" b="0" i="1" smtClean="0">
                                      <a:latin typeface="Cambria Math" panose="02040503050406030204" pitchFamily="18" charset="0"/>
                                    </a:rPr>
                                  </m:ctrlPr>
                                </m:sSupPr>
                                <m:e>
                                  <m:r>
                                    <a:rPr lang="en-GB" sz="1200" b="0" i="1" smtClean="0">
                                      <a:latin typeface="Cambria Math" panose="02040503050406030204" pitchFamily="18" charset="0"/>
                                    </a:rPr>
                                    <m:t>10</m:t>
                                  </m:r>
                                </m:e>
                                <m:sup>
                                  <m:r>
                                    <a:rPr lang="en-GB" sz="1200" b="0" i="1" smtClean="0">
                                      <a:latin typeface="Cambria Math" panose="02040503050406030204" pitchFamily="18" charset="0"/>
                                    </a:rPr>
                                    <m:t>2</m:t>
                                  </m:r>
                                </m:sup>
                              </m:sSup>
                              <m:r>
                                <a:rPr lang="en-GB" sz="1200" b="0" i="1" smtClean="0">
                                  <a:latin typeface="Cambria Math" panose="02040503050406030204" pitchFamily="18" charset="0"/>
                                  <a:ea typeface="Cambria Math" panose="02040503050406030204" pitchFamily="18" charset="0"/>
                                </a:rPr>
                                <m:t>×</m:t>
                              </m:r>
                              <m:sSup>
                                <m:sSupPr>
                                  <m:ctrlPr>
                                    <a:rPr lang="en-GB" sz="1200" b="0" i="1" smtClean="0">
                                      <a:latin typeface="Cambria Math" panose="02040503050406030204" pitchFamily="18" charset="0"/>
                                      <a:ea typeface="Cambria Math" panose="02040503050406030204" pitchFamily="18" charset="0"/>
                                    </a:rPr>
                                  </m:ctrlPr>
                                </m:sSupPr>
                                <m:e>
                                  <m:r>
                                    <a:rPr lang="en-GB" sz="1200" b="0" i="1" smtClean="0">
                                      <a:latin typeface="Cambria Math" panose="02040503050406030204" pitchFamily="18" charset="0"/>
                                      <a:ea typeface="Cambria Math" panose="02040503050406030204" pitchFamily="18" charset="0"/>
                                    </a:rPr>
                                    <m:t>10</m:t>
                                  </m:r>
                                </m:e>
                                <m:sup>
                                  <m:r>
                                    <a:rPr lang="en-GB" sz="1200" b="0" i="1" smtClean="0">
                                      <a:latin typeface="Cambria Math" panose="02040503050406030204" pitchFamily="18" charset="0"/>
                                      <a:ea typeface="Cambria Math" panose="02040503050406030204" pitchFamily="18" charset="0"/>
                                    </a:rPr>
                                    <m:t>3</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h) </a:t>
                          </a:r>
                          <a14:m>
                            <m:oMath xmlns:m="http://schemas.openxmlformats.org/officeDocument/2006/math">
                              <m:sSup>
                                <m:sSupPr>
                                  <m:ctrlPr>
                                    <a:rPr lang="en-GB" sz="1200" b="0" i="1" smtClean="0">
                                      <a:latin typeface="Cambria Math" panose="02040503050406030204" pitchFamily="18" charset="0"/>
                                    </a:rPr>
                                  </m:ctrlPr>
                                </m:sSupPr>
                                <m:e>
                                  <m:r>
                                    <a:rPr lang="en-GB" sz="1200" b="0" i="1" smtClean="0">
                                      <a:latin typeface="Cambria Math" panose="02040503050406030204" pitchFamily="18" charset="0"/>
                                    </a:rPr>
                                    <m:t>10</m:t>
                                  </m:r>
                                </m:e>
                                <m:sup>
                                  <m:r>
                                    <a:rPr lang="en-GB" sz="1200" b="0" i="1" smtClean="0">
                                      <a:latin typeface="Cambria Math" panose="02040503050406030204" pitchFamily="18" charset="0"/>
                                    </a:rPr>
                                    <m:t>4</m:t>
                                  </m:r>
                                </m:sup>
                              </m:sSup>
                              <m:r>
                                <a:rPr lang="en-GB" sz="1200" b="0" i="1" smtClean="0">
                                  <a:latin typeface="Cambria Math" panose="02040503050406030204" pitchFamily="18" charset="0"/>
                                  <a:ea typeface="Cambria Math" panose="02040503050406030204" pitchFamily="18" charset="0"/>
                                </a:rPr>
                                <m:t>×</m:t>
                              </m:r>
                              <m:sSup>
                                <m:sSupPr>
                                  <m:ctrlPr>
                                    <a:rPr lang="en-GB" sz="1200" b="0" i="1" smtClean="0">
                                      <a:latin typeface="Cambria Math" panose="02040503050406030204" pitchFamily="18" charset="0"/>
                                      <a:ea typeface="Cambria Math" panose="02040503050406030204" pitchFamily="18" charset="0"/>
                                    </a:rPr>
                                  </m:ctrlPr>
                                </m:sSupPr>
                                <m:e>
                                  <m:r>
                                    <a:rPr lang="en-GB" sz="1200" b="0" i="1" smtClean="0">
                                      <a:latin typeface="Cambria Math" panose="02040503050406030204" pitchFamily="18" charset="0"/>
                                      <a:ea typeface="Cambria Math" panose="02040503050406030204" pitchFamily="18" charset="0"/>
                                    </a:rPr>
                                    <m:t>10</m:t>
                                  </m:r>
                                </m:e>
                                <m:sup>
                                  <m:r>
                                    <a:rPr lang="en-GB" sz="1200" b="0" i="1" smtClean="0">
                                      <a:latin typeface="Cambria Math" panose="02040503050406030204" pitchFamily="18" charset="0"/>
                                      <a:ea typeface="Cambria Math" panose="02040503050406030204" pitchFamily="18" charset="0"/>
                                    </a:rPr>
                                    <m:t>−1</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i) </a:t>
                          </a:r>
                          <a14:m>
                            <m:oMath xmlns:m="http://schemas.openxmlformats.org/officeDocument/2006/math">
                              <m:sSup>
                                <m:sSupPr>
                                  <m:ctrlPr>
                                    <a:rPr lang="en-GB" sz="1200" b="0" i="1" smtClean="0">
                                      <a:latin typeface="Cambria Math" panose="02040503050406030204" pitchFamily="18" charset="0"/>
                                    </a:rPr>
                                  </m:ctrlPr>
                                </m:sSupPr>
                                <m:e>
                                  <m:r>
                                    <a:rPr lang="en-GB" sz="1200" b="0" i="1" smtClean="0">
                                      <a:latin typeface="Cambria Math" panose="02040503050406030204" pitchFamily="18" charset="0"/>
                                    </a:rPr>
                                    <m:t>10</m:t>
                                  </m:r>
                                </m:e>
                                <m:sup>
                                  <m:r>
                                    <a:rPr lang="en-GB" sz="1200" b="0" i="1" smtClean="0">
                                      <a:latin typeface="Cambria Math" panose="02040503050406030204" pitchFamily="18" charset="0"/>
                                    </a:rPr>
                                    <m:t>−1</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j) </a:t>
                          </a:r>
                          <a14:m>
                            <m:oMath xmlns:m="http://schemas.openxmlformats.org/officeDocument/2006/math">
                              <m:sSup>
                                <m:sSupPr>
                                  <m:ctrlPr>
                                    <a:rPr lang="en-GB" sz="1200" b="0" i="1" smtClean="0">
                                      <a:latin typeface="Cambria Math" panose="02040503050406030204" pitchFamily="18" charset="0"/>
                                    </a:rPr>
                                  </m:ctrlPr>
                                </m:sSupPr>
                                <m:e>
                                  <m:r>
                                    <a:rPr lang="en-GB" sz="1200" b="0" i="1" smtClean="0">
                                      <a:latin typeface="Cambria Math" panose="02040503050406030204" pitchFamily="18" charset="0"/>
                                    </a:rPr>
                                    <m:t>10</m:t>
                                  </m:r>
                                </m:e>
                                <m:sup>
                                  <m:r>
                                    <a:rPr lang="en-GB" sz="1200" b="0" i="1" smtClean="0">
                                      <a:latin typeface="Cambria Math" panose="02040503050406030204" pitchFamily="18" charset="0"/>
                                    </a:rPr>
                                    <m:t>−2</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12214439"/>
                      </a:ext>
                    </a:extLst>
                  </a:tr>
                </a:tbl>
              </a:graphicData>
            </a:graphic>
          </p:graphicFrame>
        </mc:Choice>
        <mc:Fallback xmlns="">
          <p:graphicFrame>
            <p:nvGraphicFramePr>
              <p:cNvPr id="12" name="Table 11">
                <a:extLst>
                  <a:ext uri="{FF2B5EF4-FFF2-40B4-BE49-F238E27FC236}">
                    <a16:creationId xmlns:a16="http://schemas.microsoft.com/office/drawing/2014/main" id="{E23E09AD-7749-D459-D47E-26B020857ABB}"/>
                  </a:ext>
                </a:extLst>
              </p:cNvPr>
              <p:cNvGraphicFramePr>
                <a:graphicFrameLocks noGrp="1"/>
              </p:cNvGraphicFramePr>
              <p:nvPr>
                <p:extLst>
                  <p:ext uri="{D42A27DB-BD31-4B8C-83A1-F6EECF244321}">
                    <p14:modId xmlns:p14="http://schemas.microsoft.com/office/powerpoint/2010/main" val="1443941751"/>
                  </p:ext>
                </p:extLst>
              </p:nvPr>
            </p:nvGraphicFramePr>
            <p:xfrm>
              <a:off x="50796" y="7770559"/>
              <a:ext cx="6751870" cy="1713684"/>
            </p:xfrm>
            <a:graphic>
              <a:graphicData uri="http://schemas.openxmlformats.org/drawingml/2006/table">
                <a:tbl>
                  <a:tblPr>
                    <a:tableStyleId>{5C22544A-7EE6-4342-B048-85BDC9FD1C3A}</a:tableStyleId>
                  </a:tblPr>
                  <a:tblGrid>
                    <a:gridCol w="1176836">
                      <a:extLst>
                        <a:ext uri="{9D8B030D-6E8A-4147-A177-3AD203B41FA5}">
                          <a16:colId xmlns:a16="http://schemas.microsoft.com/office/drawing/2014/main" val="843760139"/>
                        </a:ext>
                      </a:extLst>
                    </a:gridCol>
                    <a:gridCol w="1223683">
                      <a:extLst>
                        <a:ext uri="{9D8B030D-6E8A-4147-A177-3AD203B41FA5}">
                          <a16:colId xmlns:a16="http://schemas.microsoft.com/office/drawing/2014/main" val="1207521119"/>
                        </a:ext>
                      </a:extLst>
                    </a:gridCol>
                    <a:gridCol w="1650603">
                      <a:extLst>
                        <a:ext uri="{9D8B030D-6E8A-4147-A177-3AD203B41FA5}">
                          <a16:colId xmlns:a16="http://schemas.microsoft.com/office/drawing/2014/main" val="3777155113"/>
                        </a:ext>
                      </a:extLst>
                    </a:gridCol>
                    <a:gridCol w="1350374">
                      <a:extLst>
                        <a:ext uri="{9D8B030D-6E8A-4147-A177-3AD203B41FA5}">
                          <a16:colId xmlns:a16="http://schemas.microsoft.com/office/drawing/2014/main" val="409752285"/>
                        </a:ext>
                      </a:extLst>
                    </a:gridCol>
                    <a:gridCol w="1350374">
                      <a:extLst>
                        <a:ext uri="{9D8B030D-6E8A-4147-A177-3AD203B41FA5}">
                          <a16:colId xmlns:a16="http://schemas.microsoft.com/office/drawing/2014/main" val="4003299446"/>
                        </a:ext>
                      </a:extLst>
                    </a:gridCol>
                  </a:tblGrid>
                  <a:tr h="85684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518" t="-709" r="-475648" b="-101418"/>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96517" t="-709" r="-356716" b="-101418"/>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45756" t="-709" r="-164576" b="-101418"/>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301357" t="-709" r="-101810" b="-101418"/>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399550" t="-709" r="-1351" b="-101418"/>
                          </a:stretch>
                        </a:blipFill>
                      </a:tcPr>
                    </a:tc>
                    <a:extLst>
                      <a:ext uri="{0D108BD9-81ED-4DB2-BD59-A6C34878D82A}">
                        <a16:rowId xmlns:a16="http://schemas.microsoft.com/office/drawing/2014/main" val="3407131251"/>
                      </a:ext>
                    </a:extLst>
                  </a:tr>
                  <a:tr h="85684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518" t="-100709" r="-475648" b="-1418"/>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96517" t="-100709" r="-356716" b="-1418"/>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45756" t="-100709" r="-164576" b="-1418"/>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301357" t="-100709" r="-101810" b="-1418"/>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399550" t="-100709" r="-1351" b="-1418"/>
                          </a:stretch>
                        </a:blipFill>
                      </a:tcPr>
                    </a:tc>
                    <a:extLst>
                      <a:ext uri="{0D108BD9-81ED-4DB2-BD59-A6C34878D82A}">
                        <a16:rowId xmlns:a16="http://schemas.microsoft.com/office/drawing/2014/main" val="4212214439"/>
                      </a:ext>
                    </a:extLst>
                  </a:tr>
                </a:tbl>
              </a:graphicData>
            </a:graphic>
          </p:graphicFrame>
        </mc:Fallback>
      </mc:AlternateContent>
      <p:sp>
        <p:nvSpPr>
          <p:cNvPr id="13" name="TextBox 12">
            <a:extLst>
              <a:ext uri="{FF2B5EF4-FFF2-40B4-BE49-F238E27FC236}">
                <a16:creationId xmlns:a16="http://schemas.microsoft.com/office/drawing/2014/main" id="{0DF67945-5EF7-7B7C-1E76-C4DEB0569E35}"/>
              </a:ext>
            </a:extLst>
          </p:cNvPr>
          <p:cNvSpPr txBox="1"/>
          <p:nvPr/>
        </p:nvSpPr>
        <p:spPr>
          <a:xfrm>
            <a:off x="67956" y="7350591"/>
            <a:ext cx="5322378" cy="276999"/>
          </a:xfrm>
          <a:prstGeom prst="rect">
            <a:avLst/>
          </a:prstGeom>
          <a:noFill/>
        </p:spPr>
        <p:txBody>
          <a:bodyPr wrap="square" lIns="91440" tIns="45720" rIns="91440" bIns="45720" rtlCol="0" anchor="t">
            <a:spAutoFit/>
          </a:bodyPr>
          <a:lstStyle/>
          <a:p>
            <a:pPr>
              <a:defRPr/>
            </a:pPr>
            <a:r>
              <a:rPr lang="en-GB" sz="1200" dirty="0">
                <a:solidFill>
                  <a:prstClr val="black"/>
                </a:solidFill>
                <a:latin typeface="Calibri" panose="020F0502020204030204"/>
              </a:rPr>
              <a:t>2</a:t>
            </a:r>
            <a:r>
              <a:rPr kumimoji="0" lang="en-GB" sz="1200" i="0" u="none" strike="noStrike" kern="1200" cap="none" spc="0" normalizeH="0" baseline="0" noProof="0" dirty="0">
                <a:ln>
                  <a:noFill/>
                </a:ln>
                <a:solidFill>
                  <a:prstClr val="black"/>
                </a:solidFill>
                <a:effectLst/>
                <a:uLnTx/>
                <a:uFillTx/>
                <a:latin typeface="Calibri" panose="020F0502020204030204"/>
                <a:ea typeface="+mn-ea"/>
                <a:cs typeface="+mn-cs"/>
              </a:rPr>
              <a:t>. </a:t>
            </a:r>
            <a:r>
              <a:rPr lang="en-GB" sz="1200" dirty="0">
                <a:solidFill>
                  <a:prstClr val="black"/>
                </a:solidFill>
                <a:latin typeface="Calibri" panose="020F0502020204030204"/>
              </a:rPr>
              <a:t>Write each of the following as ordinary number.</a:t>
            </a:r>
            <a:endParaRPr kumimoji="0" lang="en-GB" sz="120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lide Number Placeholder 15">
            <a:extLst>
              <a:ext uri="{FF2B5EF4-FFF2-40B4-BE49-F238E27FC236}">
                <a16:creationId xmlns:a16="http://schemas.microsoft.com/office/drawing/2014/main" id="{715510F8-C589-350F-A943-4465765B2BFB}"/>
              </a:ext>
            </a:extLst>
          </p:cNvPr>
          <p:cNvSpPr>
            <a:spLocks noGrp="1"/>
          </p:cNvSpPr>
          <p:nvPr>
            <p:ph type="sldNum" sz="quarter" idx="12"/>
          </p:nvPr>
        </p:nvSpPr>
        <p:spPr/>
        <p:txBody>
          <a:bodyPr/>
          <a:lstStyle/>
          <a:p>
            <a:fld id="{DFE403A4-BF53-4A18-A219-2FCD9C5F3F46}" type="slidenum">
              <a:rPr lang="en-GB" smtClean="0"/>
              <a:t>64</a:t>
            </a:fld>
            <a:endParaRPr lang="en-GB"/>
          </a:p>
        </p:txBody>
      </p:sp>
    </p:spTree>
    <p:extLst>
      <p:ext uri="{BB962C8B-B14F-4D97-AF65-F5344CB8AC3E}">
        <p14:creationId xmlns:p14="http://schemas.microsoft.com/office/powerpoint/2010/main" val="282304627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4" name="Table 63"/>
          <p:cNvGraphicFramePr>
            <a:graphicFrameLocks noGrp="1"/>
          </p:cNvGraphicFramePr>
          <p:nvPr/>
        </p:nvGraphicFramePr>
        <p:xfrm>
          <a:off x="152428" y="297821"/>
          <a:ext cx="6584547" cy="4121779"/>
        </p:xfrm>
        <a:graphic>
          <a:graphicData uri="http://schemas.openxmlformats.org/drawingml/2006/table">
            <a:tbl>
              <a:tblPr firstRow="1" bandRow="1">
                <a:tableStyleId>{5C22544A-7EE6-4342-B048-85BDC9FD1C3A}</a:tableStyleId>
              </a:tblPr>
              <a:tblGrid>
                <a:gridCol w="1342941">
                  <a:extLst>
                    <a:ext uri="{9D8B030D-6E8A-4147-A177-3AD203B41FA5}">
                      <a16:colId xmlns:a16="http://schemas.microsoft.com/office/drawing/2014/main" val="3124559182"/>
                    </a:ext>
                  </a:extLst>
                </a:gridCol>
                <a:gridCol w="1747202">
                  <a:extLst>
                    <a:ext uri="{9D8B030D-6E8A-4147-A177-3AD203B41FA5}">
                      <a16:colId xmlns:a16="http://schemas.microsoft.com/office/drawing/2014/main" val="1668930051"/>
                    </a:ext>
                  </a:extLst>
                </a:gridCol>
                <a:gridCol w="1747202">
                  <a:extLst>
                    <a:ext uri="{9D8B030D-6E8A-4147-A177-3AD203B41FA5}">
                      <a16:colId xmlns:a16="http://schemas.microsoft.com/office/drawing/2014/main" val="2873958374"/>
                    </a:ext>
                  </a:extLst>
                </a:gridCol>
                <a:gridCol w="1747202">
                  <a:extLst>
                    <a:ext uri="{9D8B030D-6E8A-4147-A177-3AD203B41FA5}">
                      <a16:colId xmlns:a16="http://schemas.microsoft.com/office/drawing/2014/main" val="2414775215"/>
                    </a:ext>
                  </a:extLst>
                </a:gridCol>
              </a:tblGrid>
              <a:tr h="347638">
                <a:tc>
                  <a:txBody>
                    <a:bodyPr/>
                    <a:lstStyle/>
                    <a:p>
                      <a:pPr algn="ctr"/>
                      <a:r>
                        <a:rPr lang="en-US" sz="1200" dirty="0">
                          <a:solidFill>
                            <a:schemeClr val="tx1"/>
                          </a:solidFill>
                        </a:rPr>
                        <a:t>Steps</a:t>
                      </a:r>
                      <a:endParaRPr lang="en-GB"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GB" sz="1200" dirty="0">
                          <a:solidFill>
                            <a:schemeClr val="tx1"/>
                          </a:solidFill>
                        </a:rPr>
                        <a:t>Write in standard form.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en-GB"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en-GB"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47329628"/>
                  </a:ext>
                </a:extLst>
              </a:tr>
              <a:tr h="1223845">
                <a:tc rowSpan="2">
                  <a:txBody>
                    <a:bodyPr/>
                    <a:lstStyle/>
                    <a:p>
                      <a:r>
                        <a:rPr lang="en-US" sz="1200" dirty="0">
                          <a:solidFill>
                            <a:schemeClr val="tx1"/>
                          </a:solidFill>
                        </a:rPr>
                        <a:t>1) </a:t>
                      </a:r>
                      <a:r>
                        <a:rPr lang="en-US" sz="1200" baseline="0" dirty="0">
                          <a:solidFill>
                            <a:schemeClr val="tx1"/>
                          </a:solidFill>
                        </a:rPr>
                        <a:t>Set the first digit to be between 1 and 10.</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dirty="0">
                          <a:solidFill>
                            <a:schemeClr val="tx1"/>
                          </a:solidFill>
                        </a:rPr>
                        <a:t>a) 500</a:t>
                      </a:r>
                      <a:endParaRPr lang="en-GB" sz="1200" dirty="0">
                        <a:solidFill>
                          <a:schemeClr val="tx1"/>
                        </a:solidFill>
                      </a:endParaRPr>
                    </a:p>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a) 300</a:t>
                      </a:r>
                      <a:endParaRPr lang="en-GB" sz="1200" dirty="0">
                        <a:solidFill>
                          <a:schemeClr val="tx1"/>
                        </a:solidFill>
                      </a:endParaRPr>
                    </a:p>
                    <a:p>
                      <a:endParaRPr lang="en-GB" sz="120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dirty="0">
                        <a:solidFill>
                          <a:schemeClr val="tx1"/>
                        </a:solidFill>
                      </a:endParaRPr>
                    </a:p>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28600" marR="0" lvl="0" indent="-228600" algn="l" defTabSz="685800" rtl="0" eaLnBrk="1" fontAlgn="auto" latinLnBrk="0" hangingPunct="1">
                        <a:lnSpc>
                          <a:spcPct val="100000"/>
                        </a:lnSpc>
                        <a:spcBef>
                          <a:spcPts val="0"/>
                        </a:spcBef>
                        <a:spcAft>
                          <a:spcPts val="0"/>
                        </a:spcAft>
                        <a:buClrTx/>
                        <a:buSzTx/>
                        <a:buFontTx/>
                        <a:buAutoNum type="alphaLcParenR"/>
                        <a:tabLst/>
                        <a:defRPr/>
                      </a:pPr>
                      <a:r>
                        <a:rPr lang="en-US" sz="1200" dirty="0">
                          <a:solidFill>
                            <a:schemeClr val="tx1"/>
                          </a:solidFill>
                        </a:rPr>
                        <a:t>800</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41023978"/>
                  </a:ext>
                </a:extLst>
              </a:tr>
              <a:tr h="603813">
                <a:tc vMerge="1">
                  <a:txBody>
                    <a:bodyPr/>
                    <a:lstStyle/>
                    <a:p>
                      <a:endParaRPr lang="en-GB"/>
                    </a:p>
                  </a:txBody>
                  <a:tcPr/>
                </a:tc>
                <a:tc rowSpan="2">
                  <a:txBody>
                    <a:bodyPr/>
                    <a:lstStyle/>
                    <a:p>
                      <a:r>
                        <a:rPr lang="en-US" sz="1200" dirty="0">
                          <a:solidFill>
                            <a:schemeClr val="tx1"/>
                          </a:solidFill>
                        </a:rPr>
                        <a:t>b) 5000</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r>
                        <a:rPr lang="en-US" sz="1200" dirty="0">
                          <a:solidFill>
                            <a:schemeClr val="tx1"/>
                          </a:solidFill>
                        </a:rPr>
                        <a:t>b) 50,000</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b) 2000</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79435149"/>
                  </a:ext>
                </a:extLst>
              </a:tr>
              <a:tr h="610159">
                <a:tc row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2) </a:t>
                      </a:r>
                      <a:r>
                        <a:rPr lang="en-US" sz="1200" baseline="0" dirty="0">
                          <a:solidFill>
                            <a:schemeClr val="tx1"/>
                          </a:solidFill>
                        </a:rPr>
                        <a:t>Show how many times you must multiply by 10 to represent the number</a:t>
                      </a:r>
                      <a:endParaRPr lang="en-GB" sz="1200" dirty="0">
                        <a:solidFill>
                          <a:schemeClr val="tx1"/>
                        </a:solidFill>
                      </a:endParaRPr>
                    </a:p>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010549500"/>
                  </a:ext>
                </a:extLst>
              </a:tr>
              <a:tr h="1336324">
                <a:tc vMerge="1">
                  <a:txBody>
                    <a:bodyPr/>
                    <a:lstStyle/>
                    <a:p>
                      <a:endParaRPr lang="en-GB"/>
                    </a:p>
                  </a:txBody>
                  <a:tcPr/>
                </a:tc>
                <a:tc>
                  <a:txBody>
                    <a:bodyPr/>
                    <a:lstStyle/>
                    <a:p>
                      <a:r>
                        <a:rPr lang="en-US" sz="1200" dirty="0">
                          <a:solidFill>
                            <a:schemeClr val="tx1"/>
                          </a:solidFill>
                        </a:rPr>
                        <a:t>c)</a:t>
                      </a:r>
                      <a:r>
                        <a:rPr lang="en-US" sz="1200" baseline="0" dirty="0">
                          <a:solidFill>
                            <a:schemeClr val="tx1"/>
                          </a:solidFill>
                        </a:rPr>
                        <a:t> </a:t>
                      </a:r>
                      <a:r>
                        <a:rPr lang="en-US" sz="1200" dirty="0">
                          <a:solidFill>
                            <a:schemeClr val="tx1"/>
                          </a:solidFill>
                        </a:rPr>
                        <a:t>5,000,000</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dirty="0">
                          <a:solidFill>
                            <a:schemeClr val="tx1"/>
                          </a:solidFill>
                        </a:rPr>
                        <a:t>c) 6000</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c) 900,000</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60303983"/>
                  </a:ext>
                </a:extLst>
              </a:tr>
            </a:tbl>
          </a:graphicData>
        </a:graphic>
      </p:graphicFrame>
      <p:grpSp>
        <p:nvGrpSpPr>
          <p:cNvPr id="66" name="Group 65"/>
          <p:cNvGrpSpPr/>
          <p:nvPr/>
        </p:nvGrpSpPr>
        <p:grpSpPr>
          <a:xfrm>
            <a:off x="1613171" y="0"/>
            <a:ext cx="4968901" cy="297821"/>
            <a:chOff x="1783036" y="6700444"/>
            <a:chExt cx="4968901" cy="297821"/>
          </a:xfrm>
        </p:grpSpPr>
        <p:sp>
          <p:nvSpPr>
            <p:cNvPr id="67" name="TextBox 66">
              <a:extLst>
                <a:ext uri="{FF2B5EF4-FFF2-40B4-BE49-F238E27FC236}">
                  <a16:creationId xmlns:a16="http://schemas.microsoft.com/office/drawing/2014/main" id="{88BE26D3-BD12-8F4B-9608-3EB6530361A1}"/>
                </a:ext>
              </a:extLst>
            </p:cNvPr>
            <p:cNvSpPr txBox="1"/>
            <p:nvPr/>
          </p:nvSpPr>
          <p:spPr>
            <a:xfrm>
              <a:off x="1783036" y="6721266"/>
              <a:ext cx="1308500" cy="276999"/>
            </a:xfrm>
            <a:prstGeom prst="rect">
              <a:avLst/>
            </a:prstGeom>
            <a:noFill/>
            <a:ln>
              <a:noFill/>
            </a:ln>
          </p:spPr>
          <p:txBody>
            <a:bodyPr wrap="none" rtlCol="0">
              <a:spAutoFit/>
            </a:bodyPr>
            <a:lstStyle/>
            <a:p>
              <a:r>
                <a:rPr lang="en-GB" sz="1200" b="1" i="1" dirty="0">
                  <a:solidFill>
                    <a:srgbClr val="FF0000"/>
                  </a:solidFill>
                </a:rPr>
                <a:t>Example 1 - I do…</a:t>
              </a:r>
            </a:p>
          </p:txBody>
        </p:sp>
        <p:sp>
          <p:nvSpPr>
            <p:cNvPr id="68" name="TextBox 67">
              <a:extLst>
                <a:ext uri="{FF2B5EF4-FFF2-40B4-BE49-F238E27FC236}">
                  <a16:creationId xmlns:a16="http://schemas.microsoft.com/office/drawing/2014/main" id="{12910BCB-308B-9841-AF03-2F9D2E6E678C}"/>
                </a:ext>
              </a:extLst>
            </p:cNvPr>
            <p:cNvSpPr txBox="1"/>
            <p:nvPr/>
          </p:nvSpPr>
          <p:spPr>
            <a:xfrm>
              <a:off x="3302621" y="6716325"/>
              <a:ext cx="1541512" cy="276999"/>
            </a:xfrm>
            <a:prstGeom prst="rect">
              <a:avLst/>
            </a:prstGeom>
            <a:noFill/>
            <a:ln>
              <a:noFill/>
            </a:ln>
          </p:spPr>
          <p:txBody>
            <a:bodyPr wrap="none" rtlCol="0">
              <a:spAutoFit/>
            </a:bodyPr>
            <a:lstStyle/>
            <a:p>
              <a:r>
                <a:rPr lang="en-GB" sz="1200" b="1" i="1" dirty="0">
                  <a:solidFill>
                    <a:schemeClr val="accent2"/>
                  </a:solidFill>
                </a:rPr>
                <a:t>  Example 2– We do…</a:t>
              </a:r>
            </a:p>
          </p:txBody>
        </p:sp>
        <p:sp>
          <p:nvSpPr>
            <p:cNvPr id="70" name="TextBox 69">
              <a:extLst>
                <a:ext uri="{FF2B5EF4-FFF2-40B4-BE49-F238E27FC236}">
                  <a16:creationId xmlns:a16="http://schemas.microsoft.com/office/drawing/2014/main" id="{12910BCB-308B-9841-AF03-2F9D2E6E678C}"/>
                </a:ext>
              </a:extLst>
            </p:cNvPr>
            <p:cNvSpPr txBox="1"/>
            <p:nvPr/>
          </p:nvSpPr>
          <p:spPr>
            <a:xfrm>
              <a:off x="5222672" y="6700444"/>
              <a:ext cx="1529265" cy="276999"/>
            </a:xfrm>
            <a:prstGeom prst="rect">
              <a:avLst/>
            </a:prstGeom>
            <a:noFill/>
            <a:ln>
              <a:noFill/>
            </a:ln>
          </p:spPr>
          <p:txBody>
            <a:bodyPr wrap="none" rtlCol="0">
              <a:spAutoFit/>
            </a:bodyPr>
            <a:lstStyle/>
            <a:p>
              <a:r>
                <a:rPr lang="en-GB" sz="1200" b="1" i="1" dirty="0">
                  <a:solidFill>
                    <a:srgbClr val="00B050"/>
                  </a:solidFill>
                </a:rPr>
                <a:t>Example 3 – You do…</a:t>
              </a:r>
            </a:p>
          </p:txBody>
        </p:sp>
      </p:grpSp>
      <p:sp>
        <p:nvSpPr>
          <p:cNvPr id="9" name="Rectangle 8">
            <a:extLst>
              <a:ext uri="{FF2B5EF4-FFF2-40B4-BE49-F238E27FC236}">
                <a16:creationId xmlns:a16="http://schemas.microsoft.com/office/drawing/2014/main" id="{216EE57B-3207-D7DA-D584-97B2A14E433B}"/>
              </a:ext>
            </a:extLst>
          </p:cNvPr>
          <p:cNvSpPr/>
          <p:nvPr/>
        </p:nvSpPr>
        <p:spPr>
          <a:xfrm>
            <a:off x="152428" y="4464336"/>
            <a:ext cx="1087423" cy="379274"/>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100" dirty="0"/>
              <a:t>INDEPENDENT PRACTICE</a:t>
            </a:r>
          </a:p>
        </p:txBody>
      </p:sp>
      <p:sp>
        <p:nvSpPr>
          <p:cNvPr id="10" name="TextBox 9">
            <a:extLst>
              <a:ext uri="{FF2B5EF4-FFF2-40B4-BE49-F238E27FC236}">
                <a16:creationId xmlns:a16="http://schemas.microsoft.com/office/drawing/2014/main" id="{4F8312FE-85B3-6589-F8BC-67F61C7317DD}"/>
              </a:ext>
            </a:extLst>
          </p:cNvPr>
          <p:cNvSpPr txBox="1"/>
          <p:nvPr/>
        </p:nvSpPr>
        <p:spPr>
          <a:xfrm>
            <a:off x="1239851" y="4493045"/>
            <a:ext cx="3326203" cy="276999"/>
          </a:xfrm>
          <a:prstGeom prst="rect">
            <a:avLst/>
          </a:prstGeom>
          <a:noFill/>
        </p:spPr>
        <p:txBody>
          <a:bodyPr wrap="square" lIns="91440" tIns="45720" rIns="91440" bIns="45720" rtlCol="0" anchor="t">
            <a:spAutoFit/>
          </a:bodyPr>
          <a:lstStyle/>
          <a:p>
            <a:pPr>
              <a:defRPr/>
            </a:pPr>
            <a:r>
              <a:rPr lang="en-GB" sz="1200" dirty="0">
                <a:solidFill>
                  <a:prstClr val="black"/>
                </a:solidFill>
                <a:latin typeface="Calibri" panose="020F0502020204030204"/>
              </a:rPr>
              <a:t>3</a:t>
            </a:r>
            <a:r>
              <a:rPr kumimoji="0" lang="en-GB" sz="1200" i="0" u="none" strike="noStrike" kern="1200" cap="none" spc="0" normalizeH="0" baseline="0" noProof="0" dirty="0">
                <a:ln>
                  <a:noFill/>
                </a:ln>
                <a:solidFill>
                  <a:prstClr val="black"/>
                </a:solidFill>
                <a:effectLst/>
                <a:uLnTx/>
                <a:uFillTx/>
                <a:latin typeface="Calibri" panose="020F0502020204030204"/>
                <a:ea typeface="+mn-ea"/>
                <a:cs typeface="+mn-cs"/>
              </a:rPr>
              <a:t>. </a:t>
            </a:r>
            <a:r>
              <a:rPr lang="en-GB" sz="1200" dirty="0">
                <a:solidFill>
                  <a:prstClr val="black"/>
                </a:solidFill>
                <a:latin typeface="Calibri" panose="020F0502020204030204"/>
              </a:rPr>
              <a:t>Write each of the following in standard form.</a:t>
            </a:r>
            <a:endParaRPr kumimoji="0" lang="en-GB" sz="120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11" name="Table 10">
            <a:extLst>
              <a:ext uri="{FF2B5EF4-FFF2-40B4-BE49-F238E27FC236}">
                <a16:creationId xmlns:a16="http://schemas.microsoft.com/office/drawing/2014/main" id="{7B4FC22C-6DBB-150F-0BB0-281CEA625157}"/>
              </a:ext>
            </a:extLst>
          </p:cNvPr>
          <p:cNvGraphicFramePr>
            <a:graphicFrameLocks noGrp="1"/>
          </p:cNvGraphicFramePr>
          <p:nvPr/>
        </p:nvGraphicFramePr>
        <p:xfrm>
          <a:off x="99567" y="4959681"/>
          <a:ext cx="6690268" cy="4724698"/>
        </p:xfrm>
        <a:graphic>
          <a:graphicData uri="http://schemas.openxmlformats.org/drawingml/2006/table">
            <a:tbl>
              <a:tblPr>
                <a:tableStyleId>{5C22544A-7EE6-4342-B048-85BDC9FD1C3A}</a:tableStyleId>
              </a:tblPr>
              <a:tblGrid>
                <a:gridCol w="1672567">
                  <a:extLst>
                    <a:ext uri="{9D8B030D-6E8A-4147-A177-3AD203B41FA5}">
                      <a16:colId xmlns:a16="http://schemas.microsoft.com/office/drawing/2014/main" val="3886940190"/>
                    </a:ext>
                  </a:extLst>
                </a:gridCol>
                <a:gridCol w="1672567">
                  <a:extLst>
                    <a:ext uri="{9D8B030D-6E8A-4147-A177-3AD203B41FA5}">
                      <a16:colId xmlns:a16="http://schemas.microsoft.com/office/drawing/2014/main" val="4064358503"/>
                    </a:ext>
                  </a:extLst>
                </a:gridCol>
                <a:gridCol w="1672567">
                  <a:extLst>
                    <a:ext uri="{9D8B030D-6E8A-4147-A177-3AD203B41FA5}">
                      <a16:colId xmlns:a16="http://schemas.microsoft.com/office/drawing/2014/main" val="999292452"/>
                    </a:ext>
                  </a:extLst>
                </a:gridCol>
                <a:gridCol w="1672567">
                  <a:extLst>
                    <a:ext uri="{9D8B030D-6E8A-4147-A177-3AD203B41FA5}">
                      <a16:colId xmlns:a16="http://schemas.microsoft.com/office/drawing/2014/main" val="264117368"/>
                    </a:ext>
                  </a:extLst>
                </a:gridCol>
              </a:tblGrid>
              <a:tr h="1232542">
                <a:tc>
                  <a:txBody>
                    <a:bodyPr/>
                    <a:lstStyle/>
                    <a:p>
                      <a:pPr marL="228600" indent="-228600">
                        <a:buAutoNum type="alphaLcParenR"/>
                      </a:pPr>
                      <a:r>
                        <a:rPr lang="en-GB" sz="1200" dirty="0"/>
                        <a:t>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b) 30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c) 70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d) 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18044020"/>
                  </a:ext>
                </a:extLst>
              </a:tr>
              <a:tr h="1164052">
                <a:tc>
                  <a:txBody>
                    <a:bodyPr/>
                    <a:lstStyle/>
                    <a:p>
                      <a:r>
                        <a:rPr lang="en-GB" sz="1200" dirty="0"/>
                        <a:t>e) 200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f) 2000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g) 400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h) Seven hundred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20316965"/>
                  </a:ext>
                </a:extLst>
              </a:tr>
              <a:tr h="1164052">
                <a:tc>
                  <a:txBody>
                    <a:bodyPr/>
                    <a:lstStyle/>
                    <a:p>
                      <a:pPr marL="285750" indent="-285750">
                        <a:buAutoNum type="romanLcParenR"/>
                      </a:pPr>
                      <a:r>
                        <a:rPr lang="en-GB" sz="1200" dirty="0"/>
                        <a:t>900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j) 1000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k) 40 000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l) Sixty thousand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74832381"/>
                  </a:ext>
                </a:extLst>
              </a:tr>
              <a:tr h="1164052">
                <a:tc>
                  <a:txBody>
                    <a:bodyPr/>
                    <a:lstStyle/>
                    <a:p>
                      <a:r>
                        <a:rPr lang="en-GB" sz="1200" dirty="0"/>
                        <a:t>m) 90 million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n) Four hundred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o) 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p) 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18359506"/>
                  </a:ext>
                </a:extLst>
              </a:tr>
            </a:tbl>
          </a:graphicData>
        </a:graphic>
      </p:graphicFrame>
      <p:sp>
        <p:nvSpPr>
          <p:cNvPr id="14" name="Slide Number Placeholder 13">
            <a:extLst>
              <a:ext uri="{FF2B5EF4-FFF2-40B4-BE49-F238E27FC236}">
                <a16:creationId xmlns:a16="http://schemas.microsoft.com/office/drawing/2014/main" id="{007D1D4D-5354-9C7F-4B32-87B3A2AECD92}"/>
              </a:ext>
            </a:extLst>
          </p:cNvPr>
          <p:cNvSpPr>
            <a:spLocks noGrp="1"/>
          </p:cNvSpPr>
          <p:nvPr>
            <p:ph type="sldNum" sz="quarter" idx="12"/>
          </p:nvPr>
        </p:nvSpPr>
        <p:spPr/>
        <p:txBody>
          <a:bodyPr/>
          <a:lstStyle/>
          <a:p>
            <a:fld id="{DFE403A4-BF53-4A18-A219-2FCD9C5F3F46}" type="slidenum">
              <a:rPr lang="en-GB" smtClean="0"/>
              <a:t>65</a:t>
            </a:fld>
            <a:endParaRPr lang="en-GB"/>
          </a:p>
        </p:txBody>
      </p:sp>
    </p:spTree>
    <p:extLst>
      <p:ext uri="{BB962C8B-B14F-4D97-AF65-F5344CB8AC3E}">
        <p14:creationId xmlns:p14="http://schemas.microsoft.com/office/powerpoint/2010/main" val="269218302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7" name="Table 106"/>
          <p:cNvGraphicFramePr>
            <a:graphicFrameLocks noGrp="1"/>
          </p:cNvGraphicFramePr>
          <p:nvPr/>
        </p:nvGraphicFramePr>
        <p:xfrm>
          <a:off x="122185" y="349593"/>
          <a:ext cx="6660741" cy="4074489"/>
        </p:xfrm>
        <a:graphic>
          <a:graphicData uri="http://schemas.openxmlformats.org/drawingml/2006/table">
            <a:tbl>
              <a:tblPr firstRow="1" bandRow="1">
                <a:tableStyleId>{5C22544A-7EE6-4342-B048-85BDC9FD1C3A}</a:tableStyleId>
              </a:tblPr>
              <a:tblGrid>
                <a:gridCol w="1358481">
                  <a:extLst>
                    <a:ext uri="{9D8B030D-6E8A-4147-A177-3AD203B41FA5}">
                      <a16:colId xmlns:a16="http://schemas.microsoft.com/office/drawing/2014/main" val="3124559182"/>
                    </a:ext>
                  </a:extLst>
                </a:gridCol>
                <a:gridCol w="1767420">
                  <a:extLst>
                    <a:ext uri="{9D8B030D-6E8A-4147-A177-3AD203B41FA5}">
                      <a16:colId xmlns:a16="http://schemas.microsoft.com/office/drawing/2014/main" val="1668930051"/>
                    </a:ext>
                  </a:extLst>
                </a:gridCol>
                <a:gridCol w="1767420">
                  <a:extLst>
                    <a:ext uri="{9D8B030D-6E8A-4147-A177-3AD203B41FA5}">
                      <a16:colId xmlns:a16="http://schemas.microsoft.com/office/drawing/2014/main" val="2873958374"/>
                    </a:ext>
                  </a:extLst>
                </a:gridCol>
                <a:gridCol w="1767420">
                  <a:extLst>
                    <a:ext uri="{9D8B030D-6E8A-4147-A177-3AD203B41FA5}">
                      <a16:colId xmlns:a16="http://schemas.microsoft.com/office/drawing/2014/main" val="2414775215"/>
                    </a:ext>
                  </a:extLst>
                </a:gridCol>
              </a:tblGrid>
              <a:tr h="282419">
                <a:tc>
                  <a:txBody>
                    <a:bodyPr/>
                    <a:lstStyle/>
                    <a:p>
                      <a:pPr algn="ctr"/>
                      <a:r>
                        <a:rPr lang="en-US" sz="1200" dirty="0">
                          <a:solidFill>
                            <a:schemeClr val="tx1"/>
                          </a:solidFill>
                        </a:rPr>
                        <a:t>Steps</a:t>
                      </a:r>
                      <a:endParaRPr lang="en-GB"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GB" sz="1200" dirty="0">
                          <a:solidFill>
                            <a:schemeClr val="tx1"/>
                          </a:solidFill>
                        </a:rPr>
                        <a:t>Write in standard form.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en-GB"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en-GB"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47329628"/>
                  </a:ext>
                </a:extLst>
              </a:tr>
              <a:tr h="1095573">
                <a:tc row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dirty="0">
                          <a:solidFill>
                            <a:schemeClr val="tx1"/>
                          </a:solidFill>
                        </a:rPr>
                        <a:t>1) Set the first digit to be between 1 and 10.</a:t>
                      </a:r>
                      <a:endParaRPr lang="en-GB" sz="1200" dirty="0">
                        <a:solidFill>
                          <a:schemeClr val="tx1"/>
                        </a:solidFill>
                      </a:endParaRPr>
                    </a:p>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dirty="0">
                          <a:solidFill>
                            <a:schemeClr val="tx1"/>
                          </a:solidFill>
                        </a:rPr>
                        <a:t>a) 120</a:t>
                      </a:r>
                      <a:endParaRPr lang="en-GB" sz="1200" dirty="0">
                        <a:solidFill>
                          <a:schemeClr val="tx1"/>
                        </a:solidFill>
                      </a:endParaRPr>
                    </a:p>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a) 360</a:t>
                      </a:r>
                      <a:endParaRPr lang="en-GB" sz="120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dirty="0">
                        <a:solidFill>
                          <a:schemeClr val="tx1"/>
                        </a:solidFill>
                      </a:endParaRPr>
                    </a:p>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28600" marR="0" lvl="0" indent="-228600" algn="l" defTabSz="685800" rtl="0" eaLnBrk="1" fontAlgn="auto" latinLnBrk="0" hangingPunct="1">
                        <a:lnSpc>
                          <a:spcPct val="100000"/>
                        </a:lnSpc>
                        <a:spcBef>
                          <a:spcPts val="0"/>
                        </a:spcBef>
                        <a:spcAft>
                          <a:spcPts val="0"/>
                        </a:spcAft>
                        <a:buClrTx/>
                        <a:buSzTx/>
                        <a:buFontTx/>
                        <a:buAutoNum type="alphaLcParenR"/>
                        <a:tabLst/>
                        <a:defRPr/>
                      </a:pPr>
                      <a:r>
                        <a:rPr lang="en-US" sz="1200" dirty="0">
                          <a:solidFill>
                            <a:schemeClr val="tx1"/>
                          </a:solidFill>
                        </a:rPr>
                        <a:t>820</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41023978"/>
                  </a:ext>
                </a:extLst>
              </a:tr>
              <a:tr h="588550">
                <a:tc vMerge="1">
                  <a:txBody>
                    <a:bodyPr/>
                    <a:lstStyle/>
                    <a:p>
                      <a:endParaRPr lang="en-GB"/>
                    </a:p>
                  </a:txBody>
                  <a:tcPr/>
                </a:tc>
                <a:tc rowSpan="2">
                  <a:txBody>
                    <a:bodyPr/>
                    <a:lstStyle/>
                    <a:p>
                      <a:r>
                        <a:rPr lang="en-US" sz="1200" dirty="0">
                          <a:solidFill>
                            <a:schemeClr val="tx1"/>
                          </a:solidFill>
                        </a:rPr>
                        <a:t>b) 1200</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r>
                        <a:rPr lang="en-US" sz="1200" dirty="0">
                          <a:solidFill>
                            <a:schemeClr val="tx1"/>
                          </a:solidFill>
                        </a:rPr>
                        <a:t>b) 48000</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b) 4500</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79435149"/>
                  </a:ext>
                </a:extLst>
              </a:tr>
              <a:tr h="502587">
                <a:tc row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2) </a:t>
                      </a:r>
                      <a:r>
                        <a:rPr lang="en-US" sz="1200" baseline="0" dirty="0">
                          <a:solidFill>
                            <a:schemeClr val="tx1"/>
                          </a:solidFill>
                        </a:rPr>
                        <a:t>Show many times you must multiply by 10 to represent the number</a:t>
                      </a:r>
                      <a:endParaRPr lang="en-GB" sz="1200" dirty="0">
                        <a:solidFill>
                          <a:schemeClr val="tx1"/>
                        </a:solidFill>
                      </a:endParaRPr>
                    </a:p>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948110557"/>
                  </a:ext>
                </a:extLst>
              </a:tr>
              <a:tr h="1605360">
                <a:tc vMerge="1">
                  <a:txBody>
                    <a:bodyPr/>
                    <a:lstStyle/>
                    <a:p>
                      <a:endParaRPr lang="en-GB" dirty="0"/>
                    </a:p>
                  </a:txBody>
                  <a:tcPr/>
                </a:tc>
                <a:tc>
                  <a:txBody>
                    <a:bodyPr/>
                    <a:lstStyle/>
                    <a:p>
                      <a:r>
                        <a:rPr lang="en-US" sz="1200" dirty="0">
                          <a:solidFill>
                            <a:schemeClr val="tx1"/>
                          </a:solidFill>
                        </a:rPr>
                        <a:t>c) 12300</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dirty="0">
                          <a:solidFill>
                            <a:schemeClr val="tx1"/>
                          </a:solidFill>
                        </a:rPr>
                        <a:t>c) 148000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c) 12700</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60303983"/>
                  </a:ext>
                </a:extLst>
              </a:tr>
            </a:tbl>
          </a:graphicData>
        </a:graphic>
      </p:graphicFrame>
      <p:grpSp>
        <p:nvGrpSpPr>
          <p:cNvPr id="109" name="Group 108"/>
          <p:cNvGrpSpPr/>
          <p:nvPr/>
        </p:nvGrpSpPr>
        <p:grpSpPr>
          <a:xfrm>
            <a:off x="1706410" y="0"/>
            <a:ext cx="4850285" cy="315600"/>
            <a:chOff x="1783036" y="6721266"/>
            <a:chExt cx="4850285" cy="315600"/>
          </a:xfrm>
        </p:grpSpPr>
        <p:sp>
          <p:nvSpPr>
            <p:cNvPr id="110" name="TextBox 109">
              <a:extLst>
                <a:ext uri="{FF2B5EF4-FFF2-40B4-BE49-F238E27FC236}">
                  <a16:creationId xmlns:a16="http://schemas.microsoft.com/office/drawing/2014/main" id="{88BE26D3-BD12-8F4B-9608-3EB6530361A1}"/>
                </a:ext>
              </a:extLst>
            </p:cNvPr>
            <p:cNvSpPr txBox="1"/>
            <p:nvPr/>
          </p:nvSpPr>
          <p:spPr>
            <a:xfrm>
              <a:off x="1783036" y="6721266"/>
              <a:ext cx="1308500" cy="276999"/>
            </a:xfrm>
            <a:prstGeom prst="rect">
              <a:avLst/>
            </a:prstGeom>
            <a:noFill/>
            <a:ln>
              <a:noFill/>
            </a:ln>
          </p:spPr>
          <p:txBody>
            <a:bodyPr wrap="none" rtlCol="0">
              <a:spAutoFit/>
            </a:bodyPr>
            <a:lstStyle/>
            <a:p>
              <a:r>
                <a:rPr lang="en-GB" sz="1200" b="1" i="1" dirty="0">
                  <a:solidFill>
                    <a:srgbClr val="FF0000"/>
                  </a:solidFill>
                </a:rPr>
                <a:t>Example 4 - I do…</a:t>
              </a:r>
            </a:p>
          </p:txBody>
        </p:sp>
        <p:sp>
          <p:nvSpPr>
            <p:cNvPr id="113" name="TextBox 112">
              <a:extLst>
                <a:ext uri="{FF2B5EF4-FFF2-40B4-BE49-F238E27FC236}">
                  <a16:creationId xmlns:a16="http://schemas.microsoft.com/office/drawing/2014/main" id="{12910BCB-308B-9841-AF03-2F9D2E6E678C}"/>
                </a:ext>
              </a:extLst>
            </p:cNvPr>
            <p:cNvSpPr txBox="1"/>
            <p:nvPr/>
          </p:nvSpPr>
          <p:spPr>
            <a:xfrm>
              <a:off x="3331649" y="6759867"/>
              <a:ext cx="1470980" cy="276999"/>
            </a:xfrm>
            <a:prstGeom prst="rect">
              <a:avLst/>
            </a:prstGeom>
            <a:noFill/>
            <a:ln>
              <a:noFill/>
            </a:ln>
          </p:spPr>
          <p:txBody>
            <a:bodyPr wrap="none" rtlCol="0">
              <a:spAutoFit/>
            </a:bodyPr>
            <a:lstStyle/>
            <a:p>
              <a:r>
                <a:rPr lang="en-GB" sz="1200" b="1" i="1" dirty="0">
                  <a:solidFill>
                    <a:schemeClr val="accent2"/>
                  </a:solidFill>
                </a:rPr>
                <a:t>Example 5– We do…</a:t>
              </a:r>
            </a:p>
          </p:txBody>
        </p:sp>
        <p:sp>
          <p:nvSpPr>
            <p:cNvPr id="114" name="TextBox 113">
              <a:extLst>
                <a:ext uri="{FF2B5EF4-FFF2-40B4-BE49-F238E27FC236}">
                  <a16:creationId xmlns:a16="http://schemas.microsoft.com/office/drawing/2014/main" id="{12910BCB-308B-9841-AF03-2F9D2E6E678C}"/>
                </a:ext>
              </a:extLst>
            </p:cNvPr>
            <p:cNvSpPr txBox="1"/>
            <p:nvPr/>
          </p:nvSpPr>
          <p:spPr>
            <a:xfrm>
              <a:off x="5104056" y="6745352"/>
              <a:ext cx="1529265" cy="276999"/>
            </a:xfrm>
            <a:prstGeom prst="rect">
              <a:avLst/>
            </a:prstGeom>
            <a:noFill/>
            <a:ln>
              <a:noFill/>
            </a:ln>
          </p:spPr>
          <p:txBody>
            <a:bodyPr wrap="none" rtlCol="0">
              <a:spAutoFit/>
            </a:bodyPr>
            <a:lstStyle/>
            <a:p>
              <a:r>
                <a:rPr lang="en-GB" sz="1200" b="1" i="1" dirty="0">
                  <a:solidFill>
                    <a:srgbClr val="00B050"/>
                  </a:solidFill>
                </a:rPr>
                <a:t>Example 6 – You do…</a:t>
              </a:r>
            </a:p>
          </p:txBody>
        </p:sp>
      </p:grpSp>
      <p:sp>
        <p:nvSpPr>
          <p:cNvPr id="4" name="Rectangle 3">
            <a:extLst>
              <a:ext uri="{FF2B5EF4-FFF2-40B4-BE49-F238E27FC236}">
                <a16:creationId xmlns:a16="http://schemas.microsoft.com/office/drawing/2014/main" id="{207DD482-9FA2-1BF9-9E5D-753C4297E0C2}"/>
              </a:ext>
            </a:extLst>
          </p:cNvPr>
          <p:cNvSpPr/>
          <p:nvPr/>
        </p:nvSpPr>
        <p:spPr>
          <a:xfrm>
            <a:off x="145519" y="4495712"/>
            <a:ext cx="1087423" cy="379274"/>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100" dirty="0"/>
              <a:t>INDEPENDENT PRACTICE</a:t>
            </a:r>
          </a:p>
        </p:txBody>
      </p:sp>
      <p:sp>
        <p:nvSpPr>
          <p:cNvPr id="5" name="TextBox 4">
            <a:extLst>
              <a:ext uri="{FF2B5EF4-FFF2-40B4-BE49-F238E27FC236}">
                <a16:creationId xmlns:a16="http://schemas.microsoft.com/office/drawing/2014/main" id="{8C166357-41BD-E8DC-8716-1DA0FF7473BD}"/>
              </a:ext>
            </a:extLst>
          </p:cNvPr>
          <p:cNvSpPr txBox="1"/>
          <p:nvPr/>
        </p:nvSpPr>
        <p:spPr>
          <a:xfrm>
            <a:off x="1232942" y="4524421"/>
            <a:ext cx="3326203" cy="276999"/>
          </a:xfrm>
          <a:prstGeom prst="rect">
            <a:avLst/>
          </a:prstGeom>
          <a:noFill/>
        </p:spPr>
        <p:txBody>
          <a:bodyPr wrap="square" lIns="91440" tIns="45720" rIns="91440" bIns="45720" rtlCol="0" anchor="t">
            <a:spAutoFit/>
          </a:bodyPr>
          <a:lstStyle/>
          <a:p>
            <a:pPr>
              <a:defRPr/>
            </a:pPr>
            <a:r>
              <a:rPr lang="en-GB" sz="1200" dirty="0">
                <a:solidFill>
                  <a:prstClr val="black"/>
                </a:solidFill>
                <a:latin typeface="Calibri" panose="020F0502020204030204"/>
              </a:rPr>
              <a:t>4</a:t>
            </a:r>
            <a:r>
              <a:rPr kumimoji="0" lang="en-GB" sz="1200" i="0" u="none" strike="noStrike" kern="1200" cap="none" spc="0" normalizeH="0" baseline="0" noProof="0" dirty="0">
                <a:ln>
                  <a:noFill/>
                </a:ln>
                <a:solidFill>
                  <a:prstClr val="black"/>
                </a:solidFill>
                <a:effectLst/>
                <a:uLnTx/>
                <a:uFillTx/>
                <a:latin typeface="Calibri" panose="020F0502020204030204"/>
                <a:ea typeface="+mn-ea"/>
                <a:cs typeface="+mn-cs"/>
              </a:rPr>
              <a:t>. </a:t>
            </a:r>
            <a:r>
              <a:rPr lang="en-GB" sz="1200" dirty="0">
                <a:solidFill>
                  <a:prstClr val="black"/>
                </a:solidFill>
                <a:latin typeface="Calibri" panose="020F0502020204030204"/>
              </a:rPr>
              <a:t>Write each of the following in standard form.</a:t>
            </a:r>
            <a:endParaRPr kumimoji="0" lang="en-GB" sz="120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6" name="Table 5">
            <a:extLst>
              <a:ext uri="{FF2B5EF4-FFF2-40B4-BE49-F238E27FC236}">
                <a16:creationId xmlns:a16="http://schemas.microsoft.com/office/drawing/2014/main" id="{3E456E69-F6F3-3C37-26C0-8658EA25390A}"/>
              </a:ext>
            </a:extLst>
          </p:cNvPr>
          <p:cNvGraphicFramePr>
            <a:graphicFrameLocks noGrp="1"/>
          </p:cNvGraphicFramePr>
          <p:nvPr/>
        </p:nvGraphicFramePr>
        <p:xfrm>
          <a:off x="92658" y="4991057"/>
          <a:ext cx="6690268" cy="4724698"/>
        </p:xfrm>
        <a:graphic>
          <a:graphicData uri="http://schemas.openxmlformats.org/drawingml/2006/table">
            <a:tbl>
              <a:tblPr>
                <a:tableStyleId>{5C22544A-7EE6-4342-B048-85BDC9FD1C3A}</a:tableStyleId>
              </a:tblPr>
              <a:tblGrid>
                <a:gridCol w="1672567">
                  <a:extLst>
                    <a:ext uri="{9D8B030D-6E8A-4147-A177-3AD203B41FA5}">
                      <a16:colId xmlns:a16="http://schemas.microsoft.com/office/drawing/2014/main" val="3886940190"/>
                    </a:ext>
                  </a:extLst>
                </a:gridCol>
                <a:gridCol w="1672567">
                  <a:extLst>
                    <a:ext uri="{9D8B030D-6E8A-4147-A177-3AD203B41FA5}">
                      <a16:colId xmlns:a16="http://schemas.microsoft.com/office/drawing/2014/main" val="4064358503"/>
                    </a:ext>
                  </a:extLst>
                </a:gridCol>
                <a:gridCol w="1672567">
                  <a:extLst>
                    <a:ext uri="{9D8B030D-6E8A-4147-A177-3AD203B41FA5}">
                      <a16:colId xmlns:a16="http://schemas.microsoft.com/office/drawing/2014/main" val="999292452"/>
                    </a:ext>
                  </a:extLst>
                </a:gridCol>
                <a:gridCol w="1672567">
                  <a:extLst>
                    <a:ext uri="{9D8B030D-6E8A-4147-A177-3AD203B41FA5}">
                      <a16:colId xmlns:a16="http://schemas.microsoft.com/office/drawing/2014/main" val="264117368"/>
                    </a:ext>
                  </a:extLst>
                </a:gridCol>
              </a:tblGrid>
              <a:tr h="1232542">
                <a:tc>
                  <a:txBody>
                    <a:bodyPr/>
                    <a:lstStyle/>
                    <a:p>
                      <a:pPr marL="228600" indent="-228600">
                        <a:buAutoNum type="alphaLcParenR"/>
                      </a:pPr>
                      <a:r>
                        <a:rPr lang="en-GB" sz="1200" dirty="0"/>
                        <a:t>350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b) 3500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c) 35300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d) 53300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18044020"/>
                  </a:ext>
                </a:extLst>
              </a:tr>
              <a:tr h="1164052">
                <a:tc>
                  <a:txBody>
                    <a:bodyPr/>
                    <a:lstStyle/>
                    <a:p>
                      <a:r>
                        <a:rPr lang="en-GB" sz="1200" dirty="0"/>
                        <a:t>e) 355 000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f) 530 000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g) 35 million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h) 5300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20316965"/>
                  </a:ext>
                </a:extLst>
              </a:tr>
              <a:tr h="1164052">
                <a:tc>
                  <a:txBody>
                    <a:bodyPr/>
                    <a:lstStyle/>
                    <a:p>
                      <a:pPr marL="0" indent="0">
                        <a:buNone/>
                      </a:pPr>
                      <a:r>
                        <a:rPr lang="en-GB" sz="1200" dirty="0" err="1"/>
                        <a:t>i</a:t>
                      </a:r>
                      <a:r>
                        <a:rPr lang="en-GB" sz="1200" dirty="0"/>
                        <a:t>) 3300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j) 55 000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k) One hundred and thirty five thousand.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l) 350 000 000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74832381"/>
                  </a:ext>
                </a:extLst>
              </a:tr>
              <a:tr h="1164052">
                <a:tc>
                  <a:txBody>
                    <a:bodyPr/>
                    <a:lstStyle/>
                    <a:p>
                      <a:r>
                        <a:rPr lang="en-GB" sz="1200" dirty="0"/>
                        <a:t>m) 20 200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n) 202 230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o) 2023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p) 20 300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18359506"/>
                  </a:ext>
                </a:extLst>
              </a:tr>
            </a:tbl>
          </a:graphicData>
        </a:graphic>
      </p:graphicFrame>
      <p:sp>
        <p:nvSpPr>
          <p:cNvPr id="9" name="Slide Number Placeholder 8">
            <a:extLst>
              <a:ext uri="{FF2B5EF4-FFF2-40B4-BE49-F238E27FC236}">
                <a16:creationId xmlns:a16="http://schemas.microsoft.com/office/drawing/2014/main" id="{D97198C2-4ADC-DB48-606B-E0FAEEDF3377}"/>
              </a:ext>
            </a:extLst>
          </p:cNvPr>
          <p:cNvSpPr>
            <a:spLocks noGrp="1"/>
          </p:cNvSpPr>
          <p:nvPr>
            <p:ph type="sldNum" sz="quarter" idx="12"/>
          </p:nvPr>
        </p:nvSpPr>
        <p:spPr/>
        <p:txBody>
          <a:bodyPr/>
          <a:lstStyle/>
          <a:p>
            <a:fld id="{DFE403A4-BF53-4A18-A219-2FCD9C5F3F46}" type="slidenum">
              <a:rPr lang="en-GB" smtClean="0"/>
              <a:t>66</a:t>
            </a:fld>
            <a:endParaRPr lang="en-GB"/>
          </a:p>
        </p:txBody>
      </p:sp>
    </p:spTree>
    <p:extLst>
      <p:ext uri="{BB962C8B-B14F-4D97-AF65-F5344CB8AC3E}">
        <p14:creationId xmlns:p14="http://schemas.microsoft.com/office/powerpoint/2010/main" val="176662539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176" name="Table 175"/>
              <p:cNvGraphicFramePr>
                <a:graphicFrameLocks noGrp="1"/>
              </p:cNvGraphicFramePr>
              <p:nvPr/>
            </p:nvGraphicFramePr>
            <p:xfrm>
              <a:off x="83414" y="298172"/>
              <a:ext cx="6691172" cy="4677240"/>
            </p:xfrm>
            <a:graphic>
              <a:graphicData uri="http://schemas.openxmlformats.org/drawingml/2006/table">
                <a:tbl>
                  <a:tblPr firstRow="1" bandRow="1">
                    <a:tableStyleId>{5C22544A-7EE6-4342-B048-85BDC9FD1C3A}</a:tableStyleId>
                  </a:tblPr>
                  <a:tblGrid>
                    <a:gridCol w="1120706">
                      <a:extLst>
                        <a:ext uri="{9D8B030D-6E8A-4147-A177-3AD203B41FA5}">
                          <a16:colId xmlns:a16="http://schemas.microsoft.com/office/drawing/2014/main" val="3124559182"/>
                        </a:ext>
                      </a:extLst>
                    </a:gridCol>
                    <a:gridCol w="1856822">
                      <a:extLst>
                        <a:ext uri="{9D8B030D-6E8A-4147-A177-3AD203B41FA5}">
                          <a16:colId xmlns:a16="http://schemas.microsoft.com/office/drawing/2014/main" val="1668930051"/>
                        </a:ext>
                      </a:extLst>
                    </a:gridCol>
                    <a:gridCol w="1856822">
                      <a:extLst>
                        <a:ext uri="{9D8B030D-6E8A-4147-A177-3AD203B41FA5}">
                          <a16:colId xmlns:a16="http://schemas.microsoft.com/office/drawing/2014/main" val="2873958374"/>
                        </a:ext>
                      </a:extLst>
                    </a:gridCol>
                    <a:gridCol w="1856822">
                      <a:extLst>
                        <a:ext uri="{9D8B030D-6E8A-4147-A177-3AD203B41FA5}">
                          <a16:colId xmlns:a16="http://schemas.microsoft.com/office/drawing/2014/main" val="2414775215"/>
                        </a:ext>
                      </a:extLst>
                    </a:gridCol>
                  </a:tblGrid>
                  <a:tr h="306946">
                    <a:tc>
                      <a:txBody>
                        <a:bodyPr/>
                        <a:lstStyle/>
                        <a:p>
                          <a:pPr algn="ctr"/>
                          <a:r>
                            <a:rPr lang="en-US" sz="1200" dirty="0">
                              <a:solidFill>
                                <a:schemeClr val="tx1"/>
                              </a:solidFill>
                            </a:rPr>
                            <a:t>Steps</a:t>
                          </a:r>
                          <a:endParaRPr lang="en-GB"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Write as ordinary number.</a:t>
                          </a:r>
                          <a:endParaRPr lang="en-GB"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Write</a:t>
                          </a:r>
                          <a:r>
                            <a:rPr lang="en-US" sz="1200" baseline="0" dirty="0">
                              <a:solidFill>
                                <a:schemeClr val="tx1"/>
                              </a:solidFill>
                            </a:rPr>
                            <a:t> as an ordinary number</a:t>
                          </a:r>
                          <a:endParaRPr lang="en-GB"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Write</a:t>
                          </a:r>
                          <a:r>
                            <a:rPr lang="en-US" sz="1200" baseline="0" dirty="0">
                              <a:solidFill>
                                <a:schemeClr val="tx1"/>
                              </a:solidFill>
                            </a:rPr>
                            <a:t> as an ordinary number</a:t>
                          </a:r>
                          <a:endParaRPr lang="en-GB"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47329628"/>
                      </a:ext>
                    </a:extLst>
                  </a:tr>
                  <a:tr h="1397053">
                    <a:tc rowSpan="2">
                      <a:txBody>
                        <a:bodyPr/>
                        <a:lstStyle/>
                        <a:p>
                          <a:r>
                            <a:rPr lang="en-US" sz="1200" baseline="0" dirty="0">
                              <a:solidFill>
                                <a:schemeClr val="tx1"/>
                              </a:solidFill>
                            </a:rPr>
                            <a:t>1) Write the power of 10 as ordinary number.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dirty="0">
                              <a:solidFill>
                                <a:schemeClr val="tx1"/>
                              </a:solidFill>
                            </a:rPr>
                            <a:t>a) </a:t>
                          </a:r>
                          <a14:m>
                            <m:oMath xmlns:m="http://schemas.openxmlformats.org/officeDocument/2006/math">
                              <m:r>
                                <a:rPr lang="en-US" sz="1200" i="1" dirty="0" smtClean="0">
                                  <a:solidFill>
                                    <a:schemeClr val="tx1"/>
                                  </a:solidFill>
                                  <a:latin typeface="Cambria Math" panose="02040503050406030204" pitchFamily="18" charset="0"/>
                                </a:rPr>
                                <m:t>3</m:t>
                              </m:r>
                              <m:r>
                                <a:rPr lang="en-US" sz="1200" b="0" i="1" dirty="0" smtClean="0">
                                  <a:solidFill>
                                    <a:schemeClr val="tx1"/>
                                  </a:solidFill>
                                  <a:latin typeface="Cambria Math" panose="02040503050406030204" pitchFamily="18" charset="0"/>
                                </a:rPr>
                                <m:t>×</m:t>
                              </m:r>
                              <m:sSup>
                                <m:sSupPr>
                                  <m:ctrlPr>
                                    <a:rPr lang="en-US" sz="1200" b="0" i="1" dirty="0" smtClean="0">
                                      <a:solidFill>
                                        <a:schemeClr val="tx1"/>
                                      </a:solidFill>
                                      <a:latin typeface="Cambria Math" panose="02040503050406030204" pitchFamily="18" charset="0"/>
                                    </a:rPr>
                                  </m:ctrlPr>
                                </m:sSupPr>
                                <m:e>
                                  <m:r>
                                    <a:rPr lang="en-US" sz="1200" b="0" i="1" dirty="0" smtClean="0">
                                      <a:solidFill>
                                        <a:schemeClr val="tx1"/>
                                      </a:solidFill>
                                      <a:latin typeface="Cambria Math" panose="02040503050406030204" pitchFamily="18" charset="0"/>
                                    </a:rPr>
                                    <m:t>10</m:t>
                                  </m:r>
                                </m:e>
                                <m:sup>
                                  <m:r>
                                    <a:rPr lang="en-US" sz="1200" b="0" i="1" dirty="0" smtClean="0">
                                      <a:solidFill>
                                        <a:schemeClr val="tx1"/>
                                      </a:solidFill>
                                      <a:latin typeface="Cambria Math" panose="02040503050406030204" pitchFamily="18" charset="0"/>
                                    </a:rPr>
                                    <m:t>2</m:t>
                                  </m:r>
                                </m:sup>
                              </m:sSup>
                            </m:oMath>
                          </a14:m>
                          <a:endParaRPr lang="en-US" sz="1200" b="0" dirty="0">
                            <a:solidFill>
                              <a:schemeClr val="tx1"/>
                            </a:solidFill>
                          </a:endParaRPr>
                        </a:p>
                        <a:p>
                          <a:endParaRPr lang="en-US"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dirty="0">
                              <a:solidFill>
                                <a:schemeClr val="tx1"/>
                              </a:solidFill>
                            </a:rPr>
                            <a:t>a) </a:t>
                          </a:r>
                          <a14:m>
                            <m:oMath xmlns:m="http://schemas.openxmlformats.org/officeDocument/2006/math">
                              <m:r>
                                <a:rPr lang="en-US" sz="1200" b="0" i="1" dirty="0" smtClean="0">
                                  <a:solidFill>
                                    <a:schemeClr val="tx1"/>
                                  </a:solidFill>
                                  <a:latin typeface="Cambria Math" panose="02040503050406030204" pitchFamily="18" charset="0"/>
                                </a:rPr>
                                <m:t>7×</m:t>
                              </m:r>
                              <m:sSup>
                                <m:sSupPr>
                                  <m:ctrlPr>
                                    <a:rPr lang="en-US" sz="1200" b="0" i="1" dirty="0" smtClean="0">
                                      <a:solidFill>
                                        <a:schemeClr val="tx1"/>
                                      </a:solidFill>
                                      <a:latin typeface="Cambria Math" panose="02040503050406030204" pitchFamily="18" charset="0"/>
                                    </a:rPr>
                                  </m:ctrlPr>
                                </m:sSupPr>
                                <m:e>
                                  <m:r>
                                    <a:rPr lang="en-US" sz="1200" b="0" i="1" dirty="0" smtClean="0">
                                      <a:solidFill>
                                        <a:schemeClr val="tx1"/>
                                      </a:solidFill>
                                      <a:latin typeface="Cambria Math" panose="02040503050406030204" pitchFamily="18" charset="0"/>
                                    </a:rPr>
                                    <m:t>10</m:t>
                                  </m:r>
                                </m:e>
                                <m:sup>
                                  <m:r>
                                    <a:rPr lang="en-US" sz="1200" b="0" i="1" dirty="0" smtClean="0">
                                      <a:solidFill>
                                        <a:schemeClr val="tx1"/>
                                      </a:solidFill>
                                      <a:latin typeface="Cambria Math" panose="02040503050406030204" pitchFamily="18" charset="0"/>
                                    </a:rPr>
                                    <m:t>2</m:t>
                                  </m:r>
                                </m:sup>
                              </m:sSup>
                            </m:oMath>
                          </a14:m>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dirty="0">
                              <a:solidFill>
                                <a:schemeClr val="tx1"/>
                              </a:solidFill>
                            </a:rPr>
                            <a:t>a) </a:t>
                          </a:r>
                          <a14:m>
                            <m:oMath xmlns:m="http://schemas.openxmlformats.org/officeDocument/2006/math">
                              <m:r>
                                <a:rPr lang="en-US" sz="1200" b="0" i="1" smtClean="0">
                                  <a:solidFill>
                                    <a:schemeClr val="tx1"/>
                                  </a:solidFill>
                                  <a:latin typeface="Cambria Math" panose="02040503050406030204" pitchFamily="18" charset="0"/>
                                </a:rPr>
                                <m:t>8×</m:t>
                              </m:r>
                              <m:sSup>
                                <m:sSupPr>
                                  <m:ctrlPr>
                                    <a:rPr lang="en-US" sz="1200" b="0" i="1" smtClean="0">
                                      <a:solidFill>
                                        <a:schemeClr val="tx1"/>
                                      </a:solidFill>
                                      <a:latin typeface="Cambria Math" panose="02040503050406030204" pitchFamily="18" charset="0"/>
                                    </a:rPr>
                                  </m:ctrlPr>
                                </m:sSupPr>
                                <m:e>
                                  <m:r>
                                    <a:rPr lang="en-US" sz="1200" b="0" i="1" smtClean="0">
                                      <a:solidFill>
                                        <a:schemeClr val="tx1"/>
                                      </a:solidFill>
                                      <a:latin typeface="Cambria Math" panose="02040503050406030204" pitchFamily="18" charset="0"/>
                                    </a:rPr>
                                    <m:t>10</m:t>
                                  </m:r>
                                </m:e>
                                <m:sup>
                                  <m:r>
                                    <a:rPr lang="en-US" sz="1200" b="0" i="1" smtClean="0">
                                      <a:solidFill>
                                        <a:schemeClr val="tx1"/>
                                      </a:solidFill>
                                      <a:latin typeface="Cambria Math" panose="02040503050406030204" pitchFamily="18" charset="0"/>
                                    </a:rPr>
                                    <m:t>2</m:t>
                                  </m:r>
                                </m:sup>
                              </m:sSup>
                            </m:oMath>
                          </a14:m>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41023978"/>
                      </a:ext>
                    </a:extLst>
                  </a:tr>
                  <a:tr h="750508">
                    <a:tc vMerge="1">
                      <a:txBody>
                        <a:bodyPr/>
                        <a:lstStyle/>
                        <a:p>
                          <a:endParaRPr lang="en-GB"/>
                        </a:p>
                      </a:txBody>
                      <a:tcPr/>
                    </a:tc>
                    <a:tc rowSpan="2">
                      <a:txBody>
                        <a:bodyPr/>
                        <a:lstStyle/>
                        <a:p>
                          <a:r>
                            <a:rPr lang="en-US" sz="1200" b="0" dirty="0">
                              <a:solidFill>
                                <a:schemeClr val="tx1"/>
                              </a:solidFill>
                            </a:rPr>
                            <a:t>b) </a:t>
                          </a:r>
                          <a14:m>
                            <m:oMath xmlns:m="http://schemas.openxmlformats.org/officeDocument/2006/math">
                              <m:r>
                                <a:rPr lang="en-US" sz="1200" b="0" i="1" dirty="0" smtClean="0">
                                  <a:solidFill>
                                    <a:schemeClr val="tx1"/>
                                  </a:solidFill>
                                  <a:latin typeface="Cambria Math" panose="02040503050406030204" pitchFamily="18" charset="0"/>
                                </a:rPr>
                                <m:t>3.5×</m:t>
                              </m:r>
                              <m:sSup>
                                <m:sSupPr>
                                  <m:ctrlPr>
                                    <a:rPr lang="en-US" sz="1200" b="0" i="1" dirty="0" smtClean="0">
                                      <a:solidFill>
                                        <a:schemeClr val="tx1"/>
                                      </a:solidFill>
                                      <a:latin typeface="Cambria Math" panose="02040503050406030204" pitchFamily="18" charset="0"/>
                                    </a:rPr>
                                  </m:ctrlPr>
                                </m:sSupPr>
                                <m:e>
                                  <m:r>
                                    <a:rPr lang="en-US" sz="1200" b="0" i="1" dirty="0" smtClean="0">
                                      <a:solidFill>
                                        <a:schemeClr val="tx1"/>
                                      </a:solidFill>
                                      <a:latin typeface="Cambria Math" panose="02040503050406030204" pitchFamily="18" charset="0"/>
                                    </a:rPr>
                                    <m:t>10</m:t>
                                  </m:r>
                                </m:e>
                                <m:sup>
                                  <m:r>
                                    <a:rPr lang="en-US" sz="1200" b="0" i="1" dirty="0" smtClean="0">
                                      <a:solidFill>
                                        <a:schemeClr val="tx1"/>
                                      </a:solidFill>
                                      <a:latin typeface="Cambria Math" panose="02040503050406030204" pitchFamily="18" charset="0"/>
                                    </a:rPr>
                                    <m:t>3</m:t>
                                  </m:r>
                                </m:sup>
                              </m:sSup>
                            </m:oMath>
                          </a14:m>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r>
                            <a:rPr lang="en-US" sz="1200" b="0" dirty="0">
                              <a:solidFill>
                                <a:schemeClr val="tx1"/>
                              </a:solidFill>
                            </a:rPr>
                            <a:t>b) </a:t>
                          </a:r>
                          <a14:m>
                            <m:oMath xmlns:m="http://schemas.openxmlformats.org/officeDocument/2006/math">
                              <m:r>
                                <a:rPr lang="en-US" sz="1200" b="0" i="1" dirty="0" smtClean="0">
                                  <a:solidFill>
                                    <a:schemeClr val="tx1"/>
                                  </a:solidFill>
                                  <a:latin typeface="Cambria Math" panose="02040503050406030204" pitchFamily="18" charset="0"/>
                                </a:rPr>
                                <m:t>7.5×</m:t>
                              </m:r>
                              <m:sSup>
                                <m:sSupPr>
                                  <m:ctrlPr>
                                    <a:rPr lang="en-US" sz="1200" b="0" i="1" dirty="0" smtClean="0">
                                      <a:solidFill>
                                        <a:schemeClr val="tx1"/>
                                      </a:solidFill>
                                      <a:latin typeface="Cambria Math" panose="02040503050406030204" pitchFamily="18" charset="0"/>
                                    </a:rPr>
                                  </m:ctrlPr>
                                </m:sSupPr>
                                <m:e>
                                  <m:r>
                                    <a:rPr lang="en-US" sz="1200" b="0" i="1" dirty="0" smtClean="0">
                                      <a:solidFill>
                                        <a:schemeClr val="tx1"/>
                                      </a:solidFill>
                                      <a:latin typeface="Cambria Math" panose="02040503050406030204" pitchFamily="18" charset="0"/>
                                    </a:rPr>
                                    <m:t>10</m:t>
                                  </m:r>
                                </m:e>
                                <m:sup>
                                  <m:r>
                                    <a:rPr lang="en-US" sz="1200" b="0" i="1" dirty="0" smtClean="0">
                                      <a:solidFill>
                                        <a:schemeClr val="tx1"/>
                                      </a:solidFill>
                                      <a:latin typeface="Cambria Math" panose="02040503050406030204" pitchFamily="18" charset="0"/>
                                    </a:rPr>
                                    <m:t>4</m:t>
                                  </m:r>
                                </m:sup>
                              </m:sSup>
                            </m:oMath>
                          </a14:m>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dirty="0">
                              <a:solidFill>
                                <a:schemeClr val="tx1"/>
                              </a:solidFill>
                            </a:rPr>
                            <a:t>b) </a:t>
                          </a:r>
                          <a14:m>
                            <m:oMath xmlns:m="http://schemas.openxmlformats.org/officeDocument/2006/math">
                              <m:r>
                                <a:rPr lang="en-US" sz="1200" b="0" i="1" dirty="0" smtClean="0">
                                  <a:solidFill>
                                    <a:schemeClr val="tx1"/>
                                  </a:solidFill>
                                  <a:latin typeface="Cambria Math" panose="02040503050406030204" pitchFamily="18" charset="0"/>
                                </a:rPr>
                                <m:t>2.1×</m:t>
                              </m:r>
                              <m:sSup>
                                <m:sSupPr>
                                  <m:ctrlPr>
                                    <a:rPr lang="en-US" sz="1200" b="0" i="1" dirty="0" smtClean="0">
                                      <a:solidFill>
                                        <a:schemeClr val="tx1"/>
                                      </a:solidFill>
                                      <a:latin typeface="Cambria Math" panose="02040503050406030204" pitchFamily="18" charset="0"/>
                                    </a:rPr>
                                  </m:ctrlPr>
                                </m:sSupPr>
                                <m:e>
                                  <m:r>
                                    <a:rPr lang="en-US" sz="1200" b="0" i="1" dirty="0" smtClean="0">
                                      <a:solidFill>
                                        <a:schemeClr val="tx1"/>
                                      </a:solidFill>
                                      <a:latin typeface="Cambria Math" panose="02040503050406030204" pitchFamily="18" charset="0"/>
                                    </a:rPr>
                                    <m:t>10</m:t>
                                  </m:r>
                                </m:e>
                                <m:sup>
                                  <m:r>
                                    <a:rPr lang="en-US" sz="1200" b="0" i="1" dirty="0" smtClean="0">
                                      <a:solidFill>
                                        <a:schemeClr val="tx1"/>
                                      </a:solidFill>
                                      <a:latin typeface="Cambria Math" panose="02040503050406030204" pitchFamily="18" charset="0"/>
                                    </a:rPr>
                                    <m:t>5</m:t>
                                  </m:r>
                                </m:sup>
                              </m:sSup>
                            </m:oMath>
                          </a14:m>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79435149"/>
                      </a:ext>
                    </a:extLst>
                  </a:tr>
                  <a:tr h="640890">
                    <a:tc rowSpan="2">
                      <a:txBody>
                        <a:bodyPr/>
                        <a:lstStyle/>
                        <a:p>
                          <a:r>
                            <a:rPr lang="en-US" sz="1200" dirty="0">
                              <a:solidFill>
                                <a:schemeClr val="tx1"/>
                              </a:solidFill>
                            </a:rPr>
                            <a:t>2) Multiply the decimal by the integer.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142252012"/>
                      </a:ext>
                    </a:extLst>
                  </a:tr>
                  <a:tr h="1581843">
                    <a:tc vMerge="1">
                      <a:txBody>
                        <a:bodyPr/>
                        <a:lstStyle/>
                        <a:p>
                          <a:endParaRPr lang="en-GB"/>
                        </a:p>
                      </a:txBody>
                      <a:tcPr/>
                    </a:tc>
                    <a:tc>
                      <a:txBody>
                        <a:bodyPr/>
                        <a:lstStyle/>
                        <a:p>
                          <a:r>
                            <a:rPr lang="en-US" sz="1200" b="0" dirty="0">
                              <a:solidFill>
                                <a:schemeClr val="tx1"/>
                              </a:solidFill>
                            </a:rPr>
                            <a:t>c) </a:t>
                          </a:r>
                          <a14:m>
                            <m:oMath xmlns:m="http://schemas.openxmlformats.org/officeDocument/2006/math">
                              <m:r>
                                <a:rPr lang="en-US" sz="1200" b="0" i="1" smtClean="0">
                                  <a:solidFill>
                                    <a:schemeClr val="tx1"/>
                                  </a:solidFill>
                                  <a:latin typeface="Cambria Math" panose="02040503050406030204" pitchFamily="18" charset="0"/>
                                </a:rPr>
                                <m:t>3.53×</m:t>
                              </m:r>
                              <m:sSup>
                                <m:sSupPr>
                                  <m:ctrlPr>
                                    <a:rPr lang="en-US" sz="1200" b="0" i="1" smtClean="0">
                                      <a:solidFill>
                                        <a:schemeClr val="tx1"/>
                                      </a:solidFill>
                                      <a:latin typeface="Cambria Math" panose="02040503050406030204" pitchFamily="18" charset="0"/>
                                    </a:rPr>
                                  </m:ctrlPr>
                                </m:sSupPr>
                                <m:e>
                                  <m:r>
                                    <a:rPr lang="en-US" sz="1200" b="0" i="1" smtClean="0">
                                      <a:solidFill>
                                        <a:schemeClr val="tx1"/>
                                      </a:solidFill>
                                      <a:latin typeface="Cambria Math" panose="02040503050406030204" pitchFamily="18" charset="0"/>
                                    </a:rPr>
                                    <m:t>10</m:t>
                                  </m:r>
                                </m:e>
                                <m:sup>
                                  <m:r>
                                    <a:rPr lang="en-US" sz="1200" b="0" i="1" smtClean="0">
                                      <a:solidFill>
                                        <a:schemeClr val="tx1"/>
                                      </a:solidFill>
                                      <a:latin typeface="Cambria Math" panose="02040503050406030204" pitchFamily="18" charset="0"/>
                                    </a:rPr>
                                    <m:t>3</m:t>
                                  </m:r>
                                </m:sup>
                              </m:sSup>
                            </m:oMath>
                          </a14:m>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b="0" dirty="0">
                              <a:solidFill>
                                <a:schemeClr val="tx1"/>
                              </a:solidFill>
                            </a:rPr>
                            <a:t>c) </a:t>
                          </a:r>
                          <a14:m>
                            <m:oMath xmlns:m="http://schemas.openxmlformats.org/officeDocument/2006/math">
                              <m:r>
                                <a:rPr lang="en-US" sz="1200" b="0" i="1" dirty="0" smtClean="0">
                                  <a:solidFill>
                                    <a:schemeClr val="tx1"/>
                                  </a:solidFill>
                                  <a:latin typeface="Cambria Math" panose="02040503050406030204" pitchFamily="18" charset="0"/>
                                </a:rPr>
                                <m:t>7.23×</m:t>
                              </m:r>
                              <m:sSup>
                                <m:sSupPr>
                                  <m:ctrlPr>
                                    <a:rPr lang="en-US" sz="1200" b="0" i="1" dirty="0" smtClean="0">
                                      <a:solidFill>
                                        <a:schemeClr val="tx1"/>
                                      </a:solidFill>
                                      <a:latin typeface="Cambria Math" panose="02040503050406030204" pitchFamily="18" charset="0"/>
                                    </a:rPr>
                                  </m:ctrlPr>
                                </m:sSupPr>
                                <m:e>
                                  <m:r>
                                    <a:rPr lang="en-US" sz="1200" b="0" i="1" dirty="0" smtClean="0">
                                      <a:solidFill>
                                        <a:schemeClr val="tx1"/>
                                      </a:solidFill>
                                      <a:latin typeface="Cambria Math" panose="02040503050406030204" pitchFamily="18" charset="0"/>
                                    </a:rPr>
                                    <m:t>10</m:t>
                                  </m:r>
                                </m:e>
                                <m:sup>
                                  <m:r>
                                    <a:rPr lang="en-US" sz="1200" b="0" i="1" dirty="0" smtClean="0">
                                      <a:solidFill>
                                        <a:schemeClr val="tx1"/>
                                      </a:solidFill>
                                      <a:latin typeface="Cambria Math" panose="02040503050406030204" pitchFamily="18" charset="0"/>
                                    </a:rPr>
                                    <m:t>3</m:t>
                                  </m:r>
                                </m:sup>
                              </m:sSup>
                            </m:oMath>
                          </a14:m>
                          <a:endParaRPr lang="en-US"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dirty="0">
                              <a:solidFill>
                                <a:schemeClr val="tx1"/>
                              </a:solidFill>
                            </a:rPr>
                            <a:t>c) </a:t>
                          </a:r>
                          <a14:m>
                            <m:oMath xmlns:m="http://schemas.openxmlformats.org/officeDocument/2006/math">
                              <m:r>
                                <a:rPr lang="en-US" sz="1200" b="0" i="1" smtClean="0">
                                  <a:solidFill>
                                    <a:schemeClr val="tx1"/>
                                  </a:solidFill>
                                  <a:latin typeface="Cambria Math" panose="02040503050406030204" pitchFamily="18" charset="0"/>
                                </a:rPr>
                                <m:t>2.18×</m:t>
                              </m:r>
                              <m:sSup>
                                <m:sSupPr>
                                  <m:ctrlPr>
                                    <a:rPr lang="en-US" sz="1200" b="0" i="1" smtClean="0">
                                      <a:solidFill>
                                        <a:schemeClr val="tx1"/>
                                      </a:solidFill>
                                      <a:latin typeface="Cambria Math" panose="02040503050406030204" pitchFamily="18" charset="0"/>
                                    </a:rPr>
                                  </m:ctrlPr>
                                </m:sSupPr>
                                <m:e>
                                  <m:r>
                                    <a:rPr lang="en-US" sz="1200" b="0" i="1" smtClean="0">
                                      <a:solidFill>
                                        <a:schemeClr val="tx1"/>
                                      </a:solidFill>
                                      <a:latin typeface="Cambria Math" panose="02040503050406030204" pitchFamily="18" charset="0"/>
                                    </a:rPr>
                                    <m:t>10</m:t>
                                  </m:r>
                                </m:e>
                                <m:sup>
                                  <m:r>
                                    <a:rPr lang="en-US" sz="1200" b="0" i="1" smtClean="0">
                                      <a:solidFill>
                                        <a:schemeClr val="tx1"/>
                                      </a:solidFill>
                                      <a:latin typeface="Cambria Math" panose="02040503050406030204" pitchFamily="18" charset="0"/>
                                    </a:rPr>
                                    <m:t>4</m:t>
                                  </m:r>
                                </m:sup>
                              </m:sSup>
                            </m:oMath>
                          </a14:m>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60303983"/>
                      </a:ext>
                    </a:extLst>
                  </a:tr>
                </a:tbl>
              </a:graphicData>
            </a:graphic>
          </p:graphicFrame>
        </mc:Choice>
        <mc:Fallback xmlns="">
          <p:graphicFrame>
            <p:nvGraphicFramePr>
              <p:cNvPr id="176" name="Table 175"/>
              <p:cNvGraphicFramePr>
                <a:graphicFrameLocks noGrp="1"/>
              </p:cNvGraphicFramePr>
              <p:nvPr>
                <p:extLst>
                  <p:ext uri="{D42A27DB-BD31-4B8C-83A1-F6EECF244321}">
                    <p14:modId xmlns:p14="http://schemas.microsoft.com/office/powerpoint/2010/main" val="545057929"/>
                  </p:ext>
                </p:extLst>
              </p:nvPr>
            </p:nvGraphicFramePr>
            <p:xfrm>
              <a:off x="83414" y="298172"/>
              <a:ext cx="6691172" cy="4677240"/>
            </p:xfrm>
            <a:graphic>
              <a:graphicData uri="http://schemas.openxmlformats.org/drawingml/2006/table">
                <a:tbl>
                  <a:tblPr firstRow="1" bandRow="1">
                    <a:tableStyleId>{5C22544A-7EE6-4342-B048-85BDC9FD1C3A}</a:tableStyleId>
                  </a:tblPr>
                  <a:tblGrid>
                    <a:gridCol w="1120706">
                      <a:extLst>
                        <a:ext uri="{9D8B030D-6E8A-4147-A177-3AD203B41FA5}">
                          <a16:colId xmlns:a16="http://schemas.microsoft.com/office/drawing/2014/main" val="3124559182"/>
                        </a:ext>
                      </a:extLst>
                    </a:gridCol>
                    <a:gridCol w="1856822">
                      <a:extLst>
                        <a:ext uri="{9D8B030D-6E8A-4147-A177-3AD203B41FA5}">
                          <a16:colId xmlns:a16="http://schemas.microsoft.com/office/drawing/2014/main" val="1668930051"/>
                        </a:ext>
                      </a:extLst>
                    </a:gridCol>
                    <a:gridCol w="1856822">
                      <a:extLst>
                        <a:ext uri="{9D8B030D-6E8A-4147-A177-3AD203B41FA5}">
                          <a16:colId xmlns:a16="http://schemas.microsoft.com/office/drawing/2014/main" val="2873958374"/>
                        </a:ext>
                      </a:extLst>
                    </a:gridCol>
                    <a:gridCol w="1856822">
                      <a:extLst>
                        <a:ext uri="{9D8B030D-6E8A-4147-A177-3AD203B41FA5}">
                          <a16:colId xmlns:a16="http://schemas.microsoft.com/office/drawing/2014/main" val="2414775215"/>
                        </a:ext>
                      </a:extLst>
                    </a:gridCol>
                  </a:tblGrid>
                  <a:tr h="306946">
                    <a:tc>
                      <a:txBody>
                        <a:bodyPr/>
                        <a:lstStyle/>
                        <a:p>
                          <a:pPr algn="ctr"/>
                          <a:r>
                            <a:rPr lang="en-US" sz="1200" dirty="0">
                              <a:solidFill>
                                <a:schemeClr val="tx1"/>
                              </a:solidFill>
                            </a:rPr>
                            <a:t>Steps</a:t>
                          </a:r>
                          <a:endParaRPr lang="en-GB"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Write as ordinary number.</a:t>
                          </a:r>
                          <a:endParaRPr lang="en-GB"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Write</a:t>
                          </a:r>
                          <a:r>
                            <a:rPr lang="en-US" sz="1200" baseline="0" dirty="0">
                              <a:solidFill>
                                <a:schemeClr val="tx1"/>
                              </a:solidFill>
                            </a:rPr>
                            <a:t> as an ordinary number</a:t>
                          </a:r>
                          <a:endParaRPr lang="en-GB"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Write</a:t>
                          </a:r>
                          <a:r>
                            <a:rPr lang="en-US" sz="1200" baseline="0" dirty="0">
                              <a:solidFill>
                                <a:schemeClr val="tx1"/>
                              </a:solidFill>
                            </a:rPr>
                            <a:t> as an ordinary number</a:t>
                          </a:r>
                          <a:endParaRPr lang="en-GB"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47329628"/>
                      </a:ext>
                    </a:extLst>
                  </a:tr>
                  <a:tr h="1397053">
                    <a:tc rowSpan="2">
                      <a:txBody>
                        <a:bodyPr/>
                        <a:lstStyle/>
                        <a:p>
                          <a:r>
                            <a:rPr lang="en-US" sz="1200" baseline="0" dirty="0">
                              <a:solidFill>
                                <a:schemeClr val="tx1"/>
                              </a:solidFill>
                            </a:rPr>
                            <a:t>1) Write the power of 10 as ordinary number.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60656" t="-22174" r="-200656" b="-213478"/>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60656" t="-22174" r="-100656" b="-213478"/>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60656" t="-22174" r="-656" b="-213478"/>
                          </a:stretch>
                        </a:blipFill>
                      </a:tcPr>
                    </a:tc>
                    <a:extLst>
                      <a:ext uri="{0D108BD9-81ED-4DB2-BD59-A6C34878D82A}">
                        <a16:rowId xmlns:a16="http://schemas.microsoft.com/office/drawing/2014/main" val="1541023978"/>
                      </a:ext>
                    </a:extLst>
                  </a:tr>
                  <a:tr h="750508">
                    <a:tc vMerge="1">
                      <a:txBody>
                        <a:bodyPr/>
                        <a:lstStyle/>
                        <a:p>
                          <a:endParaRPr lang="en-GB"/>
                        </a:p>
                      </a:txBody>
                      <a:tcPr/>
                    </a:tc>
                    <a:tc rowSpan="2">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60656" t="-122707" r="-200656" b="-114410"/>
                          </a:stretch>
                        </a:blipFill>
                      </a:tcPr>
                    </a:tc>
                    <a:tc rowSpan="2">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60656" t="-122707" r="-100656" b="-114410"/>
                          </a:stretch>
                        </a:blipFill>
                      </a:tcPr>
                    </a:tc>
                    <a:tc rowSpan="2">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60656" t="-122707" r="-656" b="-114410"/>
                          </a:stretch>
                        </a:blipFill>
                      </a:tcPr>
                    </a:tc>
                    <a:extLst>
                      <a:ext uri="{0D108BD9-81ED-4DB2-BD59-A6C34878D82A}">
                        <a16:rowId xmlns:a16="http://schemas.microsoft.com/office/drawing/2014/main" val="1979435149"/>
                      </a:ext>
                    </a:extLst>
                  </a:tr>
                  <a:tr h="640890">
                    <a:tc rowSpan="2">
                      <a:txBody>
                        <a:bodyPr/>
                        <a:lstStyle/>
                        <a:p>
                          <a:r>
                            <a:rPr lang="en-US" sz="1200" dirty="0">
                              <a:solidFill>
                                <a:schemeClr val="tx1"/>
                              </a:solidFill>
                            </a:rPr>
                            <a:t>2) Multiply the decimal by the integer.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142252012"/>
                      </a:ext>
                    </a:extLst>
                  </a:tr>
                  <a:tr h="1581843">
                    <a:tc vMerge="1">
                      <a:txBody>
                        <a:bodyPr/>
                        <a:lstStyle/>
                        <a:p>
                          <a:endParaRPr lang="en-GB"/>
                        </a:p>
                      </a:txBody>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60656" t="-196154" r="-200656" b="-769"/>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60656" t="-196154" r="-100656" b="-769"/>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60656" t="-196154" r="-656" b="-769"/>
                          </a:stretch>
                        </a:blipFill>
                      </a:tcPr>
                    </a:tc>
                    <a:extLst>
                      <a:ext uri="{0D108BD9-81ED-4DB2-BD59-A6C34878D82A}">
                        <a16:rowId xmlns:a16="http://schemas.microsoft.com/office/drawing/2014/main" val="2160303983"/>
                      </a:ext>
                    </a:extLst>
                  </a:tr>
                </a:tbl>
              </a:graphicData>
            </a:graphic>
          </p:graphicFrame>
        </mc:Fallback>
      </mc:AlternateContent>
      <p:grpSp>
        <p:nvGrpSpPr>
          <p:cNvPr id="178" name="Group 177"/>
          <p:cNvGrpSpPr/>
          <p:nvPr/>
        </p:nvGrpSpPr>
        <p:grpSpPr>
          <a:xfrm>
            <a:off x="1672648" y="19606"/>
            <a:ext cx="4661599" cy="281941"/>
            <a:chOff x="1783036" y="6716324"/>
            <a:chExt cx="4661599" cy="281941"/>
          </a:xfrm>
        </p:grpSpPr>
        <p:sp>
          <p:nvSpPr>
            <p:cNvPr id="179" name="TextBox 178">
              <a:extLst>
                <a:ext uri="{FF2B5EF4-FFF2-40B4-BE49-F238E27FC236}">
                  <a16:creationId xmlns:a16="http://schemas.microsoft.com/office/drawing/2014/main" id="{88BE26D3-BD12-8F4B-9608-3EB6530361A1}"/>
                </a:ext>
              </a:extLst>
            </p:cNvPr>
            <p:cNvSpPr txBox="1"/>
            <p:nvPr/>
          </p:nvSpPr>
          <p:spPr>
            <a:xfrm>
              <a:off x="1783036" y="6721266"/>
              <a:ext cx="1273234" cy="276999"/>
            </a:xfrm>
            <a:prstGeom prst="rect">
              <a:avLst/>
            </a:prstGeom>
            <a:noFill/>
            <a:ln>
              <a:noFill/>
            </a:ln>
          </p:spPr>
          <p:txBody>
            <a:bodyPr wrap="none" rtlCol="0">
              <a:spAutoFit/>
            </a:bodyPr>
            <a:lstStyle/>
            <a:p>
              <a:r>
                <a:rPr lang="en-GB" sz="1200" b="1" i="1" dirty="0">
                  <a:solidFill>
                    <a:srgbClr val="FF0000"/>
                  </a:solidFill>
                </a:rPr>
                <a:t>Example 7- I do…</a:t>
              </a:r>
            </a:p>
          </p:txBody>
        </p:sp>
        <p:sp>
          <p:nvSpPr>
            <p:cNvPr id="180" name="TextBox 179">
              <a:extLst>
                <a:ext uri="{FF2B5EF4-FFF2-40B4-BE49-F238E27FC236}">
                  <a16:creationId xmlns:a16="http://schemas.microsoft.com/office/drawing/2014/main" id="{12910BCB-308B-9841-AF03-2F9D2E6E678C}"/>
                </a:ext>
              </a:extLst>
            </p:cNvPr>
            <p:cNvSpPr txBox="1"/>
            <p:nvPr/>
          </p:nvSpPr>
          <p:spPr>
            <a:xfrm>
              <a:off x="3302621" y="6716325"/>
              <a:ext cx="1470980" cy="276999"/>
            </a:xfrm>
            <a:prstGeom prst="rect">
              <a:avLst/>
            </a:prstGeom>
            <a:noFill/>
            <a:ln>
              <a:noFill/>
            </a:ln>
          </p:spPr>
          <p:txBody>
            <a:bodyPr wrap="none" rtlCol="0">
              <a:spAutoFit/>
            </a:bodyPr>
            <a:lstStyle/>
            <a:p>
              <a:r>
                <a:rPr lang="en-GB" sz="1200" b="1" i="1" dirty="0">
                  <a:solidFill>
                    <a:schemeClr val="accent2"/>
                  </a:solidFill>
                </a:rPr>
                <a:t>Example 8– We do…</a:t>
              </a:r>
            </a:p>
          </p:txBody>
        </p:sp>
        <p:sp>
          <p:nvSpPr>
            <p:cNvPr id="181" name="TextBox 180">
              <a:extLst>
                <a:ext uri="{FF2B5EF4-FFF2-40B4-BE49-F238E27FC236}">
                  <a16:creationId xmlns:a16="http://schemas.microsoft.com/office/drawing/2014/main" id="{12910BCB-308B-9841-AF03-2F9D2E6E678C}"/>
                </a:ext>
              </a:extLst>
            </p:cNvPr>
            <p:cNvSpPr txBox="1"/>
            <p:nvPr/>
          </p:nvSpPr>
          <p:spPr>
            <a:xfrm>
              <a:off x="4915370" y="6716324"/>
              <a:ext cx="1529265" cy="276999"/>
            </a:xfrm>
            <a:prstGeom prst="rect">
              <a:avLst/>
            </a:prstGeom>
            <a:noFill/>
            <a:ln>
              <a:noFill/>
            </a:ln>
          </p:spPr>
          <p:txBody>
            <a:bodyPr wrap="none" rtlCol="0">
              <a:spAutoFit/>
            </a:bodyPr>
            <a:lstStyle/>
            <a:p>
              <a:r>
                <a:rPr lang="en-GB" sz="1200" b="1" i="1" dirty="0">
                  <a:solidFill>
                    <a:srgbClr val="00B050"/>
                  </a:solidFill>
                </a:rPr>
                <a:t>Example 9 – You do…</a:t>
              </a:r>
            </a:p>
          </p:txBody>
        </p:sp>
      </p:grpSp>
      <p:sp>
        <p:nvSpPr>
          <p:cNvPr id="4" name="Rectangle 3">
            <a:extLst>
              <a:ext uri="{FF2B5EF4-FFF2-40B4-BE49-F238E27FC236}">
                <a16:creationId xmlns:a16="http://schemas.microsoft.com/office/drawing/2014/main" id="{73471E90-9023-C752-2DEC-C3E124469E35}"/>
              </a:ext>
            </a:extLst>
          </p:cNvPr>
          <p:cNvSpPr/>
          <p:nvPr/>
        </p:nvSpPr>
        <p:spPr>
          <a:xfrm>
            <a:off x="83414" y="5027427"/>
            <a:ext cx="1087423" cy="379274"/>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100" dirty="0"/>
              <a:t>INDEPENDENT PRACTICE</a:t>
            </a:r>
          </a:p>
        </p:txBody>
      </p:sp>
      <p:sp>
        <p:nvSpPr>
          <p:cNvPr id="5" name="TextBox 4">
            <a:extLst>
              <a:ext uri="{FF2B5EF4-FFF2-40B4-BE49-F238E27FC236}">
                <a16:creationId xmlns:a16="http://schemas.microsoft.com/office/drawing/2014/main" id="{63FD6CA0-262E-A6AC-737B-284B38D5E8E3}"/>
              </a:ext>
            </a:extLst>
          </p:cNvPr>
          <p:cNvSpPr txBox="1"/>
          <p:nvPr/>
        </p:nvSpPr>
        <p:spPr>
          <a:xfrm>
            <a:off x="1170837" y="5102599"/>
            <a:ext cx="3914730" cy="276999"/>
          </a:xfrm>
          <a:prstGeom prst="rect">
            <a:avLst/>
          </a:prstGeom>
          <a:noFill/>
        </p:spPr>
        <p:txBody>
          <a:bodyPr wrap="square" lIns="91440" tIns="45720" rIns="91440" bIns="45720" rtlCol="0" anchor="t">
            <a:spAutoFit/>
          </a:bodyPr>
          <a:lstStyle/>
          <a:p>
            <a:pPr>
              <a:defRPr/>
            </a:pPr>
            <a:r>
              <a:rPr kumimoji="0" lang="en-GB" sz="1200" i="0" u="none" strike="noStrike" kern="1200" cap="none" spc="0" normalizeH="0" baseline="0" noProof="0" dirty="0">
                <a:ln>
                  <a:noFill/>
                </a:ln>
                <a:solidFill>
                  <a:prstClr val="black"/>
                </a:solidFill>
                <a:effectLst/>
                <a:uLnTx/>
                <a:uFillTx/>
                <a:latin typeface="Calibri" panose="020F0502020204030204"/>
                <a:ea typeface="+mn-ea"/>
                <a:cs typeface="+mn-cs"/>
              </a:rPr>
              <a:t>5. </a:t>
            </a:r>
            <a:r>
              <a:rPr lang="en-GB" sz="1200" dirty="0">
                <a:solidFill>
                  <a:prstClr val="black"/>
                </a:solidFill>
                <a:latin typeface="Calibri" panose="020F0502020204030204"/>
              </a:rPr>
              <a:t>Write each of the following as an ordinary number.</a:t>
            </a:r>
            <a:endParaRPr kumimoji="0" lang="en-GB" sz="120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E60BE094-6A81-D5AC-9972-2B299F97895E}"/>
                  </a:ext>
                </a:extLst>
              </p:cNvPr>
              <p:cNvGraphicFramePr>
                <a:graphicFrameLocks noGrp="1"/>
              </p:cNvGraphicFramePr>
              <p:nvPr/>
            </p:nvGraphicFramePr>
            <p:xfrm>
              <a:off x="92658" y="5481873"/>
              <a:ext cx="6690268" cy="4233883"/>
            </p:xfrm>
            <a:graphic>
              <a:graphicData uri="http://schemas.openxmlformats.org/drawingml/2006/table">
                <a:tbl>
                  <a:tblPr>
                    <a:tableStyleId>{5C22544A-7EE6-4342-B048-85BDC9FD1C3A}</a:tableStyleId>
                  </a:tblPr>
                  <a:tblGrid>
                    <a:gridCol w="1672567">
                      <a:extLst>
                        <a:ext uri="{9D8B030D-6E8A-4147-A177-3AD203B41FA5}">
                          <a16:colId xmlns:a16="http://schemas.microsoft.com/office/drawing/2014/main" val="3886940190"/>
                        </a:ext>
                      </a:extLst>
                    </a:gridCol>
                    <a:gridCol w="1672567">
                      <a:extLst>
                        <a:ext uri="{9D8B030D-6E8A-4147-A177-3AD203B41FA5}">
                          <a16:colId xmlns:a16="http://schemas.microsoft.com/office/drawing/2014/main" val="4064358503"/>
                        </a:ext>
                      </a:extLst>
                    </a:gridCol>
                    <a:gridCol w="1672567">
                      <a:extLst>
                        <a:ext uri="{9D8B030D-6E8A-4147-A177-3AD203B41FA5}">
                          <a16:colId xmlns:a16="http://schemas.microsoft.com/office/drawing/2014/main" val="999292452"/>
                        </a:ext>
                      </a:extLst>
                    </a:gridCol>
                    <a:gridCol w="1672567">
                      <a:extLst>
                        <a:ext uri="{9D8B030D-6E8A-4147-A177-3AD203B41FA5}">
                          <a16:colId xmlns:a16="http://schemas.microsoft.com/office/drawing/2014/main" val="264117368"/>
                        </a:ext>
                      </a:extLst>
                    </a:gridCol>
                  </a:tblGrid>
                  <a:tr h="1104502">
                    <a:tc>
                      <a:txBody>
                        <a:bodyPr/>
                        <a:lstStyle/>
                        <a:p>
                          <a:pPr marL="0" indent="0">
                            <a:buNone/>
                          </a:pPr>
                          <a:r>
                            <a:rPr lang="en-US" sz="1200" i="0" dirty="0">
                              <a:latin typeface="+mn-lt"/>
                            </a:rPr>
                            <a:t>a)</a:t>
                          </a:r>
                          <a:r>
                            <a:rPr lang="en-US" sz="1200" i="0" baseline="0" dirty="0">
                              <a:latin typeface="+mn-lt"/>
                            </a:rPr>
                            <a:t> </a:t>
                          </a:r>
                          <a14:m>
                            <m:oMath xmlns:m="http://schemas.openxmlformats.org/officeDocument/2006/math">
                              <m:r>
                                <a:rPr lang="en-US" sz="1200" i="1" smtClean="0">
                                  <a:latin typeface="Cambria Math" panose="02040503050406030204" pitchFamily="18" charset="0"/>
                                </a:rPr>
                                <m:t>2</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2</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b) </a:t>
                          </a:r>
                          <a14:m>
                            <m:oMath xmlns:m="http://schemas.openxmlformats.org/officeDocument/2006/math">
                              <m:r>
                                <a:rPr lang="en-US" sz="1200" i="1" dirty="0" smtClean="0">
                                  <a:latin typeface="Cambria Math" panose="02040503050406030204" pitchFamily="18" charset="0"/>
                                </a:rPr>
                                <m:t>3</m:t>
                              </m:r>
                              <m:r>
                                <a:rPr lang="en-US" sz="1200" b="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b="0" i="1">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2</m:t>
                                  </m:r>
                                </m:sup>
                              </m:sSup>
                            </m:oMath>
                          </a14:m>
                          <a:r>
                            <a:rPr lang="en-GB" sz="1200" dirty="0"/>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c) </a:t>
                          </a:r>
                          <a14:m>
                            <m:oMath xmlns:m="http://schemas.openxmlformats.org/officeDocument/2006/math">
                              <m:r>
                                <a:rPr lang="en-US" sz="1200" b="0" i="1" smtClean="0">
                                  <a:latin typeface="Cambria Math" panose="02040503050406030204" pitchFamily="18" charset="0"/>
                                </a:rPr>
                                <m:t>4</m:t>
                              </m:r>
                              <m:r>
                                <a:rPr lang="en-US" sz="1200" b="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b="0" i="1">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3</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d) </a:t>
                          </a:r>
                          <a14:m>
                            <m:oMath xmlns:m="http://schemas.openxmlformats.org/officeDocument/2006/math">
                              <m:r>
                                <a:rPr lang="en-US" sz="1200" i="1" smtClean="0">
                                  <a:latin typeface="Cambria Math" panose="02040503050406030204" pitchFamily="18" charset="0"/>
                                </a:rPr>
                                <m:t>7</m:t>
                              </m:r>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2</m:t>
                                  </m:r>
                                </m:sup>
                              </m:sSup>
                            </m:oMath>
                          </a14:m>
                          <a:r>
                            <a:rPr lang="en-GB" sz="1200" b="1" dirty="0"/>
                            <a:t> </a:t>
                          </a:r>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18044020"/>
                      </a:ext>
                    </a:extLst>
                  </a:tr>
                  <a:tr h="1043127">
                    <a:tc>
                      <a:txBody>
                        <a:bodyPr/>
                        <a:lstStyle/>
                        <a:p>
                          <a:r>
                            <a:rPr lang="en-GB" sz="1200" dirty="0"/>
                            <a:t>e) </a:t>
                          </a:r>
                          <a14:m>
                            <m:oMath xmlns:m="http://schemas.openxmlformats.org/officeDocument/2006/math">
                              <m:r>
                                <a:rPr lang="en-US" sz="1200" b="0" i="1" smtClean="0">
                                  <a:latin typeface="Cambria Math" panose="02040503050406030204" pitchFamily="18" charset="0"/>
                                </a:rPr>
                                <m:t>5</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4</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f) </a:t>
                          </a:r>
                          <a14:m>
                            <m:oMath xmlns:m="http://schemas.openxmlformats.org/officeDocument/2006/math">
                              <m:r>
                                <a:rPr lang="en-US" sz="1200" i="1" dirty="0" smtClean="0">
                                  <a:latin typeface="Cambria Math" panose="02040503050406030204" pitchFamily="18" charset="0"/>
                                </a:rPr>
                                <m:t>6</m:t>
                              </m:r>
                              <m:r>
                                <a:rPr lang="en-US" sz="1200" b="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b="0" i="1">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3</m:t>
                                  </m:r>
                                </m:sup>
                              </m:sSup>
                            </m:oMath>
                          </a14:m>
                          <a:r>
                            <a:rPr lang="en-GB" sz="1200" dirty="0"/>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g) </a:t>
                          </a:r>
                          <a14:m>
                            <m:oMath xmlns:m="http://schemas.openxmlformats.org/officeDocument/2006/math">
                              <m:r>
                                <a:rPr lang="en-US" sz="1200" b="0" i="1" smtClean="0">
                                  <a:latin typeface="Cambria Math" panose="02040503050406030204" pitchFamily="18" charset="0"/>
                                </a:rPr>
                                <m:t>7</m:t>
                              </m:r>
                              <m:r>
                                <a:rPr lang="en-US" sz="1200" b="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b="0" i="1">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3</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h) </a:t>
                          </a:r>
                          <a14:m>
                            <m:oMath xmlns:m="http://schemas.openxmlformats.org/officeDocument/2006/math">
                              <m:r>
                                <a:rPr lang="en-US" sz="1200" i="1" smtClean="0">
                                  <a:latin typeface="Cambria Math" panose="02040503050406030204" pitchFamily="18" charset="0"/>
                                </a:rPr>
                                <m:t>8</m:t>
                              </m:r>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3</m:t>
                                  </m:r>
                                </m:sup>
                              </m:sSup>
                            </m:oMath>
                          </a14:m>
                          <a:r>
                            <a:rPr lang="en-GB" sz="1200" b="1" dirty="0"/>
                            <a:t> </a:t>
                          </a:r>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20316965"/>
                      </a:ext>
                    </a:extLst>
                  </a:tr>
                  <a:tr h="1043127">
                    <a:tc>
                      <a:txBody>
                        <a:bodyPr/>
                        <a:lstStyle/>
                        <a:p>
                          <a:pPr marL="0" indent="0">
                            <a:buNone/>
                          </a:pPr>
                          <a:r>
                            <a:rPr lang="en-GB" sz="1200" dirty="0" err="1"/>
                            <a:t>i</a:t>
                          </a:r>
                          <a:r>
                            <a:rPr lang="en-GB" sz="1200" dirty="0"/>
                            <a:t>) </a:t>
                          </a:r>
                          <a14:m>
                            <m:oMath xmlns:m="http://schemas.openxmlformats.org/officeDocument/2006/math">
                              <m:r>
                                <a:rPr lang="en-US" sz="1200" b="0" i="1" smtClean="0">
                                  <a:latin typeface="Cambria Math" panose="02040503050406030204" pitchFamily="18" charset="0"/>
                                </a:rPr>
                                <m:t>5.1</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2</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j) </a:t>
                          </a:r>
                          <a14:m>
                            <m:oMath xmlns:m="http://schemas.openxmlformats.org/officeDocument/2006/math">
                              <m:r>
                                <a:rPr lang="en-US" sz="1200" i="1" dirty="0" smtClean="0">
                                  <a:latin typeface="Cambria Math" panose="02040503050406030204" pitchFamily="18" charset="0"/>
                                </a:rPr>
                                <m:t>6</m:t>
                              </m:r>
                              <m:r>
                                <a:rPr lang="en-US" sz="1200" b="0" i="1" dirty="0" smtClean="0">
                                  <a:latin typeface="Cambria Math" panose="02040503050406030204" pitchFamily="18" charset="0"/>
                                </a:rPr>
                                <m:t>.3</m:t>
                              </m:r>
                              <m:r>
                                <a:rPr lang="en-US" sz="1200" b="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b="0" i="1">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2</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k) </a:t>
                          </a:r>
                          <a14:m>
                            <m:oMath xmlns:m="http://schemas.openxmlformats.org/officeDocument/2006/math">
                              <m:r>
                                <a:rPr lang="en-US" sz="1200" b="0" i="1" smtClean="0">
                                  <a:latin typeface="Cambria Math" panose="02040503050406030204" pitchFamily="18" charset="0"/>
                                </a:rPr>
                                <m:t>7.1</m:t>
                              </m:r>
                              <m:r>
                                <a:rPr lang="en-US" sz="1200" b="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b="0" i="1">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3</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l) </a:t>
                          </a:r>
                          <a14:m>
                            <m:oMath xmlns:m="http://schemas.openxmlformats.org/officeDocument/2006/math">
                              <m:r>
                                <a:rPr lang="en-US" sz="1200" i="1" smtClean="0">
                                  <a:latin typeface="Cambria Math" panose="02040503050406030204" pitchFamily="18" charset="0"/>
                                </a:rPr>
                                <m:t>8</m:t>
                              </m:r>
                              <m:r>
                                <a:rPr lang="en-US" sz="1200" b="0" i="1" smtClean="0">
                                  <a:latin typeface="Cambria Math" panose="02040503050406030204" pitchFamily="18" charset="0"/>
                                </a:rPr>
                                <m:t>.4</m:t>
                              </m:r>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3</m:t>
                                  </m:r>
                                </m:sup>
                              </m:sSup>
                            </m:oMath>
                          </a14:m>
                          <a:r>
                            <a:rPr lang="en-GB" sz="1200" b="1" dirty="0"/>
                            <a:t> </a:t>
                          </a:r>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74832381"/>
                      </a:ext>
                    </a:extLst>
                  </a:tr>
                  <a:tr h="1043127">
                    <a:tc>
                      <a:txBody>
                        <a:bodyPr/>
                        <a:lstStyle/>
                        <a:p>
                          <a:r>
                            <a:rPr lang="en-GB" sz="1200" dirty="0"/>
                            <a:t>m) </a:t>
                          </a:r>
                          <a14:m>
                            <m:oMath xmlns:m="http://schemas.openxmlformats.org/officeDocument/2006/math">
                              <m:r>
                                <a:rPr lang="en-US" sz="1200" i="1" smtClean="0">
                                  <a:latin typeface="Cambria Math" panose="02040503050406030204" pitchFamily="18" charset="0"/>
                                </a:rPr>
                                <m:t>8</m:t>
                              </m:r>
                              <m:r>
                                <a:rPr lang="en-US" sz="1200" b="0" i="1" smtClean="0">
                                  <a:latin typeface="Cambria Math" panose="02040503050406030204" pitchFamily="18" charset="0"/>
                                </a:rPr>
                                <m:t>.3</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3</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n) </a:t>
                          </a:r>
                          <a14:m>
                            <m:oMath xmlns:m="http://schemas.openxmlformats.org/officeDocument/2006/math">
                              <m:r>
                                <a:rPr lang="en-US" sz="1200" i="1" dirty="0" smtClean="0">
                                  <a:latin typeface="Cambria Math" panose="02040503050406030204" pitchFamily="18" charset="0"/>
                                </a:rPr>
                                <m:t>8</m:t>
                              </m:r>
                              <m:r>
                                <a:rPr lang="en-US" sz="1200" b="0" i="1" dirty="0" smtClean="0">
                                  <a:latin typeface="Cambria Math" panose="02040503050406030204" pitchFamily="18" charset="0"/>
                                </a:rPr>
                                <m:t>.3</m:t>
                              </m:r>
                              <m:r>
                                <a:rPr lang="en-US" sz="1200" b="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b="0" i="1">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4</m:t>
                                  </m:r>
                                </m:sup>
                              </m:sSup>
                            </m:oMath>
                          </a14:m>
                          <a:r>
                            <a:rPr lang="en-GB" sz="1200" dirty="0"/>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o) </a:t>
                          </a:r>
                          <a14:m>
                            <m:oMath xmlns:m="http://schemas.openxmlformats.org/officeDocument/2006/math">
                              <m:r>
                                <a:rPr lang="en-US" sz="1200" b="0" i="1" smtClean="0">
                                  <a:latin typeface="Cambria Math" panose="02040503050406030204" pitchFamily="18" charset="0"/>
                                </a:rPr>
                                <m:t>7.5</m:t>
                              </m:r>
                              <m:r>
                                <a:rPr lang="en-US" sz="1200" b="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b="0" i="1">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4</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p) </a:t>
                          </a:r>
                          <a14:m>
                            <m:oMath xmlns:m="http://schemas.openxmlformats.org/officeDocument/2006/math">
                              <m:r>
                                <a:rPr lang="en-US" sz="1200" i="1" dirty="0" smtClean="0">
                                  <a:latin typeface="Cambria Math" panose="02040503050406030204" pitchFamily="18" charset="0"/>
                                </a:rPr>
                                <m:t>7</m:t>
                              </m:r>
                              <m:r>
                                <a:rPr lang="en-US" sz="1200" b="0" i="1" smtClean="0">
                                  <a:latin typeface="Cambria Math" panose="02040503050406030204" pitchFamily="18" charset="0"/>
                                </a:rPr>
                                <m:t>.5</m:t>
                              </m:r>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5</m:t>
                                  </m:r>
                                </m:sup>
                              </m:sSup>
                            </m:oMath>
                          </a14:m>
                          <a:r>
                            <a:rPr lang="en-GB" sz="1200" b="1" dirty="0"/>
                            <a:t> </a:t>
                          </a:r>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18359506"/>
                      </a:ext>
                    </a:extLst>
                  </a:tr>
                </a:tbl>
              </a:graphicData>
            </a:graphic>
          </p:graphicFrame>
        </mc:Choice>
        <mc:Fallback xmlns="">
          <p:graphicFrame>
            <p:nvGraphicFramePr>
              <p:cNvPr id="6" name="Table 5">
                <a:extLst>
                  <a:ext uri="{FF2B5EF4-FFF2-40B4-BE49-F238E27FC236}">
                    <a16:creationId xmlns:a16="http://schemas.microsoft.com/office/drawing/2014/main" id="{E60BE094-6A81-D5AC-9972-2B299F97895E}"/>
                  </a:ext>
                </a:extLst>
              </p:cNvPr>
              <p:cNvGraphicFramePr>
                <a:graphicFrameLocks noGrp="1"/>
              </p:cNvGraphicFramePr>
              <p:nvPr>
                <p:extLst>
                  <p:ext uri="{D42A27DB-BD31-4B8C-83A1-F6EECF244321}">
                    <p14:modId xmlns:p14="http://schemas.microsoft.com/office/powerpoint/2010/main" val="747459635"/>
                  </p:ext>
                </p:extLst>
              </p:nvPr>
            </p:nvGraphicFramePr>
            <p:xfrm>
              <a:off x="92658" y="5481873"/>
              <a:ext cx="6690268" cy="4233883"/>
            </p:xfrm>
            <a:graphic>
              <a:graphicData uri="http://schemas.openxmlformats.org/drawingml/2006/table">
                <a:tbl>
                  <a:tblPr>
                    <a:tableStyleId>{5C22544A-7EE6-4342-B048-85BDC9FD1C3A}</a:tableStyleId>
                  </a:tblPr>
                  <a:tblGrid>
                    <a:gridCol w="1672567">
                      <a:extLst>
                        <a:ext uri="{9D8B030D-6E8A-4147-A177-3AD203B41FA5}">
                          <a16:colId xmlns:a16="http://schemas.microsoft.com/office/drawing/2014/main" val="3886940190"/>
                        </a:ext>
                      </a:extLst>
                    </a:gridCol>
                    <a:gridCol w="1672567">
                      <a:extLst>
                        <a:ext uri="{9D8B030D-6E8A-4147-A177-3AD203B41FA5}">
                          <a16:colId xmlns:a16="http://schemas.microsoft.com/office/drawing/2014/main" val="4064358503"/>
                        </a:ext>
                      </a:extLst>
                    </a:gridCol>
                    <a:gridCol w="1672567">
                      <a:extLst>
                        <a:ext uri="{9D8B030D-6E8A-4147-A177-3AD203B41FA5}">
                          <a16:colId xmlns:a16="http://schemas.microsoft.com/office/drawing/2014/main" val="999292452"/>
                        </a:ext>
                      </a:extLst>
                    </a:gridCol>
                    <a:gridCol w="1672567">
                      <a:extLst>
                        <a:ext uri="{9D8B030D-6E8A-4147-A177-3AD203B41FA5}">
                          <a16:colId xmlns:a16="http://schemas.microsoft.com/office/drawing/2014/main" val="264117368"/>
                        </a:ext>
                      </a:extLst>
                    </a:gridCol>
                  </a:tblGrid>
                  <a:tr h="110450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64" t="-552" r="-300000" b="-28508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730" t="-552" r="-201095" b="-28508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0000" t="-552" r="-100364" b="-28508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01095" t="-552" r="-730" b="-285083"/>
                          </a:stretch>
                        </a:blipFill>
                      </a:tcPr>
                    </a:tc>
                    <a:extLst>
                      <a:ext uri="{0D108BD9-81ED-4DB2-BD59-A6C34878D82A}">
                        <a16:rowId xmlns:a16="http://schemas.microsoft.com/office/drawing/2014/main" val="3218044020"/>
                      </a:ext>
                    </a:extLst>
                  </a:tr>
                  <a:tr h="1043127">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64" t="-105814" r="-300000" b="-20000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730" t="-105814" r="-201095" b="-20000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0000" t="-105814" r="-100364" b="-20000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01095" t="-105814" r="-730" b="-200000"/>
                          </a:stretch>
                        </a:blipFill>
                      </a:tcPr>
                    </a:tc>
                    <a:extLst>
                      <a:ext uri="{0D108BD9-81ED-4DB2-BD59-A6C34878D82A}">
                        <a16:rowId xmlns:a16="http://schemas.microsoft.com/office/drawing/2014/main" val="720316965"/>
                      </a:ext>
                    </a:extLst>
                  </a:tr>
                  <a:tr h="1043127">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64" t="-207018" r="-300000" b="-10117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730" t="-207018" r="-201095" b="-10117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0000" t="-207018" r="-100364" b="-10117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01095" t="-207018" r="-730" b="-101170"/>
                          </a:stretch>
                        </a:blipFill>
                      </a:tcPr>
                    </a:tc>
                    <a:extLst>
                      <a:ext uri="{0D108BD9-81ED-4DB2-BD59-A6C34878D82A}">
                        <a16:rowId xmlns:a16="http://schemas.microsoft.com/office/drawing/2014/main" val="774832381"/>
                      </a:ext>
                    </a:extLst>
                  </a:tr>
                  <a:tr h="1043127">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64" t="-307018" r="-300000" b="-117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730" t="-307018" r="-201095" b="-117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0000" t="-307018" r="-100364" b="-117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01095" t="-307018" r="-730" b="-1170"/>
                          </a:stretch>
                        </a:blipFill>
                      </a:tcPr>
                    </a:tc>
                    <a:extLst>
                      <a:ext uri="{0D108BD9-81ED-4DB2-BD59-A6C34878D82A}">
                        <a16:rowId xmlns:a16="http://schemas.microsoft.com/office/drawing/2014/main" val="2718359506"/>
                      </a:ext>
                    </a:extLst>
                  </a:tr>
                </a:tbl>
              </a:graphicData>
            </a:graphic>
          </p:graphicFrame>
        </mc:Fallback>
      </mc:AlternateContent>
      <p:sp>
        <p:nvSpPr>
          <p:cNvPr id="35" name="Slide Number Placeholder 34">
            <a:extLst>
              <a:ext uri="{FF2B5EF4-FFF2-40B4-BE49-F238E27FC236}">
                <a16:creationId xmlns:a16="http://schemas.microsoft.com/office/drawing/2014/main" id="{CB4573BC-448A-302C-539F-1C7EEA5E0515}"/>
              </a:ext>
            </a:extLst>
          </p:cNvPr>
          <p:cNvSpPr>
            <a:spLocks noGrp="1"/>
          </p:cNvSpPr>
          <p:nvPr>
            <p:ph type="sldNum" sz="quarter" idx="12"/>
          </p:nvPr>
        </p:nvSpPr>
        <p:spPr/>
        <p:txBody>
          <a:bodyPr/>
          <a:lstStyle/>
          <a:p>
            <a:fld id="{DFE403A4-BF53-4A18-A219-2FCD9C5F3F46}" type="slidenum">
              <a:rPr lang="en-GB" smtClean="0"/>
              <a:t>67</a:t>
            </a:fld>
            <a:endParaRPr lang="en-GB"/>
          </a:p>
        </p:txBody>
      </p:sp>
    </p:spTree>
    <p:extLst>
      <p:ext uri="{BB962C8B-B14F-4D97-AF65-F5344CB8AC3E}">
        <p14:creationId xmlns:p14="http://schemas.microsoft.com/office/powerpoint/2010/main" val="156739520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8199B59F-B1DD-4A46-76C6-1CF97E0EA6C6}"/>
                  </a:ext>
                </a:extLst>
              </p:cNvPr>
              <p:cNvGraphicFramePr>
                <a:graphicFrameLocks noGrp="1"/>
              </p:cNvGraphicFramePr>
              <p:nvPr/>
            </p:nvGraphicFramePr>
            <p:xfrm>
              <a:off x="89930" y="189474"/>
              <a:ext cx="6690268" cy="2086254"/>
            </p:xfrm>
            <a:graphic>
              <a:graphicData uri="http://schemas.openxmlformats.org/drawingml/2006/table">
                <a:tbl>
                  <a:tblPr>
                    <a:tableStyleId>{5C22544A-7EE6-4342-B048-85BDC9FD1C3A}</a:tableStyleId>
                  </a:tblPr>
                  <a:tblGrid>
                    <a:gridCol w="1672567">
                      <a:extLst>
                        <a:ext uri="{9D8B030D-6E8A-4147-A177-3AD203B41FA5}">
                          <a16:colId xmlns:a16="http://schemas.microsoft.com/office/drawing/2014/main" val="3338000413"/>
                        </a:ext>
                      </a:extLst>
                    </a:gridCol>
                    <a:gridCol w="1672567">
                      <a:extLst>
                        <a:ext uri="{9D8B030D-6E8A-4147-A177-3AD203B41FA5}">
                          <a16:colId xmlns:a16="http://schemas.microsoft.com/office/drawing/2014/main" val="487022770"/>
                        </a:ext>
                      </a:extLst>
                    </a:gridCol>
                    <a:gridCol w="1672567">
                      <a:extLst>
                        <a:ext uri="{9D8B030D-6E8A-4147-A177-3AD203B41FA5}">
                          <a16:colId xmlns:a16="http://schemas.microsoft.com/office/drawing/2014/main" val="278395344"/>
                        </a:ext>
                      </a:extLst>
                    </a:gridCol>
                    <a:gridCol w="1672567">
                      <a:extLst>
                        <a:ext uri="{9D8B030D-6E8A-4147-A177-3AD203B41FA5}">
                          <a16:colId xmlns:a16="http://schemas.microsoft.com/office/drawing/2014/main" val="1862930614"/>
                        </a:ext>
                      </a:extLst>
                    </a:gridCol>
                  </a:tblGrid>
                  <a:tr h="1043127">
                    <a:tc>
                      <a:txBody>
                        <a:bodyPr/>
                        <a:lstStyle/>
                        <a:p>
                          <a:pPr marL="0" indent="0">
                            <a:buNone/>
                          </a:pPr>
                          <a:r>
                            <a:rPr lang="en-GB" sz="1200" dirty="0"/>
                            <a:t>q) </a:t>
                          </a:r>
                          <a14:m>
                            <m:oMath xmlns:m="http://schemas.openxmlformats.org/officeDocument/2006/math">
                              <m:r>
                                <a:rPr lang="en-US" sz="1200" b="0" i="1" smtClean="0">
                                  <a:latin typeface="Cambria Math" panose="02040503050406030204" pitchFamily="18" charset="0"/>
                                </a:rPr>
                                <m:t>5.13</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2</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r) </a:t>
                          </a:r>
                          <a14:m>
                            <m:oMath xmlns:m="http://schemas.openxmlformats.org/officeDocument/2006/math">
                              <m:r>
                                <a:rPr lang="en-US" sz="1200" i="1" dirty="0" smtClean="0">
                                  <a:latin typeface="Cambria Math" panose="02040503050406030204" pitchFamily="18" charset="0"/>
                                </a:rPr>
                                <m:t>6</m:t>
                              </m:r>
                              <m:r>
                                <a:rPr lang="en-US" sz="1200" b="0" i="1" dirty="0" smtClean="0">
                                  <a:latin typeface="Cambria Math" panose="02040503050406030204" pitchFamily="18" charset="0"/>
                                </a:rPr>
                                <m:t>.32</m:t>
                              </m:r>
                              <m:r>
                                <a:rPr lang="en-US" sz="1200" b="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b="0" i="1">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2</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s) </a:t>
                          </a:r>
                          <a14:m>
                            <m:oMath xmlns:m="http://schemas.openxmlformats.org/officeDocument/2006/math">
                              <m:r>
                                <a:rPr lang="en-US" sz="1200" b="0" i="1" smtClean="0">
                                  <a:latin typeface="Cambria Math" panose="02040503050406030204" pitchFamily="18" charset="0"/>
                                </a:rPr>
                                <m:t>7.12</m:t>
                              </m:r>
                              <m:r>
                                <a:rPr lang="en-US" sz="1200" b="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b="0" i="1">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3</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t) </a:t>
                          </a:r>
                          <a14:m>
                            <m:oMath xmlns:m="http://schemas.openxmlformats.org/officeDocument/2006/math">
                              <m:r>
                                <a:rPr lang="en-US" sz="1200" i="1" smtClean="0">
                                  <a:latin typeface="Cambria Math" panose="02040503050406030204" pitchFamily="18" charset="0"/>
                                </a:rPr>
                                <m:t>8</m:t>
                              </m:r>
                              <m:r>
                                <a:rPr lang="en-US" sz="1200" b="0" i="1" smtClean="0">
                                  <a:latin typeface="Cambria Math" panose="02040503050406030204" pitchFamily="18" charset="0"/>
                                </a:rPr>
                                <m:t>.45</m:t>
                              </m:r>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3</m:t>
                                  </m:r>
                                </m:sup>
                              </m:sSup>
                            </m:oMath>
                          </a14:m>
                          <a:r>
                            <a:rPr lang="en-GB" sz="1200" b="1" dirty="0"/>
                            <a:t> </a:t>
                          </a:r>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89050770"/>
                      </a:ext>
                    </a:extLst>
                  </a:tr>
                  <a:tr h="1043127">
                    <a:tc>
                      <a:txBody>
                        <a:bodyPr/>
                        <a:lstStyle/>
                        <a:p>
                          <a:r>
                            <a:rPr lang="en-GB" sz="1200" dirty="0"/>
                            <a:t>u) </a:t>
                          </a:r>
                          <a14:m>
                            <m:oMath xmlns:m="http://schemas.openxmlformats.org/officeDocument/2006/math">
                              <m:r>
                                <a:rPr lang="en-US" sz="1200" b="0" i="1" smtClean="0">
                                  <a:latin typeface="Cambria Math" panose="02040503050406030204" pitchFamily="18" charset="0"/>
                                </a:rPr>
                                <m:t>5.18</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2</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v) </a:t>
                          </a:r>
                          <a14:m>
                            <m:oMath xmlns:m="http://schemas.openxmlformats.org/officeDocument/2006/math">
                              <m:r>
                                <a:rPr lang="en-US" sz="1200" i="1" dirty="0" smtClean="0">
                                  <a:latin typeface="Cambria Math" panose="02040503050406030204" pitchFamily="18" charset="0"/>
                                </a:rPr>
                                <m:t>6</m:t>
                              </m:r>
                              <m:r>
                                <a:rPr lang="en-US" sz="1200" b="0" i="1" dirty="0" smtClean="0">
                                  <a:latin typeface="Cambria Math" panose="02040503050406030204" pitchFamily="18" charset="0"/>
                                </a:rPr>
                                <m:t>.34</m:t>
                              </m:r>
                              <m:r>
                                <a:rPr lang="en-US" sz="1200" b="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b="0" i="1">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2</m:t>
                                  </m:r>
                                </m:sup>
                              </m:sSup>
                            </m:oMath>
                          </a14:m>
                          <a:r>
                            <a:rPr lang="en-GB" sz="1200" dirty="0"/>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w) </a:t>
                          </a:r>
                          <a14:m>
                            <m:oMath xmlns:m="http://schemas.openxmlformats.org/officeDocument/2006/math">
                              <m:r>
                                <a:rPr lang="en-US" sz="1200" b="0" i="1" smtClean="0">
                                  <a:latin typeface="Cambria Math" panose="02040503050406030204" pitchFamily="18" charset="0"/>
                                </a:rPr>
                                <m:t>7.17</m:t>
                              </m:r>
                              <m:r>
                                <a:rPr lang="en-US" sz="1200" b="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b="0" i="1">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5</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x) </a:t>
                          </a:r>
                          <a14:m>
                            <m:oMath xmlns:m="http://schemas.openxmlformats.org/officeDocument/2006/math">
                              <m:r>
                                <a:rPr lang="en-US" sz="1200" i="1" smtClean="0">
                                  <a:latin typeface="Cambria Math" panose="02040503050406030204" pitchFamily="18" charset="0"/>
                                </a:rPr>
                                <m:t>8</m:t>
                              </m:r>
                              <m:r>
                                <a:rPr lang="en-US" sz="1200" b="0" i="1" smtClean="0">
                                  <a:latin typeface="Cambria Math" panose="02040503050406030204" pitchFamily="18" charset="0"/>
                                </a:rPr>
                                <m:t>.94</m:t>
                              </m:r>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6</m:t>
                                  </m:r>
                                </m:sup>
                              </m:sSup>
                            </m:oMath>
                          </a14:m>
                          <a:r>
                            <a:rPr lang="en-GB" sz="1200" b="1" dirty="0"/>
                            <a:t> </a:t>
                          </a:r>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16026845"/>
                      </a:ext>
                    </a:extLst>
                  </a:tr>
                </a:tbl>
              </a:graphicData>
            </a:graphic>
          </p:graphicFrame>
        </mc:Choice>
        <mc:Fallback xmlns="">
          <p:graphicFrame>
            <p:nvGraphicFramePr>
              <p:cNvPr id="3" name="Table 2">
                <a:extLst>
                  <a:ext uri="{FF2B5EF4-FFF2-40B4-BE49-F238E27FC236}">
                    <a16:creationId xmlns:a16="http://schemas.microsoft.com/office/drawing/2014/main" id="{8199B59F-B1DD-4A46-76C6-1CF97E0EA6C6}"/>
                  </a:ext>
                </a:extLst>
              </p:cNvPr>
              <p:cNvGraphicFramePr>
                <a:graphicFrameLocks noGrp="1"/>
              </p:cNvGraphicFramePr>
              <p:nvPr>
                <p:extLst>
                  <p:ext uri="{D42A27DB-BD31-4B8C-83A1-F6EECF244321}">
                    <p14:modId xmlns:p14="http://schemas.microsoft.com/office/powerpoint/2010/main" val="2926541051"/>
                  </p:ext>
                </p:extLst>
              </p:nvPr>
            </p:nvGraphicFramePr>
            <p:xfrm>
              <a:off x="89930" y="189474"/>
              <a:ext cx="6690268" cy="2086254"/>
            </p:xfrm>
            <a:graphic>
              <a:graphicData uri="http://schemas.openxmlformats.org/drawingml/2006/table">
                <a:tbl>
                  <a:tblPr>
                    <a:tableStyleId>{5C22544A-7EE6-4342-B048-85BDC9FD1C3A}</a:tableStyleId>
                  </a:tblPr>
                  <a:tblGrid>
                    <a:gridCol w="1672567">
                      <a:extLst>
                        <a:ext uri="{9D8B030D-6E8A-4147-A177-3AD203B41FA5}">
                          <a16:colId xmlns:a16="http://schemas.microsoft.com/office/drawing/2014/main" val="3338000413"/>
                        </a:ext>
                      </a:extLst>
                    </a:gridCol>
                    <a:gridCol w="1672567">
                      <a:extLst>
                        <a:ext uri="{9D8B030D-6E8A-4147-A177-3AD203B41FA5}">
                          <a16:colId xmlns:a16="http://schemas.microsoft.com/office/drawing/2014/main" val="487022770"/>
                        </a:ext>
                      </a:extLst>
                    </a:gridCol>
                    <a:gridCol w="1672567">
                      <a:extLst>
                        <a:ext uri="{9D8B030D-6E8A-4147-A177-3AD203B41FA5}">
                          <a16:colId xmlns:a16="http://schemas.microsoft.com/office/drawing/2014/main" val="278395344"/>
                        </a:ext>
                      </a:extLst>
                    </a:gridCol>
                    <a:gridCol w="1672567">
                      <a:extLst>
                        <a:ext uri="{9D8B030D-6E8A-4147-A177-3AD203B41FA5}">
                          <a16:colId xmlns:a16="http://schemas.microsoft.com/office/drawing/2014/main" val="1862930614"/>
                        </a:ext>
                      </a:extLst>
                    </a:gridCol>
                  </a:tblGrid>
                  <a:tr h="1043127">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64" t="-581" r="-300364" b="-10058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364" t="-581" r="-200364" b="-10058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1095" t="-581" r="-101095" b="-10058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00000" t="-581" r="-727" b="-100581"/>
                          </a:stretch>
                        </a:blipFill>
                      </a:tcPr>
                    </a:tc>
                    <a:extLst>
                      <a:ext uri="{0D108BD9-81ED-4DB2-BD59-A6C34878D82A}">
                        <a16:rowId xmlns:a16="http://schemas.microsoft.com/office/drawing/2014/main" val="1589050770"/>
                      </a:ext>
                    </a:extLst>
                  </a:tr>
                  <a:tr h="1043127">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64" t="-101170" r="-300364" b="-117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364" t="-101170" r="-200364" b="-117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1095" t="-101170" r="-101095" b="-117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00000" t="-101170" r="-727" b="-1170"/>
                          </a:stretch>
                        </a:blipFill>
                      </a:tcPr>
                    </a:tc>
                    <a:extLst>
                      <a:ext uri="{0D108BD9-81ED-4DB2-BD59-A6C34878D82A}">
                        <a16:rowId xmlns:a16="http://schemas.microsoft.com/office/drawing/2014/main" val="1616026845"/>
                      </a:ext>
                    </a:extLst>
                  </a:tr>
                </a:tbl>
              </a:graphicData>
            </a:graphic>
          </p:graphicFrame>
        </mc:Fallback>
      </mc:AlternateContent>
      <p:sp>
        <p:nvSpPr>
          <p:cNvPr id="4" name="Rectangle 3">
            <a:extLst>
              <a:ext uri="{FF2B5EF4-FFF2-40B4-BE49-F238E27FC236}">
                <a16:creationId xmlns:a16="http://schemas.microsoft.com/office/drawing/2014/main" id="{8E8AC698-2DBA-8BDF-0251-2B53D64F9016}"/>
              </a:ext>
            </a:extLst>
          </p:cNvPr>
          <p:cNvSpPr/>
          <p:nvPr/>
        </p:nvSpPr>
        <p:spPr>
          <a:xfrm>
            <a:off x="83865" y="4709279"/>
            <a:ext cx="1087423" cy="379274"/>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100" dirty="0"/>
              <a:t>KNOWLEDGE CHECK</a:t>
            </a:r>
          </a:p>
        </p:txBody>
      </p:sp>
      <p:sp>
        <p:nvSpPr>
          <p:cNvPr id="5" name="TextBox 4">
            <a:extLst>
              <a:ext uri="{FF2B5EF4-FFF2-40B4-BE49-F238E27FC236}">
                <a16:creationId xmlns:a16="http://schemas.microsoft.com/office/drawing/2014/main" id="{21C50B2E-7273-5469-C28D-1EE61A2F1E90}"/>
              </a:ext>
            </a:extLst>
          </p:cNvPr>
          <p:cNvSpPr txBox="1"/>
          <p:nvPr/>
        </p:nvSpPr>
        <p:spPr>
          <a:xfrm>
            <a:off x="1356364" y="4783090"/>
            <a:ext cx="5294546" cy="276999"/>
          </a:xfrm>
          <a:prstGeom prst="rect">
            <a:avLst/>
          </a:prstGeom>
          <a:noFill/>
        </p:spPr>
        <p:txBody>
          <a:bodyPr wrap="square" lIns="91440" tIns="45720" rIns="91440" bIns="45720" rtlCol="0" anchor="t">
            <a:spAutoFit/>
          </a:bodyPr>
          <a:lstStyle/>
          <a:p>
            <a:pPr>
              <a:defRPr/>
            </a:pPr>
            <a:r>
              <a:rPr lang="en-GB" sz="1200" dirty="0">
                <a:solidFill>
                  <a:prstClr val="black"/>
                </a:solidFill>
                <a:latin typeface="Calibri" panose="020F0502020204030204"/>
              </a:rPr>
              <a:t>8</a:t>
            </a:r>
            <a:r>
              <a:rPr kumimoji="0" lang="en-GB" sz="1200" i="0" u="none" strike="noStrike" kern="1200" cap="none" spc="0" normalizeH="0" baseline="0" noProof="0" dirty="0">
                <a:ln>
                  <a:noFill/>
                </a:ln>
                <a:solidFill>
                  <a:prstClr val="black"/>
                </a:solidFill>
                <a:effectLst/>
                <a:uLnTx/>
                <a:uFillTx/>
                <a:latin typeface="Calibri" panose="020F0502020204030204"/>
                <a:ea typeface="+mn-ea"/>
                <a:cs typeface="+mn-cs"/>
              </a:rPr>
              <a:t>. Fill in the gaps</a:t>
            </a:r>
            <a:r>
              <a:rPr lang="en-GB" sz="1200" dirty="0">
                <a:solidFill>
                  <a:prstClr val="black"/>
                </a:solidFill>
                <a:latin typeface="Calibri" panose="020F0502020204030204"/>
              </a:rPr>
              <a:t>. The first one has been done for you.</a:t>
            </a:r>
            <a:endParaRPr kumimoji="0" lang="en-GB" sz="120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AlternateContent xmlns:mc="http://schemas.openxmlformats.org/markup-compatibility/2006">
        <mc:Choice xmlns:a14="http://schemas.microsoft.com/office/drawing/2010/main" Requires="a14">
          <p:graphicFrame>
            <p:nvGraphicFramePr>
              <p:cNvPr id="7" name="Table 7">
                <a:extLst>
                  <a:ext uri="{FF2B5EF4-FFF2-40B4-BE49-F238E27FC236}">
                    <a16:creationId xmlns:a16="http://schemas.microsoft.com/office/drawing/2014/main" id="{A7108AAA-BBC4-AF14-4C73-E7F170E6B58C}"/>
                  </a:ext>
                </a:extLst>
              </p:cNvPr>
              <p:cNvGraphicFramePr>
                <a:graphicFrameLocks noGrp="1"/>
              </p:cNvGraphicFramePr>
              <p:nvPr>
                <p:extLst>
                  <p:ext uri="{D42A27DB-BD31-4B8C-83A1-F6EECF244321}">
                    <p14:modId xmlns:p14="http://schemas.microsoft.com/office/powerpoint/2010/main" val="2466441712"/>
                  </p:ext>
                </p:extLst>
              </p:nvPr>
            </p:nvGraphicFramePr>
            <p:xfrm>
              <a:off x="71099" y="5238145"/>
              <a:ext cx="6690268" cy="4390566"/>
            </p:xfrm>
            <a:graphic>
              <a:graphicData uri="http://schemas.openxmlformats.org/drawingml/2006/table">
                <a:tbl>
                  <a:tblPr>
                    <a:tableStyleId>{5C22544A-7EE6-4342-B048-85BDC9FD1C3A}</a:tableStyleId>
                  </a:tblPr>
                  <a:tblGrid>
                    <a:gridCol w="3345134">
                      <a:extLst>
                        <a:ext uri="{9D8B030D-6E8A-4147-A177-3AD203B41FA5}">
                          <a16:colId xmlns:a16="http://schemas.microsoft.com/office/drawing/2014/main" val="2438535324"/>
                        </a:ext>
                      </a:extLst>
                    </a:gridCol>
                    <a:gridCol w="3345134">
                      <a:extLst>
                        <a:ext uri="{9D8B030D-6E8A-4147-A177-3AD203B41FA5}">
                          <a16:colId xmlns:a16="http://schemas.microsoft.com/office/drawing/2014/main" val="1875165844"/>
                        </a:ext>
                      </a:extLst>
                    </a:gridCol>
                  </a:tblGrid>
                  <a:tr h="745259">
                    <a:tc>
                      <a:txBody>
                        <a:bodyPr/>
                        <a:lstStyle/>
                        <a:p>
                          <a:pPr marL="0" indent="0">
                            <a:buNone/>
                          </a:pPr>
                          <a:r>
                            <a:rPr lang="en-GB" sz="1200" dirty="0"/>
                            <a:t>a) </a:t>
                          </a:r>
                          <a14:m>
                            <m:oMath xmlns:m="http://schemas.openxmlformats.org/officeDocument/2006/math">
                              <m:sSup>
                                <m:sSupPr>
                                  <m:ctrlPr>
                                    <a:rPr lang="en-GB" sz="1200" i="1" smtClean="0">
                                      <a:latin typeface="Cambria Math" panose="02040503050406030204" pitchFamily="18" charset="0"/>
                                    </a:rPr>
                                  </m:ctrlPr>
                                </m:sSupPr>
                                <m:e>
                                  <m:r>
                                    <a:rPr lang="en-GB" sz="1200" b="0" i="1" smtClean="0">
                                      <a:latin typeface="Cambria Math" panose="02040503050406030204" pitchFamily="18" charset="0"/>
                                    </a:rPr>
                                    <m:t>10</m:t>
                                  </m:r>
                                </m:e>
                                <m:sup>
                                  <m:r>
                                    <a:rPr lang="en-GB" sz="1200" b="0" i="1" smtClean="0">
                                      <a:latin typeface="Cambria Math" panose="02040503050406030204" pitchFamily="18" charset="0"/>
                                    </a:rPr>
                                    <m:t>−1</m:t>
                                  </m:r>
                                </m:sup>
                              </m:sSup>
                              <m:r>
                                <a:rPr lang="en-GB" sz="1200" b="0" i="1" smtClean="0">
                                  <a:latin typeface="Cambria Math" panose="02040503050406030204" pitchFamily="18" charset="0"/>
                                </a:rPr>
                                <m:t>=0.1</m:t>
                              </m:r>
                            </m:oMath>
                          </a14:m>
                          <a:endParaRPr lang="en-GB" sz="1200" dirty="0"/>
                        </a:p>
                        <a:p>
                          <a:pPr marL="0" indent="0">
                            <a:buNone/>
                          </a:pPr>
                          <a:endParaRPr lang="en-GB" dirty="0"/>
                        </a:p>
                        <a:p>
                          <a:pPr marL="0" indent="0">
                            <a:buFontTx/>
                            <a:buNone/>
                          </a:pPr>
                          <a14:m>
                            <m:oMath xmlns:m="http://schemas.openxmlformats.org/officeDocument/2006/math">
                              <m:r>
                                <a:rPr lang="en-GB" sz="2000" i="1" smtClean="0">
                                  <a:latin typeface="Cambria Math" panose="02040503050406030204" pitchFamily="18" charset="0"/>
                                  <a:ea typeface="Cambria Math" panose="02040503050406030204" pitchFamily="18" charset="0"/>
                                </a:rPr>
                                <m:t>×</m:t>
                              </m:r>
                              <m:r>
                                <a:rPr lang="en-GB" sz="2000" b="0" i="1" smtClean="0">
                                  <a:latin typeface="Cambria Math" panose="02040503050406030204" pitchFamily="18" charset="0"/>
                                  <a:ea typeface="Cambria Math" panose="02040503050406030204" pitchFamily="18" charset="0"/>
                                </a:rPr>
                                <m:t>0.1</m:t>
                              </m:r>
                            </m:oMath>
                          </a14:m>
                          <a:r>
                            <a:rPr lang="en-GB" sz="2000" dirty="0"/>
                            <a:t> is the same as </a:t>
                          </a:r>
                          <a14:m>
                            <m:oMath xmlns:m="http://schemas.openxmlformats.org/officeDocument/2006/math">
                              <m:r>
                                <a:rPr lang="en-GB" sz="2000" i="1" smtClean="0">
                                  <a:latin typeface="Cambria Math" panose="02040503050406030204" pitchFamily="18" charset="0"/>
                                  <a:ea typeface="Cambria Math" panose="02040503050406030204" pitchFamily="18" charset="0"/>
                                </a:rPr>
                                <m:t>÷</m:t>
                              </m:r>
                              <m:r>
                                <a:rPr lang="en-GB" sz="2000" b="0" i="1" smtClean="0">
                                  <a:latin typeface="Cambria Math" panose="02040503050406030204" pitchFamily="18" charset="0"/>
                                  <a:ea typeface="Cambria Math" panose="02040503050406030204" pitchFamily="18" charset="0"/>
                                </a:rPr>
                                <m:t>10</m:t>
                              </m:r>
                            </m:oMath>
                          </a14:m>
                          <a:endParaRPr lang="en-GB" sz="2000" dirty="0"/>
                        </a:p>
                        <a:p>
                          <a:pPr marL="0" indent="0">
                            <a:buFontTx/>
                            <a:buNone/>
                          </a:pP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None/>
                          </a:pPr>
                          <a:r>
                            <a:rPr lang="en-GB" sz="1200" dirty="0"/>
                            <a:t>b) </a:t>
                          </a:r>
                          <a14:m>
                            <m:oMath xmlns:m="http://schemas.openxmlformats.org/officeDocument/2006/math">
                              <m:sSup>
                                <m:sSupPr>
                                  <m:ctrlPr>
                                    <a:rPr lang="en-GB" sz="1200" i="1" smtClean="0">
                                      <a:latin typeface="Cambria Math" panose="02040503050406030204" pitchFamily="18" charset="0"/>
                                    </a:rPr>
                                  </m:ctrlPr>
                                </m:sSupPr>
                                <m:e>
                                  <m:r>
                                    <a:rPr lang="en-GB" sz="1200" b="0" i="1" smtClean="0">
                                      <a:latin typeface="Cambria Math" panose="02040503050406030204" pitchFamily="18" charset="0"/>
                                    </a:rPr>
                                    <m:t>10</m:t>
                                  </m:r>
                                </m:e>
                                <m:sup>
                                  <m:r>
                                    <a:rPr lang="en-GB" sz="1200" b="0" i="1" smtClean="0">
                                      <a:latin typeface="Cambria Math" panose="02040503050406030204" pitchFamily="18" charset="0"/>
                                    </a:rPr>
                                    <m:t>−2</m:t>
                                  </m:r>
                                </m:sup>
                              </m:sSup>
                              <m:r>
                                <a:rPr lang="en-GB" sz="1200" b="0" i="1" smtClean="0">
                                  <a:latin typeface="Cambria Math" panose="02040503050406030204" pitchFamily="18" charset="0"/>
                                </a:rPr>
                                <m:t>=____</m:t>
                              </m:r>
                            </m:oMath>
                          </a14:m>
                          <a:endParaRPr lang="en-GB" sz="1200" dirty="0"/>
                        </a:p>
                        <a:p>
                          <a:pPr marL="0" indent="0">
                            <a:buFontTx/>
                            <a:buNone/>
                          </a:pPr>
                          <a:endParaRPr lang="en-GB" i="1" dirty="0">
                            <a:latin typeface="Cambria Math" panose="02040503050406030204" pitchFamily="18" charset="0"/>
                            <a:ea typeface="Cambria Math" panose="02040503050406030204" pitchFamily="18" charset="0"/>
                          </a:endParaRPr>
                        </a:p>
                        <a:p>
                          <a:pPr marL="0" indent="0">
                            <a:buFontTx/>
                            <a:buNone/>
                          </a:pPr>
                          <a14:m>
                            <m:oMath xmlns:m="http://schemas.openxmlformats.org/officeDocument/2006/math">
                              <m:r>
                                <a:rPr lang="en-GB" sz="2000" i="1" smtClean="0">
                                  <a:latin typeface="Cambria Math" panose="02040503050406030204" pitchFamily="18" charset="0"/>
                                  <a:ea typeface="Cambria Math" panose="02040503050406030204" pitchFamily="18" charset="0"/>
                                </a:rPr>
                                <m:t>×</m:t>
                              </m:r>
                              <m:r>
                                <a:rPr lang="en-GB" sz="2000" b="0" i="1" smtClean="0">
                                  <a:latin typeface="Cambria Math" panose="02040503050406030204" pitchFamily="18" charset="0"/>
                                  <a:ea typeface="Cambria Math" panose="02040503050406030204" pitchFamily="18" charset="0"/>
                                </a:rPr>
                                <m:t>_____</m:t>
                              </m:r>
                            </m:oMath>
                          </a14:m>
                          <a:r>
                            <a:rPr lang="en-GB" sz="2000" dirty="0"/>
                            <a:t> is the same as </a:t>
                          </a:r>
                          <a14:m>
                            <m:oMath xmlns:m="http://schemas.openxmlformats.org/officeDocument/2006/math">
                              <m:r>
                                <a:rPr lang="en-GB" sz="2000" i="1" smtClean="0">
                                  <a:latin typeface="Cambria Math" panose="02040503050406030204" pitchFamily="18" charset="0"/>
                                  <a:ea typeface="Cambria Math" panose="02040503050406030204" pitchFamily="18" charset="0"/>
                                </a:rPr>
                                <m:t>÷</m:t>
                              </m:r>
                              <m:r>
                                <a:rPr lang="en-GB" sz="2000" b="0" i="1" smtClean="0">
                                  <a:latin typeface="Cambria Math" panose="02040503050406030204" pitchFamily="18" charset="0"/>
                                  <a:ea typeface="Cambria Math" panose="02040503050406030204" pitchFamily="18" charset="0"/>
                                </a:rPr>
                                <m:t>____</m:t>
                              </m:r>
                            </m:oMath>
                          </a14:m>
                          <a:endParaRPr lang="en-GB" sz="2000" dirty="0"/>
                        </a:p>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86295420"/>
                      </a:ext>
                    </a:extLst>
                  </a:tr>
                  <a:tr h="745259">
                    <a:tc>
                      <a:txBody>
                        <a:bodyPr/>
                        <a:lstStyle/>
                        <a:p>
                          <a:pPr marL="0" indent="0">
                            <a:buNone/>
                          </a:pPr>
                          <a:r>
                            <a:rPr lang="en-GB" dirty="0"/>
                            <a:t>c) </a:t>
                          </a:r>
                          <a14:m>
                            <m:oMath xmlns:m="http://schemas.openxmlformats.org/officeDocument/2006/math">
                              <m:sSup>
                                <m:sSupPr>
                                  <m:ctrlPr>
                                    <a:rPr lang="en-GB" sz="1400" i="1" smtClean="0">
                                      <a:latin typeface="Cambria Math" panose="02040503050406030204" pitchFamily="18" charset="0"/>
                                    </a:rPr>
                                  </m:ctrlPr>
                                </m:sSupPr>
                                <m:e>
                                  <m:r>
                                    <a:rPr lang="en-GB" sz="1400" b="0" i="1" smtClean="0">
                                      <a:latin typeface="Cambria Math" panose="02040503050406030204" pitchFamily="18" charset="0"/>
                                    </a:rPr>
                                    <m:t>10</m:t>
                                  </m:r>
                                </m:e>
                                <m:sup>
                                  <m:r>
                                    <a:rPr lang="en-GB" sz="1400" b="0" i="1" smtClean="0">
                                      <a:latin typeface="Cambria Math" panose="02040503050406030204" pitchFamily="18" charset="0"/>
                                    </a:rPr>
                                    <m:t>−3</m:t>
                                  </m:r>
                                </m:sup>
                              </m:sSup>
                              <m:r>
                                <a:rPr lang="en-GB" sz="1400" b="0" i="1" smtClean="0">
                                  <a:latin typeface="Cambria Math" panose="02040503050406030204" pitchFamily="18" charset="0"/>
                                </a:rPr>
                                <m:t>=____</m:t>
                              </m:r>
                            </m:oMath>
                          </a14:m>
                          <a:r>
                            <a:rPr lang="en-GB" sz="1400" dirty="0"/>
                            <a:t>______</a:t>
                          </a:r>
                        </a:p>
                        <a:p>
                          <a:pPr marL="0" indent="0">
                            <a:buNone/>
                          </a:pPr>
                          <a:endParaRPr lang="en-GB" sz="1400" i="1" dirty="0">
                            <a:latin typeface="Cambria Math" panose="02040503050406030204" pitchFamily="18" charset="0"/>
                            <a:ea typeface="Cambria Math" panose="02040503050406030204" pitchFamily="18" charset="0"/>
                          </a:endParaRPr>
                        </a:p>
                        <a:p>
                          <a:pPr marL="0" indent="0">
                            <a:buNone/>
                          </a:pPr>
                          <a14:m>
                            <m:oMath xmlns:m="http://schemas.openxmlformats.org/officeDocument/2006/math">
                              <m:r>
                                <a:rPr lang="en-GB" sz="1600" i="1" smtClean="0">
                                  <a:latin typeface="Cambria Math" panose="02040503050406030204" pitchFamily="18" charset="0"/>
                                  <a:ea typeface="Cambria Math" panose="02040503050406030204" pitchFamily="18" charset="0"/>
                                </a:rPr>
                                <m:t>×</m:t>
                              </m:r>
                              <m:r>
                                <a:rPr lang="en-GB" sz="1600" b="0" i="1" smtClean="0">
                                  <a:latin typeface="Cambria Math" panose="02040503050406030204" pitchFamily="18" charset="0"/>
                                  <a:ea typeface="Cambria Math" panose="02040503050406030204" pitchFamily="18" charset="0"/>
                                </a:rPr>
                                <m:t>        </m:t>
                              </m:r>
                            </m:oMath>
                          </a14:m>
                          <a:r>
                            <a:rPr lang="en-GB" sz="1600" dirty="0"/>
                            <a:t>is the same as </a:t>
                          </a:r>
                          <a14:m>
                            <m:oMath xmlns:m="http://schemas.openxmlformats.org/officeDocument/2006/math">
                              <m:r>
                                <a:rPr lang="en-GB" sz="1600" i="1" smtClean="0">
                                  <a:latin typeface="Cambria Math" panose="02040503050406030204" pitchFamily="18" charset="0"/>
                                  <a:ea typeface="Cambria Math" panose="02040503050406030204" pitchFamily="18" charset="0"/>
                                </a:rPr>
                                <m:t>÷</m:t>
                              </m:r>
                            </m:oMath>
                          </a14:m>
                          <a:endParaRPr lang="en-GB" sz="12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None/>
                          </a:pPr>
                          <a:r>
                            <a:rPr lang="en-GB" dirty="0"/>
                            <a:t>d)</a:t>
                          </a:r>
                          <a14:m>
                            <m:oMath xmlns:m="http://schemas.openxmlformats.org/officeDocument/2006/math">
                              <m:sSup>
                                <m:sSupPr>
                                  <m:ctrlPr>
                                    <a:rPr lang="en-GB" sz="1400" i="1" smtClean="0">
                                      <a:latin typeface="Cambria Math" panose="02040503050406030204" pitchFamily="18" charset="0"/>
                                    </a:rPr>
                                  </m:ctrlPr>
                                </m:sSupPr>
                                <m:e>
                                  <m:r>
                                    <a:rPr lang="en-GB" sz="1400" b="0" i="1" smtClean="0">
                                      <a:latin typeface="Cambria Math" panose="02040503050406030204" pitchFamily="18" charset="0"/>
                                    </a:rPr>
                                    <m:t>10</m:t>
                                  </m:r>
                                </m:e>
                                <m:sup>
                                  <m:r>
                                    <a:rPr lang="en-GB" sz="1400" b="0" i="1" smtClean="0">
                                      <a:latin typeface="Cambria Math" panose="02040503050406030204" pitchFamily="18" charset="0"/>
                                    </a:rPr>
                                    <m:t>−4</m:t>
                                  </m:r>
                                </m:sup>
                              </m:sSup>
                              <m:r>
                                <a:rPr lang="en-GB" sz="1400" b="0" i="1" smtClean="0">
                                  <a:latin typeface="Cambria Math" panose="02040503050406030204" pitchFamily="18" charset="0"/>
                                </a:rPr>
                                <m:t>=____</m:t>
                              </m:r>
                            </m:oMath>
                          </a14:m>
                          <a:r>
                            <a:rPr lang="en-GB" sz="1400" dirty="0"/>
                            <a:t>_____</a:t>
                          </a:r>
                        </a:p>
                        <a:p>
                          <a:pPr marL="0" indent="0">
                            <a:buNone/>
                          </a:pPr>
                          <a:endParaRPr lang="en-GB" dirty="0"/>
                        </a:p>
                        <a:p>
                          <a:pPr marL="0" marR="0" lvl="0" indent="0" algn="l" defTabSz="6858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GB" sz="1400" i="1" smtClean="0">
                                  <a:latin typeface="Cambria Math" panose="02040503050406030204" pitchFamily="18" charset="0"/>
                                  <a:ea typeface="Cambria Math" panose="02040503050406030204" pitchFamily="18" charset="0"/>
                                </a:rPr>
                                <m:t>×</m:t>
                              </m:r>
                              <m:r>
                                <a:rPr lang="en-GB" sz="1400" b="1" i="1" smtClean="0">
                                  <a:solidFill>
                                    <a:srgbClr val="FF0000"/>
                                  </a:solidFill>
                                  <a:latin typeface="Cambria Math" panose="02040503050406030204" pitchFamily="18" charset="0"/>
                                </a:rPr>
                                <m:t>             </m:t>
                              </m:r>
                            </m:oMath>
                          </a14:m>
                          <a:r>
                            <a:rPr lang="en-GB" sz="1400" dirty="0"/>
                            <a:t>is the same as </a:t>
                          </a:r>
                          <a14:m>
                            <m:oMath xmlns:m="http://schemas.openxmlformats.org/officeDocument/2006/math">
                              <m:r>
                                <a:rPr lang="en-GB" sz="1400" i="1" smtClean="0">
                                  <a:latin typeface="Cambria Math" panose="02040503050406030204" pitchFamily="18" charset="0"/>
                                  <a:ea typeface="Cambria Math" panose="02040503050406030204" pitchFamily="18" charset="0"/>
                                </a:rPr>
                                <m:t>÷</m:t>
                              </m:r>
                            </m:oMath>
                          </a14:m>
                          <a:endParaRPr lang="en-GB" dirty="0"/>
                        </a:p>
                        <a:p>
                          <a:pPr marL="0" marR="0" lvl="0" indent="0" algn="l" defTabSz="685800" rtl="0" eaLnBrk="1" fontAlgn="auto" latinLnBrk="0" hangingPunct="1">
                            <a:lnSpc>
                              <a:spcPct val="100000"/>
                            </a:lnSpc>
                            <a:spcBef>
                              <a:spcPts val="0"/>
                            </a:spcBef>
                            <a:spcAft>
                              <a:spcPts val="0"/>
                            </a:spcAft>
                            <a:buClrTx/>
                            <a:buSzTx/>
                            <a:buFontTx/>
                            <a:buNone/>
                            <a:tabLst/>
                            <a:defRPr/>
                          </a:pP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17281444"/>
                      </a:ext>
                    </a:extLst>
                  </a:tr>
                  <a:tr h="1276515">
                    <a:tc>
                      <a:txBody>
                        <a:bodyPr/>
                        <a:lstStyle/>
                        <a:p>
                          <a:pPr marL="0" indent="0">
                            <a:buNone/>
                          </a:pPr>
                          <a:r>
                            <a:rPr lang="en-GB" dirty="0"/>
                            <a:t>e)</a:t>
                          </a:r>
                          <a14:m>
                            <m:oMath xmlns:m="http://schemas.openxmlformats.org/officeDocument/2006/math">
                              <m:sSup>
                                <m:sSupPr>
                                  <m:ctrlPr>
                                    <a:rPr lang="en-GB" sz="1400" i="1" smtClean="0">
                                      <a:latin typeface="Cambria Math" panose="02040503050406030204" pitchFamily="18" charset="0"/>
                                    </a:rPr>
                                  </m:ctrlPr>
                                </m:sSupPr>
                                <m:e>
                                  <m:r>
                                    <a:rPr lang="en-GB" sz="1400" b="0" i="1" smtClean="0">
                                      <a:latin typeface="Cambria Math" panose="02040503050406030204" pitchFamily="18" charset="0"/>
                                    </a:rPr>
                                    <m:t>10</m:t>
                                  </m:r>
                                </m:e>
                                <m:sup>
                                  <m:r>
                                    <a:rPr lang="en-GB" sz="1400" b="0" i="1" smtClean="0">
                                      <a:latin typeface="Cambria Math" panose="02040503050406030204" pitchFamily="18" charset="0"/>
                                    </a:rPr>
                                    <m:t>−5</m:t>
                                  </m:r>
                                </m:sup>
                              </m:sSup>
                              <m:r>
                                <a:rPr lang="en-GB" sz="1400" b="0" i="1" smtClean="0">
                                  <a:latin typeface="Cambria Math" panose="02040503050406030204" pitchFamily="18" charset="0"/>
                                </a:rPr>
                                <m:t>=____</m:t>
                              </m:r>
                            </m:oMath>
                          </a14:m>
                          <a:r>
                            <a:rPr lang="en-GB" sz="1400" dirty="0"/>
                            <a:t>_____</a:t>
                          </a:r>
                        </a:p>
                        <a:p>
                          <a:pPr marL="0" indent="0">
                            <a:buNone/>
                          </a:pPr>
                          <a:endParaRPr lang="en-GB" dirty="0"/>
                        </a:p>
                        <a:p>
                          <a:pPr marL="0" indent="0">
                            <a:buFontTx/>
                            <a:buNone/>
                          </a:pPr>
                          <a14:m>
                            <m:oMath xmlns:m="http://schemas.openxmlformats.org/officeDocument/2006/math">
                              <m:r>
                                <a:rPr lang="en-GB" sz="2000" i="1" smtClean="0">
                                  <a:latin typeface="Cambria Math" panose="02040503050406030204" pitchFamily="18" charset="0"/>
                                  <a:ea typeface="Cambria Math" panose="02040503050406030204" pitchFamily="18" charset="0"/>
                                </a:rPr>
                                <m:t>×</m:t>
                              </m:r>
                              <m:r>
                                <a:rPr lang="en-GB" sz="2000" b="0" i="1" smtClean="0">
                                  <a:latin typeface="Cambria Math" panose="02040503050406030204" pitchFamily="18" charset="0"/>
                                  <a:ea typeface="Cambria Math" panose="02040503050406030204" pitchFamily="18" charset="0"/>
                                </a:rPr>
                                <m:t>_____________</m:t>
                              </m:r>
                            </m:oMath>
                          </a14:m>
                          <a:r>
                            <a:rPr lang="en-GB" sz="2000" dirty="0"/>
                            <a:t> is the same as </a:t>
                          </a:r>
                          <a14:m>
                            <m:oMath xmlns:m="http://schemas.openxmlformats.org/officeDocument/2006/math">
                              <m:r>
                                <a:rPr lang="en-GB" sz="2000" i="1" smtClean="0">
                                  <a:latin typeface="Cambria Math" panose="02040503050406030204" pitchFamily="18" charset="0"/>
                                  <a:ea typeface="Cambria Math" panose="02040503050406030204" pitchFamily="18" charset="0"/>
                                </a:rPr>
                                <m:t>÷</m:t>
                              </m:r>
                              <m:r>
                                <a:rPr lang="en-GB" sz="2000" b="0" i="1" smtClean="0">
                                  <a:latin typeface="Cambria Math" panose="02040503050406030204" pitchFamily="18" charset="0"/>
                                  <a:ea typeface="Cambria Math" panose="02040503050406030204" pitchFamily="18" charset="0"/>
                                </a:rPr>
                                <m:t>_____________</m:t>
                              </m:r>
                            </m:oMath>
                          </a14:m>
                          <a:endParaRPr lang="en-GB" sz="2000" dirty="0"/>
                        </a:p>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None/>
                          </a:pPr>
                          <a:r>
                            <a:rPr lang="en-GB" dirty="0"/>
                            <a:t>f)</a:t>
                          </a:r>
                          <a14:m>
                            <m:oMath xmlns:m="http://schemas.openxmlformats.org/officeDocument/2006/math">
                              <m:sSup>
                                <m:sSupPr>
                                  <m:ctrlPr>
                                    <a:rPr lang="en-GB" sz="1400" i="1" smtClean="0">
                                      <a:latin typeface="Cambria Math" panose="02040503050406030204" pitchFamily="18" charset="0"/>
                                    </a:rPr>
                                  </m:ctrlPr>
                                </m:sSupPr>
                                <m:e>
                                  <m:r>
                                    <a:rPr lang="en-GB" sz="1400" b="0" i="1" smtClean="0">
                                      <a:latin typeface="Cambria Math" panose="02040503050406030204" pitchFamily="18" charset="0"/>
                                    </a:rPr>
                                    <m:t>10</m:t>
                                  </m:r>
                                </m:e>
                                <m:sup>
                                  <m:r>
                                    <a:rPr lang="en-GB" sz="1400" b="0" i="1" smtClean="0">
                                      <a:latin typeface="Cambria Math" panose="02040503050406030204" pitchFamily="18" charset="0"/>
                                    </a:rPr>
                                    <m:t>−6</m:t>
                                  </m:r>
                                </m:sup>
                              </m:sSup>
                              <m:r>
                                <a:rPr lang="en-GB" sz="1400" b="0" i="1" smtClean="0">
                                  <a:latin typeface="Cambria Math" panose="02040503050406030204" pitchFamily="18" charset="0"/>
                                </a:rPr>
                                <m:t>=____</m:t>
                              </m:r>
                              <m:r>
                                <a:rPr lang="en-GB" sz="1400" b="0" i="0" smtClean="0">
                                  <a:latin typeface="Cambria Math" panose="02040503050406030204" pitchFamily="18" charset="0"/>
                                </a:rPr>
                                <m:t>_____</m:t>
                              </m:r>
                            </m:oMath>
                          </a14:m>
                          <a:endParaRPr lang="en-GB" sz="1400" dirty="0"/>
                        </a:p>
                        <a:p>
                          <a:pPr marL="0" indent="0">
                            <a:buNone/>
                          </a:pPr>
                          <a:endParaRPr lang="en-GB" dirty="0"/>
                        </a:p>
                        <a:p>
                          <a:pPr marL="0" indent="0">
                            <a:buFontTx/>
                            <a:buNone/>
                          </a:pPr>
                          <a14:m>
                            <m:oMath xmlns:m="http://schemas.openxmlformats.org/officeDocument/2006/math">
                              <m:r>
                                <a:rPr lang="en-GB" sz="2000" i="1" smtClean="0">
                                  <a:latin typeface="Cambria Math" panose="02040503050406030204" pitchFamily="18" charset="0"/>
                                  <a:ea typeface="Cambria Math" panose="02040503050406030204" pitchFamily="18" charset="0"/>
                                </a:rPr>
                                <m:t>×</m:t>
                              </m:r>
                              <m:r>
                                <a:rPr lang="en-GB" sz="2000" b="0" i="1" smtClean="0">
                                  <a:latin typeface="Cambria Math" panose="02040503050406030204" pitchFamily="18" charset="0"/>
                                  <a:ea typeface="Cambria Math" panose="02040503050406030204" pitchFamily="18" charset="0"/>
                                </a:rPr>
                                <m:t>_____________</m:t>
                              </m:r>
                            </m:oMath>
                          </a14:m>
                          <a:r>
                            <a:rPr lang="en-GB" sz="2000" dirty="0"/>
                            <a:t> is the same as </a:t>
                          </a:r>
                          <a14:m>
                            <m:oMath xmlns:m="http://schemas.openxmlformats.org/officeDocument/2006/math">
                              <m:r>
                                <a:rPr lang="en-GB" sz="2000" i="1" smtClean="0">
                                  <a:latin typeface="Cambria Math" panose="02040503050406030204" pitchFamily="18" charset="0"/>
                                  <a:ea typeface="Cambria Math" panose="02040503050406030204" pitchFamily="18" charset="0"/>
                                </a:rPr>
                                <m:t>÷</m:t>
                              </m:r>
                              <m:r>
                                <a:rPr lang="en-GB" sz="2000" b="0" i="1" smtClean="0">
                                  <a:latin typeface="Cambria Math" panose="02040503050406030204" pitchFamily="18" charset="0"/>
                                  <a:ea typeface="Cambria Math" panose="02040503050406030204" pitchFamily="18" charset="0"/>
                                </a:rPr>
                                <m:t>_____________</m:t>
                              </m:r>
                            </m:oMath>
                          </a14:m>
                          <a:endParaRPr lang="en-GB" sz="2000" dirty="0"/>
                        </a:p>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82257612"/>
                      </a:ext>
                    </a:extLst>
                  </a:tr>
                  <a:tr h="1142096">
                    <a:tc>
                      <a:txBody>
                        <a:bodyPr/>
                        <a:lstStyle/>
                        <a:p>
                          <a:pPr marL="0" indent="0">
                            <a:buNone/>
                          </a:pPr>
                          <a:r>
                            <a:rPr lang="en-GB" dirty="0"/>
                            <a:t>g)</a:t>
                          </a:r>
                          <a14:m>
                            <m:oMath xmlns:m="http://schemas.openxmlformats.org/officeDocument/2006/math">
                              <m:sSup>
                                <m:sSupPr>
                                  <m:ctrlPr>
                                    <a:rPr lang="en-GB" sz="1400" i="1" smtClean="0">
                                      <a:latin typeface="Cambria Math" panose="02040503050406030204" pitchFamily="18" charset="0"/>
                                    </a:rPr>
                                  </m:ctrlPr>
                                </m:sSupPr>
                                <m:e>
                                  <m:r>
                                    <a:rPr lang="en-GB" sz="1400" b="0" i="1" smtClean="0">
                                      <a:latin typeface="Cambria Math" panose="02040503050406030204" pitchFamily="18" charset="0"/>
                                    </a:rPr>
                                    <m:t>10</m:t>
                                  </m:r>
                                </m:e>
                                <m:sup>
                                  <m:r>
                                    <a:rPr lang="en-GB" sz="1400" b="0" i="1" smtClean="0">
                                      <a:latin typeface="Cambria Math" panose="02040503050406030204" pitchFamily="18" charset="0"/>
                                    </a:rPr>
                                    <m:t>−7</m:t>
                                  </m:r>
                                </m:sup>
                              </m:sSup>
                              <m:r>
                                <a:rPr lang="en-GB" sz="1400" b="0" i="1" smtClean="0">
                                  <a:latin typeface="Cambria Math" panose="02040503050406030204" pitchFamily="18" charset="0"/>
                                </a:rPr>
                                <m:t>=____</m:t>
                              </m:r>
                            </m:oMath>
                          </a14:m>
                          <a:r>
                            <a:rPr lang="en-GB" sz="1400" dirty="0"/>
                            <a:t>_____</a:t>
                          </a:r>
                        </a:p>
                        <a:p>
                          <a:pPr marL="0" indent="0">
                            <a:buNone/>
                          </a:pPr>
                          <a:endParaRPr lang="en-GB" dirty="0"/>
                        </a:p>
                        <a:p>
                          <a:pPr marL="0" indent="0">
                            <a:buFontTx/>
                            <a:buNone/>
                          </a:pPr>
                          <a14:m>
                            <m:oMath xmlns:m="http://schemas.openxmlformats.org/officeDocument/2006/math">
                              <m:r>
                                <a:rPr lang="en-GB" sz="2000" i="1" smtClean="0">
                                  <a:latin typeface="Cambria Math" panose="02040503050406030204" pitchFamily="18" charset="0"/>
                                  <a:ea typeface="Cambria Math" panose="02040503050406030204" pitchFamily="18" charset="0"/>
                                </a:rPr>
                                <m:t>×</m:t>
                              </m:r>
                              <m:r>
                                <a:rPr lang="en-GB" sz="2000" b="0" i="1" smtClean="0">
                                  <a:latin typeface="Cambria Math" panose="02040503050406030204" pitchFamily="18" charset="0"/>
                                  <a:ea typeface="Cambria Math" panose="02040503050406030204" pitchFamily="18" charset="0"/>
                                </a:rPr>
                                <m:t>_____________</m:t>
                              </m:r>
                            </m:oMath>
                          </a14:m>
                          <a:r>
                            <a:rPr lang="en-GB" sz="2000" dirty="0"/>
                            <a:t> is the same as </a:t>
                          </a:r>
                          <a14:m>
                            <m:oMath xmlns:m="http://schemas.openxmlformats.org/officeDocument/2006/math">
                              <m:r>
                                <a:rPr lang="en-GB" sz="2000" i="1" smtClean="0">
                                  <a:latin typeface="Cambria Math" panose="02040503050406030204" pitchFamily="18" charset="0"/>
                                  <a:ea typeface="Cambria Math" panose="02040503050406030204" pitchFamily="18" charset="0"/>
                                </a:rPr>
                                <m:t>÷</m:t>
                              </m:r>
                              <m:r>
                                <a:rPr lang="en-GB" sz="2000" b="0" i="1" smtClean="0">
                                  <a:latin typeface="Cambria Math" panose="02040503050406030204" pitchFamily="18" charset="0"/>
                                  <a:ea typeface="Cambria Math" panose="02040503050406030204" pitchFamily="18" charset="0"/>
                                </a:rPr>
                                <m:t>_____________</m:t>
                              </m:r>
                            </m:oMath>
                          </a14:m>
                          <a:endParaRPr lang="en-GB"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None/>
                          </a:pPr>
                          <a:r>
                            <a:rPr lang="en-GB" dirty="0"/>
                            <a:t>h)</a:t>
                          </a:r>
                          <a14:m>
                            <m:oMath xmlns:m="http://schemas.openxmlformats.org/officeDocument/2006/math">
                              <m:sSup>
                                <m:sSupPr>
                                  <m:ctrlPr>
                                    <a:rPr lang="en-GB" sz="1400" i="1" smtClean="0">
                                      <a:latin typeface="Cambria Math" panose="02040503050406030204" pitchFamily="18" charset="0"/>
                                    </a:rPr>
                                  </m:ctrlPr>
                                </m:sSupPr>
                                <m:e>
                                  <m:r>
                                    <a:rPr lang="en-GB" sz="1400" b="0" i="1" smtClean="0">
                                      <a:latin typeface="Cambria Math" panose="02040503050406030204" pitchFamily="18" charset="0"/>
                                    </a:rPr>
                                    <m:t>10</m:t>
                                  </m:r>
                                </m:e>
                                <m:sup>
                                  <m:r>
                                    <a:rPr lang="en-GB" sz="1400" b="0" i="1" smtClean="0">
                                      <a:latin typeface="Cambria Math" panose="02040503050406030204" pitchFamily="18" charset="0"/>
                                    </a:rPr>
                                    <m:t>−8</m:t>
                                  </m:r>
                                </m:sup>
                              </m:sSup>
                              <m:r>
                                <a:rPr lang="en-GB" sz="1400" b="0" i="1" smtClean="0">
                                  <a:latin typeface="Cambria Math" panose="02040503050406030204" pitchFamily="18" charset="0"/>
                                </a:rPr>
                                <m:t>=____</m:t>
                              </m:r>
                            </m:oMath>
                          </a14:m>
                          <a:r>
                            <a:rPr lang="en-GB" sz="1400" dirty="0"/>
                            <a:t>_____</a:t>
                          </a:r>
                        </a:p>
                        <a:p>
                          <a:pPr marL="0" indent="0">
                            <a:buNone/>
                          </a:pPr>
                          <a:endParaRPr lang="en-GB" dirty="0"/>
                        </a:p>
                        <a:p>
                          <a:pPr marL="0" indent="0">
                            <a:buFontTx/>
                            <a:buNone/>
                          </a:pPr>
                          <a14:m>
                            <m:oMath xmlns:m="http://schemas.openxmlformats.org/officeDocument/2006/math">
                              <m:r>
                                <a:rPr lang="en-GB" sz="2000" i="1" smtClean="0">
                                  <a:latin typeface="Cambria Math" panose="02040503050406030204" pitchFamily="18" charset="0"/>
                                  <a:ea typeface="Cambria Math" panose="02040503050406030204" pitchFamily="18" charset="0"/>
                                </a:rPr>
                                <m:t>×</m:t>
                              </m:r>
                              <m:r>
                                <a:rPr lang="en-GB" sz="2000" b="0" i="1" smtClean="0">
                                  <a:latin typeface="Cambria Math" panose="02040503050406030204" pitchFamily="18" charset="0"/>
                                  <a:ea typeface="Cambria Math" panose="02040503050406030204" pitchFamily="18" charset="0"/>
                                </a:rPr>
                                <m:t>_____________</m:t>
                              </m:r>
                            </m:oMath>
                          </a14:m>
                          <a:r>
                            <a:rPr lang="en-GB" sz="2000" dirty="0"/>
                            <a:t> is the same as </a:t>
                          </a:r>
                          <a14:m>
                            <m:oMath xmlns:m="http://schemas.openxmlformats.org/officeDocument/2006/math">
                              <m:r>
                                <a:rPr lang="en-GB" sz="2000" i="1" smtClean="0">
                                  <a:latin typeface="Cambria Math" panose="02040503050406030204" pitchFamily="18" charset="0"/>
                                  <a:ea typeface="Cambria Math" panose="02040503050406030204" pitchFamily="18" charset="0"/>
                                </a:rPr>
                                <m:t>÷</m:t>
                              </m:r>
                              <m:r>
                                <a:rPr lang="en-GB" sz="2000" b="0" i="1" smtClean="0">
                                  <a:latin typeface="Cambria Math" panose="02040503050406030204" pitchFamily="18" charset="0"/>
                                  <a:ea typeface="Cambria Math" panose="02040503050406030204" pitchFamily="18" charset="0"/>
                                </a:rPr>
                                <m:t>_____________</m:t>
                              </m:r>
                            </m:oMath>
                          </a14:m>
                          <a:endParaRPr lang="en-GB"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033990"/>
                      </a:ext>
                    </a:extLst>
                  </a:tr>
                </a:tbl>
              </a:graphicData>
            </a:graphic>
          </p:graphicFrame>
        </mc:Choice>
        <mc:Fallback>
          <p:graphicFrame>
            <p:nvGraphicFramePr>
              <p:cNvPr id="7" name="Table 7">
                <a:extLst>
                  <a:ext uri="{FF2B5EF4-FFF2-40B4-BE49-F238E27FC236}">
                    <a16:creationId xmlns:a16="http://schemas.microsoft.com/office/drawing/2014/main" id="{A7108AAA-BBC4-AF14-4C73-E7F170E6B58C}"/>
                  </a:ext>
                </a:extLst>
              </p:cNvPr>
              <p:cNvGraphicFramePr>
                <a:graphicFrameLocks noGrp="1"/>
              </p:cNvGraphicFramePr>
              <p:nvPr>
                <p:extLst>
                  <p:ext uri="{D42A27DB-BD31-4B8C-83A1-F6EECF244321}">
                    <p14:modId xmlns:p14="http://schemas.microsoft.com/office/powerpoint/2010/main" val="2466441712"/>
                  </p:ext>
                </p:extLst>
              </p:nvPr>
            </p:nvGraphicFramePr>
            <p:xfrm>
              <a:off x="71099" y="5238145"/>
              <a:ext cx="6690268" cy="4390566"/>
            </p:xfrm>
            <a:graphic>
              <a:graphicData uri="http://schemas.openxmlformats.org/drawingml/2006/table">
                <a:tbl>
                  <a:tblPr>
                    <a:tableStyleId>{5C22544A-7EE6-4342-B048-85BDC9FD1C3A}</a:tableStyleId>
                  </a:tblPr>
                  <a:tblGrid>
                    <a:gridCol w="3345134">
                      <a:extLst>
                        <a:ext uri="{9D8B030D-6E8A-4147-A177-3AD203B41FA5}">
                          <a16:colId xmlns:a16="http://schemas.microsoft.com/office/drawing/2014/main" val="2438535324"/>
                        </a:ext>
                      </a:extLst>
                    </a:gridCol>
                    <a:gridCol w="3345134">
                      <a:extLst>
                        <a:ext uri="{9D8B030D-6E8A-4147-A177-3AD203B41FA5}">
                          <a16:colId xmlns:a16="http://schemas.microsoft.com/office/drawing/2014/main" val="1875165844"/>
                        </a:ext>
                      </a:extLst>
                    </a:gridCol>
                  </a:tblGrid>
                  <a:tr h="9906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82" t="-613" r="-100182" b="-343558"/>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364" t="-613" r="-364" b="-343558"/>
                          </a:stretch>
                        </a:blipFill>
                      </a:tcPr>
                    </a:tc>
                    <a:extLst>
                      <a:ext uri="{0D108BD9-81ED-4DB2-BD59-A6C34878D82A}">
                        <a16:rowId xmlns:a16="http://schemas.microsoft.com/office/drawing/2014/main" val="1386295420"/>
                      </a:ext>
                    </a:extLst>
                  </a:tr>
                  <a:tr h="9296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82" t="-107895" r="-100182" b="-26842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364" t="-107895" r="-364" b="-268421"/>
                          </a:stretch>
                        </a:blipFill>
                      </a:tcPr>
                    </a:tc>
                    <a:extLst>
                      <a:ext uri="{0D108BD9-81ED-4DB2-BD59-A6C34878D82A}">
                        <a16:rowId xmlns:a16="http://schemas.microsoft.com/office/drawing/2014/main" val="3717281444"/>
                      </a:ext>
                    </a:extLst>
                  </a:tr>
                  <a:tr h="132823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82" t="-144954" r="-100182" b="-87156"/>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364" t="-144954" r="-364" b="-87156"/>
                          </a:stretch>
                        </a:blipFill>
                      </a:tcPr>
                    </a:tc>
                    <a:extLst>
                      <a:ext uri="{0D108BD9-81ED-4DB2-BD59-A6C34878D82A}">
                        <a16:rowId xmlns:a16="http://schemas.microsoft.com/office/drawing/2014/main" val="1982257612"/>
                      </a:ext>
                    </a:extLst>
                  </a:tr>
                  <a:tr h="1142096">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82" t="-284043" r="-100182" b="-1064"/>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364" t="-284043" r="-364" b="-1064"/>
                          </a:stretch>
                        </a:blipFill>
                      </a:tcPr>
                    </a:tc>
                    <a:extLst>
                      <a:ext uri="{0D108BD9-81ED-4DB2-BD59-A6C34878D82A}">
                        <a16:rowId xmlns:a16="http://schemas.microsoft.com/office/drawing/2014/main" val="24033990"/>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9" name="Table 8">
                <a:extLst>
                  <a:ext uri="{FF2B5EF4-FFF2-40B4-BE49-F238E27FC236}">
                    <a16:creationId xmlns:a16="http://schemas.microsoft.com/office/drawing/2014/main" id="{B58B1A2E-5369-5742-0DAD-A4CED0651B84}"/>
                  </a:ext>
                </a:extLst>
              </p:cNvPr>
              <p:cNvGraphicFramePr>
                <a:graphicFrameLocks noGrp="1"/>
              </p:cNvGraphicFramePr>
              <p:nvPr/>
            </p:nvGraphicFramePr>
            <p:xfrm>
              <a:off x="83865" y="2411281"/>
              <a:ext cx="6677502" cy="2162445"/>
            </p:xfrm>
            <a:graphic>
              <a:graphicData uri="http://schemas.openxmlformats.org/drawingml/2006/table">
                <a:tbl>
                  <a:tblPr>
                    <a:tableStyleId>{5C22544A-7EE6-4342-B048-85BDC9FD1C3A}</a:tableStyleId>
                  </a:tblPr>
                  <a:tblGrid>
                    <a:gridCol w="3338751">
                      <a:extLst>
                        <a:ext uri="{9D8B030D-6E8A-4147-A177-3AD203B41FA5}">
                          <a16:colId xmlns:a16="http://schemas.microsoft.com/office/drawing/2014/main" val="1993343878"/>
                        </a:ext>
                      </a:extLst>
                    </a:gridCol>
                    <a:gridCol w="3338751">
                      <a:extLst>
                        <a:ext uri="{9D8B030D-6E8A-4147-A177-3AD203B41FA5}">
                          <a16:colId xmlns:a16="http://schemas.microsoft.com/office/drawing/2014/main" val="1307055305"/>
                        </a:ext>
                      </a:extLst>
                    </a:gridCol>
                  </a:tblGrid>
                  <a:tr h="2162445">
                    <a:tc>
                      <a:txBody>
                        <a:bodyPr/>
                        <a:lstStyle/>
                        <a:p>
                          <a:pPr>
                            <a:defRPr/>
                          </a:pPr>
                          <a:r>
                            <a:rPr lang="en-GB" sz="1200" dirty="0">
                              <a:solidFill>
                                <a:prstClr val="black"/>
                              </a:solidFill>
                              <a:latin typeface="+mn-lt"/>
                            </a:rPr>
                            <a:t>6</a:t>
                          </a:r>
                          <a:r>
                            <a:rPr kumimoji="0" lang="en-GB" sz="1200" i="0" u="none" strike="noStrike" kern="1200" cap="none" spc="0" normalizeH="0" baseline="0" noProof="0" dirty="0">
                              <a:ln>
                                <a:noFill/>
                              </a:ln>
                              <a:solidFill>
                                <a:prstClr val="black"/>
                              </a:solidFill>
                              <a:effectLst/>
                              <a:uLnTx/>
                              <a:uFillTx/>
                              <a:latin typeface="+mn-lt"/>
                              <a:ea typeface="+mn-ea"/>
                              <a:cs typeface="+mn-cs"/>
                            </a:rPr>
                            <a:t>. </a:t>
                          </a:r>
                          <a:r>
                            <a:rPr lang="en-GB" sz="1200" dirty="0"/>
                            <a:t>Sam has carried out a calculation and written his answer in standard form.</a:t>
                          </a:r>
                        </a:p>
                        <a:p>
                          <a:pPr>
                            <a:defRPr/>
                          </a:pPr>
                          <a:r>
                            <a:rPr lang="en-GB" sz="1200" dirty="0"/>
                            <a:t>He has written is 2400 = 24 × </a:t>
                          </a:r>
                          <a14:m>
                            <m:oMath xmlns:m="http://schemas.openxmlformats.org/officeDocument/2006/math">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2</m:t>
                                  </m:r>
                                </m:sup>
                              </m:sSup>
                            </m:oMath>
                          </a14:m>
                          <a:endParaRPr kumimoji="0" lang="en-GB" sz="1200" i="0" u="none" strike="noStrike" kern="1200" cap="none" spc="0" normalizeH="0" baseline="0" noProof="0" dirty="0">
                            <a:ln>
                              <a:noFill/>
                            </a:ln>
                            <a:solidFill>
                              <a:prstClr val="black"/>
                            </a:solidFill>
                            <a:effectLst/>
                            <a:uLnTx/>
                            <a:uFillTx/>
                            <a:latin typeface="+mn-lt"/>
                            <a:ea typeface="+mn-ea"/>
                            <a:cs typeface="+mn-cs"/>
                          </a:endParaRPr>
                        </a:p>
                        <a:p>
                          <a:pPr>
                            <a:defRPr/>
                          </a:pPr>
                          <a:r>
                            <a:rPr kumimoji="0" lang="en-GB" sz="1200" i="0" u="none" strike="noStrike" kern="1200" cap="none" spc="0" normalizeH="0" baseline="0" noProof="0" dirty="0">
                              <a:ln>
                                <a:noFill/>
                              </a:ln>
                              <a:solidFill>
                                <a:prstClr val="black"/>
                              </a:solidFill>
                              <a:effectLst/>
                              <a:uLnTx/>
                              <a:uFillTx/>
                              <a:latin typeface="+mn-lt"/>
                              <a:ea typeface="+mn-ea"/>
                              <a:cs typeface="+mn-cs"/>
                            </a:rPr>
                            <a:t>Correct the mistake.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7. Place an inequality sign between these numbers to make the statement true (you must show your working: </a:t>
                          </a:r>
                        </a:p>
                        <a:p>
                          <a:endParaRPr lang="en-GB" sz="1200" dirty="0"/>
                        </a:p>
                        <a:p>
                          <a14:m>
                            <m:oMath xmlns:m="http://schemas.openxmlformats.org/officeDocument/2006/math">
                              <m:r>
                                <a:rPr lang="en-GB" sz="1200" i="1" dirty="0" smtClean="0">
                                  <a:latin typeface="Cambria Math" panose="02040503050406030204" pitchFamily="18" charset="0"/>
                                </a:rPr>
                                <m:t>3</m:t>
                              </m:r>
                              <m:r>
                                <a:rPr lang="en-GB" sz="1200" b="0" i="1" dirty="0" smtClean="0">
                                  <a:latin typeface="Cambria Math" panose="02040503050406030204" pitchFamily="18" charset="0"/>
                                </a:rPr>
                                <m:t>.8</m:t>
                              </m:r>
                              <m:r>
                                <a:rPr lang="en-US" sz="1200" b="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b="0" i="1">
                                      <a:latin typeface="Cambria Math" panose="02040503050406030204" pitchFamily="18" charset="0"/>
                                      <a:ea typeface="Cambria Math" panose="02040503050406030204" pitchFamily="18" charset="0"/>
                                    </a:rPr>
                                    <m:t>10</m:t>
                                  </m:r>
                                </m:e>
                                <m:sup>
                                  <m:r>
                                    <a:rPr lang="en-GB" sz="1200" b="0" i="1" smtClean="0">
                                      <a:latin typeface="Cambria Math" panose="02040503050406030204" pitchFamily="18" charset="0"/>
                                      <a:ea typeface="Cambria Math" panose="02040503050406030204" pitchFamily="18" charset="0"/>
                                    </a:rPr>
                                    <m:t>6</m:t>
                                  </m:r>
                                </m:sup>
                              </m:sSup>
                            </m:oMath>
                          </a14:m>
                          <a:r>
                            <a:rPr lang="en-GB" sz="1200" dirty="0"/>
                            <a:t> _____ </a:t>
                          </a:r>
                          <a14:m>
                            <m:oMath xmlns:m="http://schemas.openxmlformats.org/officeDocument/2006/math">
                              <m:r>
                                <a:rPr lang="en-GB" sz="1200" i="1" dirty="0" smtClean="0">
                                  <a:latin typeface="Cambria Math" panose="02040503050406030204" pitchFamily="18" charset="0"/>
                                </a:rPr>
                                <m:t>4</m:t>
                              </m:r>
                              <m:r>
                                <a:rPr lang="en-GB" sz="1200" b="0" i="1" dirty="0" smtClean="0">
                                  <a:latin typeface="Cambria Math" panose="02040503050406030204" pitchFamily="18" charset="0"/>
                                </a:rPr>
                                <m:t>.2</m:t>
                              </m:r>
                              <m:r>
                                <a:rPr lang="en-US" sz="1200" b="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b="0" i="1">
                                      <a:latin typeface="Cambria Math" panose="02040503050406030204" pitchFamily="18" charset="0"/>
                                      <a:ea typeface="Cambria Math" panose="02040503050406030204" pitchFamily="18" charset="0"/>
                                    </a:rPr>
                                    <m:t>10</m:t>
                                  </m:r>
                                </m:e>
                                <m:sup>
                                  <m:r>
                                    <a:rPr lang="en-GB" sz="1200" b="0" i="1" smtClean="0">
                                      <a:latin typeface="Cambria Math" panose="02040503050406030204" pitchFamily="18" charset="0"/>
                                      <a:ea typeface="Cambria Math" panose="02040503050406030204" pitchFamily="18" charset="0"/>
                                    </a:rPr>
                                    <m:t>5</m:t>
                                  </m:r>
                                </m:sup>
                              </m:sSup>
                            </m:oMath>
                          </a14:m>
                          <a:r>
                            <a:rPr lang="en-GB" sz="1200" dirty="0"/>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48431023"/>
                      </a:ext>
                    </a:extLst>
                  </a:tr>
                </a:tbl>
              </a:graphicData>
            </a:graphic>
          </p:graphicFrame>
        </mc:Choice>
        <mc:Fallback xmlns="">
          <p:graphicFrame>
            <p:nvGraphicFramePr>
              <p:cNvPr id="9" name="Table 8">
                <a:extLst>
                  <a:ext uri="{FF2B5EF4-FFF2-40B4-BE49-F238E27FC236}">
                    <a16:creationId xmlns:a16="http://schemas.microsoft.com/office/drawing/2014/main" id="{B58B1A2E-5369-5742-0DAD-A4CED0651B84}"/>
                  </a:ext>
                </a:extLst>
              </p:cNvPr>
              <p:cNvGraphicFramePr>
                <a:graphicFrameLocks noGrp="1"/>
              </p:cNvGraphicFramePr>
              <p:nvPr>
                <p:extLst>
                  <p:ext uri="{D42A27DB-BD31-4B8C-83A1-F6EECF244321}">
                    <p14:modId xmlns:p14="http://schemas.microsoft.com/office/powerpoint/2010/main" val="3434670910"/>
                  </p:ext>
                </p:extLst>
              </p:nvPr>
            </p:nvGraphicFramePr>
            <p:xfrm>
              <a:off x="83865" y="2411281"/>
              <a:ext cx="6677502" cy="2162445"/>
            </p:xfrm>
            <a:graphic>
              <a:graphicData uri="http://schemas.openxmlformats.org/drawingml/2006/table">
                <a:tbl>
                  <a:tblPr>
                    <a:tableStyleId>{5C22544A-7EE6-4342-B048-85BDC9FD1C3A}</a:tableStyleId>
                  </a:tblPr>
                  <a:tblGrid>
                    <a:gridCol w="3338751">
                      <a:extLst>
                        <a:ext uri="{9D8B030D-6E8A-4147-A177-3AD203B41FA5}">
                          <a16:colId xmlns:a16="http://schemas.microsoft.com/office/drawing/2014/main" val="1993343878"/>
                        </a:ext>
                      </a:extLst>
                    </a:gridCol>
                    <a:gridCol w="3338751">
                      <a:extLst>
                        <a:ext uri="{9D8B030D-6E8A-4147-A177-3AD203B41FA5}">
                          <a16:colId xmlns:a16="http://schemas.microsoft.com/office/drawing/2014/main" val="1307055305"/>
                        </a:ext>
                      </a:extLst>
                    </a:gridCol>
                  </a:tblGrid>
                  <a:tr h="2162445">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82" t="-281" r="-100182" b="-562"/>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365" t="-281" r="-365" b="-562"/>
                          </a:stretch>
                        </a:blipFill>
                      </a:tcPr>
                    </a:tc>
                    <a:extLst>
                      <a:ext uri="{0D108BD9-81ED-4DB2-BD59-A6C34878D82A}">
                        <a16:rowId xmlns:a16="http://schemas.microsoft.com/office/drawing/2014/main" val="1648431023"/>
                      </a:ext>
                    </a:extLst>
                  </a:tr>
                </a:tbl>
              </a:graphicData>
            </a:graphic>
          </p:graphicFrame>
        </mc:Fallback>
      </mc:AlternateContent>
      <p:sp>
        <p:nvSpPr>
          <p:cNvPr id="12" name="Slide Number Placeholder 11">
            <a:extLst>
              <a:ext uri="{FF2B5EF4-FFF2-40B4-BE49-F238E27FC236}">
                <a16:creationId xmlns:a16="http://schemas.microsoft.com/office/drawing/2014/main" id="{ADE6BFE4-BA14-B4A0-CF9F-DF8AAB2C31EC}"/>
              </a:ext>
            </a:extLst>
          </p:cNvPr>
          <p:cNvSpPr>
            <a:spLocks noGrp="1"/>
          </p:cNvSpPr>
          <p:nvPr>
            <p:ph type="sldNum" sz="quarter" idx="12"/>
          </p:nvPr>
        </p:nvSpPr>
        <p:spPr>
          <a:xfrm>
            <a:off x="6506527" y="9735694"/>
            <a:ext cx="351473" cy="183800"/>
          </a:xfrm>
        </p:spPr>
        <p:txBody>
          <a:bodyPr/>
          <a:lstStyle/>
          <a:p>
            <a:fld id="{DFE403A4-BF53-4A18-A219-2FCD9C5F3F46}" type="slidenum">
              <a:rPr lang="en-GB" smtClean="0"/>
              <a:t>68</a:t>
            </a:fld>
            <a:endParaRPr lang="en-GB"/>
          </a:p>
        </p:txBody>
      </p:sp>
    </p:spTree>
    <p:extLst>
      <p:ext uri="{BB962C8B-B14F-4D97-AF65-F5344CB8AC3E}">
        <p14:creationId xmlns:p14="http://schemas.microsoft.com/office/powerpoint/2010/main" val="378655943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 name="TextBox 248">
            <a:extLst>
              <a:ext uri="{FF2B5EF4-FFF2-40B4-BE49-F238E27FC236}">
                <a16:creationId xmlns:a16="http://schemas.microsoft.com/office/drawing/2014/main" id="{62615755-C21D-B04D-989E-53B671F28298}"/>
              </a:ext>
            </a:extLst>
          </p:cNvPr>
          <p:cNvSpPr txBox="1"/>
          <p:nvPr/>
        </p:nvSpPr>
        <p:spPr>
          <a:xfrm>
            <a:off x="1358194" y="5171266"/>
            <a:ext cx="3274614" cy="276999"/>
          </a:xfrm>
          <a:prstGeom prst="rect">
            <a:avLst/>
          </a:prstGeom>
          <a:noFill/>
        </p:spPr>
        <p:txBody>
          <a:bodyPr wrap="none" lIns="91440" tIns="45720" rIns="91440" bIns="45720" rtlCol="0" anchor="t">
            <a:spAutoFit/>
          </a:bodyPr>
          <a:lstStyle/>
          <a:p>
            <a:r>
              <a:rPr lang="en-GB" sz="1200" dirty="0"/>
              <a:t>9. Write the following numbers in standard form:</a:t>
            </a:r>
          </a:p>
        </p:txBody>
      </p:sp>
      <mc:AlternateContent xmlns:mc="http://schemas.openxmlformats.org/markup-compatibility/2006" xmlns:a14="http://schemas.microsoft.com/office/drawing/2010/main">
        <mc:Choice Requires="a14">
          <p:graphicFrame>
            <p:nvGraphicFramePr>
              <p:cNvPr id="112" name="Table 111"/>
              <p:cNvGraphicFramePr>
                <a:graphicFrameLocks noGrp="1"/>
              </p:cNvGraphicFramePr>
              <p:nvPr/>
            </p:nvGraphicFramePr>
            <p:xfrm>
              <a:off x="111268" y="449018"/>
              <a:ext cx="6622472" cy="4580182"/>
            </p:xfrm>
            <a:graphic>
              <a:graphicData uri="http://schemas.openxmlformats.org/drawingml/2006/table">
                <a:tbl>
                  <a:tblPr firstRow="1" bandRow="1">
                    <a:tableStyleId>{5C22544A-7EE6-4342-B048-85BDC9FD1C3A}</a:tableStyleId>
                  </a:tblPr>
                  <a:tblGrid>
                    <a:gridCol w="1109201">
                      <a:extLst>
                        <a:ext uri="{9D8B030D-6E8A-4147-A177-3AD203B41FA5}">
                          <a16:colId xmlns:a16="http://schemas.microsoft.com/office/drawing/2014/main" val="3124559182"/>
                        </a:ext>
                      </a:extLst>
                    </a:gridCol>
                    <a:gridCol w="1837757">
                      <a:extLst>
                        <a:ext uri="{9D8B030D-6E8A-4147-A177-3AD203B41FA5}">
                          <a16:colId xmlns:a16="http://schemas.microsoft.com/office/drawing/2014/main" val="1668930051"/>
                        </a:ext>
                      </a:extLst>
                    </a:gridCol>
                    <a:gridCol w="1837757">
                      <a:extLst>
                        <a:ext uri="{9D8B030D-6E8A-4147-A177-3AD203B41FA5}">
                          <a16:colId xmlns:a16="http://schemas.microsoft.com/office/drawing/2014/main" val="2873958374"/>
                        </a:ext>
                      </a:extLst>
                    </a:gridCol>
                    <a:gridCol w="1837757">
                      <a:extLst>
                        <a:ext uri="{9D8B030D-6E8A-4147-A177-3AD203B41FA5}">
                          <a16:colId xmlns:a16="http://schemas.microsoft.com/office/drawing/2014/main" val="2414775215"/>
                        </a:ext>
                      </a:extLst>
                    </a:gridCol>
                  </a:tblGrid>
                  <a:tr h="357806">
                    <a:tc>
                      <a:txBody>
                        <a:bodyPr/>
                        <a:lstStyle/>
                        <a:p>
                          <a:pPr algn="ctr"/>
                          <a:r>
                            <a:rPr lang="en-US" sz="1200" dirty="0">
                              <a:solidFill>
                                <a:schemeClr val="tx1"/>
                              </a:solidFill>
                            </a:rPr>
                            <a:t>Steps</a:t>
                          </a:r>
                          <a:endParaRPr lang="en-GB"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GB" sz="1200" dirty="0">
                              <a:solidFill>
                                <a:schemeClr val="tx1"/>
                              </a:solidFill>
                            </a:rPr>
                            <a:t>Write in standard form.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en-GB"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en-GB"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47329628"/>
                      </a:ext>
                    </a:extLst>
                  </a:tr>
                  <a:tr h="1319142">
                    <a:tc rowSpan="2">
                      <a:txBody>
                        <a:bodyPr/>
                        <a:lstStyle/>
                        <a:p>
                          <a:r>
                            <a:rPr lang="en-US" sz="1200" baseline="0" dirty="0">
                              <a:solidFill>
                                <a:schemeClr val="tx1"/>
                              </a:solidFill>
                            </a:rPr>
                            <a:t>1) Write the number as a division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dirty="0">
                              <a:solidFill>
                                <a:schemeClr val="tx1"/>
                              </a:solidFill>
                            </a:rPr>
                            <a:t>a) </a:t>
                          </a:r>
                          <a14:m>
                            <m:oMath xmlns:m="http://schemas.openxmlformats.org/officeDocument/2006/math">
                              <m:r>
                                <a:rPr lang="en-US" sz="1200" i="1" dirty="0" smtClean="0">
                                  <a:solidFill>
                                    <a:schemeClr val="tx1"/>
                                  </a:solidFill>
                                  <a:latin typeface="Cambria Math" panose="02040503050406030204" pitchFamily="18" charset="0"/>
                                </a:rPr>
                                <m:t>0</m:t>
                              </m:r>
                              <m:r>
                                <a:rPr lang="en-US" sz="1200" b="0" i="1" dirty="0" smtClean="0">
                                  <a:solidFill>
                                    <a:schemeClr val="tx1"/>
                                  </a:solidFill>
                                  <a:latin typeface="Cambria Math" panose="02040503050406030204" pitchFamily="18" charset="0"/>
                                </a:rPr>
                                <m:t>.</m:t>
                              </m:r>
                              <m:r>
                                <a:rPr lang="en-GB" sz="1200" b="0" i="1" dirty="0" smtClean="0">
                                  <a:solidFill>
                                    <a:schemeClr val="tx1"/>
                                  </a:solidFill>
                                  <a:latin typeface="Cambria Math" panose="02040503050406030204" pitchFamily="18" charset="0"/>
                                </a:rPr>
                                <m:t>9</m:t>
                              </m:r>
                            </m:oMath>
                          </a14:m>
                          <a:endParaRPr lang="en-US" sz="1200" b="0" dirty="0">
                            <a:solidFill>
                              <a:schemeClr val="tx1"/>
                            </a:solidFill>
                          </a:endParaRPr>
                        </a:p>
                        <a:p>
                          <a:endParaRPr lang="en-US" sz="1200" dirty="0">
                            <a:solidFill>
                              <a:schemeClr val="tx1"/>
                            </a:solidFill>
                          </a:endParaRPr>
                        </a:p>
                        <a:p>
                          <a:endParaRPr lang="en-US"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dirty="0">
                              <a:solidFill>
                                <a:schemeClr val="tx1"/>
                              </a:solidFill>
                            </a:rPr>
                            <a:t>a) </a:t>
                          </a:r>
                          <a14:m>
                            <m:oMath xmlns:m="http://schemas.openxmlformats.org/officeDocument/2006/math">
                              <m:r>
                                <a:rPr lang="en-US" sz="1200" b="0" i="1" dirty="0" smtClean="0">
                                  <a:solidFill>
                                    <a:schemeClr val="tx1"/>
                                  </a:solidFill>
                                  <a:latin typeface="Cambria Math" panose="02040503050406030204" pitchFamily="18" charset="0"/>
                                </a:rPr>
                                <m:t>0.3</m:t>
                              </m:r>
                            </m:oMath>
                          </a14:m>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dirty="0">
                              <a:solidFill>
                                <a:schemeClr val="tx1"/>
                              </a:solidFill>
                            </a:rPr>
                            <a:t>a) </a:t>
                          </a:r>
                          <a14:m>
                            <m:oMath xmlns:m="http://schemas.openxmlformats.org/officeDocument/2006/math">
                              <m:r>
                                <a:rPr lang="en-US" sz="1200" b="0" i="1" smtClean="0">
                                  <a:solidFill>
                                    <a:schemeClr val="tx1"/>
                                  </a:solidFill>
                                  <a:latin typeface="Cambria Math" panose="02040503050406030204" pitchFamily="18" charset="0"/>
                                </a:rPr>
                                <m:t>0.2</m:t>
                              </m:r>
                            </m:oMath>
                          </a14:m>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41023978"/>
                      </a:ext>
                    </a:extLst>
                  </a:tr>
                  <a:tr h="708653">
                    <a:tc vMerge="1">
                      <a:txBody>
                        <a:bodyPr/>
                        <a:lstStyle/>
                        <a:p>
                          <a:endParaRPr lang="en-GB"/>
                        </a:p>
                      </a:txBody>
                      <a:tcPr/>
                    </a:tc>
                    <a:tc rowSpan="2">
                      <a:txBody>
                        <a:bodyPr/>
                        <a:lstStyle/>
                        <a:p>
                          <a:r>
                            <a:rPr lang="en-US" sz="1200" b="0" dirty="0">
                              <a:solidFill>
                                <a:schemeClr val="tx1"/>
                              </a:solidFill>
                            </a:rPr>
                            <a:t>b) </a:t>
                          </a:r>
                          <a14:m>
                            <m:oMath xmlns:m="http://schemas.openxmlformats.org/officeDocument/2006/math">
                              <m:r>
                                <a:rPr lang="en-US" sz="1200" b="0" i="1" dirty="0" smtClean="0">
                                  <a:solidFill>
                                    <a:schemeClr val="tx1"/>
                                  </a:solidFill>
                                  <a:latin typeface="Cambria Math" panose="02040503050406030204" pitchFamily="18" charset="0"/>
                                </a:rPr>
                                <m:t>0.0</m:t>
                              </m:r>
                              <m:r>
                                <a:rPr lang="en-GB" sz="1200" b="0" i="1" dirty="0" smtClean="0">
                                  <a:solidFill>
                                    <a:schemeClr val="tx1"/>
                                  </a:solidFill>
                                  <a:latin typeface="Cambria Math" panose="02040503050406030204" pitchFamily="18" charset="0"/>
                                </a:rPr>
                                <m:t>9</m:t>
                              </m:r>
                            </m:oMath>
                          </a14:m>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r>
                            <a:rPr lang="en-US" sz="1200" b="0" dirty="0">
                              <a:solidFill>
                                <a:schemeClr val="tx1"/>
                              </a:solidFill>
                            </a:rPr>
                            <a:t>b) </a:t>
                          </a:r>
                          <a14:m>
                            <m:oMath xmlns:m="http://schemas.openxmlformats.org/officeDocument/2006/math">
                              <m:r>
                                <a:rPr lang="en-US" sz="1200" b="0" i="1" dirty="0" smtClean="0">
                                  <a:solidFill>
                                    <a:schemeClr val="tx1"/>
                                  </a:solidFill>
                                  <a:latin typeface="Cambria Math" panose="02040503050406030204" pitchFamily="18" charset="0"/>
                                </a:rPr>
                                <m:t>0.005</m:t>
                              </m:r>
                            </m:oMath>
                          </a14:m>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dirty="0">
                              <a:solidFill>
                                <a:schemeClr val="tx1"/>
                              </a:solidFill>
                            </a:rPr>
                            <a:t>b) </a:t>
                          </a:r>
                          <a14:m>
                            <m:oMath xmlns:m="http://schemas.openxmlformats.org/officeDocument/2006/math">
                              <m:r>
                                <a:rPr lang="en-US" sz="1200" b="0" i="1" dirty="0" smtClean="0">
                                  <a:solidFill>
                                    <a:schemeClr val="tx1"/>
                                  </a:solidFill>
                                  <a:latin typeface="Cambria Math" panose="02040503050406030204" pitchFamily="18" charset="0"/>
                                </a:rPr>
                                <m:t>0.04</m:t>
                              </m:r>
                            </m:oMath>
                          </a14:m>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79435149"/>
                      </a:ext>
                    </a:extLst>
                  </a:tr>
                  <a:tr h="605149">
                    <a:tc rowSpan="2">
                      <a:txBody>
                        <a:bodyPr/>
                        <a:lstStyle/>
                        <a:p>
                          <a:r>
                            <a:rPr lang="en-US" sz="1200" baseline="0" dirty="0">
                              <a:solidFill>
                                <a:schemeClr val="tx1"/>
                              </a:solidFill>
                            </a:rPr>
                            <a:t>2) Rewrite as a product with a negative power of 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822819010"/>
                      </a:ext>
                    </a:extLst>
                  </a:tr>
                  <a:tr h="1589432">
                    <a:tc vMerge="1">
                      <a:txBody>
                        <a:bodyPr/>
                        <a:lstStyle/>
                        <a:p>
                          <a:endParaRPr lang="en-GB"/>
                        </a:p>
                      </a:txBody>
                      <a:tcPr/>
                    </a:tc>
                    <a:tc>
                      <a:txBody>
                        <a:bodyPr/>
                        <a:lstStyle/>
                        <a:p>
                          <a:r>
                            <a:rPr lang="en-US" sz="1200" b="0" dirty="0">
                              <a:solidFill>
                                <a:schemeClr val="tx1"/>
                              </a:solidFill>
                            </a:rPr>
                            <a:t>c) </a:t>
                          </a:r>
                          <a14:m>
                            <m:oMath xmlns:m="http://schemas.openxmlformats.org/officeDocument/2006/math">
                              <m:r>
                                <a:rPr lang="en-US" sz="1200" b="0" i="1" smtClean="0">
                                  <a:solidFill>
                                    <a:schemeClr val="tx1"/>
                                  </a:solidFill>
                                  <a:latin typeface="Cambria Math" panose="02040503050406030204" pitchFamily="18" charset="0"/>
                                </a:rPr>
                                <m:t>0.000</m:t>
                              </m:r>
                              <m:r>
                                <a:rPr lang="en-GB" sz="1200" b="0" i="1" smtClean="0">
                                  <a:solidFill>
                                    <a:schemeClr val="tx1"/>
                                  </a:solidFill>
                                  <a:latin typeface="Cambria Math" panose="02040503050406030204" pitchFamily="18" charset="0"/>
                                </a:rPr>
                                <m:t>5</m:t>
                              </m:r>
                            </m:oMath>
                          </a14:m>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b="0" dirty="0">
                              <a:solidFill>
                                <a:schemeClr val="tx1"/>
                              </a:solidFill>
                            </a:rPr>
                            <a:t>c) </a:t>
                          </a:r>
                          <a14:m>
                            <m:oMath xmlns:m="http://schemas.openxmlformats.org/officeDocument/2006/math">
                              <m:r>
                                <a:rPr lang="en-US" sz="1200" b="0" i="1" dirty="0" smtClean="0">
                                  <a:solidFill>
                                    <a:schemeClr val="tx1"/>
                                  </a:solidFill>
                                  <a:latin typeface="Cambria Math" panose="02040503050406030204" pitchFamily="18" charset="0"/>
                                </a:rPr>
                                <m:t>0.0007</m:t>
                              </m:r>
                            </m:oMath>
                          </a14:m>
                          <a:endParaRPr lang="en-US"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dirty="0">
                              <a:solidFill>
                                <a:schemeClr val="tx1"/>
                              </a:solidFill>
                            </a:rPr>
                            <a:t>c) </a:t>
                          </a:r>
                          <a14:m>
                            <m:oMath xmlns:m="http://schemas.openxmlformats.org/officeDocument/2006/math">
                              <m:r>
                                <a:rPr lang="en-US" sz="1200" b="0" i="1" smtClean="0">
                                  <a:solidFill>
                                    <a:schemeClr val="tx1"/>
                                  </a:solidFill>
                                  <a:latin typeface="Cambria Math" panose="02040503050406030204" pitchFamily="18" charset="0"/>
                                </a:rPr>
                                <m:t>0.0006</m:t>
                              </m:r>
                            </m:oMath>
                          </a14:m>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60303983"/>
                      </a:ext>
                    </a:extLst>
                  </a:tr>
                </a:tbl>
              </a:graphicData>
            </a:graphic>
          </p:graphicFrame>
        </mc:Choice>
        <mc:Fallback xmlns="">
          <p:graphicFrame>
            <p:nvGraphicFramePr>
              <p:cNvPr id="112" name="Table 111"/>
              <p:cNvGraphicFramePr>
                <a:graphicFrameLocks noGrp="1"/>
              </p:cNvGraphicFramePr>
              <p:nvPr>
                <p:extLst>
                  <p:ext uri="{D42A27DB-BD31-4B8C-83A1-F6EECF244321}">
                    <p14:modId xmlns:p14="http://schemas.microsoft.com/office/powerpoint/2010/main" val="3342638816"/>
                  </p:ext>
                </p:extLst>
              </p:nvPr>
            </p:nvGraphicFramePr>
            <p:xfrm>
              <a:off x="111268" y="449018"/>
              <a:ext cx="6622472" cy="4580182"/>
            </p:xfrm>
            <a:graphic>
              <a:graphicData uri="http://schemas.openxmlformats.org/drawingml/2006/table">
                <a:tbl>
                  <a:tblPr firstRow="1" bandRow="1">
                    <a:tableStyleId>{5C22544A-7EE6-4342-B048-85BDC9FD1C3A}</a:tableStyleId>
                  </a:tblPr>
                  <a:tblGrid>
                    <a:gridCol w="1109201">
                      <a:extLst>
                        <a:ext uri="{9D8B030D-6E8A-4147-A177-3AD203B41FA5}">
                          <a16:colId xmlns:a16="http://schemas.microsoft.com/office/drawing/2014/main" val="3124559182"/>
                        </a:ext>
                      </a:extLst>
                    </a:gridCol>
                    <a:gridCol w="1837757">
                      <a:extLst>
                        <a:ext uri="{9D8B030D-6E8A-4147-A177-3AD203B41FA5}">
                          <a16:colId xmlns:a16="http://schemas.microsoft.com/office/drawing/2014/main" val="1668930051"/>
                        </a:ext>
                      </a:extLst>
                    </a:gridCol>
                    <a:gridCol w="1837757">
                      <a:extLst>
                        <a:ext uri="{9D8B030D-6E8A-4147-A177-3AD203B41FA5}">
                          <a16:colId xmlns:a16="http://schemas.microsoft.com/office/drawing/2014/main" val="2873958374"/>
                        </a:ext>
                      </a:extLst>
                    </a:gridCol>
                    <a:gridCol w="1837757">
                      <a:extLst>
                        <a:ext uri="{9D8B030D-6E8A-4147-A177-3AD203B41FA5}">
                          <a16:colId xmlns:a16="http://schemas.microsoft.com/office/drawing/2014/main" val="2414775215"/>
                        </a:ext>
                      </a:extLst>
                    </a:gridCol>
                  </a:tblGrid>
                  <a:tr h="357806">
                    <a:tc>
                      <a:txBody>
                        <a:bodyPr/>
                        <a:lstStyle/>
                        <a:p>
                          <a:pPr algn="ctr"/>
                          <a:r>
                            <a:rPr lang="en-US" sz="1200" dirty="0">
                              <a:solidFill>
                                <a:schemeClr val="tx1"/>
                              </a:solidFill>
                            </a:rPr>
                            <a:t>Steps</a:t>
                          </a:r>
                          <a:endParaRPr lang="en-GB"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GB" sz="1200" dirty="0">
                              <a:solidFill>
                                <a:schemeClr val="tx1"/>
                              </a:solidFill>
                            </a:rPr>
                            <a:t>Write in standard form.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en-GB"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en-GB"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47329628"/>
                      </a:ext>
                    </a:extLst>
                  </a:tr>
                  <a:tr h="1319142">
                    <a:tc rowSpan="2">
                      <a:txBody>
                        <a:bodyPr/>
                        <a:lstStyle/>
                        <a:p>
                          <a:r>
                            <a:rPr lang="en-US" sz="1200" baseline="0" dirty="0">
                              <a:solidFill>
                                <a:schemeClr val="tx1"/>
                              </a:solidFill>
                            </a:rPr>
                            <a:t>1) Write the number as a division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60596" t="-27778" r="-200331" b="-222222"/>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61130" t="-27778" r="-100997" b="-222222"/>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60265" t="-27778" r="-662" b="-222222"/>
                          </a:stretch>
                        </a:blipFill>
                      </a:tcPr>
                    </a:tc>
                    <a:extLst>
                      <a:ext uri="{0D108BD9-81ED-4DB2-BD59-A6C34878D82A}">
                        <a16:rowId xmlns:a16="http://schemas.microsoft.com/office/drawing/2014/main" val="1541023978"/>
                      </a:ext>
                    </a:extLst>
                  </a:tr>
                  <a:tr h="708653">
                    <a:tc vMerge="1">
                      <a:txBody>
                        <a:bodyPr/>
                        <a:lstStyle/>
                        <a:p>
                          <a:endParaRPr lang="en-GB"/>
                        </a:p>
                      </a:txBody>
                      <a:tcPr/>
                    </a:tc>
                    <a:tc rowSpan="2">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60596" t="-127778" r="-200331" b="-122222"/>
                          </a:stretch>
                        </a:blipFill>
                      </a:tcPr>
                    </a:tc>
                    <a:tc rowSpan="2">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61130" t="-127778" r="-100997" b="-122222"/>
                          </a:stretch>
                        </a:blipFill>
                      </a:tcPr>
                    </a:tc>
                    <a:tc rowSpan="2">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60265" t="-127778" r="-662" b="-122222"/>
                          </a:stretch>
                        </a:blipFill>
                      </a:tcPr>
                    </a:tc>
                    <a:extLst>
                      <a:ext uri="{0D108BD9-81ED-4DB2-BD59-A6C34878D82A}">
                        <a16:rowId xmlns:a16="http://schemas.microsoft.com/office/drawing/2014/main" val="1979435149"/>
                      </a:ext>
                    </a:extLst>
                  </a:tr>
                  <a:tr h="605149">
                    <a:tc rowSpan="2">
                      <a:txBody>
                        <a:bodyPr/>
                        <a:lstStyle/>
                        <a:p>
                          <a:r>
                            <a:rPr lang="en-US" sz="1200" baseline="0" dirty="0">
                              <a:solidFill>
                                <a:schemeClr val="tx1"/>
                              </a:solidFill>
                            </a:rPr>
                            <a:t>2) Rewrite as a product with a negative power of 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822819010"/>
                      </a:ext>
                    </a:extLst>
                  </a:tr>
                  <a:tr h="1589432">
                    <a:tc vMerge="1">
                      <a:txBody>
                        <a:bodyPr/>
                        <a:lstStyle/>
                        <a:p>
                          <a:endParaRPr lang="en-GB"/>
                        </a:p>
                      </a:txBody>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60596" t="-188506" r="-200331" b="-1149"/>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61130" t="-188506" r="-100997" b="-1149"/>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60265" t="-188506" r="-662" b="-1149"/>
                          </a:stretch>
                        </a:blipFill>
                      </a:tcPr>
                    </a:tc>
                    <a:extLst>
                      <a:ext uri="{0D108BD9-81ED-4DB2-BD59-A6C34878D82A}">
                        <a16:rowId xmlns:a16="http://schemas.microsoft.com/office/drawing/2014/main" val="2160303983"/>
                      </a:ext>
                    </a:extLst>
                  </a:tr>
                </a:tbl>
              </a:graphicData>
            </a:graphic>
          </p:graphicFrame>
        </mc:Fallback>
      </mc:AlternateContent>
      <p:grpSp>
        <p:nvGrpSpPr>
          <p:cNvPr id="113" name="Group 112"/>
          <p:cNvGrpSpPr/>
          <p:nvPr/>
        </p:nvGrpSpPr>
        <p:grpSpPr>
          <a:xfrm>
            <a:off x="1608455" y="160444"/>
            <a:ext cx="4960070" cy="306782"/>
            <a:chOff x="1783036" y="6721266"/>
            <a:chExt cx="4960070" cy="306782"/>
          </a:xfrm>
        </p:grpSpPr>
        <p:sp>
          <p:nvSpPr>
            <p:cNvPr id="115" name="TextBox 114">
              <a:extLst>
                <a:ext uri="{FF2B5EF4-FFF2-40B4-BE49-F238E27FC236}">
                  <a16:creationId xmlns:a16="http://schemas.microsoft.com/office/drawing/2014/main" id="{88BE26D3-BD12-8F4B-9608-3EB6530361A1}"/>
                </a:ext>
              </a:extLst>
            </p:cNvPr>
            <p:cNvSpPr txBox="1"/>
            <p:nvPr/>
          </p:nvSpPr>
          <p:spPr>
            <a:xfrm>
              <a:off x="1783036" y="6721266"/>
              <a:ext cx="1387046" cy="276999"/>
            </a:xfrm>
            <a:prstGeom prst="rect">
              <a:avLst/>
            </a:prstGeom>
            <a:noFill/>
            <a:ln>
              <a:noFill/>
            </a:ln>
          </p:spPr>
          <p:txBody>
            <a:bodyPr wrap="none" rtlCol="0">
              <a:spAutoFit/>
            </a:bodyPr>
            <a:lstStyle/>
            <a:p>
              <a:r>
                <a:rPr lang="en-GB" sz="1200" b="1" i="1" dirty="0">
                  <a:solidFill>
                    <a:srgbClr val="FF0000"/>
                  </a:solidFill>
                </a:rPr>
                <a:t>Example 10 - I do…</a:t>
              </a:r>
            </a:p>
          </p:txBody>
        </p:sp>
        <p:sp>
          <p:nvSpPr>
            <p:cNvPr id="116" name="TextBox 115">
              <a:extLst>
                <a:ext uri="{FF2B5EF4-FFF2-40B4-BE49-F238E27FC236}">
                  <a16:creationId xmlns:a16="http://schemas.microsoft.com/office/drawing/2014/main" id="{12910BCB-308B-9841-AF03-2F9D2E6E678C}"/>
                </a:ext>
              </a:extLst>
            </p:cNvPr>
            <p:cNvSpPr txBox="1"/>
            <p:nvPr/>
          </p:nvSpPr>
          <p:spPr>
            <a:xfrm>
              <a:off x="3441521" y="6739475"/>
              <a:ext cx="1549527" cy="276999"/>
            </a:xfrm>
            <a:prstGeom prst="rect">
              <a:avLst/>
            </a:prstGeom>
            <a:noFill/>
            <a:ln>
              <a:noFill/>
            </a:ln>
          </p:spPr>
          <p:txBody>
            <a:bodyPr wrap="none" rtlCol="0">
              <a:spAutoFit/>
            </a:bodyPr>
            <a:lstStyle/>
            <a:p>
              <a:r>
                <a:rPr lang="en-GB" sz="1200" b="1" i="1" dirty="0">
                  <a:solidFill>
                    <a:schemeClr val="accent2"/>
                  </a:solidFill>
                </a:rPr>
                <a:t>Example 11– We do…</a:t>
              </a:r>
            </a:p>
          </p:txBody>
        </p:sp>
        <p:sp>
          <p:nvSpPr>
            <p:cNvPr id="117" name="TextBox 116">
              <a:extLst>
                <a:ext uri="{FF2B5EF4-FFF2-40B4-BE49-F238E27FC236}">
                  <a16:creationId xmlns:a16="http://schemas.microsoft.com/office/drawing/2014/main" id="{12910BCB-308B-9841-AF03-2F9D2E6E678C}"/>
                </a:ext>
              </a:extLst>
            </p:cNvPr>
            <p:cNvSpPr txBox="1"/>
            <p:nvPr/>
          </p:nvSpPr>
          <p:spPr>
            <a:xfrm>
              <a:off x="5135294" y="6751049"/>
              <a:ext cx="1607812" cy="276999"/>
            </a:xfrm>
            <a:prstGeom prst="rect">
              <a:avLst/>
            </a:prstGeom>
            <a:noFill/>
            <a:ln>
              <a:noFill/>
            </a:ln>
          </p:spPr>
          <p:txBody>
            <a:bodyPr wrap="none" rtlCol="0">
              <a:spAutoFit/>
            </a:bodyPr>
            <a:lstStyle/>
            <a:p>
              <a:r>
                <a:rPr lang="en-GB" sz="1200" b="1" i="1" dirty="0">
                  <a:solidFill>
                    <a:srgbClr val="00B050"/>
                  </a:solidFill>
                </a:rPr>
                <a:t>Example 12 – You do…</a:t>
              </a:r>
            </a:p>
          </p:txBody>
        </p:sp>
      </p:grpSp>
      <p:sp>
        <p:nvSpPr>
          <p:cNvPr id="2" name="Rectangle 1">
            <a:extLst>
              <a:ext uri="{FF2B5EF4-FFF2-40B4-BE49-F238E27FC236}">
                <a16:creationId xmlns:a16="http://schemas.microsoft.com/office/drawing/2014/main" id="{66430F55-0466-6572-3896-80CA35B3A077}"/>
              </a:ext>
            </a:extLst>
          </p:cNvPr>
          <p:cNvSpPr/>
          <p:nvPr/>
        </p:nvSpPr>
        <p:spPr>
          <a:xfrm>
            <a:off x="65984" y="5122150"/>
            <a:ext cx="1022036" cy="326115"/>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100" dirty="0"/>
              <a:t>INDEPENDENT PRACTICE</a:t>
            </a: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0550DD7E-6531-9834-AB36-0C5D50ECDAE3}"/>
                  </a:ext>
                </a:extLst>
              </p:cNvPr>
              <p:cNvGraphicFramePr>
                <a:graphicFrameLocks noGrp="1"/>
              </p:cNvGraphicFramePr>
              <p:nvPr/>
            </p:nvGraphicFramePr>
            <p:xfrm>
              <a:off x="83866" y="5561312"/>
              <a:ext cx="6690268" cy="4154461"/>
            </p:xfrm>
            <a:graphic>
              <a:graphicData uri="http://schemas.openxmlformats.org/drawingml/2006/table">
                <a:tbl>
                  <a:tblPr>
                    <a:tableStyleId>{5C22544A-7EE6-4342-B048-85BDC9FD1C3A}</a:tableStyleId>
                  </a:tblPr>
                  <a:tblGrid>
                    <a:gridCol w="1672567">
                      <a:extLst>
                        <a:ext uri="{9D8B030D-6E8A-4147-A177-3AD203B41FA5}">
                          <a16:colId xmlns:a16="http://schemas.microsoft.com/office/drawing/2014/main" val="1481005620"/>
                        </a:ext>
                      </a:extLst>
                    </a:gridCol>
                    <a:gridCol w="1672567">
                      <a:extLst>
                        <a:ext uri="{9D8B030D-6E8A-4147-A177-3AD203B41FA5}">
                          <a16:colId xmlns:a16="http://schemas.microsoft.com/office/drawing/2014/main" val="3135984641"/>
                        </a:ext>
                      </a:extLst>
                    </a:gridCol>
                    <a:gridCol w="1672567">
                      <a:extLst>
                        <a:ext uri="{9D8B030D-6E8A-4147-A177-3AD203B41FA5}">
                          <a16:colId xmlns:a16="http://schemas.microsoft.com/office/drawing/2014/main" val="1740688760"/>
                        </a:ext>
                      </a:extLst>
                    </a:gridCol>
                    <a:gridCol w="1672567">
                      <a:extLst>
                        <a:ext uri="{9D8B030D-6E8A-4147-A177-3AD203B41FA5}">
                          <a16:colId xmlns:a16="http://schemas.microsoft.com/office/drawing/2014/main" val="3626112759"/>
                        </a:ext>
                      </a:extLst>
                    </a:gridCol>
                  </a:tblGrid>
                  <a:tr h="1438095">
                    <a:tc>
                      <a:txBody>
                        <a:bodyPr/>
                        <a:lstStyle/>
                        <a:p>
                          <a:pPr marL="0" indent="0">
                            <a:buNone/>
                          </a:pPr>
                          <a:r>
                            <a:rPr lang="en-US" sz="1200" i="0" dirty="0">
                              <a:latin typeface="+mn-lt"/>
                            </a:rPr>
                            <a:t>a)</a:t>
                          </a:r>
                          <a:r>
                            <a:rPr lang="en-US" sz="1200" i="0" baseline="0" dirty="0">
                              <a:latin typeface="+mn-lt"/>
                            </a:rPr>
                            <a:t> </a:t>
                          </a:r>
                          <a14:m>
                            <m:oMath xmlns:m="http://schemas.openxmlformats.org/officeDocument/2006/math">
                              <m:r>
                                <a:rPr lang="en-GB" sz="1200" i="1" smtClean="0">
                                  <a:latin typeface="Cambria Math" panose="02040503050406030204" pitchFamily="18" charset="0"/>
                                </a:rPr>
                                <m:t>0</m:t>
                              </m:r>
                              <m:r>
                                <a:rPr lang="en-GB" sz="1200" b="0" i="1" smtClean="0">
                                  <a:latin typeface="Cambria Math" panose="02040503050406030204" pitchFamily="18" charset="0"/>
                                </a:rPr>
                                <m:t>.2</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b) </a:t>
                          </a:r>
                          <a14:m>
                            <m:oMath xmlns:m="http://schemas.openxmlformats.org/officeDocument/2006/math">
                              <m:r>
                                <a:rPr lang="en-GB" sz="1200" i="1" dirty="0" smtClean="0">
                                  <a:latin typeface="Cambria Math" panose="02040503050406030204" pitchFamily="18" charset="0"/>
                                </a:rPr>
                                <m:t>0</m:t>
                              </m:r>
                              <m:r>
                                <a:rPr lang="en-GB" sz="1200" b="0" i="1" dirty="0" smtClean="0">
                                  <a:latin typeface="Cambria Math" panose="02040503050406030204" pitchFamily="18" charset="0"/>
                                </a:rPr>
                                <m:t>.3</m:t>
                              </m:r>
                            </m:oMath>
                          </a14:m>
                          <a:r>
                            <a:rPr lang="en-GB" sz="1200" dirty="0"/>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c) </a:t>
                          </a:r>
                          <a14:m>
                            <m:oMath xmlns:m="http://schemas.openxmlformats.org/officeDocument/2006/math">
                              <m:r>
                                <a:rPr lang="en-GB" sz="1200" b="0" i="1" smtClean="0">
                                  <a:latin typeface="Cambria Math" panose="02040503050406030204" pitchFamily="18" charset="0"/>
                                </a:rPr>
                                <m:t>0.5</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d) </a:t>
                          </a:r>
                          <a14:m>
                            <m:oMath xmlns:m="http://schemas.openxmlformats.org/officeDocument/2006/math">
                              <m:r>
                                <a:rPr lang="en-GB" sz="1200" i="1" smtClean="0">
                                  <a:latin typeface="Cambria Math" panose="02040503050406030204" pitchFamily="18" charset="0"/>
                                </a:rPr>
                                <m:t>0</m:t>
                              </m:r>
                              <m:r>
                                <a:rPr lang="en-GB" sz="1200" b="0" i="1" smtClean="0">
                                  <a:latin typeface="Cambria Math" panose="02040503050406030204" pitchFamily="18" charset="0"/>
                                </a:rPr>
                                <m:t>.8</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94280993"/>
                      </a:ext>
                    </a:extLst>
                  </a:tr>
                  <a:tr h="1358183">
                    <a:tc>
                      <a:txBody>
                        <a:bodyPr/>
                        <a:lstStyle/>
                        <a:p>
                          <a:r>
                            <a:rPr lang="en-GB" sz="1200" dirty="0"/>
                            <a:t>e) </a:t>
                          </a:r>
                          <a14:m>
                            <m:oMath xmlns:m="http://schemas.openxmlformats.org/officeDocument/2006/math">
                              <m:r>
                                <a:rPr lang="en-GB" sz="1200" b="0" i="1" smtClean="0">
                                  <a:latin typeface="Cambria Math" panose="02040503050406030204" pitchFamily="18" charset="0"/>
                                </a:rPr>
                                <m:t>0.9</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f) </a:t>
                          </a:r>
                          <a14:m>
                            <m:oMath xmlns:m="http://schemas.openxmlformats.org/officeDocument/2006/math">
                              <m:r>
                                <a:rPr lang="en-GB" sz="1200" i="1" dirty="0" smtClean="0">
                                  <a:latin typeface="Cambria Math" panose="02040503050406030204" pitchFamily="18" charset="0"/>
                                </a:rPr>
                                <m:t>0</m:t>
                              </m:r>
                              <m:r>
                                <a:rPr lang="en-GB" sz="1200" b="0" i="1" dirty="0" smtClean="0">
                                  <a:latin typeface="Cambria Math" panose="02040503050406030204" pitchFamily="18" charset="0"/>
                                </a:rPr>
                                <m:t>.09</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g) </a:t>
                          </a:r>
                          <a14:m>
                            <m:oMath xmlns:m="http://schemas.openxmlformats.org/officeDocument/2006/math">
                              <m:r>
                                <a:rPr lang="en-GB" sz="1200" b="0" i="1" smtClean="0">
                                  <a:latin typeface="Cambria Math" panose="02040503050406030204" pitchFamily="18" charset="0"/>
                                </a:rPr>
                                <m:t>0.08</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h) </a:t>
                          </a:r>
                          <a14:m>
                            <m:oMath xmlns:m="http://schemas.openxmlformats.org/officeDocument/2006/math">
                              <m:r>
                                <a:rPr lang="en-GB" sz="1200" i="1" smtClean="0">
                                  <a:latin typeface="Cambria Math" panose="02040503050406030204" pitchFamily="18" charset="0"/>
                                </a:rPr>
                                <m:t>0</m:t>
                              </m:r>
                              <m:r>
                                <a:rPr lang="en-GB" sz="1200" b="0" i="1" smtClean="0">
                                  <a:latin typeface="Cambria Math" panose="02040503050406030204" pitchFamily="18" charset="0"/>
                                </a:rPr>
                                <m:t>.008</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45682943"/>
                      </a:ext>
                    </a:extLst>
                  </a:tr>
                  <a:tr h="1358183">
                    <a:tc>
                      <a:txBody>
                        <a:bodyPr/>
                        <a:lstStyle/>
                        <a:p>
                          <a:pPr marL="0" indent="0">
                            <a:buNone/>
                          </a:pPr>
                          <a:r>
                            <a:rPr lang="en-GB" sz="1200" dirty="0"/>
                            <a:t>i) </a:t>
                          </a:r>
                          <a14:m>
                            <m:oMath xmlns:m="http://schemas.openxmlformats.org/officeDocument/2006/math">
                              <m:r>
                                <a:rPr lang="en-GB" sz="1200" b="0" i="1" smtClean="0">
                                  <a:latin typeface="Cambria Math" panose="02040503050406030204" pitchFamily="18" charset="0"/>
                                </a:rPr>
                                <m:t>0.0007</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j) </a:t>
                          </a:r>
                          <a14:m>
                            <m:oMath xmlns:m="http://schemas.openxmlformats.org/officeDocument/2006/math">
                              <m:r>
                                <a:rPr lang="en-GB" sz="1200" i="1" dirty="0" smtClean="0">
                                  <a:latin typeface="Cambria Math" panose="02040503050406030204" pitchFamily="18" charset="0"/>
                                </a:rPr>
                                <m:t>8</m:t>
                              </m:r>
                              <m:r>
                                <a:rPr lang="en-GB" sz="1200" b="0" i="1" dirty="0" smtClean="0">
                                  <a:latin typeface="Cambria Math" panose="02040503050406030204" pitchFamily="18" charset="0"/>
                                </a:rPr>
                                <m:t> </m:t>
                              </m:r>
                              <m:r>
                                <a:rPr lang="en-GB" sz="1200" b="0" i="1" dirty="0" smtClean="0">
                                  <a:latin typeface="Cambria Math" panose="02040503050406030204" pitchFamily="18" charset="0"/>
                                </a:rPr>
                                <m:t>𝑡h𝑜𝑢𝑠𝑎𝑛𝑑𝑠</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k) </a:t>
                          </a:r>
                          <a14:m>
                            <m:oMath xmlns:m="http://schemas.openxmlformats.org/officeDocument/2006/math">
                              <m:r>
                                <a:rPr lang="en-GB" sz="1200" b="0" i="1" smtClean="0">
                                  <a:latin typeface="Cambria Math" panose="02040503050406030204" pitchFamily="18" charset="0"/>
                                </a:rPr>
                                <m:t>0.0001</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l) </a:t>
                          </a:r>
                          <a14:m>
                            <m:oMath xmlns:m="http://schemas.openxmlformats.org/officeDocument/2006/math">
                              <m:r>
                                <a:rPr lang="en-GB" sz="1200" i="1" smtClean="0">
                                  <a:latin typeface="Cambria Math" panose="02040503050406030204" pitchFamily="18" charset="0"/>
                                </a:rPr>
                                <m:t>0</m:t>
                              </m:r>
                              <m:r>
                                <a:rPr lang="en-GB" sz="1200" b="0" i="1" smtClean="0">
                                  <a:latin typeface="Cambria Math" panose="02040503050406030204" pitchFamily="18" charset="0"/>
                                </a:rPr>
                                <m:t>.000005</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65480825"/>
                      </a:ext>
                    </a:extLst>
                  </a:tr>
                </a:tbl>
              </a:graphicData>
            </a:graphic>
          </p:graphicFrame>
        </mc:Choice>
        <mc:Fallback xmlns="">
          <p:graphicFrame>
            <p:nvGraphicFramePr>
              <p:cNvPr id="3" name="Table 2">
                <a:extLst>
                  <a:ext uri="{FF2B5EF4-FFF2-40B4-BE49-F238E27FC236}">
                    <a16:creationId xmlns:a16="http://schemas.microsoft.com/office/drawing/2014/main" id="{0550DD7E-6531-9834-AB36-0C5D50ECDAE3}"/>
                  </a:ext>
                </a:extLst>
              </p:cNvPr>
              <p:cNvGraphicFramePr>
                <a:graphicFrameLocks noGrp="1"/>
              </p:cNvGraphicFramePr>
              <p:nvPr>
                <p:extLst>
                  <p:ext uri="{D42A27DB-BD31-4B8C-83A1-F6EECF244321}">
                    <p14:modId xmlns:p14="http://schemas.microsoft.com/office/powerpoint/2010/main" val="3068135131"/>
                  </p:ext>
                </p:extLst>
              </p:nvPr>
            </p:nvGraphicFramePr>
            <p:xfrm>
              <a:off x="83866" y="5561312"/>
              <a:ext cx="6690268" cy="4154461"/>
            </p:xfrm>
            <a:graphic>
              <a:graphicData uri="http://schemas.openxmlformats.org/drawingml/2006/table">
                <a:tbl>
                  <a:tblPr>
                    <a:tableStyleId>{5C22544A-7EE6-4342-B048-85BDC9FD1C3A}</a:tableStyleId>
                  </a:tblPr>
                  <a:tblGrid>
                    <a:gridCol w="1672567">
                      <a:extLst>
                        <a:ext uri="{9D8B030D-6E8A-4147-A177-3AD203B41FA5}">
                          <a16:colId xmlns:a16="http://schemas.microsoft.com/office/drawing/2014/main" val="1481005620"/>
                        </a:ext>
                      </a:extLst>
                    </a:gridCol>
                    <a:gridCol w="1672567">
                      <a:extLst>
                        <a:ext uri="{9D8B030D-6E8A-4147-A177-3AD203B41FA5}">
                          <a16:colId xmlns:a16="http://schemas.microsoft.com/office/drawing/2014/main" val="3135984641"/>
                        </a:ext>
                      </a:extLst>
                    </a:gridCol>
                    <a:gridCol w="1672567">
                      <a:extLst>
                        <a:ext uri="{9D8B030D-6E8A-4147-A177-3AD203B41FA5}">
                          <a16:colId xmlns:a16="http://schemas.microsoft.com/office/drawing/2014/main" val="1740688760"/>
                        </a:ext>
                      </a:extLst>
                    </a:gridCol>
                    <a:gridCol w="1672567">
                      <a:extLst>
                        <a:ext uri="{9D8B030D-6E8A-4147-A177-3AD203B41FA5}">
                          <a16:colId xmlns:a16="http://schemas.microsoft.com/office/drawing/2014/main" val="3626112759"/>
                        </a:ext>
                      </a:extLst>
                    </a:gridCol>
                  </a:tblGrid>
                  <a:tr h="1438095">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64" t="-424" r="-300364" b="-18983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364" t="-424" r="-200364" b="-18983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1095" t="-424" r="-101095" b="-18983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00000" t="-424" r="-727" b="-189831"/>
                          </a:stretch>
                        </a:blipFill>
                      </a:tcPr>
                    </a:tc>
                    <a:extLst>
                      <a:ext uri="{0D108BD9-81ED-4DB2-BD59-A6C34878D82A}">
                        <a16:rowId xmlns:a16="http://schemas.microsoft.com/office/drawing/2014/main" val="3494280993"/>
                      </a:ext>
                    </a:extLst>
                  </a:tr>
                  <a:tr h="1358183">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64" t="-106278" r="-300364" b="-10089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364" t="-106278" r="-200364" b="-10089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1095" t="-106278" r="-101095" b="-10089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00000" t="-106278" r="-727" b="-100897"/>
                          </a:stretch>
                        </a:blipFill>
                      </a:tcPr>
                    </a:tc>
                    <a:extLst>
                      <a:ext uri="{0D108BD9-81ED-4DB2-BD59-A6C34878D82A}">
                        <a16:rowId xmlns:a16="http://schemas.microsoft.com/office/drawing/2014/main" val="3445682943"/>
                      </a:ext>
                    </a:extLst>
                  </a:tr>
                  <a:tr h="1358183">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64" t="-206278" r="-300364" b="-89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364" t="-206278" r="-200364" b="-89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1095" t="-206278" r="-101095" b="-89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00000" t="-206278" r="-727" b="-897"/>
                          </a:stretch>
                        </a:blipFill>
                      </a:tcPr>
                    </a:tc>
                    <a:extLst>
                      <a:ext uri="{0D108BD9-81ED-4DB2-BD59-A6C34878D82A}">
                        <a16:rowId xmlns:a16="http://schemas.microsoft.com/office/drawing/2014/main" val="3265480825"/>
                      </a:ext>
                    </a:extLst>
                  </a:tr>
                </a:tbl>
              </a:graphicData>
            </a:graphic>
          </p:graphicFrame>
        </mc:Fallback>
      </mc:AlternateContent>
      <p:sp>
        <p:nvSpPr>
          <p:cNvPr id="7" name="Slide Number Placeholder 6">
            <a:extLst>
              <a:ext uri="{FF2B5EF4-FFF2-40B4-BE49-F238E27FC236}">
                <a16:creationId xmlns:a16="http://schemas.microsoft.com/office/drawing/2014/main" id="{D2D02D16-7851-672C-7CB7-751DEA891C0A}"/>
              </a:ext>
            </a:extLst>
          </p:cNvPr>
          <p:cNvSpPr>
            <a:spLocks noGrp="1"/>
          </p:cNvSpPr>
          <p:nvPr>
            <p:ph type="sldNum" sz="quarter" idx="12"/>
          </p:nvPr>
        </p:nvSpPr>
        <p:spPr/>
        <p:txBody>
          <a:bodyPr/>
          <a:lstStyle/>
          <a:p>
            <a:fld id="{DFE403A4-BF53-4A18-A219-2FCD9C5F3F46}" type="slidenum">
              <a:rPr lang="en-GB" smtClean="0"/>
              <a:t>69</a:t>
            </a:fld>
            <a:endParaRPr lang="en-GB"/>
          </a:p>
        </p:txBody>
      </p:sp>
    </p:spTree>
    <p:extLst>
      <p:ext uri="{BB962C8B-B14F-4D97-AF65-F5344CB8AC3E}">
        <p14:creationId xmlns:p14="http://schemas.microsoft.com/office/powerpoint/2010/main" val="173307944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 name="TextBox 248">
            <a:extLst>
              <a:ext uri="{FF2B5EF4-FFF2-40B4-BE49-F238E27FC236}">
                <a16:creationId xmlns:a16="http://schemas.microsoft.com/office/drawing/2014/main" id="{62615755-C21D-B04D-989E-53B671F28298}"/>
              </a:ext>
            </a:extLst>
          </p:cNvPr>
          <p:cNvSpPr txBox="1"/>
          <p:nvPr/>
        </p:nvSpPr>
        <p:spPr>
          <a:xfrm>
            <a:off x="1385596" y="3807213"/>
            <a:ext cx="3353162" cy="276999"/>
          </a:xfrm>
          <a:prstGeom prst="rect">
            <a:avLst/>
          </a:prstGeom>
          <a:noFill/>
        </p:spPr>
        <p:txBody>
          <a:bodyPr wrap="none" lIns="91440" tIns="45720" rIns="91440" bIns="45720" rtlCol="0" anchor="t">
            <a:spAutoFit/>
          </a:bodyPr>
          <a:lstStyle/>
          <a:p>
            <a:r>
              <a:rPr lang="en-GB" sz="1200" dirty="0"/>
              <a:t>10. Write the following numbers in standard form.</a:t>
            </a:r>
          </a:p>
        </p:txBody>
      </p:sp>
      <mc:AlternateContent xmlns:mc="http://schemas.openxmlformats.org/markup-compatibility/2006" xmlns:a14="http://schemas.microsoft.com/office/drawing/2010/main">
        <mc:Choice Requires="a14">
          <p:graphicFrame>
            <p:nvGraphicFramePr>
              <p:cNvPr id="112" name="Table 111"/>
              <p:cNvGraphicFramePr>
                <a:graphicFrameLocks noGrp="1"/>
              </p:cNvGraphicFramePr>
              <p:nvPr/>
            </p:nvGraphicFramePr>
            <p:xfrm>
              <a:off x="111268" y="449018"/>
              <a:ext cx="6622472" cy="3270438"/>
            </p:xfrm>
            <a:graphic>
              <a:graphicData uri="http://schemas.openxmlformats.org/drawingml/2006/table">
                <a:tbl>
                  <a:tblPr firstRow="1" bandRow="1">
                    <a:tableStyleId>{5C22544A-7EE6-4342-B048-85BDC9FD1C3A}</a:tableStyleId>
                  </a:tblPr>
                  <a:tblGrid>
                    <a:gridCol w="1109201">
                      <a:extLst>
                        <a:ext uri="{9D8B030D-6E8A-4147-A177-3AD203B41FA5}">
                          <a16:colId xmlns:a16="http://schemas.microsoft.com/office/drawing/2014/main" val="3124559182"/>
                        </a:ext>
                      </a:extLst>
                    </a:gridCol>
                    <a:gridCol w="1837757">
                      <a:extLst>
                        <a:ext uri="{9D8B030D-6E8A-4147-A177-3AD203B41FA5}">
                          <a16:colId xmlns:a16="http://schemas.microsoft.com/office/drawing/2014/main" val="1668930051"/>
                        </a:ext>
                      </a:extLst>
                    </a:gridCol>
                    <a:gridCol w="1837757">
                      <a:extLst>
                        <a:ext uri="{9D8B030D-6E8A-4147-A177-3AD203B41FA5}">
                          <a16:colId xmlns:a16="http://schemas.microsoft.com/office/drawing/2014/main" val="2873958374"/>
                        </a:ext>
                      </a:extLst>
                    </a:gridCol>
                    <a:gridCol w="1837757">
                      <a:extLst>
                        <a:ext uri="{9D8B030D-6E8A-4147-A177-3AD203B41FA5}">
                          <a16:colId xmlns:a16="http://schemas.microsoft.com/office/drawing/2014/main" val="2414775215"/>
                        </a:ext>
                      </a:extLst>
                    </a:gridCol>
                  </a:tblGrid>
                  <a:tr h="344358">
                    <a:tc>
                      <a:txBody>
                        <a:bodyPr/>
                        <a:lstStyle/>
                        <a:p>
                          <a:pPr algn="ctr"/>
                          <a:r>
                            <a:rPr lang="en-US" sz="1200" dirty="0">
                              <a:solidFill>
                                <a:schemeClr val="tx1"/>
                              </a:solidFill>
                            </a:rPr>
                            <a:t>Steps</a:t>
                          </a:r>
                          <a:endParaRPr lang="en-GB"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GB" sz="1200" dirty="0">
                              <a:solidFill>
                                <a:schemeClr val="tx1"/>
                              </a:solidFill>
                            </a:rPr>
                            <a:t>Write in standard form.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en-GB"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en-GB"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47329628"/>
                      </a:ext>
                    </a:extLst>
                  </a:tr>
                  <a:tr h="1319142">
                    <a:tc row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dirty="0">
                              <a:solidFill>
                                <a:schemeClr val="tx1"/>
                              </a:solidFill>
                            </a:rPr>
                            <a:t>1) Write the number as a division</a:t>
                          </a:r>
                        </a:p>
                        <a:p>
                          <a:endParaRPr lang="en-US" sz="1200"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dirty="0">
                              <a:solidFill>
                                <a:schemeClr val="tx1"/>
                              </a:solidFill>
                            </a:rPr>
                            <a:t>a) </a:t>
                          </a:r>
                          <a14:m>
                            <m:oMath xmlns:m="http://schemas.openxmlformats.org/officeDocument/2006/math">
                              <m:r>
                                <a:rPr lang="en-US" sz="1200" i="1" dirty="0" smtClean="0">
                                  <a:solidFill>
                                    <a:schemeClr val="tx1"/>
                                  </a:solidFill>
                                  <a:latin typeface="Cambria Math" panose="02040503050406030204" pitchFamily="18" charset="0"/>
                                </a:rPr>
                                <m:t>0</m:t>
                              </m:r>
                              <m:r>
                                <a:rPr lang="en-US" sz="1200" b="0" i="1" dirty="0" smtClean="0">
                                  <a:solidFill>
                                    <a:schemeClr val="tx1"/>
                                  </a:solidFill>
                                  <a:latin typeface="Cambria Math" panose="02040503050406030204" pitchFamily="18" charset="0"/>
                                </a:rPr>
                                <m:t>.025</m:t>
                              </m:r>
                            </m:oMath>
                          </a14:m>
                          <a:endParaRPr lang="en-US" sz="1200" dirty="0">
                            <a:solidFill>
                              <a:schemeClr val="tx1"/>
                            </a:solidFill>
                          </a:endParaRPr>
                        </a:p>
                        <a:p>
                          <a:endParaRPr lang="en-US" sz="1200" dirty="0">
                            <a:solidFill>
                              <a:schemeClr val="tx1"/>
                            </a:solidFill>
                          </a:endParaRPr>
                        </a:p>
                        <a:p>
                          <a:endParaRPr lang="en-US" sz="1200" dirty="0">
                            <a:solidFill>
                              <a:schemeClr val="tx1"/>
                            </a:solidFill>
                          </a:endParaRPr>
                        </a:p>
                        <a:p>
                          <a:endParaRPr lang="en-US" sz="1200" dirty="0">
                            <a:solidFill>
                              <a:schemeClr val="tx1"/>
                            </a:solidFill>
                          </a:endParaRPr>
                        </a:p>
                        <a:p>
                          <a:endParaRPr lang="en-US" sz="1200" dirty="0">
                            <a:solidFill>
                              <a:schemeClr val="tx1"/>
                            </a:solidFill>
                          </a:endParaRPr>
                        </a:p>
                        <a:p>
                          <a:endParaRPr lang="en-US" sz="1200" dirty="0">
                            <a:solidFill>
                              <a:schemeClr val="tx1"/>
                            </a:solidFill>
                          </a:endParaRPr>
                        </a:p>
                        <a:p>
                          <a:endParaRPr lang="en-US"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dirty="0">
                              <a:solidFill>
                                <a:schemeClr val="tx1"/>
                              </a:solidFill>
                            </a:rPr>
                            <a:t>a) </a:t>
                          </a:r>
                          <a14:m>
                            <m:oMath xmlns:m="http://schemas.openxmlformats.org/officeDocument/2006/math">
                              <m:r>
                                <a:rPr lang="en-US" sz="1200" b="0" i="1" dirty="0" smtClean="0">
                                  <a:solidFill>
                                    <a:schemeClr val="tx1"/>
                                  </a:solidFill>
                                  <a:latin typeface="Cambria Math" panose="02040503050406030204" pitchFamily="18" charset="0"/>
                                </a:rPr>
                                <m:t>0.0259</m:t>
                              </m:r>
                            </m:oMath>
                          </a14:m>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dirty="0">
                              <a:solidFill>
                                <a:schemeClr val="tx1"/>
                              </a:solidFill>
                            </a:rPr>
                            <a:t>a) </a:t>
                          </a:r>
                          <a14:m>
                            <m:oMath xmlns:m="http://schemas.openxmlformats.org/officeDocument/2006/math">
                              <m:r>
                                <a:rPr lang="en-US" sz="1200" b="0" i="1" smtClean="0">
                                  <a:solidFill>
                                    <a:schemeClr val="tx1"/>
                                  </a:solidFill>
                                  <a:latin typeface="Cambria Math" panose="02040503050406030204" pitchFamily="18" charset="0"/>
                                </a:rPr>
                                <m:t>0.0257</m:t>
                              </m:r>
                            </m:oMath>
                          </a14:m>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41023978"/>
                      </a:ext>
                    </a:extLst>
                  </a:tr>
                  <a:tr h="0">
                    <a:tc vMerge="1">
                      <a:txBody>
                        <a:bodyPr/>
                        <a:lstStyle/>
                        <a:p>
                          <a:endParaRPr lang="en-GB" dirty="0"/>
                        </a:p>
                      </a:txBody>
                      <a:tcPr/>
                    </a:tc>
                    <a:tc rowSpan="2">
                      <a:txBody>
                        <a:bodyPr/>
                        <a:lstStyle/>
                        <a:p>
                          <a:r>
                            <a:rPr lang="en-US" sz="1200" b="0" dirty="0">
                              <a:solidFill>
                                <a:schemeClr val="tx1"/>
                              </a:solidFill>
                            </a:rPr>
                            <a:t>b) </a:t>
                          </a:r>
                          <a14:m>
                            <m:oMath xmlns:m="http://schemas.openxmlformats.org/officeDocument/2006/math">
                              <m:r>
                                <a:rPr lang="en-US" sz="1200" b="0" i="1" dirty="0" smtClean="0">
                                  <a:solidFill>
                                    <a:schemeClr val="tx1"/>
                                  </a:solidFill>
                                  <a:latin typeface="Cambria Math" panose="02040503050406030204" pitchFamily="18" charset="0"/>
                                </a:rPr>
                                <m:t>0.01</m:t>
                              </m:r>
                              <m:r>
                                <a:rPr lang="en-US" sz="1200" b="0" i="0" dirty="0" smtClean="0">
                                  <a:solidFill>
                                    <a:schemeClr val="tx1"/>
                                  </a:solidFill>
                                  <a:latin typeface="Cambria Math" panose="02040503050406030204" pitchFamily="18" charset="0"/>
                                </a:rPr>
                                <m:t>02</m:t>
                              </m:r>
                            </m:oMath>
                          </a14:m>
                          <a:endParaRPr lang="en-GB" sz="1200" b="0" dirty="0">
                            <a:solidFill>
                              <a:schemeClr val="tx1"/>
                            </a:solidFill>
                          </a:endParaRPr>
                        </a:p>
                        <a:p>
                          <a:endParaRPr lang="en-GB" sz="1200" dirty="0">
                            <a:solidFill>
                              <a:schemeClr val="tx1"/>
                            </a:solidFill>
                          </a:endParaRPr>
                        </a:p>
                        <a:p>
                          <a:endParaRPr lang="en-GB" sz="1200" dirty="0">
                            <a:solidFill>
                              <a:schemeClr val="tx1"/>
                            </a:solidFill>
                          </a:endParaRPr>
                        </a:p>
                        <a:p>
                          <a:endParaRPr lang="en-GB" sz="1200" dirty="0">
                            <a:solidFill>
                              <a:schemeClr val="tx1"/>
                            </a:solidFill>
                          </a:endParaRPr>
                        </a:p>
                        <a:p>
                          <a:endParaRPr lang="en-GB" sz="1200" dirty="0">
                            <a:solidFill>
                              <a:schemeClr val="tx1"/>
                            </a:solidFill>
                          </a:endParaRPr>
                        </a:p>
                        <a:p>
                          <a:endParaRPr lang="en-GB" sz="1200" dirty="0">
                            <a:solidFill>
                              <a:schemeClr val="tx1"/>
                            </a:solidFill>
                          </a:endParaRPr>
                        </a:p>
                        <a:p>
                          <a:endParaRPr lang="en-GB" sz="1200" dirty="0">
                            <a:solidFill>
                              <a:schemeClr val="tx1"/>
                            </a:solidFill>
                          </a:endParaRPr>
                        </a:p>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r>
                            <a:rPr lang="en-US" sz="1200" b="0" dirty="0">
                              <a:solidFill>
                                <a:schemeClr val="tx1"/>
                              </a:solidFill>
                            </a:rPr>
                            <a:t>b) </a:t>
                          </a:r>
                          <a14:m>
                            <m:oMath xmlns:m="http://schemas.openxmlformats.org/officeDocument/2006/math">
                              <m:r>
                                <a:rPr lang="en-US" sz="1200" b="0" i="1" dirty="0" smtClean="0">
                                  <a:solidFill>
                                    <a:schemeClr val="tx1"/>
                                  </a:solidFill>
                                  <a:latin typeface="Cambria Math" panose="02040503050406030204" pitchFamily="18" charset="0"/>
                                </a:rPr>
                                <m:t>0.00501</m:t>
                              </m:r>
                            </m:oMath>
                          </a14:m>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dirty="0">
                              <a:solidFill>
                                <a:schemeClr val="tx1"/>
                              </a:solidFill>
                            </a:rPr>
                            <a:t>b) </a:t>
                          </a:r>
                          <a14:m>
                            <m:oMath xmlns:m="http://schemas.openxmlformats.org/officeDocument/2006/math">
                              <m:r>
                                <a:rPr lang="en-US" sz="1200" b="0" i="1" dirty="0" smtClean="0">
                                  <a:solidFill>
                                    <a:schemeClr val="tx1"/>
                                  </a:solidFill>
                                  <a:latin typeface="Cambria Math" panose="02040503050406030204" pitchFamily="18" charset="0"/>
                                </a:rPr>
                                <m:t>0.0407</m:t>
                              </m:r>
                            </m:oMath>
                          </a14:m>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79435149"/>
                      </a:ext>
                    </a:extLst>
                  </a:tr>
                  <a:tr h="146304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dirty="0">
                              <a:solidFill>
                                <a:schemeClr val="tx1"/>
                              </a:solidFill>
                            </a:rPr>
                            <a:t>2) Rewrite as a product with a negative power of 10.</a:t>
                          </a:r>
                        </a:p>
                        <a:p>
                          <a:endParaRPr lang="en-US" sz="1200"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1640048133"/>
                      </a:ext>
                    </a:extLst>
                  </a:tr>
                </a:tbl>
              </a:graphicData>
            </a:graphic>
          </p:graphicFrame>
        </mc:Choice>
        <mc:Fallback xmlns="">
          <p:graphicFrame>
            <p:nvGraphicFramePr>
              <p:cNvPr id="112" name="Table 111"/>
              <p:cNvGraphicFramePr>
                <a:graphicFrameLocks noGrp="1"/>
              </p:cNvGraphicFramePr>
              <p:nvPr>
                <p:extLst>
                  <p:ext uri="{D42A27DB-BD31-4B8C-83A1-F6EECF244321}">
                    <p14:modId xmlns:p14="http://schemas.microsoft.com/office/powerpoint/2010/main" val="4246104760"/>
                  </p:ext>
                </p:extLst>
              </p:nvPr>
            </p:nvGraphicFramePr>
            <p:xfrm>
              <a:off x="111268" y="449018"/>
              <a:ext cx="6622472" cy="3270438"/>
            </p:xfrm>
            <a:graphic>
              <a:graphicData uri="http://schemas.openxmlformats.org/drawingml/2006/table">
                <a:tbl>
                  <a:tblPr firstRow="1" bandRow="1">
                    <a:tableStyleId>{5C22544A-7EE6-4342-B048-85BDC9FD1C3A}</a:tableStyleId>
                  </a:tblPr>
                  <a:tblGrid>
                    <a:gridCol w="1109201">
                      <a:extLst>
                        <a:ext uri="{9D8B030D-6E8A-4147-A177-3AD203B41FA5}">
                          <a16:colId xmlns:a16="http://schemas.microsoft.com/office/drawing/2014/main" val="3124559182"/>
                        </a:ext>
                      </a:extLst>
                    </a:gridCol>
                    <a:gridCol w="1837757">
                      <a:extLst>
                        <a:ext uri="{9D8B030D-6E8A-4147-A177-3AD203B41FA5}">
                          <a16:colId xmlns:a16="http://schemas.microsoft.com/office/drawing/2014/main" val="1668930051"/>
                        </a:ext>
                      </a:extLst>
                    </a:gridCol>
                    <a:gridCol w="1837757">
                      <a:extLst>
                        <a:ext uri="{9D8B030D-6E8A-4147-A177-3AD203B41FA5}">
                          <a16:colId xmlns:a16="http://schemas.microsoft.com/office/drawing/2014/main" val="2873958374"/>
                        </a:ext>
                      </a:extLst>
                    </a:gridCol>
                    <a:gridCol w="1837757">
                      <a:extLst>
                        <a:ext uri="{9D8B030D-6E8A-4147-A177-3AD203B41FA5}">
                          <a16:colId xmlns:a16="http://schemas.microsoft.com/office/drawing/2014/main" val="2414775215"/>
                        </a:ext>
                      </a:extLst>
                    </a:gridCol>
                  </a:tblGrid>
                  <a:tr h="344358">
                    <a:tc>
                      <a:txBody>
                        <a:bodyPr/>
                        <a:lstStyle/>
                        <a:p>
                          <a:pPr algn="ctr"/>
                          <a:r>
                            <a:rPr lang="en-US" sz="1200" dirty="0">
                              <a:solidFill>
                                <a:schemeClr val="tx1"/>
                              </a:solidFill>
                            </a:rPr>
                            <a:t>Steps</a:t>
                          </a:r>
                          <a:endParaRPr lang="en-GB"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GB" sz="1200" dirty="0">
                              <a:solidFill>
                                <a:schemeClr val="tx1"/>
                              </a:solidFill>
                            </a:rPr>
                            <a:t>Write in standard form.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en-GB"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en-GB"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47329628"/>
                      </a:ext>
                    </a:extLst>
                  </a:tr>
                  <a:tr h="1371600">
                    <a:tc row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dirty="0">
                              <a:solidFill>
                                <a:schemeClr val="tx1"/>
                              </a:solidFill>
                            </a:rPr>
                            <a:t>1) Write the number as a division</a:t>
                          </a:r>
                        </a:p>
                        <a:p>
                          <a:endParaRPr lang="en-US" sz="1200"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60596" t="-25778" r="-200331" b="-11466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61130" t="-25778" r="-100997" b="-11466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60265" t="-25778" r="-662" b="-114667"/>
                          </a:stretch>
                        </a:blipFill>
                      </a:tcPr>
                    </a:tc>
                    <a:extLst>
                      <a:ext uri="{0D108BD9-81ED-4DB2-BD59-A6C34878D82A}">
                        <a16:rowId xmlns:a16="http://schemas.microsoft.com/office/drawing/2014/main" val="1541023978"/>
                      </a:ext>
                    </a:extLst>
                  </a:tr>
                  <a:tr h="71120">
                    <a:tc vMerge="1">
                      <a:txBody>
                        <a:bodyPr/>
                        <a:lstStyle/>
                        <a:p>
                          <a:endParaRPr lang="en-GB" dirty="0"/>
                        </a:p>
                      </a:txBody>
                      <a:tcPr/>
                    </a:tc>
                    <a:tc rowSpan="2">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60596" t="-110547" r="-200331" b="-781"/>
                          </a:stretch>
                        </a:blipFill>
                      </a:tcPr>
                    </a:tc>
                    <a:tc rowSpan="2">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61130" t="-110547" r="-100997" b="-781"/>
                          </a:stretch>
                        </a:blipFill>
                      </a:tcPr>
                    </a:tc>
                    <a:tc rowSpan="2">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60265" t="-110547" r="-662" b="-781"/>
                          </a:stretch>
                        </a:blipFill>
                      </a:tcPr>
                    </a:tc>
                    <a:extLst>
                      <a:ext uri="{0D108BD9-81ED-4DB2-BD59-A6C34878D82A}">
                        <a16:rowId xmlns:a16="http://schemas.microsoft.com/office/drawing/2014/main" val="1979435149"/>
                      </a:ext>
                    </a:extLst>
                  </a:tr>
                  <a:tr h="148336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dirty="0">
                              <a:solidFill>
                                <a:schemeClr val="tx1"/>
                              </a:solidFill>
                            </a:rPr>
                            <a:t>2) Rewrite as a product with a negative power of 10.</a:t>
                          </a:r>
                        </a:p>
                        <a:p>
                          <a:endParaRPr lang="en-US" sz="1200"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1640048133"/>
                      </a:ext>
                    </a:extLst>
                  </a:tr>
                </a:tbl>
              </a:graphicData>
            </a:graphic>
          </p:graphicFrame>
        </mc:Fallback>
      </mc:AlternateContent>
      <p:grpSp>
        <p:nvGrpSpPr>
          <p:cNvPr id="113" name="Group 112"/>
          <p:cNvGrpSpPr/>
          <p:nvPr/>
        </p:nvGrpSpPr>
        <p:grpSpPr>
          <a:xfrm>
            <a:off x="1608455" y="160444"/>
            <a:ext cx="4960070" cy="306782"/>
            <a:chOff x="1783036" y="6721266"/>
            <a:chExt cx="4960070" cy="306782"/>
          </a:xfrm>
        </p:grpSpPr>
        <p:sp>
          <p:nvSpPr>
            <p:cNvPr id="115" name="TextBox 114">
              <a:extLst>
                <a:ext uri="{FF2B5EF4-FFF2-40B4-BE49-F238E27FC236}">
                  <a16:creationId xmlns:a16="http://schemas.microsoft.com/office/drawing/2014/main" id="{88BE26D3-BD12-8F4B-9608-3EB6530361A1}"/>
                </a:ext>
              </a:extLst>
            </p:cNvPr>
            <p:cNvSpPr txBox="1"/>
            <p:nvPr/>
          </p:nvSpPr>
          <p:spPr>
            <a:xfrm>
              <a:off x="1783036" y="6721266"/>
              <a:ext cx="1387046" cy="276999"/>
            </a:xfrm>
            <a:prstGeom prst="rect">
              <a:avLst/>
            </a:prstGeom>
            <a:noFill/>
            <a:ln>
              <a:noFill/>
            </a:ln>
          </p:spPr>
          <p:txBody>
            <a:bodyPr wrap="none" rtlCol="0">
              <a:spAutoFit/>
            </a:bodyPr>
            <a:lstStyle/>
            <a:p>
              <a:r>
                <a:rPr lang="en-GB" sz="1200" b="1" i="1" dirty="0">
                  <a:solidFill>
                    <a:srgbClr val="FF0000"/>
                  </a:solidFill>
                </a:rPr>
                <a:t>Example 13 - I do…</a:t>
              </a:r>
            </a:p>
          </p:txBody>
        </p:sp>
        <p:sp>
          <p:nvSpPr>
            <p:cNvPr id="116" name="TextBox 115">
              <a:extLst>
                <a:ext uri="{FF2B5EF4-FFF2-40B4-BE49-F238E27FC236}">
                  <a16:creationId xmlns:a16="http://schemas.microsoft.com/office/drawing/2014/main" id="{12910BCB-308B-9841-AF03-2F9D2E6E678C}"/>
                </a:ext>
              </a:extLst>
            </p:cNvPr>
            <p:cNvSpPr txBox="1"/>
            <p:nvPr/>
          </p:nvSpPr>
          <p:spPr>
            <a:xfrm>
              <a:off x="3441521" y="6739475"/>
              <a:ext cx="1549527" cy="276999"/>
            </a:xfrm>
            <a:prstGeom prst="rect">
              <a:avLst/>
            </a:prstGeom>
            <a:noFill/>
            <a:ln>
              <a:noFill/>
            </a:ln>
          </p:spPr>
          <p:txBody>
            <a:bodyPr wrap="none" rtlCol="0">
              <a:spAutoFit/>
            </a:bodyPr>
            <a:lstStyle/>
            <a:p>
              <a:r>
                <a:rPr lang="en-GB" sz="1200" b="1" i="1" dirty="0">
                  <a:solidFill>
                    <a:schemeClr val="accent2"/>
                  </a:solidFill>
                </a:rPr>
                <a:t>Example 14– We do…</a:t>
              </a:r>
            </a:p>
          </p:txBody>
        </p:sp>
        <p:sp>
          <p:nvSpPr>
            <p:cNvPr id="117" name="TextBox 116">
              <a:extLst>
                <a:ext uri="{FF2B5EF4-FFF2-40B4-BE49-F238E27FC236}">
                  <a16:creationId xmlns:a16="http://schemas.microsoft.com/office/drawing/2014/main" id="{12910BCB-308B-9841-AF03-2F9D2E6E678C}"/>
                </a:ext>
              </a:extLst>
            </p:cNvPr>
            <p:cNvSpPr txBox="1"/>
            <p:nvPr/>
          </p:nvSpPr>
          <p:spPr>
            <a:xfrm>
              <a:off x="5135294" y="6751049"/>
              <a:ext cx="1607812" cy="276999"/>
            </a:xfrm>
            <a:prstGeom prst="rect">
              <a:avLst/>
            </a:prstGeom>
            <a:noFill/>
            <a:ln>
              <a:noFill/>
            </a:ln>
          </p:spPr>
          <p:txBody>
            <a:bodyPr wrap="none" rtlCol="0">
              <a:spAutoFit/>
            </a:bodyPr>
            <a:lstStyle/>
            <a:p>
              <a:r>
                <a:rPr lang="en-GB" sz="1200" b="1" i="1" dirty="0">
                  <a:solidFill>
                    <a:srgbClr val="00B050"/>
                  </a:solidFill>
                </a:rPr>
                <a:t>Example 15 – You do…</a:t>
              </a:r>
            </a:p>
          </p:txBody>
        </p:sp>
      </p:gr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0550DD7E-6531-9834-AB36-0C5D50ECDAE3}"/>
                  </a:ext>
                </a:extLst>
              </p:cNvPr>
              <p:cNvGraphicFramePr>
                <a:graphicFrameLocks noGrp="1"/>
              </p:cNvGraphicFramePr>
              <p:nvPr/>
            </p:nvGraphicFramePr>
            <p:xfrm>
              <a:off x="111268" y="4197259"/>
              <a:ext cx="6690268" cy="5512644"/>
            </p:xfrm>
            <a:graphic>
              <a:graphicData uri="http://schemas.openxmlformats.org/drawingml/2006/table">
                <a:tbl>
                  <a:tblPr>
                    <a:tableStyleId>{5C22544A-7EE6-4342-B048-85BDC9FD1C3A}</a:tableStyleId>
                  </a:tblPr>
                  <a:tblGrid>
                    <a:gridCol w="1672567">
                      <a:extLst>
                        <a:ext uri="{9D8B030D-6E8A-4147-A177-3AD203B41FA5}">
                          <a16:colId xmlns:a16="http://schemas.microsoft.com/office/drawing/2014/main" val="1481005620"/>
                        </a:ext>
                      </a:extLst>
                    </a:gridCol>
                    <a:gridCol w="1672567">
                      <a:extLst>
                        <a:ext uri="{9D8B030D-6E8A-4147-A177-3AD203B41FA5}">
                          <a16:colId xmlns:a16="http://schemas.microsoft.com/office/drawing/2014/main" val="3135984641"/>
                        </a:ext>
                      </a:extLst>
                    </a:gridCol>
                    <a:gridCol w="1672567">
                      <a:extLst>
                        <a:ext uri="{9D8B030D-6E8A-4147-A177-3AD203B41FA5}">
                          <a16:colId xmlns:a16="http://schemas.microsoft.com/office/drawing/2014/main" val="1740688760"/>
                        </a:ext>
                      </a:extLst>
                    </a:gridCol>
                    <a:gridCol w="1672567">
                      <a:extLst>
                        <a:ext uri="{9D8B030D-6E8A-4147-A177-3AD203B41FA5}">
                          <a16:colId xmlns:a16="http://schemas.microsoft.com/office/drawing/2014/main" val="3626112759"/>
                        </a:ext>
                      </a:extLst>
                    </a:gridCol>
                  </a:tblGrid>
                  <a:tr h="1438095">
                    <a:tc>
                      <a:txBody>
                        <a:bodyPr/>
                        <a:lstStyle/>
                        <a:p>
                          <a:pPr marL="0" indent="0">
                            <a:buNone/>
                          </a:pPr>
                          <a:r>
                            <a:rPr lang="en-US" sz="1200" i="0" dirty="0">
                              <a:latin typeface="+mn-lt"/>
                            </a:rPr>
                            <a:t>a)</a:t>
                          </a:r>
                          <a:r>
                            <a:rPr lang="en-US" sz="1200" i="0" baseline="0" dirty="0">
                              <a:latin typeface="+mn-lt"/>
                            </a:rPr>
                            <a:t> </a:t>
                          </a:r>
                          <a14:m>
                            <m:oMath xmlns:m="http://schemas.openxmlformats.org/officeDocument/2006/math">
                              <m:r>
                                <a:rPr lang="en-GB" sz="1200" i="1" smtClean="0">
                                  <a:latin typeface="Cambria Math" panose="02040503050406030204" pitchFamily="18" charset="0"/>
                                </a:rPr>
                                <m:t>0</m:t>
                              </m:r>
                              <m:r>
                                <a:rPr lang="en-GB" sz="1200" b="0" i="1" smtClean="0">
                                  <a:latin typeface="Cambria Math" panose="02040503050406030204" pitchFamily="18" charset="0"/>
                                </a:rPr>
                                <m:t>.034</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b) </a:t>
                          </a:r>
                          <a14:m>
                            <m:oMath xmlns:m="http://schemas.openxmlformats.org/officeDocument/2006/math">
                              <m:r>
                                <a:rPr lang="en-GB" sz="1200" i="1" dirty="0" smtClean="0">
                                  <a:latin typeface="Cambria Math" panose="02040503050406030204" pitchFamily="18" charset="0"/>
                                </a:rPr>
                                <m:t>0</m:t>
                              </m:r>
                              <m:r>
                                <a:rPr lang="en-GB" sz="1200" b="0" i="1" dirty="0" smtClean="0">
                                  <a:latin typeface="Cambria Math" panose="02040503050406030204" pitchFamily="18" charset="0"/>
                                </a:rPr>
                                <m:t>.0034</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c) </a:t>
                          </a:r>
                          <a14:m>
                            <m:oMath xmlns:m="http://schemas.openxmlformats.org/officeDocument/2006/math">
                              <m:r>
                                <a:rPr lang="en-GB" sz="1200" b="0" i="1" smtClean="0">
                                  <a:latin typeface="Cambria Math" panose="02040503050406030204" pitchFamily="18" charset="0"/>
                                </a:rPr>
                                <m:t>0.00034</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d) </a:t>
                          </a:r>
                          <a14:m>
                            <m:oMath xmlns:m="http://schemas.openxmlformats.org/officeDocument/2006/math">
                              <m:r>
                                <a:rPr lang="en-GB" sz="1200" i="1" smtClean="0">
                                  <a:latin typeface="Cambria Math" panose="02040503050406030204" pitchFamily="18" charset="0"/>
                                </a:rPr>
                                <m:t>0</m:t>
                              </m:r>
                              <m:r>
                                <a:rPr lang="en-GB" sz="1200" b="0" i="1" smtClean="0">
                                  <a:latin typeface="Cambria Math" panose="02040503050406030204" pitchFamily="18" charset="0"/>
                                </a:rPr>
                                <m:t>.34</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94280993"/>
                      </a:ext>
                    </a:extLst>
                  </a:tr>
                  <a:tr h="1358183">
                    <a:tc>
                      <a:txBody>
                        <a:bodyPr/>
                        <a:lstStyle/>
                        <a:p>
                          <a:r>
                            <a:rPr lang="en-GB" sz="1200" dirty="0"/>
                            <a:t>e) </a:t>
                          </a:r>
                          <a14:m>
                            <m:oMath xmlns:m="http://schemas.openxmlformats.org/officeDocument/2006/math">
                              <m:r>
                                <a:rPr lang="en-GB" sz="1200" b="0" i="1" smtClean="0">
                                  <a:latin typeface="Cambria Math" panose="02040503050406030204" pitchFamily="18" charset="0"/>
                                </a:rPr>
                                <m:t>0.0304</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f) </a:t>
                          </a:r>
                          <a14:m>
                            <m:oMath xmlns:m="http://schemas.openxmlformats.org/officeDocument/2006/math">
                              <m:r>
                                <a:rPr lang="en-GB" sz="1200" i="1" dirty="0" smtClean="0">
                                  <a:latin typeface="Cambria Math" panose="02040503050406030204" pitchFamily="18" charset="0"/>
                                </a:rPr>
                                <m:t>0</m:t>
                              </m:r>
                              <m:r>
                                <a:rPr lang="en-GB" sz="1200" b="0" i="1" dirty="0" smtClean="0">
                                  <a:latin typeface="Cambria Math" panose="02040503050406030204" pitchFamily="18" charset="0"/>
                                </a:rPr>
                                <m:t>.00304</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g) </a:t>
                          </a:r>
                          <a14:m>
                            <m:oMath xmlns:m="http://schemas.openxmlformats.org/officeDocument/2006/math">
                              <m:r>
                                <a:rPr lang="en-GB" sz="1200" b="0" i="1" smtClean="0">
                                  <a:latin typeface="Cambria Math" panose="02040503050406030204" pitchFamily="18" charset="0"/>
                                </a:rPr>
                                <m:t>0.43</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h) </a:t>
                          </a:r>
                          <a14:m>
                            <m:oMath xmlns:m="http://schemas.openxmlformats.org/officeDocument/2006/math">
                              <m:r>
                                <a:rPr lang="en-GB" sz="1200" i="1" smtClean="0">
                                  <a:latin typeface="Cambria Math" panose="02040503050406030204" pitchFamily="18" charset="0"/>
                                </a:rPr>
                                <m:t>0</m:t>
                              </m:r>
                              <m:r>
                                <a:rPr lang="en-GB" sz="1200" b="0" i="1" smtClean="0">
                                  <a:latin typeface="Cambria Math" panose="02040503050406030204" pitchFamily="18" charset="0"/>
                                </a:rPr>
                                <m:t>.000043</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45682943"/>
                      </a:ext>
                    </a:extLst>
                  </a:tr>
                  <a:tr h="1358183">
                    <a:tc>
                      <a:txBody>
                        <a:bodyPr/>
                        <a:lstStyle/>
                        <a:p>
                          <a:pPr marL="0" indent="0">
                            <a:buNone/>
                          </a:pPr>
                          <a:r>
                            <a:rPr lang="en-GB" sz="1200" dirty="0"/>
                            <a:t>i) </a:t>
                          </a:r>
                          <a14:m>
                            <m:oMath xmlns:m="http://schemas.openxmlformats.org/officeDocument/2006/math">
                              <m:r>
                                <a:rPr lang="en-GB" sz="1200" b="0" i="1" smtClean="0">
                                  <a:latin typeface="Cambria Math" panose="02040503050406030204" pitchFamily="18" charset="0"/>
                                </a:rPr>
                                <m:t>0.0004403</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j) </a:t>
                          </a:r>
                          <a14:m>
                            <m:oMath xmlns:m="http://schemas.openxmlformats.org/officeDocument/2006/math">
                              <m:r>
                                <a:rPr lang="en-GB" sz="1200" b="0" i="1" smtClean="0">
                                  <a:latin typeface="Cambria Math" panose="02040503050406030204" pitchFamily="18" charset="0"/>
                                </a:rPr>
                                <m:t>0.0044</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k) </a:t>
                          </a:r>
                          <a14:m>
                            <m:oMath xmlns:m="http://schemas.openxmlformats.org/officeDocument/2006/math">
                              <m:r>
                                <a:rPr lang="en-GB" sz="1200" b="0" i="1" smtClean="0">
                                  <a:latin typeface="Cambria Math" panose="02040503050406030204" pitchFamily="18" charset="0"/>
                                </a:rPr>
                                <m:t>0.0434</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l) </a:t>
                          </a:r>
                          <a14:m>
                            <m:oMath xmlns:m="http://schemas.openxmlformats.org/officeDocument/2006/math">
                              <m:r>
                                <a:rPr lang="en-GB" sz="1200" i="1" smtClean="0">
                                  <a:latin typeface="Cambria Math" panose="02040503050406030204" pitchFamily="18" charset="0"/>
                                </a:rPr>
                                <m:t>0</m:t>
                              </m:r>
                              <m:r>
                                <a:rPr lang="en-GB" sz="1200" b="0" i="1" smtClean="0">
                                  <a:latin typeface="Cambria Math" panose="02040503050406030204" pitchFamily="18" charset="0"/>
                                </a:rPr>
                                <m:t>.00443</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65480825"/>
                      </a:ext>
                    </a:extLst>
                  </a:tr>
                  <a:tr h="1358183">
                    <a:tc>
                      <a:txBody>
                        <a:bodyPr/>
                        <a:lstStyle/>
                        <a:p>
                          <a:pPr marL="0" indent="0">
                            <a:buNone/>
                          </a:pPr>
                          <a:r>
                            <a:rPr lang="en-GB" sz="1200" dirty="0"/>
                            <a:t>m) </a:t>
                          </a:r>
                          <a14:m>
                            <m:oMath xmlns:m="http://schemas.openxmlformats.org/officeDocument/2006/math">
                              <m:r>
                                <a:rPr lang="en-GB" sz="1200" b="0" i="1" smtClean="0">
                                  <a:latin typeface="Cambria Math" panose="02040503050406030204" pitchFamily="18" charset="0"/>
                                </a:rPr>
                                <m:t>0.15+0.12</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n) </a:t>
                          </a:r>
                          <a14:m>
                            <m:oMath xmlns:m="http://schemas.openxmlformats.org/officeDocument/2006/math">
                              <m:r>
                                <a:rPr lang="en-GB" sz="1200" b="0" i="1" smtClean="0">
                                  <a:latin typeface="Cambria Math" panose="02040503050406030204" pitchFamily="18" charset="0"/>
                                </a:rPr>
                                <m:t>0.054+0.005</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o) </a:t>
                          </a:r>
                          <a14:m>
                            <m:oMath xmlns:m="http://schemas.openxmlformats.org/officeDocument/2006/math">
                              <m:r>
                                <a:rPr lang="en-GB" sz="1200" b="0" i="1" smtClean="0">
                                  <a:latin typeface="Cambria Math" panose="02040503050406030204" pitchFamily="18" charset="0"/>
                                </a:rPr>
                                <m:t>0.1+0.12</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p) </a:t>
                          </a:r>
                          <a14:m>
                            <m:oMath xmlns:m="http://schemas.openxmlformats.org/officeDocument/2006/math">
                              <m:r>
                                <a:rPr lang="en-GB" sz="1200" b="0" i="1" smtClean="0">
                                  <a:latin typeface="Cambria Math" panose="02040503050406030204" pitchFamily="18" charset="0"/>
                                </a:rPr>
                                <m:t>1−0.25</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9987255"/>
                      </a:ext>
                    </a:extLst>
                  </a:tr>
                </a:tbl>
              </a:graphicData>
            </a:graphic>
          </p:graphicFrame>
        </mc:Choice>
        <mc:Fallback xmlns="">
          <p:graphicFrame>
            <p:nvGraphicFramePr>
              <p:cNvPr id="3" name="Table 2">
                <a:extLst>
                  <a:ext uri="{FF2B5EF4-FFF2-40B4-BE49-F238E27FC236}">
                    <a16:creationId xmlns:a16="http://schemas.microsoft.com/office/drawing/2014/main" id="{0550DD7E-6531-9834-AB36-0C5D50ECDAE3}"/>
                  </a:ext>
                </a:extLst>
              </p:cNvPr>
              <p:cNvGraphicFramePr>
                <a:graphicFrameLocks noGrp="1"/>
              </p:cNvGraphicFramePr>
              <p:nvPr>
                <p:extLst>
                  <p:ext uri="{D42A27DB-BD31-4B8C-83A1-F6EECF244321}">
                    <p14:modId xmlns:p14="http://schemas.microsoft.com/office/powerpoint/2010/main" val="620754922"/>
                  </p:ext>
                </p:extLst>
              </p:nvPr>
            </p:nvGraphicFramePr>
            <p:xfrm>
              <a:off x="111268" y="4197259"/>
              <a:ext cx="6690268" cy="5512644"/>
            </p:xfrm>
            <a:graphic>
              <a:graphicData uri="http://schemas.openxmlformats.org/drawingml/2006/table">
                <a:tbl>
                  <a:tblPr>
                    <a:tableStyleId>{5C22544A-7EE6-4342-B048-85BDC9FD1C3A}</a:tableStyleId>
                  </a:tblPr>
                  <a:tblGrid>
                    <a:gridCol w="1672567">
                      <a:extLst>
                        <a:ext uri="{9D8B030D-6E8A-4147-A177-3AD203B41FA5}">
                          <a16:colId xmlns:a16="http://schemas.microsoft.com/office/drawing/2014/main" val="1481005620"/>
                        </a:ext>
                      </a:extLst>
                    </a:gridCol>
                    <a:gridCol w="1672567">
                      <a:extLst>
                        <a:ext uri="{9D8B030D-6E8A-4147-A177-3AD203B41FA5}">
                          <a16:colId xmlns:a16="http://schemas.microsoft.com/office/drawing/2014/main" val="3135984641"/>
                        </a:ext>
                      </a:extLst>
                    </a:gridCol>
                    <a:gridCol w="1672567">
                      <a:extLst>
                        <a:ext uri="{9D8B030D-6E8A-4147-A177-3AD203B41FA5}">
                          <a16:colId xmlns:a16="http://schemas.microsoft.com/office/drawing/2014/main" val="1740688760"/>
                        </a:ext>
                      </a:extLst>
                    </a:gridCol>
                    <a:gridCol w="1672567">
                      <a:extLst>
                        <a:ext uri="{9D8B030D-6E8A-4147-A177-3AD203B41FA5}">
                          <a16:colId xmlns:a16="http://schemas.microsoft.com/office/drawing/2014/main" val="3626112759"/>
                        </a:ext>
                      </a:extLst>
                    </a:gridCol>
                  </a:tblGrid>
                  <a:tr h="1438095">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64" t="-424" r="-300000" b="-284322"/>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730" t="-424" r="-201095" b="-284322"/>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0000" t="-424" r="-100364" b="-284322"/>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01095" t="-424" r="-730" b="-284322"/>
                          </a:stretch>
                        </a:blipFill>
                      </a:tcPr>
                    </a:tc>
                    <a:extLst>
                      <a:ext uri="{0D108BD9-81ED-4DB2-BD59-A6C34878D82A}">
                        <a16:rowId xmlns:a16="http://schemas.microsoft.com/office/drawing/2014/main" val="3494280993"/>
                      </a:ext>
                    </a:extLst>
                  </a:tr>
                  <a:tr h="1358183">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64" t="-106278" r="-300000" b="-20089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730" t="-106278" r="-201095" b="-20089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0000" t="-106278" r="-100364" b="-20089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01095" t="-106278" r="-730" b="-200897"/>
                          </a:stretch>
                        </a:blipFill>
                      </a:tcPr>
                    </a:tc>
                    <a:extLst>
                      <a:ext uri="{0D108BD9-81ED-4DB2-BD59-A6C34878D82A}">
                        <a16:rowId xmlns:a16="http://schemas.microsoft.com/office/drawing/2014/main" val="3445682943"/>
                      </a:ext>
                    </a:extLst>
                  </a:tr>
                  <a:tr h="1358183">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64" t="-206278" r="-300000" b="-10089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730" t="-206278" r="-201095" b="-10089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0000" t="-206278" r="-100364" b="-10089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01095" t="-206278" r="-730" b="-100897"/>
                          </a:stretch>
                        </a:blipFill>
                      </a:tcPr>
                    </a:tc>
                    <a:extLst>
                      <a:ext uri="{0D108BD9-81ED-4DB2-BD59-A6C34878D82A}">
                        <a16:rowId xmlns:a16="http://schemas.microsoft.com/office/drawing/2014/main" val="3265480825"/>
                      </a:ext>
                    </a:extLst>
                  </a:tr>
                  <a:tr h="1358183">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64" t="-306278" r="-300000" b="-89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730" t="-306278" r="-201095" b="-89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0000" t="-306278" r="-100364" b="-89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01095" t="-306278" r="-730" b="-897"/>
                          </a:stretch>
                        </a:blipFill>
                      </a:tcPr>
                    </a:tc>
                    <a:extLst>
                      <a:ext uri="{0D108BD9-81ED-4DB2-BD59-A6C34878D82A}">
                        <a16:rowId xmlns:a16="http://schemas.microsoft.com/office/drawing/2014/main" val="409987255"/>
                      </a:ext>
                    </a:extLst>
                  </a:tr>
                </a:tbl>
              </a:graphicData>
            </a:graphic>
          </p:graphicFrame>
        </mc:Fallback>
      </mc:AlternateContent>
      <p:sp>
        <p:nvSpPr>
          <p:cNvPr id="5" name="Rectangle 4">
            <a:extLst>
              <a:ext uri="{FF2B5EF4-FFF2-40B4-BE49-F238E27FC236}">
                <a16:creationId xmlns:a16="http://schemas.microsoft.com/office/drawing/2014/main" id="{A4D2738A-2C28-420C-DB43-3AE92E901C4D}"/>
              </a:ext>
            </a:extLst>
          </p:cNvPr>
          <p:cNvSpPr/>
          <p:nvPr/>
        </p:nvSpPr>
        <p:spPr>
          <a:xfrm>
            <a:off x="111268" y="3758097"/>
            <a:ext cx="1022036" cy="326115"/>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100" dirty="0"/>
              <a:t>INDEPENDENT PRACTICE</a:t>
            </a:r>
          </a:p>
        </p:txBody>
      </p:sp>
      <p:sp>
        <p:nvSpPr>
          <p:cNvPr id="8" name="Slide Number Placeholder 7">
            <a:extLst>
              <a:ext uri="{FF2B5EF4-FFF2-40B4-BE49-F238E27FC236}">
                <a16:creationId xmlns:a16="http://schemas.microsoft.com/office/drawing/2014/main" id="{49034ABF-E05C-531C-E234-D0030E7DA99D}"/>
              </a:ext>
            </a:extLst>
          </p:cNvPr>
          <p:cNvSpPr>
            <a:spLocks noGrp="1"/>
          </p:cNvSpPr>
          <p:nvPr>
            <p:ph type="sldNum" sz="quarter" idx="12"/>
          </p:nvPr>
        </p:nvSpPr>
        <p:spPr/>
        <p:txBody>
          <a:bodyPr/>
          <a:lstStyle/>
          <a:p>
            <a:fld id="{DFE403A4-BF53-4A18-A219-2FCD9C5F3F46}" type="slidenum">
              <a:rPr lang="en-GB" smtClean="0"/>
              <a:t>70</a:t>
            </a:fld>
            <a:endParaRPr lang="en-GB"/>
          </a:p>
        </p:txBody>
      </p:sp>
    </p:spTree>
    <p:extLst>
      <p:ext uri="{BB962C8B-B14F-4D97-AF65-F5344CB8AC3E}">
        <p14:creationId xmlns:p14="http://schemas.microsoft.com/office/powerpoint/2010/main" val="24808151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82575F91-869E-D70C-E919-092A605429E4}"/>
                  </a:ext>
                </a:extLst>
              </p:cNvPr>
              <p:cNvGraphicFramePr>
                <a:graphicFrameLocks noGrp="1"/>
              </p:cNvGraphicFramePr>
              <p:nvPr/>
            </p:nvGraphicFramePr>
            <p:xfrm>
              <a:off x="92911" y="4765295"/>
              <a:ext cx="6690268" cy="3206139"/>
            </p:xfrm>
            <a:graphic>
              <a:graphicData uri="http://schemas.openxmlformats.org/drawingml/2006/table">
                <a:tbl>
                  <a:tblPr>
                    <a:tableStyleId>{5C22544A-7EE6-4342-B048-85BDC9FD1C3A}</a:tableStyleId>
                  </a:tblPr>
                  <a:tblGrid>
                    <a:gridCol w="1672567">
                      <a:extLst>
                        <a:ext uri="{9D8B030D-6E8A-4147-A177-3AD203B41FA5}">
                          <a16:colId xmlns:a16="http://schemas.microsoft.com/office/drawing/2014/main" val="1538447044"/>
                        </a:ext>
                      </a:extLst>
                    </a:gridCol>
                    <a:gridCol w="1672567">
                      <a:extLst>
                        <a:ext uri="{9D8B030D-6E8A-4147-A177-3AD203B41FA5}">
                          <a16:colId xmlns:a16="http://schemas.microsoft.com/office/drawing/2014/main" val="2213843455"/>
                        </a:ext>
                      </a:extLst>
                    </a:gridCol>
                    <a:gridCol w="1672567">
                      <a:extLst>
                        <a:ext uri="{9D8B030D-6E8A-4147-A177-3AD203B41FA5}">
                          <a16:colId xmlns:a16="http://schemas.microsoft.com/office/drawing/2014/main" val="3773468596"/>
                        </a:ext>
                      </a:extLst>
                    </a:gridCol>
                    <a:gridCol w="1672567">
                      <a:extLst>
                        <a:ext uri="{9D8B030D-6E8A-4147-A177-3AD203B41FA5}">
                          <a16:colId xmlns:a16="http://schemas.microsoft.com/office/drawing/2014/main" val="508548947"/>
                        </a:ext>
                      </a:extLst>
                    </a:gridCol>
                  </a:tblGrid>
                  <a:tr h="1109827">
                    <a:tc>
                      <a:txBody>
                        <a:bodyPr/>
                        <a:lstStyle/>
                        <a:p>
                          <a:pPr marL="0" indent="0">
                            <a:buNone/>
                          </a:pPr>
                          <a:r>
                            <a:rPr lang="en-US" sz="1200" i="0" dirty="0">
                              <a:latin typeface="+mn-lt"/>
                            </a:rPr>
                            <a:t>a)</a:t>
                          </a:r>
                          <a14:m>
                            <m:oMath xmlns:m="http://schemas.openxmlformats.org/officeDocument/2006/math">
                              <m:r>
                                <a:rPr lang="en-GB" sz="1200" b="0" i="0" smtClean="0">
                                  <a:latin typeface="Cambria Math" panose="02040503050406030204" pitchFamily="18" charset="0"/>
                                </a:rPr>
                                <m:t> </m:t>
                              </m:r>
                              <m:r>
                                <a:rPr lang="en-US" sz="1200" b="0" i="1" smtClean="0">
                                  <a:latin typeface="Cambria Math" panose="02040503050406030204" pitchFamily="18" charset="0"/>
                                </a:rPr>
                                <m:t>5</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−1</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b) </a:t>
                          </a:r>
                          <a14:m>
                            <m:oMath xmlns:m="http://schemas.openxmlformats.org/officeDocument/2006/math">
                              <m:r>
                                <a:rPr lang="en-US" sz="1200" i="1" dirty="0" smtClean="0">
                                  <a:latin typeface="Cambria Math" panose="02040503050406030204" pitchFamily="18" charset="0"/>
                                </a:rPr>
                                <m:t>7</m:t>
                              </m:r>
                              <m:r>
                                <a:rPr lang="en-US" sz="1200" b="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b="0" i="1">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−2</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c) </a:t>
                          </a:r>
                          <a14:m>
                            <m:oMath xmlns:m="http://schemas.openxmlformats.org/officeDocument/2006/math">
                              <m:r>
                                <a:rPr lang="en-US" sz="1200" b="0" i="1" smtClean="0">
                                  <a:latin typeface="Cambria Math" panose="02040503050406030204" pitchFamily="18" charset="0"/>
                                </a:rPr>
                                <m:t>7</m:t>
                              </m:r>
                              <m:r>
                                <a:rPr lang="en-US" sz="1200" b="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b="0" i="1">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−5</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d) </a:t>
                          </a:r>
                          <a14:m>
                            <m:oMath xmlns:m="http://schemas.openxmlformats.org/officeDocument/2006/math">
                              <m:r>
                                <a:rPr lang="en-US" sz="1200" i="1" smtClean="0">
                                  <a:latin typeface="Cambria Math" panose="02040503050406030204" pitchFamily="18" charset="0"/>
                                </a:rPr>
                                <m:t>4</m:t>
                              </m:r>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−2</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3617714"/>
                      </a:ext>
                    </a:extLst>
                  </a:tr>
                  <a:tr h="1048156">
                    <a:tc>
                      <a:txBody>
                        <a:bodyPr/>
                        <a:lstStyle/>
                        <a:p>
                          <a:r>
                            <a:rPr lang="en-GB" sz="1200" dirty="0"/>
                            <a:t>e) </a:t>
                          </a:r>
                          <a14:m>
                            <m:oMath xmlns:m="http://schemas.openxmlformats.org/officeDocument/2006/math">
                              <m:r>
                                <a:rPr lang="en-US" sz="1200" i="1" smtClean="0">
                                  <a:latin typeface="Cambria Math" panose="02040503050406030204" pitchFamily="18" charset="0"/>
                                </a:rPr>
                                <m:t>7</m:t>
                              </m:r>
                              <m:r>
                                <a:rPr lang="en-US" sz="1200" b="0" i="1" smtClean="0">
                                  <a:latin typeface="Cambria Math" panose="02040503050406030204" pitchFamily="18" charset="0"/>
                                </a:rPr>
                                <m:t>.1</m:t>
                              </m:r>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−3</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f) </a:t>
                          </a:r>
                          <a14:m>
                            <m:oMath xmlns:m="http://schemas.openxmlformats.org/officeDocument/2006/math">
                              <m:r>
                                <a:rPr lang="en-US" sz="1200" i="1" smtClean="0">
                                  <a:latin typeface="Cambria Math" panose="02040503050406030204" pitchFamily="18" charset="0"/>
                                </a:rPr>
                                <m:t>7</m:t>
                              </m:r>
                              <m:r>
                                <a:rPr lang="en-US" sz="1200" b="0" i="1" smtClean="0">
                                  <a:latin typeface="Cambria Math" panose="02040503050406030204" pitchFamily="18" charset="0"/>
                                </a:rPr>
                                <m:t>.5</m:t>
                              </m:r>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−4</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g) </a:t>
                          </a:r>
                          <a14:m>
                            <m:oMath xmlns:m="http://schemas.openxmlformats.org/officeDocument/2006/math">
                              <m:r>
                                <a:rPr lang="en-US" sz="1200" i="1" smtClean="0">
                                  <a:latin typeface="Cambria Math" panose="02040503050406030204" pitchFamily="18" charset="0"/>
                                </a:rPr>
                                <m:t>7</m:t>
                              </m:r>
                              <m:r>
                                <a:rPr lang="en-US" sz="1200" b="0" i="1" smtClean="0">
                                  <a:latin typeface="Cambria Math" panose="02040503050406030204" pitchFamily="18" charset="0"/>
                                </a:rPr>
                                <m:t>.6</m:t>
                              </m:r>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−2</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h) </a:t>
                          </a:r>
                          <a14:m>
                            <m:oMath xmlns:m="http://schemas.openxmlformats.org/officeDocument/2006/math">
                              <m:r>
                                <a:rPr lang="en-US" sz="1200" b="0" i="1" smtClean="0">
                                  <a:latin typeface="Cambria Math" panose="02040503050406030204" pitchFamily="18" charset="0"/>
                                </a:rPr>
                                <m:t>5.1</m:t>
                              </m:r>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−4</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53779455"/>
                      </a:ext>
                    </a:extLst>
                  </a:tr>
                  <a:tr h="1048156">
                    <a:tc>
                      <a:txBody>
                        <a:bodyPr/>
                        <a:lstStyle/>
                        <a:p>
                          <a:pPr marL="0" indent="0">
                            <a:buNone/>
                          </a:pPr>
                          <a:r>
                            <a:rPr lang="en-GB" sz="1200" dirty="0"/>
                            <a:t>i) </a:t>
                          </a:r>
                          <a14:m>
                            <m:oMath xmlns:m="http://schemas.openxmlformats.org/officeDocument/2006/math">
                              <m:r>
                                <a:rPr lang="en-US" sz="1200" i="1" smtClean="0">
                                  <a:latin typeface="Cambria Math" panose="02040503050406030204" pitchFamily="18" charset="0"/>
                                </a:rPr>
                                <m:t>7</m:t>
                              </m:r>
                              <m:r>
                                <a:rPr lang="en-US" sz="1200" b="0" i="1" smtClean="0">
                                  <a:latin typeface="Cambria Math" panose="02040503050406030204" pitchFamily="18" charset="0"/>
                                </a:rPr>
                                <m:t>.15</m:t>
                              </m:r>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−3</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j) </a:t>
                          </a:r>
                          <a14:m>
                            <m:oMath xmlns:m="http://schemas.openxmlformats.org/officeDocument/2006/math">
                              <m:r>
                                <a:rPr lang="en-US" sz="1200" i="1" smtClean="0">
                                  <a:latin typeface="Cambria Math" panose="02040503050406030204" pitchFamily="18" charset="0"/>
                                </a:rPr>
                                <m:t>7</m:t>
                              </m:r>
                              <m:r>
                                <a:rPr lang="en-US" sz="1200" b="0" i="1" smtClean="0">
                                  <a:latin typeface="Cambria Math" panose="02040503050406030204" pitchFamily="18" charset="0"/>
                                </a:rPr>
                                <m:t>.105</m:t>
                              </m:r>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−4</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k) </a:t>
                          </a:r>
                          <a14:m>
                            <m:oMath xmlns:m="http://schemas.openxmlformats.org/officeDocument/2006/math">
                              <m:r>
                                <a:rPr lang="en-US" sz="1200" i="1" smtClean="0">
                                  <a:latin typeface="Cambria Math" panose="02040503050406030204" pitchFamily="18" charset="0"/>
                                </a:rPr>
                                <m:t>7</m:t>
                              </m:r>
                              <m:r>
                                <a:rPr lang="en-US" sz="1200" b="0" i="1" smtClean="0">
                                  <a:latin typeface="Cambria Math" panose="02040503050406030204" pitchFamily="18" charset="0"/>
                                </a:rPr>
                                <m:t>.05</m:t>
                              </m:r>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−2</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l) </a:t>
                          </a:r>
                          <a14:m>
                            <m:oMath xmlns:m="http://schemas.openxmlformats.org/officeDocument/2006/math">
                              <m:r>
                                <a:rPr lang="en-US" sz="1200" i="1" smtClean="0">
                                  <a:latin typeface="Cambria Math" panose="02040503050406030204" pitchFamily="18" charset="0"/>
                                </a:rPr>
                                <m:t>7</m:t>
                              </m:r>
                              <m:r>
                                <a:rPr lang="en-US" sz="1200" b="0" i="1" smtClean="0">
                                  <a:latin typeface="Cambria Math" panose="02040503050406030204" pitchFamily="18" charset="0"/>
                                </a:rPr>
                                <m:t>.51</m:t>
                              </m:r>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−7</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58775090"/>
                      </a:ext>
                    </a:extLst>
                  </a:tr>
                </a:tbl>
              </a:graphicData>
            </a:graphic>
          </p:graphicFrame>
        </mc:Choice>
        <mc:Fallback xmlns="">
          <p:graphicFrame>
            <p:nvGraphicFramePr>
              <p:cNvPr id="5" name="Table 4">
                <a:extLst>
                  <a:ext uri="{FF2B5EF4-FFF2-40B4-BE49-F238E27FC236}">
                    <a16:creationId xmlns:a16="http://schemas.microsoft.com/office/drawing/2014/main" id="{82575F91-869E-D70C-E919-092A605429E4}"/>
                  </a:ext>
                </a:extLst>
              </p:cNvPr>
              <p:cNvGraphicFramePr>
                <a:graphicFrameLocks noGrp="1"/>
              </p:cNvGraphicFramePr>
              <p:nvPr>
                <p:extLst>
                  <p:ext uri="{D42A27DB-BD31-4B8C-83A1-F6EECF244321}">
                    <p14:modId xmlns:p14="http://schemas.microsoft.com/office/powerpoint/2010/main" val="1964671145"/>
                  </p:ext>
                </p:extLst>
              </p:nvPr>
            </p:nvGraphicFramePr>
            <p:xfrm>
              <a:off x="92911" y="4765295"/>
              <a:ext cx="6690268" cy="3206139"/>
            </p:xfrm>
            <a:graphic>
              <a:graphicData uri="http://schemas.openxmlformats.org/drawingml/2006/table">
                <a:tbl>
                  <a:tblPr>
                    <a:tableStyleId>{5C22544A-7EE6-4342-B048-85BDC9FD1C3A}</a:tableStyleId>
                  </a:tblPr>
                  <a:tblGrid>
                    <a:gridCol w="1672567">
                      <a:extLst>
                        <a:ext uri="{9D8B030D-6E8A-4147-A177-3AD203B41FA5}">
                          <a16:colId xmlns:a16="http://schemas.microsoft.com/office/drawing/2014/main" val="1538447044"/>
                        </a:ext>
                      </a:extLst>
                    </a:gridCol>
                    <a:gridCol w="1672567">
                      <a:extLst>
                        <a:ext uri="{9D8B030D-6E8A-4147-A177-3AD203B41FA5}">
                          <a16:colId xmlns:a16="http://schemas.microsoft.com/office/drawing/2014/main" val="2213843455"/>
                        </a:ext>
                      </a:extLst>
                    </a:gridCol>
                    <a:gridCol w="1672567">
                      <a:extLst>
                        <a:ext uri="{9D8B030D-6E8A-4147-A177-3AD203B41FA5}">
                          <a16:colId xmlns:a16="http://schemas.microsoft.com/office/drawing/2014/main" val="3773468596"/>
                        </a:ext>
                      </a:extLst>
                    </a:gridCol>
                    <a:gridCol w="1672567">
                      <a:extLst>
                        <a:ext uri="{9D8B030D-6E8A-4147-A177-3AD203B41FA5}">
                          <a16:colId xmlns:a16="http://schemas.microsoft.com/office/drawing/2014/main" val="508548947"/>
                        </a:ext>
                      </a:extLst>
                    </a:gridCol>
                  </a:tblGrid>
                  <a:tr h="1109827">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64" t="-549" r="-300000" b="-190659"/>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730" t="-549" r="-201095" b="-190659"/>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000" t="-549" r="-100364" b="-190659"/>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01095" t="-549" r="-730" b="-190659"/>
                          </a:stretch>
                        </a:blipFill>
                      </a:tcPr>
                    </a:tc>
                    <a:extLst>
                      <a:ext uri="{0D108BD9-81ED-4DB2-BD59-A6C34878D82A}">
                        <a16:rowId xmlns:a16="http://schemas.microsoft.com/office/drawing/2014/main" val="423617714"/>
                      </a:ext>
                    </a:extLst>
                  </a:tr>
                  <a:tr h="1048156">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64" t="-105780" r="-300000" b="-100578"/>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730" t="-105780" r="-201095" b="-100578"/>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000" t="-105780" r="-100364" b="-100578"/>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01095" t="-105780" r="-730" b="-100578"/>
                          </a:stretch>
                        </a:blipFill>
                      </a:tcPr>
                    </a:tc>
                    <a:extLst>
                      <a:ext uri="{0D108BD9-81ED-4DB2-BD59-A6C34878D82A}">
                        <a16:rowId xmlns:a16="http://schemas.microsoft.com/office/drawing/2014/main" val="853779455"/>
                      </a:ext>
                    </a:extLst>
                  </a:tr>
                  <a:tr h="1048156">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64" t="-206977" r="-300000" b="-116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730" t="-206977" r="-201095" b="-116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000" t="-206977" r="-100364" b="-116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01095" t="-206977" r="-730" b="-1163"/>
                          </a:stretch>
                        </a:blipFill>
                      </a:tcPr>
                    </a:tc>
                    <a:extLst>
                      <a:ext uri="{0D108BD9-81ED-4DB2-BD59-A6C34878D82A}">
                        <a16:rowId xmlns:a16="http://schemas.microsoft.com/office/drawing/2014/main" val="2258775090"/>
                      </a:ext>
                    </a:extLst>
                  </a:tr>
                </a:tbl>
              </a:graphicData>
            </a:graphic>
          </p:graphicFrame>
        </mc:Fallback>
      </mc:AlternateContent>
      <p:sp>
        <p:nvSpPr>
          <p:cNvPr id="258" name="TextBox 257">
            <a:extLst>
              <a:ext uri="{FF2B5EF4-FFF2-40B4-BE49-F238E27FC236}">
                <a16:creationId xmlns:a16="http://schemas.microsoft.com/office/drawing/2014/main" id="{62615755-C21D-B04D-989E-53B671F28298}"/>
              </a:ext>
            </a:extLst>
          </p:cNvPr>
          <p:cNvSpPr txBox="1"/>
          <p:nvPr/>
        </p:nvSpPr>
        <p:spPr>
          <a:xfrm>
            <a:off x="1198787" y="4344247"/>
            <a:ext cx="3330271" cy="276999"/>
          </a:xfrm>
          <a:prstGeom prst="rect">
            <a:avLst/>
          </a:prstGeom>
          <a:noFill/>
        </p:spPr>
        <p:txBody>
          <a:bodyPr wrap="none" lIns="91440" tIns="45720" rIns="91440" bIns="45720" rtlCol="0" anchor="t">
            <a:spAutoFit/>
          </a:bodyPr>
          <a:lstStyle/>
          <a:p>
            <a:r>
              <a:rPr lang="en-GB" sz="1200" dirty="0"/>
              <a:t>11. Write the following numbers in ordinary form.</a:t>
            </a:r>
          </a:p>
        </p:txBody>
      </p:sp>
      <mc:AlternateContent xmlns:mc="http://schemas.openxmlformats.org/markup-compatibility/2006" xmlns:a14="http://schemas.microsoft.com/office/drawing/2010/main">
        <mc:Choice Requires="a14">
          <p:graphicFrame>
            <p:nvGraphicFramePr>
              <p:cNvPr id="147" name="Table 146"/>
              <p:cNvGraphicFramePr>
                <a:graphicFrameLocks noGrp="1"/>
              </p:cNvGraphicFramePr>
              <p:nvPr/>
            </p:nvGraphicFramePr>
            <p:xfrm>
              <a:off x="92911" y="277156"/>
              <a:ext cx="6650788" cy="4013303"/>
            </p:xfrm>
            <a:graphic>
              <a:graphicData uri="http://schemas.openxmlformats.org/drawingml/2006/table">
                <a:tbl>
                  <a:tblPr firstRow="1" bandRow="1">
                    <a:tableStyleId>{5C22544A-7EE6-4342-B048-85BDC9FD1C3A}</a:tableStyleId>
                  </a:tblPr>
                  <a:tblGrid>
                    <a:gridCol w="1113943">
                      <a:extLst>
                        <a:ext uri="{9D8B030D-6E8A-4147-A177-3AD203B41FA5}">
                          <a16:colId xmlns:a16="http://schemas.microsoft.com/office/drawing/2014/main" val="3124559182"/>
                        </a:ext>
                      </a:extLst>
                    </a:gridCol>
                    <a:gridCol w="1845615">
                      <a:extLst>
                        <a:ext uri="{9D8B030D-6E8A-4147-A177-3AD203B41FA5}">
                          <a16:colId xmlns:a16="http://schemas.microsoft.com/office/drawing/2014/main" val="1668930051"/>
                        </a:ext>
                      </a:extLst>
                    </a:gridCol>
                    <a:gridCol w="1845615">
                      <a:extLst>
                        <a:ext uri="{9D8B030D-6E8A-4147-A177-3AD203B41FA5}">
                          <a16:colId xmlns:a16="http://schemas.microsoft.com/office/drawing/2014/main" val="2873958374"/>
                        </a:ext>
                      </a:extLst>
                    </a:gridCol>
                    <a:gridCol w="1845615">
                      <a:extLst>
                        <a:ext uri="{9D8B030D-6E8A-4147-A177-3AD203B41FA5}">
                          <a16:colId xmlns:a16="http://schemas.microsoft.com/office/drawing/2014/main" val="2414775215"/>
                        </a:ext>
                      </a:extLst>
                    </a:gridCol>
                  </a:tblGrid>
                  <a:tr h="382899">
                    <a:tc>
                      <a:txBody>
                        <a:bodyPr/>
                        <a:lstStyle/>
                        <a:p>
                          <a:pPr algn="ctr"/>
                          <a:r>
                            <a:rPr lang="en-US" sz="1200" dirty="0">
                              <a:solidFill>
                                <a:schemeClr val="tx1"/>
                              </a:solidFill>
                            </a:rPr>
                            <a:t>Steps</a:t>
                          </a:r>
                          <a:endParaRPr lang="en-GB"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GB" sz="1200" dirty="0">
                              <a:solidFill>
                                <a:schemeClr val="tx1"/>
                              </a:solidFill>
                            </a:rPr>
                            <a:t>Write in ordinary form.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en-GB"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en-GB"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47329628"/>
                      </a:ext>
                    </a:extLst>
                  </a:tr>
                  <a:tr h="1180843">
                    <a:tc rowSpan="2">
                      <a:txBody>
                        <a:bodyPr/>
                        <a:lstStyle/>
                        <a:p>
                          <a:r>
                            <a:rPr lang="en-US" sz="1200" baseline="0" dirty="0">
                              <a:solidFill>
                                <a:schemeClr val="tx1"/>
                              </a:solidFill>
                            </a:rPr>
                            <a:t>1) Rewrite as a division.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dirty="0">
                              <a:solidFill>
                                <a:schemeClr val="tx1"/>
                              </a:solidFill>
                            </a:rPr>
                            <a:t>a) </a:t>
                          </a:r>
                          <a14:m>
                            <m:oMath xmlns:m="http://schemas.openxmlformats.org/officeDocument/2006/math">
                              <m:r>
                                <a:rPr lang="en-US" sz="1200" i="1" dirty="0" smtClean="0">
                                  <a:solidFill>
                                    <a:schemeClr val="tx1"/>
                                  </a:solidFill>
                                  <a:latin typeface="Cambria Math" panose="02040503050406030204" pitchFamily="18" charset="0"/>
                                </a:rPr>
                                <m:t>2</m:t>
                              </m:r>
                              <m:r>
                                <a:rPr lang="en-US" sz="1200" b="0" i="1" dirty="0" smtClean="0">
                                  <a:solidFill>
                                    <a:schemeClr val="tx1"/>
                                  </a:solidFill>
                                  <a:latin typeface="Cambria Math" panose="02040503050406030204" pitchFamily="18" charset="0"/>
                                </a:rPr>
                                <m:t>×</m:t>
                              </m:r>
                              <m:sSup>
                                <m:sSupPr>
                                  <m:ctrlPr>
                                    <a:rPr lang="en-US" sz="1200" b="0" i="1" dirty="0" smtClean="0">
                                      <a:solidFill>
                                        <a:schemeClr val="tx1"/>
                                      </a:solidFill>
                                      <a:latin typeface="Cambria Math" panose="02040503050406030204" pitchFamily="18" charset="0"/>
                                    </a:rPr>
                                  </m:ctrlPr>
                                </m:sSupPr>
                                <m:e>
                                  <m:r>
                                    <a:rPr lang="en-US" sz="1200" b="0" i="1" dirty="0" smtClean="0">
                                      <a:solidFill>
                                        <a:schemeClr val="tx1"/>
                                      </a:solidFill>
                                      <a:latin typeface="Cambria Math" panose="02040503050406030204" pitchFamily="18" charset="0"/>
                                    </a:rPr>
                                    <m:t>10</m:t>
                                  </m:r>
                                </m:e>
                                <m:sup>
                                  <m:r>
                                    <a:rPr lang="en-US" sz="1200" b="0" i="1" dirty="0" smtClean="0">
                                      <a:solidFill>
                                        <a:schemeClr val="tx1"/>
                                      </a:solidFill>
                                      <a:latin typeface="Cambria Math" panose="02040503050406030204" pitchFamily="18" charset="0"/>
                                    </a:rPr>
                                    <m:t>−1</m:t>
                                  </m:r>
                                </m:sup>
                              </m:sSup>
                            </m:oMath>
                          </a14:m>
                          <a:br>
                            <a:rPr lang="en-US" sz="1200" b="0" i="1" dirty="0">
                              <a:solidFill>
                                <a:schemeClr val="tx1"/>
                              </a:solidFill>
                              <a:latin typeface="Cambria Math" panose="02040503050406030204" pitchFamily="18" charset="0"/>
                            </a:rPr>
                          </a:br>
                          <a:br>
                            <a:rPr lang="en-US" sz="1200" b="0" dirty="0">
                              <a:solidFill>
                                <a:schemeClr val="tx1"/>
                              </a:solidFill>
                            </a:rPr>
                          </a:br>
                          <a:endParaRPr lang="en-US"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dirty="0">
                              <a:solidFill>
                                <a:schemeClr val="tx1"/>
                              </a:solidFill>
                            </a:rPr>
                            <a:t>a) </a:t>
                          </a:r>
                          <a14:m>
                            <m:oMath xmlns:m="http://schemas.openxmlformats.org/officeDocument/2006/math">
                              <m:r>
                                <a:rPr lang="en-US" sz="1200" b="0" i="1" dirty="0" smtClean="0">
                                  <a:solidFill>
                                    <a:schemeClr val="tx1"/>
                                  </a:solidFill>
                                  <a:latin typeface="Cambria Math" panose="02040503050406030204" pitchFamily="18" charset="0"/>
                                </a:rPr>
                                <m:t>4×</m:t>
                              </m:r>
                              <m:sSup>
                                <m:sSupPr>
                                  <m:ctrlPr>
                                    <a:rPr lang="en-US" sz="1200" b="0" i="1" dirty="0" smtClean="0">
                                      <a:solidFill>
                                        <a:schemeClr val="tx1"/>
                                      </a:solidFill>
                                      <a:latin typeface="Cambria Math" panose="02040503050406030204" pitchFamily="18" charset="0"/>
                                    </a:rPr>
                                  </m:ctrlPr>
                                </m:sSupPr>
                                <m:e>
                                  <m:r>
                                    <a:rPr lang="en-US" sz="1200" b="0" i="1" dirty="0" smtClean="0">
                                      <a:solidFill>
                                        <a:schemeClr val="tx1"/>
                                      </a:solidFill>
                                      <a:latin typeface="Cambria Math" panose="02040503050406030204" pitchFamily="18" charset="0"/>
                                    </a:rPr>
                                    <m:t>10</m:t>
                                  </m:r>
                                </m:e>
                                <m:sup>
                                  <m:r>
                                    <a:rPr lang="en-US" sz="1200" b="0" i="1" dirty="0" smtClean="0">
                                      <a:solidFill>
                                        <a:schemeClr val="tx1"/>
                                      </a:solidFill>
                                      <a:latin typeface="Cambria Math" panose="02040503050406030204" pitchFamily="18" charset="0"/>
                                    </a:rPr>
                                    <m:t>−3</m:t>
                                  </m:r>
                                </m:sup>
                              </m:sSup>
                            </m:oMath>
                          </a14:m>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dirty="0">
                              <a:solidFill>
                                <a:schemeClr val="tx1"/>
                              </a:solidFill>
                            </a:rPr>
                            <a:t>a) </a:t>
                          </a:r>
                          <a14:m>
                            <m:oMath xmlns:m="http://schemas.openxmlformats.org/officeDocument/2006/math">
                              <m:r>
                                <a:rPr lang="en-US" sz="1200" b="0" i="1" smtClean="0">
                                  <a:solidFill>
                                    <a:schemeClr val="tx1"/>
                                  </a:solidFill>
                                  <a:latin typeface="Cambria Math" panose="02040503050406030204" pitchFamily="18" charset="0"/>
                                </a:rPr>
                                <m:t>5×</m:t>
                              </m:r>
                              <m:sSup>
                                <m:sSupPr>
                                  <m:ctrlPr>
                                    <a:rPr lang="en-US" sz="1200" b="0" i="1" smtClean="0">
                                      <a:solidFill>
                                        <a:schemeClr val="tx1"/>
                                      </a:solidFill>
                                      <a:latin typeface="Cambria Math" panose="02040503050406030204" pitchFamily="18" charset="0"/>
                                    </a:rPr>
                                  </m:ctrlPr>
                                </m:sSupPr>
                                <m:e>
                                  <m:r>
                                    <a:rPr lang="en-US" sz="1200" b="0" i="1" smtClean="0">
                                      <a:solidFill>
                                        <a:schemeClr val="tx1"/>
                                      </a:solidFill>
                                      <a:latin typeface="Cambria Math" panose="02040503050406030204" pitchFamily="18" charset="0"/>
                                    </a:rPr>
                                    <m:t>10</m:t>
                                  </m:r>
                                </m:e>
                                <m:sup>
                                  <m:r>
                                    <a:rPr lang="en-US" sz="1200" b="0" i="1" smtClean="0">
                                      <a:solidFill>
                                        <a:schemeClr val="tx1"/>
                                      </a:solidFill>
                                      <a:latin typeface="Cambria Math" panose="02040503050406030204" pitchFamily="18" charset="0"/>
                                    </a:rPr>
                                    <m:t>−2</m:t>
                                  </m:r>
                                </m:sup>
                              </m:sSup>
                            </m:oMath>
                          </a14:m>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41023978"/>
                      </a:ext>
                    </a:extLst>
                  </a:tr>
                  <a:tr h="634359">
                    <a:tc vMerge="1">
                      <a:txBody>
                        <a:bodyPr/>
                        <a:lstStyle/>
                        <a:p>
                          <a:endParaRPr lang="en-GB"/>
                        </a:p>
                      </a:txBody>
                      <a:tcPr/>
                    </a:tc>
                    <a:tc rowSpan="2">
                      <a:txBody>
                        <a:bodyPr/>
                        <a:lstStyle/>
                        <a:p>
                          <a:r>
                            <a:rPr lang="en-US" sz="1200" b="0" dirty="0">
                              <a:solidFill>
                                <a:schemeClr val="tx1"/>
                              </a:solidFill>
                            </a:rPr>
                            <a:t>b) </a:t>
                          </a:r>
                          <a14:m>
                            <m:oMath xmlns:m="http://schemas.openxmlformats.org/officeDocument/2006/math">
                              <m:r>
                                <a:rPr lang="en-US" sz="1200" b="0" i="1" dirty="0" smtClean="0">
                                  <a:solidFill>
                                    <a:schemeClr val="tx1"/>
                                  </a:solidFill>
                                  <a:latin typeface="Cambria Math" panose="02040503050406030204" pitchFamily="18" charset="0"/>
                                </a:rPr>
                                <m:t>2×</m:t>
                              </m:r>
                              <m:sSup>
                                <m:sSupPr>
                                  <m:ctrlPr>
                                    <a:rPr lang="en-US" sz="1200" b="0" i="1" dirty="0" smtClean="0">
                                      <a:solidFill>
                                        <a:schemeClr val="tx1"/>
                                      </a:solidFill>
                                      <a:latin typeface="Cambria Math" panose="02040503050406030204" pitchFamily="18" charset="0"/>
                                    </a:rPr>
                                  </m:ctrlPr>
                                </m:sSupPr>
                                <m:e>
                                  <m:r>
                                    <a:rPr lang="en-US" sz="1200" b="0" i="1" dirty="0" smtClean="0">
                                      <a:solidFill>
                                        <a:schemeClr val="tx1"/>
                                      </a:solidFill>
                                      <a:latin typeface="Cambria Math" panose="02040503050406030204" pitchFamily="18" charset="0"/>
                                    </a:rPr>
                                    <m:t>10</m:t>
                                  </m:r>
                                </m:e>
                                <m:sup>
                                  <m:r>
                                    <a:rPr lang="en-US" sz="1200" b="0" i="1" dirty="0" smtClean="0">
                                      <a:solidFill>
                                        <a:schemeClr val="tx1"/>
                                      </a:solidFill>
                                      <a:latin typeface="Cambria Math" panose="02040503050406030204" pitchFamily="18" charset="0"/>
                                    </a:rPr>
                                    <m:t>−2</m:t>
                                  </m:r>
                                </m:sup>
                              </m:sSup>
                            </m:oMath>
                          </a14:m>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r>
                            <a:rPr lang="en-US" sz="1200" b="0" dirty="0">
                              <a:solidFill>
                                <a:schemeClr val="tx1"/>
                              </a:solidFill>
                            </a:rPr>
                            <a:t>b) </a:t>
                          </a:r>
                          <a14:m>
                            <m:oMath xmlns:m="http://schemas.openxmlformats.org/officeDocument/2006/math">
                              <m:r>
                                <a:rPr lang="en-US" sz="1200" b="0" i="1" dirty="0" smtClean="0">
                                  <a:solidFill>
                                    <a:schemeClr val="tx1"/>
                                  </a:solidFill>
                                  <a:latin typeface="Cambria Math" panose="02040503050406030204" pitchFamily="18" charset="0"/>
                                </a:rPr>
                                <m:t>2.3×</m:t>
                              </m:r>
                              <m:sSup>
                                <m:sSupPr>
                                  <m:ctrlPr>
                                    <a:rPr lang="en-US" sz="1200" b="0" i="1" dirty="0" smtClean="0">
                                      <a:solidFill>
                                        <a:schemeClr val="tx1"/>
                                      </a:solidFill>
                                      <a:latin typeface="Cambria Math" panose="02040503050406030204" pitchFamily="18" charset="0"/>
                                    </a:rPr>
                                  </m:ctrlPr>
                                </m:sSupPr>
                                <m:e>
                                  <m:r>
                                    <a:rPr lang="en-US" sz="1200" b="0" i="1" dirty="0" smtClean="0">
                                      <a:solidFill>
                                        <a:schemeClr val="tx1"/>
                                      </a:solidFill>
                                      <a:latin typeface="Cambria Math" panose="02040503050406030204" pitchFamily="18" charset="0"/>
                                    </a:rPr>
                                    <m:t>10</m:t>
                                  </m:r>
                                </m:e>
                                <m:sup>
                                  <m:r>
                                    <a:rPr lang="en-US" sz="1200" b="0" i="1" dirty="0" smtClean="0">
                                      <a:solidFill>
                                        <a:schemeClr val="tx1"/>
                                      </a:solidFill>
                                      <a:latin typeface="Cambria Math" panose="02040503050406030204" pitchFamily="18" charset="0"/>
                                    </a:rPr>
                                    <m:t>−2</m:t>
                                  </m:r>
                                </m:sup>
                              </m:sSup>
                            </m:oMath>
                          </a14:m>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dirty="0">
                              <a:solidFill>
                                <a:schemeClr val="tx1"/>
                              </a:solidFill>
                            </a:rPr>
                            <a:t>b) </a:t>
                          </a:r>
                          <a14:m>
                            <m:oMath xmlns:m="http://schemas.openxmlformats.org/officeDocument/2006/math">
                              <m:r>
                                <a:rPr lang="en-US" sz="1200" b="0" i="1" dirty="0" smtClean="0">
                                  <a:solidFill>
                                    <a:schemeClr val="tx1"/>
                                  </a:solidFill>
                                  <a:latin typeface="Cambria Math" panose="02040503050406030204" pitchFamily="18" charset="0"/>
                                </a:rPr>
                                <m:t>2.4×</m:t>
                              </m:r>
                              <m:sSup>
                                <m:sSupPr>
                                  <m:ctrlPr>
                                    <a:rPr lang="en-US" sz="1200" b="0" i="1" dirty="0" smtClean="0">
                                      <a:solidFill>
                                        <a:schemeClr val="tx1"/>
                                      </a:solidFill>
                                      <a:latin typeface="Cambria Math" panose="02040503050406030204" pitchFamily="18" charset="0"/>
                                    </a:rPr>
                                  </m:ctrlPr>
                                </m:sSupPr>
                                <m:e>
                                  <m:r>
                                    <a:rPr lang="en-US" sz="1200" b="0" i="1" dirty="0" smtClean="0">
                                      <a:solidFill>
                                        <a:schemeClr val="tx1"/>
                                      </a:solidFill>
                                      <a:latin typeface="Cambria Math" panose="02040503050406030204" pitchFamily="18" charset="0"/>
                                    </a:rPr>
                                    <m:t>10</m:t>
                                  </m:r>
                                </m:e>
                                <m:sup>
                                  <m:r>
                                    <a:rPr lang="en-US" sz="1200" b="0" i="1" dirty="0" smtClean="0">
                                      <a:solidFill>
                                        <a:schemeClr val="tx1"/>
                                      </a:solidFill>
                                      <a:latin typeface="Cambria Math" panose="02040503050406030204" pitchFamily="18" charset="0"/>
                                    </a:rPr>
                                    <m:t>−2</m:t>
                                  </m:r>
                                </m:sup>
                              </m:sSup>
                            </m:oMath>
                          </a14:m>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79435149"/>
                      </a:ext>
                    </a:extLst>
                  </a:tr>
                  <a:tr h="541705">
                    <a:tc rowSpan="2">
                      <a:txBody>
                        <a:bodyPr/>
                        <a:lstStyle/>
                        <a:p>
                          <a:r>
                            <a:rPr lang="en-US" sz="1200" baseline="0" dirty="0">
                              <a:solidFill>
                                <a:schemeClr val="tx1"/>
                              </a:solidFill>
                            </a:rPr>
                            <a:t>2) Calculate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953885408"/>
                      </a:ext>
                    </a:extLst>
                  </a:tr>
                  <a:tr h="1273497">
                    <a:tc vMerge="1">
                      <a:txBody>
                        <a:bodyPr/>
                        <a:lstStyle/>
                        <a:p>
                          <a:endParaRPr lang="en-GB"/>
                        </a:p>
                      </a:txBody>
                      <a:tcPr/>
                    </a:tc>
                    <a:tc>
                      <a:txBody>
                        <a:bodyPr/>
                        <a:lstStyle/>
                        <a:p>
                          <a:r>
                            <a:rPr lang="en-US" sz="1200" b="0" dirty="0">
                              <a:solidFill>
                                <a:schemeClr val="tx1"/>
                              </a:solidFill>
                            </a:rPr>
                            <a:t>c) </a:t>
                          </a:r>
                          <a14:m>
                            <m:oMath xmlns:m="http://schemas.openxmlformats.org/officeDocument/2006/math">
                              <m:r>
                                <a:rPr lang="en-US" sz="1200" b="0" i="1" smtClean="0">
                                  <a:solidFill>
                                    <a:schemeClr val="tx1"/>
                                  </a:solidFill>
                                  <a:latin typeface="Cambria Math" panose="02040503050406030204" pitchFamily="18" charset="0"/>
                                </a:rPr>
                                <m:t>2.1×</m:t>
                              </m:r>
                              <m:sSup>
                                <m:sSupPr>
                                  <m:ctrlPr>
                                    <a:rPr lang="en-US" sz="1200" b="0" i="1" smtClean="0">
                                      <a:solidFill>
                                        <a:schemeClr val="tx1"/>
                                      </a:solidFill>
                                      <a:latin typeface="Cambria Math" panose="02040503050406030204" pitchFamily="18" charset="0"/>
                                    </a:rPr>
                                  </m:ctrlPr>
                                </m:sSupPr>
                                <m:e>
                                  <m:r>
                                    <a:rPr lang="en-US" sz="1200" b="0" i="1" smtClean="0">
                                      <a:solidFill>
                                        <a:schemeClr val="tx1"/>
                                      </a:solidFill>
                                      <a:latin typeface="Cambria Math" panose="02040503050406030204" pitchFamily="18" charset="0"/>
                                    </a:rPr>
                                    <m:t>10</m:t>
                                  </m:r>
                                </m:e>
                                <m:sup>
                                  <m:r>
                                    <a:rPr lang="en-US" sz="1200" b="0" i="1" smtClean="0">
                                      <a:solidFill>
                                        <a:schemeClr val="tx1"/>
                                      </a:solidFill>
                                      <a:latin typeface="Cambria Math" panose="02040503050406030204" pitchFamily="18" charset="0"/>
                                    </a:rPr>
                                    <m:t>−5</m:t>
                                  </m:r>
                                </m:sup>
                              </m:sSup>
                            </m:oMath>
                          </a14:m>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b="0" dirty="0">
                              <a:solidFill>
                                <a:schemeClr val="tx1"/>
                              </a:solidFill>
                            </a:rPr>
                            <a:t>c) </a:t>
                          </a:r>
                          <a14:m>
                            <m:oMath xmlns:m="http://schemas.openxmlformats.org/officeDocument/2006/math">
                              <m:r>
                                <a:rPr lang="en-US" sz="1200" b="0" i="1" dirty="0" smtClean="0">
                                  <a:solidFill>
                                    <a:schemeClr val="tx1"/>
                                  </a:solidFill>
                                  <a:latin typeface="Cambria Math" panose="02040503050406030204" pitchFamily="18" charset="0"/>
                                </a:rPr>
                                <m:t>2.13×</m:t>
                              </m:r>
                              <m:sSup>
                                <m:sSupPr>
                                  <m:ctrlPr>
                                    <a:rPr lang="en-US" sz="1200" b="0" i="1" dirty="0" smtClean="0">
                                      <a:solidFill>
                                        <a:schemeClr val="tx1"/>
                                      </a:solidFill>
                                      <a:latin typeface="Cambria Math" panose="02040503050406030204" pitchFamily="18" charset="0"/>
                                    </a:rPr>
                                  </m:ctrlPr>
                                </m:sSupPr>
                                <m:e>
                                  <m:r>
                                    <a:rPr lang="en-US" sz="1200" b="0" i="1" dirty="0" smtClean="0">
                                      <a:solidFill>
                                        <a:schemeClr val="tx1"/>
                                      </a:solidFill>
                                      <a:latin typeface="Cambria Math" panose="02040503050406030204" pitchFamily="18" charset="0"/>
                                    </a:rPr>
                                    <m:t>10</m:t>
                                  </m:r>
                                </m:e>
                                <m:sup>
                                  <m:r>
                                    <a:rPr lang="en-US" sz="1200" b="0" i="1" dirty="0" smtClean="0">
                                      <a:solidFill>
                                        <a:schemeClr val="tx1"/>
                                      </a:solidFill>
                                      <a:latin typeface="Cambria Math" panose="02040503050406030204" pitchFamily="18" charset="0"/>
                                    </a:rPr>
                                    <m:t>−5</m:t>
                                  </m:r>
                                </m:sup>
                              </m:sSup>
                            </m:oMath>
                          </a14:m>
                          <a:endParaRPr lang="en-US"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dirty="0">
                              <a:solidFill>
                                <a:schemeClr val="tx1"/>
                              </a:solidFill>
                            </a:rPr>
                            <a:t>c) </a:t>
                          </a:r>
                          <a14:m>
                            <m:oMath xmlns:m="http://schemas.openxmlformats.org/officeDocument/2006/math">
                              <m:r>
                                <a:rPr lang="en-US" sz="1200" b="0" i="1" smtClean="0">
                                  <a:solidFill>
                                    <a:schemeClr val="tx1"/>
                                  </a:solidFill>
                                  <a:latin typeface="Cambria Math" panose="02040503050406030204" pitchFamily="18" charset="0"/>
                                </a:rPr>
                                <m:t>2.11×</m:t>
                              </m:r>
                              <m:sSup>
                                <m:sSupPr>
                                  <m:ctrlPr>
                                    <a:rPr lang="en-US" sz="1200" b="0" i="1" smtClean="0">
                                      <a:solidFill>
                                        <a:schemeClr val="tx1"/>
                                      </a:solidFill>
                                      <a:latin typeface="Cambria Math" panose="02040503050406030204" pitchFamily="18" charset="0"/>
                                    </a:rPr>
                                  </m:ctrlPr>
                                </m:sSupPr>
                                <m:e>
                                  <m:r>
                                    <a:rPr lang="en-US" sz="1200" b="0" i="1" smtClean="0">
                                      <a:solidFill>
                                        <a:schemeClr val="tx1"/>
                                      </a:solidFill>
                                      <a:latin typeface="Cambria Math" panose="02040503050406030204" pitchFamily="18" charset="0"/>
                                    </a:rPr>
                                    <m:t>10</m:t>
                                  </m:r>
                                </m:e>
                                <m:sup>
                                  <m:r>
                                    <a:rPr lang="en-US" sz="1200" b="0" i="1" smtClean="0">
                                      <a:solidFill>
                                        <a:schemeClr val="tx1"/>
                                      </a:solidFill>
                                      <a:latin typeface="Cambria Math" panose="02040503050406030204" pitchFamily="18" charset="0"/>
                                    </a:rPr>
                                    <m:t>−1</m:t>
                                  </m:r>
                                </m:sup>
                              </m:sSup>
                            </m:oMath>
                          </a14:m>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60303983"/>
                      </a:ext>
                    </a:extLst>
                  </a:tr>
                </a:tbl>
              </a:graphicData>
            </a:graphic>
          </p:graphicFrame>
        </mc:Choice>
        <mc:Fallback xmlns="">
          <p:graphicFrame>
            <p:nvGraphicFramePr>
              <p:cNvPr id="147" name="Table 146"/>
              <p:cNvGraphicFramePr>
                <a:graphicFrameLocks noGrp="1"/>
              </p:cNvGraphicFramePr>
              <p:nvPr>
                <p:extLst>
                  <p:ext uri="{D42A27DB-BD31-4B8C-83A1-F6EECF244321}">
                    <p14:modId xmlns:p14="http://schemas.microsoft.com/office/powerpoint/2010/main" val="314972712"/>
                  </p:ext>
                </p:extLst>
              </p:nvPr>
            </p:nvGraphicFramePr>
            <p:xfrm>
              <a:off x="92911" y="277156"/>
              <a:ext cx="6650788" cy="4013303"/>
            </p:xfrm>
            <a:graphic>
              <a:graphicData uri="http://schemas.openxmlformats.org/drawingml/2006/table">
                <a:tbl>
                  <a:tblPr firstRow="1" bandRow="1">
                    <a:tableStyleId>{5C22544A-7EE6-4342-B048-85BDC9FD1C3A}</a:tableStyleId>
                  </a:tblPr>
                  <a:tblGrid>
                    <a:gridCol w="1113943">
                      <a:extLst>
                        <a:ext uri="{9D8B030D-6E8A-4147-A177-3AD203B41FA5}">
                          <a16:colId xmlns:a16="http://schemas.microsoft.com/office/drawing/2014/main" val="3124559182"/>
                        </a:ext>
                      </a:extLst>
                    </a:gridCol>
                    <a:gridCol w="1845615">
                      <a:extLst>
                        <a:ext uri="{9D8B030D-6E8A-4147-A177-3AD203B41FA5}">
                          <a16:colId xmlns:a16="http://schemas.microsoft.com/office/drawing/2014/main" val="1668930051"/>
                        </a:ext>
                      </a:extLst>
                    </a:gridCol>
                    <a:gridCol w="1845615">
                      <a:extLst>
                        <a:ext uri="{9D8B030D-6E8A-4147-A177-3AD203B41FA5}">
                          <a16:colId xmlns:a16="http://schemas.microsoft.com/office/drawing/2014/main" val="2873958374"/>
                        </a:ext>
                      </a:extLst>
                    </a:gridCol>
                    <a:gridCol w="1845615">
                      <a:extLst>
                        <a:ext uri="{9D8B030D-6E8A-4147-A177-3AD203B41FA5}">
                          <a16:colId xmlns:a16="http://schemas.microsoft.com/office/drawing/2014/main" val="2414775215"/>
                        </a:ext>
                      </a:extLst>
                    </a:gridCol>
                  </a:tblGrid>
                  <a:tr h="382899">
                    <a:tc>
                      <a:txBody>
                        <a:bodyPr/>
                        <a:lstStyle/>
                        <a:p>
                          <a:pPr algn="ctr"/>
                          <a:r>
                            <a:rPr lang="en-US" sz="1200" dirty="0">
                              <a:solidFill>
                                <a:schemeClr val="tx1"/>
                              </a:solidFill>
                            </a:rPr>
                            <a:t>Steps</a:t>
                          </a:r>
                          <a:endParaRPr lang="en-GB"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GB" sz="1200" dirty="0">
                              <a:solidFill>
                                <a:schemeClr val="tx1"/>
                              </a:solidFill>
                            </a:rPr>
                            <a:t>Write in ordinary form.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en-GB"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en-GB"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47329628"/>
                      </a:ext>
                    </a:extLst>
                  </a:tr>
                  <a:tr h="1180843">
                    <a:tc rowSpan="2">
                      <a:txBody>
                        <a:bodyPr/>
                        <a:lstStyle/>
                        <a:p>
                          <a:r>
                            <a:rPr lang="en-US" sz="1200" baseline="0" dirty="0">
                              <a:solidFill>
                                <a:schemeClr val="tx1"/>
                              </a:solidFill>
                            </a:rPr>
                            <a:t>1) Rewrite as a division.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60726" t="-32990" r="-200660" b="-20824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60726" t="-32990" r="-100660" b="-20824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60726" t="-32990" r="-660" b="-208247"/>
                          </a:stretch>
                        </a:blipFill>
                      </a:tcPr>
                    </a:tc>
                    <a:extLst>
                      <a:ext uri="{0D108BD9-81ED-4DB2-BD59-A6C34878D82A}">
                        <a16:rowId xmlns:a16="http://schemas.microsoft.com/office/drawing/2014/main" val="1541023978"/>
                      </a:ext>
                    </a:extLst>
                  </a:tr>
                  <a:tr h="634359">
                    <a:tc vMerge="1">
                      <a:txBody>
                        <a:bodyPr/>
                        <a:lstStyle/>
                        <a:p>
                          <a:endParaRPr lang="en-GB"/>
                        </a:p>
                      </a:txBody>
                      <a:tcPr/>
                    </a:tc>
                    <a:tc rowSpan="2">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60726" t="-133679" r="-200660" b="-109326"/>
                          </a:stretch>
                        </a:blipFill>
                      </a:tcPr>
                    </a:tc>
                    <a:tc rowSpan="2">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60726" t="-133679" r="-100660" b="-109326"/>
                          </a:stretch>
                        </a:blipFill>
                      </a:tcPr>
                    </a:tc>
                    <a:tc rowSpan="2">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60726" t="-133679" r="-660" b="-109326"/>
                          </a:stretch>
                        </a:blipFill>
                      </a:tcPr>
                    </a:tc>
                    <a:extLst>
                      <a:ext uri="{0D108BD9-81ED-4DB2-BD59-A6C34878D82A}">
                        <a16:rowId xmlns:a16="http://schemas.microsoft.com/office/drawing/2014/main" val="1979435149"/>
                      </a:ext>
                    </a:extLst>
                  </a:tr>
                  <a:tr h="541705">
                    <a:tc rowSpan="2">
                      <a:txBody>
                        <a:bodyPr/>
                        <a:lstStyle/>
                        <a:p>
                          <a:r>
                            <a:rPr lang="en-US" sz="1200" baseline="0" dirty="0">
                              <a:solidFill>
                                <a:schemeClr val="tx1"/>
                              </a:solidFill>
                            </a:rPr>
                            <a:t>2) Calculate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953885408"/>
                      </a:ext>
                    </a:extLst>
                  </a:tr>
                  <a:tr h="1273497">
                    <a:tc vMerge="1">
                      <a:txBody>
                        <a:bodyPr/>
                        <a:lstStyle/>
                        <a:p>
                          <a:endParaRPr lang="en-GB"/>
                        </a:p>
                      </a:txBody>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60726" t="-215789" r="-200660" b="-95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60726" t="-215789" r="-100660" b="-95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60726" t="-215789" r="-660" b="-957"/>
                          </a:stretch>
                        </a:blipFill>
                      </a:tcPr>
                    </a:tc>
                    <a:extLst>
                      <a:ext uri="{0D108BD9-81ED-4DB2-BD59-A6C34878D82A}">
                        <a16:rowId xmlns:a16="http://schemas.microsoft.com/office/drawing/2014/main" val="2160303983"/>
                      </a:ext>
                    </a:extLst>
                  </a:tr>
                </a:tbl>
              </a:graphicData>
            </a:graphic>
          </p:graphicFrame>
        </mc:Fallback>
      </mc:AlternateContent>
      <p:grpSp>
        <p:nvGrpSpPr>
          <p:cNvPr id="148" name="Group 147"/>
          <p:cNvGrpSpPr/>
          <p:nvPr/>
        </p:nvGrpSpPr>
        <p:grpSpPr>
          <a:xfrm>
            <a:off x="1435887" y="-10046"/>
            <a:ext cx="5236865" cy="293141"/>
            <a:chOff x="1890105" y="6706278"/>
            <a:chExt cx="5236865" cy="293141"/>
          </a:xfrm>
        </p:grpSpPr>
        <p:sp>
          <p:nvSpPr>
            <p:cNvPr id="149" name="TextBox 148">
              <a:extLst>
                <a:ext uri="{FF2B5EF4-FFF2-40B4-BE49-F238E27FC236}">
                  <a16:creationId xmlns:a16="http://schemas.microsoft.com/office/drawing/2014/main" id="{88BE26D3-BD12-8F4B-9608-3EB6530361A1}"/>
                </a:ext>
              </a:extLst>
            </p:cNvPr>
            <p:cNvSpPr txBox="1"/>
            <p:nvPr/>
          </p:nvSpPr>
          <p:spPr>
            <a:xfrm>
              <a:off x="1890105" y="6706278"/>
              <a:ext cx="1387046" cy="276999"/>
            </a:xfrm>
            <a:prstGeom prst="rect">
              <a:avLst/>
            </a:prstGeom>
            <a:noFill/>
            <a:ln>
              <a:noFill/>
            </a:ln>
          </p:spPr>
          <p:txBody>
            <a:bodyPr wrap="none" rtlCol="0">
              <a:spAutoFit/>
            </a:bodyPr>
            <a:lstStyle/>
            <a:p>
              <a:r>
                <a:rPr lang="en-GB" sz="1200" b="1" i="1" dirty="0">
                  <a:solidFill>
                    <a:srgbClr val="FF0000"/>
                  </a:solidFill>
                </a:rPr>
                <a:t>Example 16 - I do…</a:t>
              </a:r>
            </a:p>
          </p:txBody>
        </p:sp>
        <p:sp>
          <p:nvSpPr>
            <p:cNvPr id="150" name="TextBox 149">
              <a:extLst>
                <a:ext uri="{FF2B5EF4-FFF2-40B4-BE49-F238E27FC236}">
                  <a16:creationId xmlns:a16="http://schemas.microsoft.com/office/drawing/2014/main" id="{12910BCB-308B-9841-AF03-2F9D2E6E678C}"/>
                </a:ext>
              </a:extLst>
            </p:cNvPr>
            <p:cNvSpPr txBox="1"/>
            <p:nvPr/>
          </p:nvSpPr>
          <p:spPr>
            <a:xfrm>
              <a:off x="3753422" y="6721265"/>
              <a:ext cx="1549527" cy="276999"/>
            </a:xfrm>
            <a:prstGeom prst="rect">
              <a:avLst/>
            </a:prstGeom>
            <a:noFill/>
            <a:ln>
              <a:noFill/>
            </a:ln>
          </p:spPr>
          <p:txBody>
            <a:bodyPr wrap="none" rtlCol="0">
              <a:spAutoFit/>
            </a:bodyPr>
            <a:lstStyle/>
            <a:p>
              <a:r>
                <a:rPr lang="en-GB" sz="1200" b="1" i="1" dirty="0">
                  <a:solidFill>
                    <a:schemeClr val="accent2"/>
                  </a:solidFill>
                </a:rPr>
                <a:t>Example 17– We do…</a:t>
              </a:r>
            </a:p>
          </p:txBody>
        </p:sp>
        <p:sp>
          <p:nvSpPr>
            <p:cNvPr id="151" name="TextBox 150">
              <a:extLst>
                <a:ext uri="{FF2B5EF4-FFF2-40B4-BE49-F238E27FC236}">
                  <a16:creationId xmlns:a16="http://schemas.microsoft.com/office/drawing/2014/main" id="{12910BCB-308B-9841-AF03-2F9D2E6E678C}"/>
                </a:ext>
              </a:extLst>
            </p:cNvPr>
            <p:cNvSpPr txBox="1"/>
            <p:nvPr/>
          </p:nvSpPr>
          <p:spPr>
            <a:xfrm>
              <a:off x="5519158" y="6722420"/>
              <a:ext cx="1607812" cy="276999"/>
            </a:xfrm>
            <a:prstGeom prst="rect">
              <a:avLst/>
            </a:prstGeom>
            <a:noFill/>
            <a:ln>
              <a:noFill/>
            </a:ln>
          </p:spPr>
          <p:txBody>
            <a:bodyPr wrap="none" rtlCol="0">
              <a:spAutoFit/>
            </a:bodyPr>
            <a:lstStyle/>
            <a:p>
              <a:r>
                <a:rPr lang="en-GB" sz="1200" b="1" i="1" dirty="0">
                  <a:solidFill>
                    <a:srgbClr val="00B050"/>
                  </a:solidFill>
                </a:rPr>
                <a:t>Example 18 – You do…</a:t>
              </a:r>
            </a:p>
          </p:txBody>
        </p:sp>
      </p:grpSp>
      <p:sp>
        <p:nvSpPr>
          <p:cNvPr id="3" name="Rectangle 2">
            <a:extLst>
              <a:ext uri="{FF2B5EF4-FFF2-40B4-BE49-F238E27FC236}">
                <a16:creationId xmlns:a16="http://schemas.microsoft.com/office/drawing/2014/main" id="{04AC8E0F-8B4B-8669-7CB9-22360A2B3D6B}"/>
              </a:ext>
            </a:extLst>
          </p:cNvPr>
          <p:cNvSpPr/>
          <p:nvPr/>
        </p:nvSpPr>
        <p:spPr>
          <a:xfrm>
            <a:off x="51690" y="4344247"/>
            <a:ext cx="1022036" cy="326115"/>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100" dirty="0"/>
              <a:t>INDEPENDENT PRACTICE</a:t>
            </a:r>
          </a:p>
        </p:txBody>
      </p:sp>
      <p:sp>
        <p:nvSpPr>
          <p:cNvPr id="6" name="TextBox 5">
            <a:extLst>
              <a:ext uri="{FF2B5EF4-FFF2-40B4-BE49-F238E27FC236}">
                <a16:creationId xmlns:a16="http://schemas.microsoft.com/office/drawing/2014/main" id="{4858AA63-2C5E-DFBB-A129-04CB50F01CC7}"/>
              </a:ext>
            </a:extLst>
          </p:cNvPr>
          <p:cNvSpPr txBox="1"/>
          <p:nvPr/>
        </p:nvSpPr>
        <p:spPr>
          <a:xfrm>
            <a:off x="87738" y="8021979"/>
            <a:ext cx="3314690" cy="276999"/>
          </a:xfrm>
          <a:prstGeom prst="rect">
            <a:avLst/>
          </a:prstGeom>
          <a:noFill/>
        </p:spPr>
        <p:txBody>
          <a:bodyPr wrap="none" lIns="91440" tIns="45720" rIns="91440" bIns="45720" rtlCol="0" anchor="t">
            <a:spAutoFit/>
          </a:bodyPr>
          <a:lstStyle/>
          <a:p>
            <a:r>
              <a:rPr lang="en-GB" sz="1200" dirty="0"/>
              <a:t>12. Write the following numbers in standard form.</a:t>
            </a:r>
          </a:p>
        </p:txBody>
      </p:sp>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326B2797-D7D0-3FDE-A07E-DF72D758117A}"/>
                  </a:ext>
                </a:extLst>
              </p:cNvPr>
              <p:cNvGraphicFramePr>
                <a:graphicFrameLocks noGrp="1"/>
              </p:cNvGraphicFramePr>
              <p:nvPr/>
            </p:nvGraphicFramePr>
            <p:xfrm>
              <a:off x="92911" y="8416893"/>
              <a:ext cx="6690268" cy="1109827"/>
            </p:xfrm>
            <a:graphic>
              <a:graphicData uri="http://schemas.openxmlformats.org/drawingml/2006/table">
                <a:tbl>
                  <a:tblPr>
                    <a:tableStyleId>{5C22544A-7EE6-4342-B048-85BDC9FD1C3A}</a:tableStyleId>
                  </a:tblPr>
                  <a:tblGrid>
                    <a:gridCol w="1672567">
                      <a:extLst>
                        <a:ext uri="{9D8B030D-6E8A-4147-A177-3AD203B41FA5}">
                          <a16:colId xmlns:a16="http://schemas.microsoft.com/office/drawing/2014/main" val="2799654908"/>
                        </a:ext>
                      </a:extLst>
                    </a:gridCol>
                    <a:gridCol w="1672567">
                      <a:extLst>
                        <a:ext uri="{9D8B030D-6E8A-4147-A177-3AD203B41FA5}">
                          <a16:colId xmlns:a16="http://schemas.microsoft.com/office/drawing/2014/main" val="2017005066"/>
                        </a:ext>
                      </a:extLst>
                    </a:gridCol>
                    <a:gridCol w="1672567">
                      <a:extLst>
                        <a:ext uri="{9D8B030D-6E8A-4147-A177-3AD203B41FA5}">
                          <a16:colId xmlns:a16="http://schemas.microsoft.com/office/drawing/2014/main" val="4269107401"/>
                        </a:ext>
                      </a:extLst>
                    </a:gridCol>
                    <a:gridCol w="1672567">
                      <a:extLst>
                        <a:ext uri="{9D8B030D-6E8A-4147-A177-3AD203B41FA5}">
                          <a16:colId xmlns:a16="http://schemas.microsoft.com/office/drawing/2014/main" val="1859322203"/>
                        </a:ext>
                      </a:extLst>
                    </a:gridCol>
                  </a:tblGrid>
                  <a:tr h="1109827">
                    <a:tc>
                      <a:txBody>
                        <a:bodyPr/>
                        <a:lstStyle/>
                        <a:p>
                          <a:pPr marL="0" indent="0">
                            <a:buNone/>
                          </a:pPr>
                          <a:r>
                            <a:rPr lang="en-US" sz="1200" i="0" dirty="0">
                              <a:latin typeface="+mn-lt"/>
                            </a:rPr>
                            <a:t>a)</a:t>
                          </a:r>
                          <a14:m>
                            <m:oMath xmlns:m="http://schemas.openxmlformats.org/officeDocument/2006/math">
                              <m:r>
                                <a:rPr lang="en-GB" sz="1200" b="0" i="1" smtClean="0">
                                  <a:latin typeface="Cambria Math" panose="02040503050406030204" pitchFamily="18" charset="0"/>
                                </a:rPr>
                                <m:t> 50</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b) </a:t>
                          </a:r>
                          <a14:m>
                            <m:oMath xmlns:m="http://schemas.openxmlformats.org/officeDocument/2006/math">
                              <m:r>
                                <a:rPr lang="en-GB" sz="1200" i="1" dirty="0" smtClean="0">
                                  <a:latin typeface="Cambria Math" panose="02040503050406030204" pitchFamily="18" charset="0"/>
                                </a:rPr>
                                <m:t>5</m:t>
                              </m:r>
                              <m:r>
                                <a:rPr lang="en-GB" sz="1200" b="0" i="1" dirty="0" smtClean="0">
                                  <a:latin typeface="Cambria Math" panose="02040503050406030204" pitchFamily="18" charset="0"/>
                                </a:rPr>
                                <m:t>00</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c) </a:t>
                          </a:r>
                          <a14:m>
                            <m:oMath xmlns:m="http://schemas.openxmlformats.org/officeDocument/2006/math">
                              <m:r>
                                <a:rPr lang="en-GB" sz="1200" b="0" i="1" smtClean="0">
                                  <a:latin typeface="Cambria Math" panose="02040503050406030204" pitchFamily="18" charset="0"/>
                                </a:rPr>
                                <m:t>250</m:t>
                              </m:r>
                            </m:oMath>
                          </a14:m>
                          <a:r>
                            <a:rPr lang="en-GB" sz="12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d) </a:t>
                          </a:r>
                          <a14:m>
                            <m:oMath xmlns:m="http://schemas.openxmlformats.org/officeDocument/2006/math">
                              <m:r>
                                <a:rPr lang="en-GB" sz="1200" i="1" smtClean="0">
                                  <a:latin typeface="Cambria Math" panose="02040503050406030204" pitchFamily="18" charset="0"/>
                                </a:rPr>
                                <m:t>0</m:t>
                              </m:r>
                              <m:r>
                                <a:rPr lang="en-GB" sz="1200" b="0" i="1" smtClean="0">
                                  <a:latin typeface="Cambria Math" panose="02040503050406030204" pitchFamily="18" charset="0"/>
                                </a:rPr>
                                <m:t>.2</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6760023"/>
                      </a:ext>
                    </a:extLst>
                  </a:tr>
                </a:tbl>
              </a:graphicData>
            </a:graphic>
          </p:graphicFrame>
        </mc:Choice>
        <mc:Fallback xmlns="">
          <p:graphicFrame>
            <p:nvGraphicFramePr>
              <p:cNvPr id="7" name="Table 6">
                <a:extLst>
                  <a:ext uri="{FF2B5EF4-FFF2-40B4-BE49-F238E27FC236}">
                    <a16:creationId xmlns:a16="http://schemas.microsoft.com/office/drawing/2014/main" id="{326B2797-D7D0-3FDE-A07E-DF72D758117A}"/>
                  </a:ext>
                </a:extLst>
              </p:cNvPr>
              <p:cNvGraphicFramePr>
                <a:graphicFrameLocks noGrp="1"/>
              </p:cNvGraphicFramePr>
              <p:nvPr>
                <p:extLst>
                  <p:ext uri="{D42A27DB-BD31-4B8C-83A1-F6EECF244321}">
                    <p14:modId xmlns:p14="http://schemas.microsoft.com/office/powerpoint/2010/main" val="3387468037"/>
                  </p:ext>
                </p:extLst>
              </p:nvPr>
            </p:nvGraphicFramePr>
            <p:xfrm>
              <a:off x="92911" y="8416893"/>
              <a:ext cx="6690268" cy="1109827"/>
            </p:xfrm>
            <a:graphic>
              <a:graphicData uri="http://schemas.openxmlformats.org/drawingml/2006/table">
                <a:tbl>
                  <a:tblPr>
                    <a:tableStyleId>{5C22544A-7EE6-4342-B048-85BDC9FD1C3A}</a:tableStyleId>
                  </a:tblPr>
                  <a:tblGrid>
                    <a:gridCol w="1672567">
                      <a:extLst>
                        <a:ext uri="{9D8B030D-6E8A-4147-A177-3AD203B41FA5}">
                          <a16:colId xmlns:a16="http://schemas.microsoft.com/office/drawing/2014/main" val="2799654908"/>
                        </a:ext>
                      </a:extLst>
                    </a:gridCol>
                    <a:gridCol w="1672567">
                      <a:extLst>
                        <a:ext uri="{9D8B030D-6E8A-4147-A177-3AD203B41FA5}">
                          <a16:colId xmlns:a16="http://schemas.microsoft.com/office/drawing/2014/main" val="2017005066"/>
                        </a:ext>
                      </a:extLst>
                    </a:gridCol>
                    <a:gridCol w="1672567">
                      <a:extLst>
                        <a:ext uri="{9D8B030D-6E8A-4147-A177-3AD203B41FA5}">
                          <a16:colId xmlns:a16="http://schemas.microsoft.com/office/drawing/2014/main" val="4269107401"/>
                        </a:ext>
                      </a:extLst>
                    </a:gridCol>
                    <a:gridCol w="1672567">
                      <a:extLst>
                        <a:ext uri="{9D8B030D-6E8A-4147-A177-3AD203B41FA5}">
                          <a16:colId xmlns:a16="http://schemas.microsoft.com/office/drawing/2014/main" val="1859322203"/>
                        </a:ext>
                      </a:extLst>
                    </a:gridCol>
                  </a:tblGrid>
                  <a:tr h="1109827">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64" t="-546" r="-300000" b="-109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730" t="-546" r="-201095" b="-109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0000" t="-546" r="-100364" b="-109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01095" t="-546" r="-730" b="-1093"/>
                          </a:stretch>
                        </a:blipFill>
                      </a:tcPr>
                    </a:tc>
                    <a:extLst>
                      <a:ext uri="{0D108BD9-81ED-4DB2-BD59-A6C34878D82A}">
                        <a16:rowId xmlns:a16="http://schemas.microsoft.com/office/drawing/2014/main" val="2166760023"/>
                      </a:ext>
                    </a:extLst>
                  </a:tr>
                </a:tbl>
              </a:graphicData>
            </a:graphic>
          </p:graphicFrame>
        </mc:Fallback>
      </mc:AlternateContent>
      <p:sp>
        <p:nvSpPr>
          <p:cNvPr id="10" name="Slide Number Placeholder 9">
            <a:extLst>
              <a:ext uri="{FF2B5EF4-FFF2-40B4-BE49-F238E27FC236}">
                <a16:creationId xmlns:a16="http://schemas.microsoft.com/office/drawing/2014/main" id="{86C0B8FB-E68E-1D3C-9543-6B347F1D7BC3}"/>
              </a:ext>
            </a:extLst>
          </p:cNvPr>
          <p:cNvSpPr>
            <a:spLocks noGrp="1"/>
          </p:cNvSpPr>
          <p:nvPr>
            <p:ph type="sldNum" sz="quarter" idx="12"/>
          </p:nvPr>
        </p:nvSpPr>
        <p:spPr/>
        <p:txBody>
          <a:bodyPr/>
          <a:lstStyle/>
          <a:p>
            <a:fld id="{DFE403A4-BF53-4A18-A219-2FCD9C5F3F46}" type="slidenum">
              <a:rPr lang="en-GB" smtClean="0"/>
              <a:t>71</a:t>
            </a:fld>
            <a:endParaRPr lang="en-GB"/>
          </a:p>
        </p:txBody>
      </p:sp>
    </p:spTree>
    <p:extLst>
      <p:ext uri="{BB962C8B-B14F-4D97-AF65-F5344CB8AC3E}">
        <p14:creationId xmlns:p14="http://schemas.microsoft.com/office/powerpoint/2010/main" val="366442899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25" name="Table 24">
                <a:extLst>
                  <a:ext uri="{FF2B5EF4-FFF2-40B4-BE49-F238E27FC236}">
                    <a16:creationId xmlns:a16="http://schemas.microsoft.com/office/drawing/2014/main" id="{F17A1E99-EBFE-6850-EF9E-C2C927F95BBC}"/>
                  </a:ext>
                </a:extLst>
              </p:cNvPr>
              <p:cNvGraphicFramePr>
                <a:graphicFrameLocks noGrp="1"/>
              </p:cNvGraphicFramePr>
              <p:nvPr/>
            </p:nvGraphicFramePr>
            <p:xfrm>
              <a:off x="104657" y="1403947"/>
              <a:ext cx="6690268" cy="2157983"/>
            </p:xfrm>
            <a:graphic>
              <a:graphicData uri="http://schemas.openxmlformats.org/drawingml/2006/table">
                <a:tbl>
                  <a:tblPr>
                    <a:tableStyleId>{5C22544A-7EE6-4342-B048-85BDC9FD1C3A}</a:tableStyleId>
                  </a:tblPr>
                  <a:tblGrid>
                    <a:gridCol w="1672567">
                      <a:extLst>
                        <a:ext uri="{9D8B030D-6E8A-4147-A177-3AD203B41FA5}">
                          <a16:colId xmlns:a16="http://schemas.microsoft.com/office/drawing/2014/main" val="998338573"/>
                        </a:ext>
                      </a:extLst>
                    </a:gridCol>
                    <a:gridCol w="1672567">
                      <a:extLst>
                        <a:ext uri="{9D8B030D-6E8A-4147-A177-3AD203B41FA5}">
                          <a16:colId xmlns:a16="http://schemas.microsoft.com/office/drawing/2014/main" val="3970934942"/>
                        </a:ext>
                      </a:extLst>
                    </a:gridCol>
                    <a:gridCol w="1672567">
                      <a:extLst>
                        <a:ext uri="{9D8B030D-6E8A-4147-A177-3AD203B41FA5}">
                          <a16:colId xmlns:a16="http://schemas.microsoft.com/office/drawing/2014/main" val="1706471555"/>
                        </a:ext>
                      </a:extLst>
                    </a:gridCol>
                    <a:gridCol w="1672567">
                      <a:extLst>
                        <a:ext uri="{9D8B030D-6E8A-4147-A177-3AD203B41FA5}">
                          <a16:colId xmlns:a16="http://schemas.microsoft.com/office/drawing/2014/main" val="598360427"/>
                        </a:ext>
                      </a:extLst>
                    </a:gridCol>
                  </a:tblGrid>
                  <a:tr h="1109827">
                    <a:tc>
                      <a:txBody>
                        <a:bodyPr/>
                        <a:lstStyle/>
                        <a:p>
                          <a:pPr marL="0" indent="0">
                            <a:buNone/>
                          </a:pPr>
                          <a:r>
                            <a:rPr lang="en-US" sz="1200" i="0" dirty="0">
                              <a:latin typeface="+mn-lt"/>
                            </a:rPr>
                            <a:t>a) </a:t>
                          </a:r>
                          <a14:m>
                            <m:oMath xmlns:m="http://schemas.openxmlformats.org/officeDocument/2006/math">
                              <m:r>
                                <a:rPr lang="en-US" sz="1200" i="1" smtClean="0">
                                  <a:latin typeface="Cambria Math" panose="02040503050406030204" pitchFamily="18" charset="0"/>
                                </a:rPr>
                                <m:t>9</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2</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b) </a:t>
                          </a:r>
                          <a14:m>
                            <m:oMath xmlns:m="http://schemas.openxmlformats.org/officeDocument/2006/math">
                              <m:r>
                                <a:rPr lang="en-GB" sz="1200" b="0" i="1" dirty="0" smtClean="0">
                                  <a:latin typeface="Cambria Math" panose="02040503050406030204" pitchFamily="18" charset="0"/>
                                </a:rPr>
                                <m:t>9</m:t>
                              </m:r>
                              <m:r>
                                <a:rPr lang="en-US" sz="1200" b="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b="0" i="1">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−2</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c) </a:t>
                          </a:r>
                          <a14:m>
                            <m:oMath xmlns:m="http://schemas.openxmlformats.org/officeDocument/2006/math">
                              <m:r>
                                <a:rPr lang="en-US" sz="1200" b="0" i="1" smtClean="0">
                                  <a:latin typeface="Cambria Math" panose="02040503050406030204" pitchFamily="18" charset="0"/>
                                </a:rPr>
                                <m:t>9.1</m:t>
                              </m:r>
                              <m:r>
                                <a:rPr lang="en-US" sz="1200" b="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b="0" i="1">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5</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d) </a:t>
                          </a:r>
                          <a14:m>
                            <m:oMath xmlns:m="http://schemas.openxmlformats.org/officeDocument/2006/math">
                              <m:r>
                                <a:rPr lang="en-US" sz="1200" i="1" dirty="0" smtClean="0">
                                  <a:latin typeface="Cambria Math" panose="02040503050406030204" pitchFamily="18" charset="0"/>
                                </a:rPr>
                                <m:t>9</m:t>
                              </m:r>
                              <m:r>
                                <a:rPr lang="en-US" sz="1200" b="0" i="1" smtClean="0">
                                  <a:latin typeface="Cambria Math" panose="02040503050406030204" pitchFamily="18" charset="0"/>
                                </a:rPr>
                                <m:t>.11</m:t>
                              </m:r>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2</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72531849"/>
                      </a:ext>
                    </a:extLst>
                  </a:tr>
                  <a:tr h="1048156">
                    <a:tc>
                      <a:txBody>
                        <a:bodyPr/>
                        <a:lstStyle/>
                        <a:p>
                          <a:r>
                            <a:rPr lang="en-GB" sz="1200" dirty="0"/>
                            <a:t>e) </a:t>
                          </a:r>
                          <a14:m>
                            <m:oMath xmlns:m="http://schemas.openxmlformats.org/officeDocument/2006/math">
                              <m:r>
                                <a:rPr lang="en-US" sz="1200" i="1" dirty="0" smtClean="0">
                                  <a:latin typeface="Cambria Math" panose="02040503050406030204" pitchFamily="18" charset="0"/>
                                </a:rPr>
                                <m:t>9</m:t>
                              </m:r>
                              <m:r>
                                <a:rPr lang="en-US" sz="1200" b="0" i="1" smtClean="0">
                                  <a:latin typeface="Cambria Math" panose="02040503050406030204" pitchFamily="18" charset="0"/>
                                </a:rPr>
                                <m:t>.151</m:t>
                              </m:r>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−3</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f) </a:t>
                          </a:r>
                          <a14:m>
                            <m:oMath xmlns:m="http://schemas.openxmlformats.org/officeDocument/2006/math">
                              <m:r>
                                <a:rPr lang="en-US" sz="1200" b="0" i="1" smtClean="0">
                                  <a:latin typeface="Cambria Math" panose="02040503050406030204" pitchFamily="18" charset="0"/>
                                </a:rPr>
                                <m:t>9.5011</m:t>
                              </m:r>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5</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g) </a:t>
                          </a:r>
                          <a14:m>
                            <m:oMath xmlns:m="http://schemas.openxmlformats.org/officeDocument/2006/math">
                              <m:r>
                                <a:rPr lang="en-US" sz="1200" i="1" dirty="0" smtClean="0">
                                  <a:latin typeface="Cambria Math" panose="02040503050406030204" pitchFamily="18" charset="0"/>
                                </a:rPr>
                                <m:t>9</m:t>
                              </m:r>
                              <m:r>
                                <a:rPr lang="en-US" sz="1200" b="0" i="1" smtClean="0">
                                  <a:latin typeface="Cambria Math" panose="02040503050406030204" pitchFamily="18" charset="0"/>
                                </a:rPr>
                                <m:t>.01</m:t>
                              </m:r>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−2</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h) </a:t>
                          </a:r>
                          <a14:m>
                            <m:oMath xmlns:m="http://schemas.openxmlformats.org/officeDocument/2006/math">
                              <m:r>
                                <a:rPr lang="en-US" sz="1200" b="0" i="1" smtClean="0">
                                  <a:latin typeface="Cambria Math" panose="02040503050406030204" pitchFamily="18" charset="0"/>
                                </a:rPr>
                                <m:t>9.511</m:t>
                              </m:r>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−1</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31920703"/>
                      </a:ext>
                    </a:extLst>
                  </a:tr>
                </a:tbl>
              </a:graphicData>
            </a:graphic>
          </p:graphicFrame>
        </mc:Choice>
        <mc:Fallback xmlns="">
          <p:graphicFrame>
            <p:nvGraphicFramePr>
              <p:cNvPr id="25" name="Table 24">
                <a:extLst>
                  <a:ext uri="{FF2B5EF4-FFF2-40B4-BE49-F238E27FC236}">
                    <a16:creationId xmlns:a16="http://schemas.microsoft.com/office/drawing/2014/main" id="{F17A1E99-EBFE-6850-EF9E-C2C927F95BBC}"/>
                  </a:ext>
                </a:extLst>
              </p:cNvPr>
              <p:cNvGraphicFramePr>
                <a:graphicFrameLocks noGrp="1"/>
              </p:cNvGraphicFramePr>
              <p:nvPr>
                <p:extLst>
                  <p:ext uri="{D42A27DB-BD31-4B8C-83A1-F6EECF244321}">
                    <p14:modId xmlns:p14="http://schemas.microsoft.com/office/powerpoint/2010/main" val="4035858681"/>
                  </p:ext>
                </p:extLst>
              </p:nvPr>
            </p:nvGraphicFramePr>
            <p:xfrm>
              <a:off x="104657" y="1403947"/>
              <a:ext cx="6690268" cy="2157983"/>
            </p:xfrm>
            <a:graphic>
              <a:graphicData uri="http://schemas.openxmlformats.org/drawingml/2006/table">
                <a:tbl>
                  <a:tblPr>
                    <a:tableStyleId>{5C22544A-7EE6-4342-B048-85BDC9FD1C3A}</a:tableStyleId>
                  </a:tblPr>
                  <a:tblGrid>
                    <a:gridCol w="1672567">
                      <a:extLst>
                        <a:ext uri="{9D8B030D-6E8A-4147-A177-3AD203B41FA5}">
                          <a16:colId xmlns:a16="http://schemas.microsoft.com/office/drawing/2014/main" val="998338573"/>
                        </a:ext>
                      </a:extLst>
                    </a:gridCol>
                    <a:gridCol w="1672567">
                      <a:extLst>
                        <a:ext uri="{9D8B030D-6E8A-4147-A177-3AD203B41FA5}">
                          <a16:colId xmlns:a16="http://schemas.microsoft.com/office/drawing/2014/main" val="3970934942"/>
                        </a:ext>
                      </a:extLst>
                    </a:gridCol>
                    <a:gridCol w="1672567">
                      <a:extLst>
                        <a:ext uri="{9D8B030D-6E8A-4147-A177-3AD203B41FA5}">
                          <a16:colId xmlns:a16="http://schemas.microsoft.com/office/drawing/2014/main" val="1706471555"/>
                        </a:ext>
                      </a:extLst>
                    </a:gridCol>
                    <a:gridCol w="1672567">
                      <a:extLst>
                        <a:ext uri="{9D8B030D-6E8A-4147-A177-3AD203B41FA5}">
                          <a16:colId xmlns:a16="http://schemas.microsoft.com/office/drawing/2014/main" val="598360427"/>
                        </a:ext>
                      </a:extLst>
                    </a:gridCol>
                  </a:tblGrid>
                  <a:tr h="1109827">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64" t="-546" r="-300000" b="-95082"/>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730" t="-546" r="-201095" b="-95082"/>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000" t="-546" r="-100364" b="-95082"/>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01095" t="-546" r="-730" b="-95082"/>
                          </a:stretch>
                        </a:blipFill>
                      </a:tcPr>
                    </a:tc>
                    <a:extLst>
                      <a:ext uri="{0D108BD9-81ED-4DB2-BD59-A6C34878D82A}">
                        <a16:rowId xmlns:a16="http://schemas.microsoft.com/office/drawing/2014/main" val="1272531849"/>
                      </a:ext>
                    </a:extLst>
                  </a:tr>
                  <a:tr h="1048156">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64" t="-106977" r="-300000" b="-116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730" t="-106977" r="-201095" b="-116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000" t="-106977" r="-100364" b="-116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01095" t="-106977" r="-730" b="-1163"/>
                          </a:stretch>
                        </a:blipFill>
                      </a:tcPr>
                    </a:tc>
                    <a:extLst>
                      <a:ext uri="{0D108BD9-81ED-4DB2-BD59-A6C34878D82A}">
                        <a16:rowId xmlns:a16="http://schemas.microsoft.com/office/drawing/2014/main" val="1131920703"/>
                      </a:ext>
                    </a:extLst>
                  </a:tr>
                </a:tbl>
              </a:graphicData>
            </a:graphic>
          </p:graphicFrame>
        </mc:Fallback>
      </mc:AlternateContent>
      <p:sp>
        <p:nvSpPr>
          <p:cNvPr id="2" name="TextBox 1">
            <a:extLst>
              <a:ext uri="{FF2B5EF4-FFF2-40B4-BE49-F238E27FC236}">
                <a16:creationId xmlns:a16="http://schemas.microsoft.com/office/drawing/2014/main" id="{62615755-C21D-B04D-989E-53B671F28298}"/>
              </a:ext>
            </a:extLst>
          </p:cNvPr>
          <p:cNvSpPr txBox="1"/>
          <p:nvPr/>
        </p:nvSpPr>
        <p:spPr>
          <a:xfrm>
            <a:off x="100194" y="3604979"/>
            <a:ext cx="5365764" cy="276999"/>
          </a:xfrm>
          <a:prstGeom prst="rect">
            <a:avLst/>
          </a:prstGeom>
          <a:noFill/>
        </p:spPr>
        <p:txBody>
          <a:bodyPr wrap="none" lIns="91440" tIns="45720" rIns="91440" bIns="45720" rtlCol="0" anchor="t">
            <a:spAutoFit/>
          </a:bodyPr>
          <a:lstStyle/>
          <a:p>
            <a:r>
              <a:rPr lang="en-US" sz="1200" dirty="0"/>
              <a:t>14. Which of the following are written in correct standard form? Tick all that apply. </a:t>
            </a:r>
            <a:endParaRPr lang="en-GB" sz="1200" dirty="0"/>
          </a:p>
        </p:txBody>
      </p:sp>
      <p:sp>
        <p:nvSpPr>
          <p:cNvPr id="3" name="Rectangle 2">
            <a:extLst>
              <a:ext uri="{FF2B5EF4-FFF2-40B4-BE49-F238E27FC236}">
                <a16:creationId xmlns:a16="http://schemas.microsoft.com/office/drawing/2014/main" id="{B17227E5-E4D9-5641-88A4-568A323D1794}"/>
              </a:ext>
            </a:extLst>
          </p:cNvPr>
          <p:cNvSpPr/>
          <p:nvPr/>
        </p:nvSpPr>
        <p:spPr>
          <a:xfrm>
            <a:off x="3815665" y="3924668"/>
            <a:ext cx="571539" cy="33505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Rectangle 3">
            <a:extLst>
              <a:ext uri="{FF2B5EF4-FFF2-40B4-BE49-F238E27FC236}">
                <a16:creationId xmlns:a16="http://schemas.microsoft.com/office/drawing/2014/main" id="{B17227E5-E4D9-5641-88A4-568A323D1794}"/>
              </a:ext>
            </a:extLst>
          </p:cNvPr>
          <p:cNvSpPr/>
          <p:nvPr/>
        </p:nvSpPr>
        <p:spPr>
          <a:xfrm>
            <a:off x="3815665" y="4447465"/>
            <a:ext cx="571539" cy="33505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i="0" u="none" strike="noStrike" kern="1200" cap="none" spc="0" normalizeH="0" baseline="0" noProof="0">
              <a:ln>
                <a:noFill/>
              </a:ln>
              <a:solidFill>
                <a:prstClr val="white"/>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E8965AD-8B12-DE46-9139-8F16FE790584}"/>
                  </a:ext>
                </a:extLst>
              </p:cNvPr>
              <p:cNvSpPr txBox="1"/>
              <p:nvPr/>
            </p:nvSpPr>
            <p:spPr>
              <a:xfrm>
                <a:off x="0" y="3897989"/>
                <a:ext cx="1310295" cy="338554"/>
              </a:xfrm>
              <a:prstGeom prst="rect">
                <a:avLst/>
              </a:prstGeom>
              <a:noFill/>
            </p:spPr>
            <p:txBody>
              <a:bodyPr wrap="none" rtlCol="0">
                <a:spAutoFit/>
              </a:bodyPr>
              <a:lstStyle/>
              <a:p>
                <a:r>
                  <a:rPr lang="en-GB" sz="1600" dirty="0"/>
                  <a:t>a) </a:t>
                </a:r>
                <a14:m>
                  <m:oMath xmlns:m="http://schemas.openxmlformats.org/officeDocument/2006/math">
                    <m:r>
                      <a:rPr lang="en-US" sz="1600" b="0" i="1" smtClean="0">
                        <a:latin typeface="Cambria Math" panose="02040503050406030204" pitchFamily="18" charset="0"/>
                      </a:rPr>
                      <m:t>1.6 </m:t>
                    </m:r>
                    <m:r>
                      <a:rPr lang="en-US" sz="1600" b="0" i="1" smtClean="0">
                        <a:latin typeface="Cambria Math" panose="02040503050406030204" pitchFamily="18" charset="0"/>
                        <a:ea typeface="Cambria Math" panose="02040503050406030204" pitchFamily="18" charset="0"/>
                      </a:rPr>
                      <m:t>× </m:t>
                    </m:r>
                    <m:sSup>
                      <m:sSupPr>
                        <m:ctrlPr>
                          <a:rPr lang="en-US" sz="1600" i="1" smtClean="0">
                            <a:latin typeface="Cambria Math" panose="02040503050406030204" pitchFamily="18" charset="0"/>
                            <a:ea typeface="Cambria Math" panose="02040503050406030204" pitchFamily="18" charset="0"/>
                          </a:rPr>
                        </m:ctrlPr>
                      </m:sSupPr>
                      <m:e>
                        <m:r>
                          <a:rPr lang="en-US" sz="1600" b="0" i="1" smtClean="0">
                            <a:latin typeface="Cambria Math" panose="02040503050406030204" pitchFamily="18" charset="0"/>
                            <a:ea typeface="Cambria Math" panose="02040503050406030204" pitchFamily="18" charset="0"/>
                          </a:rPr>
                          <m:t>10</m:t>
                        </m:r>
                      </m:e>
                      <m:sup>
                        <m:r>
                          <a:rPr lang="en-US" sz="1600" b="0" i="1" smtClean="0">
                            <a:latin typeface="Cambria Math" panose="02040503050406030204" pitchFamily="18" charset="0"/>
                            <a:ea typeface="Cambria Math" panose="02040503050406030204" pitchFamily="18" charset="0"/>
                          </a:rPr>
                          <m:t>4</m:t>
                        </m:r>
                      </m:sup>
                    </m:sSup>
                  </m:oMath>
                </a14:m>
                <a:endParaRPr lang="en-GB" sz="1600" dirty="0"/>
              </a:p>
            </p:txBody>
          </p:sp>
        </mc:Choice>
        <mc:Fallback xmlns="">
          <p:sp>
            <p:nvSpPr>
              <p:cNvPr id="5" name="TextBox 4">
                <a:extLst>
                  <a:ext uri="{FF2B5EF4-FFF2-40B4-BE49-F238E27FC236}">
                    <a16:creationId xmlns:a16="http://schemas.microsoft.com/office/drawing/2014/main" id="{5E8965AD-8B12-DE46-9139-8F16FE790584}"/>
                  </a:ext>
                </a:extLst>
              </p:cNvPr>
              <p:cNvSpPr txBox="1">
                <a:spLocks noRot="1" noChangeAspect="1" noMove="1" noResize="1" noEditPoints="1" noAdjustHandles="1" noChangeArrowheads="1" noChangeShapeType="1" noTextEdit="1"/>
              </p:cNvSpPr>
              <p:nvPr/>
            </p:nvSpPr>
            <p:spPr>
              <a:xfrm>
                <a:off x="0" y="3897989"/>
                <a:ext cx="1310295" cy="338554"/>
              </a:xfrm>
              <a:prstGeom prst="rect">
                <a:avLst/>
              </a:prstGeom>
              <a:blipFill>
                <a:blip r:embed="rId3"/>
                <a:stretch>
                  <a:fillRect l="-2326" t="-5357" b="-2142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5E8965AD-8B12-DE46-9139-8F16FE790584}"/>
                  </a:ext>
                </a:extLst>
              </p:cNvPr>
              <p:cNvSpPr txBox="1"/>
              <p:nvPr/>
            </p:nvSpPr>
            <p:spPr>
              <a:xfrm>
                <a:off x="2291088" y="3879642"/>
                <a:ext cx="1343958" cy="343492"/>
              </a:xfrm>
              <a:prstGeom prst="rect">
                <a:avLst/>
              </a:prstGeom>
              <a:noFill/>
            </p:spPr>
            <p:txBody>
              <a:bodyPr wrap="none" rtlCol="0">
                <a:spAutoFit/>
              </a:bodyPr>
              <a:lstStyle/>
              <a:p>
                <a:r>
                  <a:rPr lang="en-GB" sz="1600" dirty="0"/>
                  <a:t>b) </a:t>
                </a:r>
                <a14:m>
                  <m:oMath xmlns:m="http://schemas.openxmlformats.org/officeDocument/2006/math">
                    <m:r>
                      <a:rPr lang="en-US" sz="1600" b="0" i="1" smtClean="0">
                        <a:latin typeface="Cambria Math" panose="02040503050406030204" pitchFamily="18" charset="0"/>
                      </a:rPr>
                      <m:t>60</m:t>
                    </m:r>
                    <m:r>
                      <a:rPr lang="en-US" sz="1600" b="0" i="1" smtClean="0">
                        <a:latin typeface="Cambria Math" panose="02040503050406030204" pitchFamily="18" charset="0"/>
                        <a:ea typeface="Cambria Math" panose="02040503050406030204" pitchFamily="18" charset="0"/>
                      </a:rPr>
                      <m:t>×</m:t>
                    </m:r>
                    <m:sSup>
                      <m:sSupPr>
                        <m:ctrlPr>
                          <a:rPr lang="en-US" sz="1600" i="1" smtClean="0">
                            <a:latin typeface="Cambria Math" panose="02040503050406030204" pitchFamily="18" charset="0"/>
                            <a:ea typeface="Cambria Math" panose="02040503050406030204" pitchFamily="18" charset="0"/>
                          </a:rPr>
                        </m:ctrlPr>
                      </m:sSupPr>
                      <m:e>
                        <m:r>
                          <a:rPr lang="en-US" sz="1600" b="0" i="1" smtClean="0">
                            <a:latin typeface="Cambria Math" panose="02040503050406030204" pitchFamily="18" charset="0"/>
                            <a:ea typeface="Cambria Math" panose="02040503050406030204" pitchFamily="18" charset="0"/>
                          </a:rPr>
                          <m:t>10</m:t>
                        </m:r>
                      </m:e>
                      <m:sup>
                        <m:r>
                          <a:rPr lang="en-US" sz="1600" b="0" i="1" smtClean="0">
                            <a:latin typeface="Cambria Math" panose="02040503050406030204" pitchFamily="18" charset="0"/>
                            <a:ea typeface="Cambria Math" panose="02040503050406030204" pitchFamily="18" charset="0"/>
                          </a:rPr>
                          <m:t>−4</m:t>
                        </m:r>
                      </m:sup>
                    </m:sSup>
                  </m:oMath>
                </a14:m>
                <a:endParaRPr lang="en-GB" sz="1600" dirty="0"/>
              </a:p>
            </p:txBody>
          </p:sp>
        </mc:Choice>
        <mc:Fallback xmlns="">
          <p:sp>
            <p:nvSpPr>
              <p:cNvPr id="6" name="TextBox 5">
                <a:extLst>
                  <a:ext uri="{FF2B5EF4-FFF2-40B4-BE49-F238E27FC236}">
                    <a16:creationId xmlns:a16="http://schemas.microsoft.com/office/drawing/2014/main" id="{5E8965AD-8B12-DE46-9139-8F16FE790584}"/>
                  </a:ext>
                </a:extLst>
              </p:cNvPr>
              <p:cNvSpPr txBox="1">
                <a:spLocks noRot="1" noChangeAspect="1" noMove="1" noResize="1" noEditPoints="1" noAdjustHandles="1" noChangeArrowheads="1" noChangeShapeType="1" noTextEdit="1"/>
              </p:cNvSpPr>
              <p:nvPr/>
            </p:nvSpPr>
            <p:spPr>
              <a:xfrm>
                <a:off x="2291088" y="3879642"/>
                <a:ext cx="1343958" cy="343492"/>
              </a:xfrm>
              <a:prstGeom prst="rect">
                <a:avLst/>
              </a:prstGeom>
              <a:blipFill>
                <a:blip r:embed="rId4"/>
                <a:stretch>
                  <a:fillRect l="-2727" t="-5263" b="-1929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E8965AD-8B12-DE46-9139-8F16FE790584}"/>
                  </a:ext>
                </a:extLst>
              </p:cNvPr>
              <p:cNvSpPr txBox="1"/>
              <p:nvPr/>
            </p:nvSpPr>
            <p:spPr>
              <a:xfrm>
                <a:off x="35093" y="4465812"/>
                <a:ext cx="1343958" cy="343492"/>
              </a:xfrm>
              <a:prstGeom prst="rect">
                <a:avLst/>
              </a:prstGeom>
              <a:noFill/>
            </p:spPr>
            <p:txBody>
              <a:bodyPr wrap="none" rtlCol="0">
                <a:spAutoFit/>
              </a:bodyPr>
              <a:lstStyle/>
              <a:p>
                <a:r>
                  <a:rPr lang="en-GB" sz="1600" dirty="0"/>
                  <a:t>d) </a:t>
                </a:r>
                <a14:m>
                  <m:oMath xmlns:m="http://schemas.openxmlformats.org/officeDocument/2006/math">
                    <m:r>
                      <a:rPr lang="en-US" sz="1600" b="0" i="1" smtClean="0">
                        <a:latin typeface="Cambria Math" panose="02040503050406030204" pitchFamily="18" charset="0"/>
                      </a:rPr>
                      <m:t>16</m:t>
                    </m:r>
                    <m:r>
                      <a:rPr lang="en-US" sz="1600" b="0" i="1" smtClean="0">
                        <a:latin typeface="Cambria Math" panose="02040503050406030204" pitchFamily="18" charset="0"/>
                        <a:ea typeface="Cambria Math" panose="02040503050406030204" pitchFamily="18" charset="0"/>
                      </a:rPr>
                      <m:t>×</m:t>
                    </m:r>
                    <m:sSup>
                      <m:sSupPr>
                        <m:ctrlPr>
                          <a:rPr lang="en-US" sz="1600" i="1" smtClean="0">
                            <a:latin typeface="Cambria Math" panose="02040503050406030204" pitchFamily="18" charset="0"/>
                            <a:ea typeface="Cambria Math" panose="02040503050406030204" pitchFamily="18" charset="0"/>
                          </a:rPr>
                        </m:ctrlPr>
                      </m:sSupPr>
                      <m:e>
                        <m:r>
                          <a:rPr lang="en-US" sz="1600" b="0" i="1" smtClean="0">
                            <a:latin typeface="Cambria Math" panose="02040503050406030204" pitchFamily="18" charset="0"/>
                            <a:ea typeface="Cambria Math" panose="02040503050406030204" pitchFamily="18" charset="0"/>
                          </a:rPr>
                          <m:t>10</m:t>
                        </m:r>
                      </m:e>
                      <m:sup>
                        <m:r>
                          <a:rPr lang="en-US" sz="1600" b="0" i="1" smtClean="0">
                            <a:latin typeface="Cambria Math" panose="02040503050406030204" pitchFamily="18" charset="0"/>
                            <a:ea typeface="Cambria Math" panose="02040503050406030204" pitchFamily="18" charset="0"/>
                          </a:rPr>
                          <m:t>−4</m:t>
                        </m:r>
                      </m:sup>
                    </m:sSup>
                  </m:oMath>
                </a14:m>
                <a:endParaRPr lang="en-GB" sz="1600" dirty="0"/>
              </a:p>
            </p:txBody>
          </p:sp>
        </mc:Choice>
        <mc:Fallback xmlns="">
          <p:sp>
            <p:nvSpPr>
              <p:cNvPr id="7" name="TextBox 6">
                <a:extLst>
                  <a:ext uri="{FF2B5EF4-FFF2-40B4-BE49-F238E27FC236}">
                    <a16:creationId xmlns:a16="http://schemas.microsoft.com/office/drawing/2014/main" id="{5E8965AD-8B12-DE46-9139-8F16FE790584}"/>
                  </a:ext>
                </a:extLst>
              </p:cNvPr>
              <p:cNvSpPr txBox="1">
                <a:spLocks noRot="1" noChangeAspect="1" noMove="1" noResize="1" noEditPoints="1" noAdjustHandles="1" noChangeArrowheads="1" noChangeShapeType="1" noTextEdit="1"/>
              </p:cNvSpPr>
              <p:nvPr/>
            </p:nvSpPr>
            <p:spPr>
              <a:xfrm>
                <a:off x="35093" y="4465812"/>
                <a:ext cx="1343958" cy="343492"/>
              </a:xfrm>
              <a:prstGeom prst="rect">
                <a:avLst/>
              </a:prstGeom>
              <a:blipFill>
                <a:blip r:embed="rId5"/>
                <a:stretch>
                  <a:fillRect l="-2727" t="-5357" b="-2142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E8965AD-8B12-DE46-9139-8F16FE790584}"/>
                  </a:ext>
                </a:extLst>
              </p:cNvPr>
              <p:cNvSpPr txBox="1"/>
              <p:nvPr/>
            </p:nvSpPr>
            <p:spPr>
              <a:xfrm>
                <a:off x="2326181" y="4447465"/>
                <a:ext cx="1493037" cy="338554"/>
              </a:xfrm>
              <a:prstGeom prst="rect">
                <a:avLst/>
              </a:prstGeom>
              <a:noFill/>
            </p:spPr>
            <p:txBody>
              <a:bodyPr wrap="none" rtlCol="0">
                <a:spAutoFit/>
              </a:bodyPr>
              <a:lstStyle/>
              <a:p>
                <a:r>
                  <a:rPr lang="en-GB" sz="1600" dirty="0"/>
                  <a:t>e) </a:t>
                </a:r>
                <a14:m>
                  <m:oMath xmlns:m="http://schemas.openxmlformats.org/officeDocument/2006/math">
                    <m:r>
                      <a:rPr lang="en-US" sz="1600" b="0" i="1" smtClean="0">
                        <a:latin typeface="Cambria Math" panose="02040503050406030204" pitchFamily="18" charset="0"/>
                      </a:rPr>
                      <m:t>1.06 </m:t>
                    </m:r>
                    <m:r>
                      <a:rPr lang="en-US" sz="1600" b="0" i="1" smtClean="0">
                        <a:latin typeface="Cambria Math" panose="02040503050406030204" pitchFamily="18" charset="0"/>
                        <a:ea typeface="Cambria Math" panose="02040503050406030204" pitchFamily="18" charset="0"/>
                      </a:rPr>
                      <m:t>×</m:t>
                    </m:r>
                    <m:sSup>
                      <m:sSupPr>
                        <m:ctrlPr>
                          <a:rPr lang="en-US" sz="1600" i="1" smtClean="0">
                            <a:latin typeface="Cambria Math" panose="02040503050406030204" pitchFamily="18" charset="0"/>
                            <a:ea typeface="Cambria Math" panose="02040503050406030204" pitchFamily="18" charset="0"/>
                          </a:rPr>
                        </m:ctrlPr>
                      </m:sSupPr>
                      <m:e>
                        <m:r>
                          <a:rPr lang="en-US" sz="1600" b="0" i="1" smtClean="0">
                            <a:latin typeface="Cambria Math" panose="02040503050406030204" pitchFamily="18" charset="0"/>
                            <a:ea typeface="Cambria Math" panose="02040503050406030204" pitchFamily="18" charset="0"/>
                          </a:rPr>
                          <m:t>10</m:t>
                        </m:r>
                      </m:e>
                      <m:sup>
                        <m:r>
                          <a:rPr lang="en-US" sz="1600" b="0" i="1" smtClean="0">
                            <a:latin typeface="Cambria Math" panose="02040503050406030204" pitchFamily="18" charset="0"/>
                            <a:ea typeface="Cambria Math" panose="02040503050406030204" pitchFamily="18" charset="0"/>
                          </a:rPr>
                          <m:t>−4</m:t>
                        </m:r>
                      </m:sup>
                    </m:sSup>
                  </m:oMath>
                </a14:m>
                <a:endParaRPr lang="en-GB" sz="1600" dirty="0"/>
              </a:p>
            </p:txBody>
          </p:sp>
        </mc:Choice>
        <mc:Fallback xmlns="">
          <p:sp>
            <p:nvSpPr>
              <p:cNvPr id="8" name="TextBox 7">
                <a:extLst>
                  <a:ext uri="{FF2B5EF4-FFF2-40B4-BE49-F238E27FC236}">
                    <a16:creationId xmlns:a16="http://schemas.microsoft.com/office/drawing/2014/main" id="{5E8965AD-8B12-DE46-9139-8F16FE790584}"/>
                  </a:ext>
                </a:extLst>
              </p:cNvPr>
              <p:cNvSpPr txBox="1">
                <a:spLocks noRot="1" noChangeAspect="1" noMove="1" noResize="1" noEditPoints="1" noAdjustHandles="1" noChangeArrowheads="1" noChangeShapeType="1" noTextEdit="1"/>
              </p:cNvSpPr>
              <p:nvPr/>
            </p:nvSpPr>
            <p:spPr>
              <a:xfrm>
                <a:off x="2326181" y="4447465"/>
                <a:ext cx="1493037" cy="338554"/>
              </a:xfrm>
              <a:prstGeom prst="rect">
                <a:avLst/>
              </a:prstGeom>
              <a:blipFill>
                <a:blip r:embed="rId6"/>
                <a:stretch>
                  <a:fillRect l="-2449" t="-5455" b="-2363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5E8965AD-8B12-DE46-9139-8F16FE790584}"/>
                  </a:ext>
                </a:extLst>
              </p:cNvPr>
              <p:cNvSpPr txBox="1"/>
              <p:nvPr/>
            </p:nvSpPr>
            <p:spPr>
              <a:xfrm>
                <a:off x="4453983" y="3874450"/>
                <a:ext cx="1440138" cy="338554"/>
              </a:xfrm>
              <a:prstGeom prst="rect">
                <a:avLst/>
              </a:prstGeom>
              <a:noFill/>
            </p:spPr>
            <p:txBody>
              <a:bodyPr wrap="none" rtlCol="0">
                <a:spAutoFit/>
              </a:bodyPr>
              <a:lstStyle/>
              <a:p>
                <a:r>
                  <a:rPr lang="en-GB" sz="1600" dirty="0"/>
                  <a:t>c) </a:t>
                </a:r>
                <a14:m>
                  <m:oMath xmlns:m="http://schemas.openxmlformats.org/officeDocument/2006/math">
                    <m:r>
                      <a:rPr lang="en-US" sz="1600" b="0" i="1" smtClean="0">
                        <a:latin typeface="Cambria Math" panose="02040503050406030204" pitchFamily="18" charset="0"/>
                      </a:rPr>
                      <m:t>1.16</m:t>
                    </m:r>
                    <m:r>
                      <a:rPr lang="en-US" sz="1600" b="0" i="1" smtClean="0">
                        <a:latin typeface="Cambria Math" panose="02040503050406030204" pitchFamily="18" charset="0"/>
                        <a:ea typeface="Cambria Math" panose="02040503050406030204" pitchFamily="18" charset="0"/>
                      </a:rPr>
                      <m:t>×</m:t>
                    </m:r>
                    <m:sSup>
                      <m:sSupPr>
                        <m:ctrlPr>
                          <a:rPr lang="en-US" sz="1600" i="1" smtClean="0">
                            <a:latin typeface="Cambria Math" panose="02040503050406030204" pitchFamily="18" charset="0"/>
                            <a:ea typeface="Cambria Math" panose="02040503050406030204" pitchFamily="18" charset="0"/>
                          </a:rPr>
                        </m:ctrlPr>
                      </m:sSupPr>
                      <m:e>
                        <m:r>
                          <a:rPr lang="en-US" sz="1600" b="0" i="1" smtClean="0">
                            <a:latin typeface="Cambria Math" panose="02040503050406030204" pitchFamily="18" charset="0"/>
                            <a:ea typeface="Cambria Math" panose="02040503050406030204" pitchFamily="18" charset="0"/>
                          </a:rPr>
                          <m:t>10</m:t>
                        </m:r>
                      </m:e>
                      <m:sup>
                        <m:r>
                          <a:rPr lang="en-US" sz="1600" b="0" i="1" smtClean="0">
                            <a:latin typeface="Cambria Math" panose="02040503050406030204" pitchFamily="18" charset="0"/>
                            <a:ea typeface="Cambria Math" panose="02040503050406030204" pitchFamily="18" charset="0"/>
                          </a:rPr>
                          <m:t>0.4</m:t>
                        </m:r>
                      </m:sup>
                    </m:sSup>
                  </m:oMath>
                </a14:m>
                <a:endParaRPr lang="en-GB" sz="1600" dirty="0"/>
              </a:p>
            </p:txBody>
          </p:sp>
        </mc:Choice>
        <mc:Fallback xmlns="">
          <p:sp>
            <p:nvSpPr>
              <p:cNvPr id="9" name="TextBox 8">
                <a:extLst>
                  <a:ext uri="{FF2B5EF4-FFF2-40B4-BE49-F238E27FC236}">
                    <a16:creationId xmlns:a16="http://schemas.microsoft.com/office/drawing/2014/main" id="{5E8965AD-8B12-DE46-9139-8F16FE790584}"/>
                  </a:ext>
                </a:extLst>
              </p:cNvPr>
              <p:cNvSpPr txBox="1">
                <a:spLocks noRot="1" noChangeAspect="1" noMove="1" noResize="1" noEditPoints="1" noAdjustHandles="1" noChangeArrowheads="1" noChangeShapeType="1" noTextEdit="1"/>
              </p:cNvSpPr>
              <p:nvPr/>
            </p:nvSpPr>
            <p:spPr>
              <a:xfrm>
                <a:off x="4453983" y="3874450"/>
                <a:ext cx="1440138" cy="338554"/>
              </a:xfrm>
              <a:prstGeom prst="rect">
                <a:avLst/>
              </a:prstGeom>
              <a:blipFill>
                <a:blip r:embed="rId7"/>
                <a:stretch>
                  <a:fillRect l="-2542" t="-5455" b="-2363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E8965AD-8B12-DE46-9139-8F16FE790584}"/>
                  </a:ext>
                </a:extLst>
              </p:cNvPr>
              <p:cNvSpPr txBox="1"/>
              <p:nvPr/>
            </p:nvSpPr>
            <p:spPr>
              <a:xfrm>
                <a:off x="4491836" y="4419485"/>
                <a:ext cx="1500860" cy="338554"/>
              </a:xfrm>
              <a:prstGeom prst="rect">
                <a:avLst/>
              </a:prstGeom>
              <a:noFill/>
            </p:spPr>
            <p:txBody>
              <a:bodyPr wrap="none" rtlCol="0">
                <a:spAutoFit/>
              </a:bodyPr>
              <a:lstStyle/>
              <a:p>
                <a:r>
                  <a:rPr lang="en-GB" sz="1600" dirty="0"/>
                  <a:t>f) </a:t>
                </a:r>
                <a14:m>
                  <m:oMath xmlns:m="http://schemas.openxmlformats.org/officeDocument/2006/math">
                    <m:r>
                      <a:rPr lang="en-US" sz="1600" b="0" i="1" smtClean="0">
                        <a:latin typeface="Cambria Math" panose="02040503050406030204" pitchFamily="18" charset="0"/>
                      </a:rPr>
                      <m:t>0.16 </m:t>
                    </m:r>
                    <m:r>
                      <a:rPr lang="en-US" sz="1600" b="0" i="1" smtClean="0">
                        <a:latin typeface="Cambria Math" panose="02040503050406030204" pitchFamily="18" charset="0"/>
                        <a:ea typeface="Cambria Math" panose="02040503050406030204" pitchFamily="18" charset="0"/>
                      </a:rPr>
                      <m:t>× </m:t>
                    </m:r>
                    <m:sSup>
                      <m:sSupPr>
                        <m:ctrlPr>
                          <a:rPr lang="en-US" sz="1600" i="1" smtClean="0">
                            <a:latin typeface="Cambria Math" panose="02040503050406030204" pitchFamily="18" charset="0"/>
                            <a:ea typeface="Cambria Math" panose="02040503050406030204" pitchFamily="18" charset="0"/>
                          </a:rPr>
                        </m:ctrlPr>
                      </m:sSupPr>
                      <m:e>
                        <m:r>
                          <a:rPr lang="en-US" sz="1600" b="0" i="1" smtClean="0">
                            <a:latin typeface="Cambria Math" panose="02040503050406030204" pitchFamily="18" charset="0"/>
                            <a:ea typeface="Cambria Math" panose="02040503050406030204" pitchFamily="18" charset="0"/>
                          </a:rPr>
                          <m:t>10</m:t>
                        </m:r>
                      </m:e>
                      <m:sup>
                        <m:r>
                          <a:rPr lang="en-US" sz="1600" b="0" i="1" smtClean="0">
                            <a:latin typeface="Cambria Math" panose="02040503050406030204" pitchFamily="18" charset="0"/>
                            <a:ea typeface="Cambria Math" panose="02040503050406030204" pitchFamily="18" charset="0"/>
                          </a:rPr>
                          <m:t>−4</m:t>
                        </m:r>
                      </m:sup>
                    </m:sSup>
                  </m:oMath>
                </a14:m>
                <a:endParaRPr lang="en-GB" sz="1600" dirty="0"/>
              </a:p>
            </p:txBody>
          </p:sp>
        </mc:Choice>
        <mc:Fallback xmlns="">
          <p:sp>
            <p:nvSpPr>
              <p:cNvPr id="10" name="TextBox 9">
                <a:extLst>
                  <a:ext uri="{FF2B5EF4-FFF2-40B4-BE49-F238E27FC236}">
                    <a16:creationId xmlns:a16="http://schemas.microsoft.com/office/drawing/2014/main" id="{5E8965AD-8B12-DE46-9139-8F16FE790584}"/>
                  </a:ext>
                </a:extLst>
              </p:cNvPr>
              <p:cNvSpPr txBox="1">
                <a:spLocks noRot="1" noChangeAspect="1" noMove="1" noResize="1" noEditPoints="1" noAdjustHandles="1" noChangeArrowheads="1" noChangeShapeType="1" noTextEdit="1"/>
              </p:cNvSpPr>
              <p:nvPr/>
            </p:nvSpPr>
            <p:spPr>
              <a:xfrm>
                <a:off x="4491836" y="4419485"/>
                <a:ext cx="1500860" cy="338554"/>
              </a:xfrm>
              <a:prstGeom prst="rect">
                <a:avLst/>
              </a:prstGeom>
              <a:blipFill>
                <a:blip r:embed="rId8"/>
                <a:stretch>
                  <a:fillRect l="-2439" t="-5357" b="-21429"/>
                </a:stretch>
              </a:blipFill>
            </p:spPr>
            <p:txBody>
              <a:bodyPr/>
              <a:lstStyle/>
              <a:p>
                <a:r>
                  <a:rPr lang="en-GB">
                    <a:noFill/>
                  </a:rPr>
                  <a:t> </a:t>
                </a:r>
              </a:p>
            </p:txBody>
          </p:sp>
        </mc:Fallback>
      </mc:AlternateContent>
      <p:sp>
        <p:nvSpPr>
          <p:cNvPr id="11" name="Rectangle 10">
            <a:extLst>
              <a:ext uri="{FF2B5EF4-FFF2-40B4-BE49-F238E27FC236}">
                <a16:creationId xmlns:a16="http://schemas.microsoft.com/office/drawing/2014/main" id="{B17227E5-E4D9-5641-88A4-568A323D1794}"/>
              </a:ext>
            </a:extLst>
          </p:cNvPr>
          <p:cNvSpPr/>
          <p:nvPr/>
        </p:nvSpPr>
        <p:spPr>
          <a:xfrm>
            <a:off x="6079192" y="3904261"/>
            <a:ext cx="571539" cy="33505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B17227E5-E4D9-5641-88A4-568A323D1794}"/>
              </a:ext>
            </a:extLst>
          </p:cNvPr>
          <p:cNvSpPr/>
          <p:nvPr/>
        </p:nvSpPr>
        <p:spPr>
          <a:xfrm>
            <a:off x="6079192" y="4427058"/>
            <a:ext cx="571539" cy="33505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B17227E5-E4D9-5641-88A4-568A323D1794}"/>
              </a:ext>
            </a:extLst>
          </p:cNvPr>
          <p:cNvSpPr/>
          <p:nvPr/>
        </p:nvSpPr>
        <p:spPr>
          <a:xfrm>
            <a:off x="1511367" y="3904261"/>
            <a:ext cx="571539" cy="33505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B17227E5-E4D9-5641-88A4-568A323D1794}"/>
              </a:ext>
            </a:extLst>
          </p:cNvPr>
          <p:cNvSpPr/>
          <p:nvPr/>
        </p:nvSpPr>
        <p:spPr>
          <a:xfrm>
            <a:off x="1511367" y="4427058"/>
            <a:ext cx="571539" cy="33505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i="0" u="none" strike="noStrike" kern="1200" cap="none" spc="0" normalizeH="0" baseline="0" noProof="0" dirty="0">
              <a:ln>
                <a:noFill/>
              </a:ln>
              <a:solidFill>
                <a:prstClr val="white"/>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graphicFrame>
            <p:nvGraphicFramePr>
              <p:cNvPr id="107" name="Table 106"/>
              <p:cNvGraphicFramePr>
                <a:graphicFrameLocks noGrp="1"/>
              </p:cNvGraphicFramePr>
              <p:nvPr/>
            </p:nvGraphicFramePr>
            <p:xfrm>
              <a:off x="35093" y="5189852"/>
              <a:ext cx="6711968" cy="4523108"/>
            </p:xfrm>
            <a:graphic>
              <a:graphicData uri="http://schemas.openxmlformats.org/drawingml/2006/table">
                <a:tbl>
                  <a:tblPr firstRow="1" bandRow="1">
                    <a:tableStyleId>{5C22544A-7EE6-4342-B048-85BDC9FD1C3A}</a:tableStyleId>
                  </a:tblPr>
                  <a:tblGrid>
                    <a:gridCol w="868822">
                      <a:extLst>
                        <a:ext uri="{9D8B030D-6E8A-4147-A177-3AD203B41FA5}">
                          <a16:colId xmlns:a16="http://schemas.microsoft.com/office/drawing/2014/main" val="3124559182"/>
                        </a:ext>
                      </a:extLst>
                    </a:gridCol>
                    <a:gridCol w="1873188">
                      <a:extLst>
                        <a:ext uri="{9D8B030D-6E8A-4147-A177-3AD203B41FA5}">
                          <a16:colId xmlns:a16="http://schemas.microsoft.com/office/drawing/2014/main" val="1668930051"/>
                        </a:ext>
                      </a:extLst>
                    </a:gridCol>
                    <a:gridCol w="1960725">
                      <a:extLst>
                        <a:ext uri="{9D8B030D-6E8A-4147-A177-3AD203B41FA5}">
                          <a16:colId xmlns:a16="http://schemas.microsoft.com/office/drawing/2014/main" val="2873958374"/>
                        </a:ext>
                      </a:extLst>
                    </a:gridCol>
                    <a:gridCol w="2009233">
                      <a:extLst>
                        <a:ext uri="{9D8B030D-6E8A-4147-A177-3AD203B41FA5}">
                          <a16:colId xmlns:a16="http://schemas.microsoft.com/office/drawing/2014/main" val="2414775215"/>
                        </a:ext>
                      </a:extLst>
                    </a:gridCol>
                  </a:tblGrid>
                  <a:tr h="390880">
                    <a:tc>
                      <a:txBody>
                        <a:bodyPr/>
                        <a:lstStyle/>
                        <a:p>
                          <a:pPr algn="ctr"/>
                          <a:r>
                            <a:rPr lang="en-US" sz="1200" dirty="0">
                              <a:solidFill>
                                <a:schemeClr val="tx1"/>
                              </a:solidFill>
                            </a:rPr>
                            <a:t>Steps</a:t>
                          </a:r>
                          <a:endParaRPr lang="en-GB"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GB" sz="1200" b="1" dirty="0">
                              <a:solidFill>
                                <a:schemeClr val="tx1"/>
                              </a:solidFill>
                            </a:rPr>
                            <a:t>Write in standard form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en-GB" sz="12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en-GB" sz="12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47329628"/>
                      </a:ext>
                    </a:extLst>
                  </a:tr>
                  <a:tr h="1369074">
                    <a:tc rowSpan="2">
                      <a:txBody>
                        <a:bodyPr/>
                        <a:lstStyle/>
                        <a:p>
                          <a:r>
                            <a:rPr lang="en-US" sz="1200" dirty="0"/>
                            <a:t>1) Convert the first number to standard form.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0" dirty="0"/>
                            <a:t>a) </a:t>
                          </a:r>
                          <a14:m>
                            <m:oMath xmlns:m="http://schemas.openxmlformats.org/officeDocument/2006/math">
                              <m:r>
                                <a:rPr lang="en-US" sz="1200" b="0" i="1" smtClean="0">
                                  <a:latin typeface="Cambria Math" panose="02040503050406030204" pitchFamily="18" charset="0"/>
                                </a:rPr>
                                <m:t>60</m:t>
                              </m:r>
                              <m:r>
                                <a:rPr lang="en-US" sz="1200" b="0" i="1" smtClean="0">
                                  <a:latin typeface="Cambria Math" panose="02040503050406030204" pitchFamily="18" charset="0"/>
                                  <a:ea typeface="Cambria Math" panose="02040503050406030204" pitchFamily="18" charset="0"/>
                                </a:rPr>
                                <m:t>× </m:t>
                              </m:r>
                              <m:sSup>
                                <m:sSupPr>
                                  <m:ctrlPr>
                                    <a:rPr lang="en-US" sz="1200" b="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5</m:t>
                                  </m:r>
                                </m:sup>
                              </m:sSup>
                            </m:oMath>
                          </a14:m>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algn="ctr"/>
                          <a:r>
                            <a:rPr lang="en-US" sz="1200" b="0" dirty="0"/>
                            <a:t>a) </a:t>
                          </a:r>
                          <a14:m>
                            <m:oMath xmlns:m="http://schemas.openxmlformats.org/officeDocument/2006/math">
                              <m:r>
                                <a:rPr lang="en-US" sz="1200" b="0" i="0" smtClean="0">
                                  <a:latin typeface="Cambria Math" panose="02040503050406030204" pitchFamily="18" charset="0"/>
                                </a:rPr>
                                <m:t>1</m:t>
                              </m:r>
                              <m:r>
                                <a:rPr lang="en-US" sz="1200" b="0" i="1" smtClean="0">
                                  <a:latin typeface="Cambria Math" panose="02040503050406030204" pitchFamily="18" charset="0"/>
                                </a:rPr>
                                <m:t>6</m:t>
                              </m:r>
                              <m:r>
                                <a:rPr lang="en-US" sz="1200" b="0" i="1" smtClean="0">
                                  <a:latin typeface="Cambria Math" panose="02040503050406030204" pitchFamily="18" charset="0"/>
                                  <a:ea typeface="Cambria Math" panose="02040503050406030204" pitchFamily="18" charset="0"/>
                                </a:rPr>
                                <m:t>× </m:t>
                              </m:r>
                              <m:sSup>
                                <m:sSupPr>
                                  <m:ctrlPr>
                                    <a:rPr lang="en-US" sz="1200" b="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4</m:t>
                                  </m:r>
                                </m:sup>
                              </m:sSup>
                            </m:oMath>
                          </a14:m>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algn="ctr"/>
                          <a:r>
                            <a:rPr lang="en-US" sz="1200" b="0" dirty="0"/>
                            <a:t>a) 5</a:t>
                          </a:r>
                          <a14:m>
                            <m:oMath xmlns:m="http://schemas.openxmlformats.org/officeDocument/2006/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 </m:t>
                              </m:r>
                              <m:sSup>
                                <m:sSupPr>
                                  <m:ctrlPr>
                                    <a:rPr lang="en-US" sz="1200" b="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5</m:t>
                                  </m:r>
                                </m:sup>
                              </m:sSup>
                            </m:oMath>
                          </a14:m>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41023978"/>
                      </a:ext>
                    </a:extLst>
                  </a:tr>
                  <a:tr h="650161">
                    <a:tc vMerge="1">
                      <a:txBody>
                        <a:bodyPr/>
                        <a:lstStyle/>
                        <a:p>
                          <a:endParaRPr lang="en-GB"/>
                        </a:p>
                      </a:txBody>
                      <a:tcPr/>
                    </a:tc>
                    <a:tc rowSpan="3">
                      <a:txBody>
                        <a:bodyPr/>
                        <a:lstStyle/>
                        <a:p>
                          <a:pPr algn="ctr"/>
                          <a:r>
                            <a:rPr lang="en-US" sz="1200" b="0" i="0" dirty="0">
                              <a:latin typeface="+mn-lt"/>
                              <a:ea typeface="Cambria Math" panose="02040503050406030204" pitchFamily="18" charset="0"/>
                            </a:rPr>
                            <a:t>b)</a:t>
                          </a:r>
                          <a:r>
                            <a:rPr lang="en-US" sz="1200" b="0" i="0" baseline="0" dirty="0">
                              <a:latin typeface="+mn-lt"/>
                              <a:ea typeface="Cambria Math" panose="02040503050406030204" pitchFamily="18" charset="0"/>
                            </a:rPr>
                            <a:t> </a:t>
                          </a:r>
                          <a14:m>
                            <m:oMath xmlns:m="http://schemas.openxmlformats.org/officeDocument/2006/math">
                              <m:r>
                                <a:rPr lang="en-US" sz="1200" b="0" i="1" smtClean="0">
                                  <a:latin typeface="Cambria Math" panose="02040503050406030204" pitchFamily="18" charset="0"/>
                                  <a:ea typeface="Cambria Math" panose="02040503050406030204" pitchFamily="18" charset="0"/>
                                </a:rPr>
                                <m:t>600 × </m:t>
                              </m:r>
                              <m:sSup>
                                <m:sSupPr>
                                  <m:ctrlPr>
                                    <a:rPr lang="en-US" sz="1200" b="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5</m:t>
                                  </m:r>
                                </m:sup>
                              </m:sSup>
                            </m:oMath>
                          </a14:m>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783022914"/>
                      </a:ext>
                    </a:extLst>
                  </a:tr>
                  <a:tr h="131631">
                    <a:tc rowSpan="3">
                      <a:txBody>
                        <a:bodyPr/>
                        <a:lstStyle/>
                        <a:p>
                          <a:r>
                            <a:rPr lang="en-US" sz="1200" dirty="0"/>
                            <a:t>2) Use index laws to multiply powers of 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342924425"/>
                      </a:ext>
                    </a:extLst>
                  </a:tr>
                  <a:tr h="681042">
                    <a:tc vMerge="1">
                      <a:txBody>
                        <a:bodyPr/>
                        <a:lstStyle/>
                        <a:p>
                          <a:endParaRPr lang="en-GB"/>
                        </a:p>
                      </a:txBody>
                      <a:tcPr/>
                    </a:tc>
                    <a:tc vMerge="1">
                      <a:txBody>
                        <a:bodyPr/>
                        <a:lstStyle/>
                        <a:p>
                          <a:endParaRPr lang="en-GB"/>
                        </a:p>
                      </a:txBody>
                      <a:tcPr/>
                    </a:tc>
                    <a:tc rowSpan="2">
                      <a:txBody>
                        <a:bodyPr/>
                        <a:lstStyle/>
                        <a:p>
                          <a:pPr algn="ctr"/>
                          <a:r>
                            <a:rPr lang="en-US" sz="1200" dirty="0">
                              <a:ea typeface="Cambria Math" panose="02040503050406030204" pitchFamily="18" charset="0"/>
                            </a:rPr>
                            <a:t>b) </a:t>
                          </a:r>
                          <a14:m>
                            <m:oMath xmlns:m="http://schemas.openxmlformats.org/officeDocument/2006/math">
                              <m:r>
                                <a:rPr lang="en-US" sz="1200" i="1" smtClean="0">
                                  <a:latin typeface="Cambria Math" panose="02040503050406030204" pitchFamily="18" charset="0"/>
                                  <a:ea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.01 × </m:t>
                              </m:r>
                              <m:sSup>
                                <m:sSupPr>
                                  <m:ctrlPr>
                                    <a:rPr lang="en-US" sz="1200" b="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−3</m:t>
                                  </m:r>
                                </m:sup>
                              </m:sSup>
                            </m:oMath>
                          </a14:m>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r>
                            <a:rPr lang="en-US" sz="1200" dirty="0">
                              <a:ea typeface="Cambria Math" panose="02040503050406030204" pitchFamily="18" charset="0"/>
                            </a:rPr>
                            <a:t>b) </a:t>
                          </a:r>
                          <a14:m>
                            <m:oMath xmlns:m="http://schemas.openxmlformats.org/officeDocument/2006/math">
                              <m:r>
                                <a:rPr lang="en-US" sz="1200" i="1" smtClean="0">
                                  <a:latin typeface="Cambria Math" panose="02040503050406030204" pitchFamily="18" charset="0"/>
                                  <a:ea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.05 × </m:t>
                              </m:r>
                              <m:sSup>
                                <m:sSupPr>
                                  <m:ctrlPr>
                                    <a:rPr lang="en-US" sz="1200" b="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−5</m:t>
                                  </m:r>
                                </m:sup>
                              </m:sSup>
                            </m:oMath>
                          </a14:m>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35539547"/>
                      </a:ext>
                    </a:extLst>
                  </a:tr>
                  <a:tr h="1300320">
                    <a:tc vMerge="1">
                      <a:txBody>
                        <a:bodyPr/>
                        <a:lstStyle/>
                        <a:p>
                          <a:endParaRPr lang="en-GB"/>
                        </a:p>
                      </a:txBody>
                      <a:tcPr/>
                    </a:tc>
                    <a:tc>
                      <a:txBody>
                        <a:bodyPr/>
                        <a:lstStyle/>
                        <a:p>
                          <a:pPr algn="ctr"/>
                          <a:r>
                            <a:rPr lang="en-US" sz="1200" dirty="0">
                              <a:ea typeface="Cambria Math" panose="02040503050406030204" pitchFamily="18" charset="0"/>
                            </a:rPr>
                            <a:t>c) </a:t>
                          </a:r>
                          <a14:m>
                            <m:oMath xmlns:m="http://schemas.openxmlformats.org/officeDocument/2006/math">
                              <m:r>
                                <a:rPr lang="en-US" sz="1200" i="1" smtClean="0">
                                  <a:latin typeface="Cambria Math" panose="02040503050406030204" pitchFamily="18" charset="0"/>
                                  <a:ea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.6 × </m:t>
                              </m:r>
                              <m:sSup>
                                <m:sSupPr>
                                  <m:ctrlPr>
                                    <a:rPr lang="en-US" sz="1200" b="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−5</m:t>
                                  </m:r>
                                </m:sup>
                              </m:sSup>
                            </m:oMath>
                          </a14:m>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1287726037"/>
                      </a:ext>
                    </a:extLst>
                  </a:tr>
                </a:tbl>
              </a:graphicData>
            </a:graphic>
          </p:graphicFrame>
        </mc:Choice>
        <mc:Fallback xmlns="">
          <p:graphicFrame>
            <p:nvGraphicFramePr>
              <p:cNvPr id="107" name="Table 106"/>
              <p:cNvGraphicFramePr>
                <a:graphicFrameLocks noGrp="1"/>
              </p:cNvGraphicFramePr>
              <p:nvPr>
                <p:extLst>
                  <p:ext uri="{D42A27DB-BD31-4B8C-83A1-F6EECF244321}">
                    <p14:modId xmlns:p14="http://schemas.microsoft.com/office/powerpoint/2010/main" val="1038462206"/>
                  </p:ext>
                </p:extLst>
              </p:nvPr>
            </p:nvGraphicFramePr>
            <p:xfrm>
              <a:off x="35093" y="5189852"/>
              <a:ext cx="6711968" cy="4523108"/>
            </p:xfrm>
            <a:graphic>
              <a:graphicData uri="http://schemas.openxmlformats.org/drawingml/2006/table">
                <a:tbl>
                  <a:tblPr firstRow="1" bandRow="1">
                    <a:tableStyleId>{5C22544A-7EE6-4342-B048-85BDC9FD1C3A}</a:tableStyleId>
                  </a:tblPr>
                  <a:tblGrid>
                    <a:gridCol w="868822">
                      <a:extLst>
                        <a:ext uri="{9D8B030D-6E8A-4147-A177-3AD203B41FA5}">
                          <a16:colId xmlns:a16="http://schemas.microsoft.com/office/drawing/2014/main" val="3124559182"/>
                        </a:ext>
                      </a:extLst>
                    </a:gridCol>
                    <a:gridCol w="1873188">
                      <a:extLst>
                        <a:ext uri="{9D8B030D-6E8A-4147-A177-3AD203B41FA5}">
                          <a16:colId xmlns:a16="http://schemas.microsoft.com/office/drawing/2014/main" val="1668930051"/>
                        </a:ext>
                      </a:extLst>
                    </a:gridCol>
                    <a:gridCol w="1960725">
                      <a:extLst>
                        <a:ext uri="{9D8B030D-6E8A-4147-A177-3AD203B41FA5}">
                          <a16:colId xmlns:a16="http://schemas.microsoft.com/office/drawing/2014/main" val="2873958374"/>
                        </a:ext>
                      </a:extLst>
                    </a:gridCol>
                    <a:gridCol w="2009233">
                      <a:extLst>
                        <a:ext uri="{9D8B030D-6E8A-4147-A177-3AD203B41FA5}">
                          <a16:colId xmlns:a16="http://schemas.microsoft.com/office/drawing/2014/main" val="2414775215"/>
                        </a:ext>
                      </a:extLst>
                    </a:gridCol>
                  </a:tblGrid>
                  <a:tr h="390880">
                    <a:tc>
                      <a:txBody>
                        <a:bodyPr/>
                        <a:lstStyle/>
                        <a:p>
                          <a:pPr algn="ctr"/>
                          <a:r>
                            <a:rPr lang="en-US" sz="1200" dirty="0">
                              <a:solidFill>
                                <a:schemeClr val="tx1"/>
                              </a:solidFill>
                            </a:rPr>
                            <a:t>Steps</a:t>
                          </a:r>
                          <a:endParaRPr lang="en-GB"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GB" sz="1200" b="1" dirty="0">
                              <a:solidFill>
                                <a:schemeClr val="tx1"/>
                              </a:solidFill>
                            </a:rPr>
                            <a:t>Write in standard form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en-GB" sz="12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en-GB" sz="12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47329628"/>
                      </a:ext>
                    </a:extLst>
                  </a:tr>
                  <a:tr h="1369074">
                    <a:tc rowSpan="2">
                      <a:txBody>
                        <a:bodyPr/>
                        <a:lstStyle/>
                        <a:p>
                          <a:r>
                            <a:rPr lang="en-US" sz="1200" dirty="0"/>
                            <a:t>1) Convert the first number to standard form.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9"/>
                          <a:stretch>
                            <a:fillRect l="-46906" t="-28889" r="-213029" b="-202667"/>
                          </a:stretch>
                        </a:blipFill>
                      </a:tcPr>
                    </a:tc>
                    <a:tc rowSpan="3">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9"/>
                          <a:stretch>
                            <a:fillRect l="-140062" t="-18362" r="-103106" b="-92373"/>
                          </a:stretch>
                        </a:blipFill>
                      </a:tcPr>
                    </a:tc>
                    <a:tc rowSpan="3">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9"/>
                          <a:stretch>
                            <a:fillRect l="-234242" t="-18362" r="-606" b="-92373"/>
                          </a:stretch>
                        </a:blipFill>
                      </a:tcPr>
                    </a:tc>
                    <a:extLst>
                      <a:ext uri="{0D108BD9-81ED-4DB2-BD59-A6C34878D82A}">
                        <a16:rowId xmlns:a16="http://schemas.microsoft.com/office/drawing/2014/main" val="1541023978"/>
                      </a:ext>
                    </a:extLst>
                  </a:tr>
                  <a:tr h="650161">
                    <a:tc vMerge="1">
                      <a:txBody>
                        <a:bodyPr/>
                        <a:lstStyle/>
                        <a:p>
                          <a:endParaRPr lang="en-GB"/>
                        </a:p>
                      </a:txBody>
                      <a:tcPr/>
                    </a:tc>
                    <a:tc rowSpan="3">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9"/>
                          <a:stretch>
                            <a:fillRect l="-46906" t="-120833" r="-213029" b="-90000"/>
                          </a:stretch>
                        </a:blip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783022914"/>
                      </a:ext>
                    </a:extLst>
                  </a:tr>
                  <a:tr h="131631">
                    <a:tc rowSpan="3">
                      <a:txBody>
                        <a:bodyPr/>
                        <a:lstStyle/>
                        <a:p>
                          <a:r>
                            <a:rPr lang="en-US" sz="1200" dirty="0"/>
                            <a:t>2) Use index laws to multiply powers of 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342924425"/>
                      </a:ext>
                    </a:extLst>
                  </a:tr>
                  <a:tr h="681042">
                    <a:tc vMerge="1">
                      <a:txBody>
                        <a:bodyPr/>
                        <a:lstStyle/>
                        <a:p>
                          <a:endParaRPr lang="en-GB"/>
                        </a:p>
                      </a:txBody>
                      <a:tcPr/>
                    </a:tc>
                    <a:tc vMerge="1">
                      <a:txBody>
                        <a:bodyPr/>
                        <a:lstStyle/>
                        <a:p>
                          <a:endParaRPr lang="en-GB"/>
                        </a:p>
                      </a:txBody>
                      <a:tcPr/>
                    </a:tc>
                    <a:tc rowSpan="2">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9"/>
                          <a:stretch>
                            <a:fillRect l="-140062" t="-128923" r="-103106" b="-615"/>
                          </a:stretch>
                        </a:blipFill>
                      </a:tcPr>
                    </a:tc>
                    <a:tc rowSpan="2">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9"/>
                          <a:stretch>
                            <a:fillRect l="-234242" t="-128923" r="-606" b="-615"/>
                          </a:stretch>
                        </a:blipFill>
                      </a:tcPr>
                    </a:tc>
                    <a:extLst>
                      <a:ext uri="{0D108BD9-81ED-4DB2-BD59-A6C34878D82A}">
                        <a16:rowId xmlns:a16="http://schemas.microsoft.com/office/drawing/2014/main" val="3835539547"/>
                      </a:ext>
                    </a:extLst>
                  </a:tr>
                  <a:tr h="1300320">
                    <a:tc vMerge="1">
                      <a:txBody>
                        <a:bodyPr/>
                        <a:lstStyle/>
                        <a:p>
                          <a:endParaRPr lang="en-GB"/>
                        </a:p>
                      </a:txBody>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9"/>
                          <a:stretch>
                            <a:fillRect l="-46906" t="-247664" r="-213029" b="-935"/>
                          </a:stretch>
                        </a:blip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1287726037"/>
                      </a:ext>
                    </a:extLst>
                  </a:tr>
                </a:tbl>
              </a:graphicData>
            </a:graphic>
          </p:graphicFrame>
        </mc:Fallback>
      </mc:AlternateContent>
      <p:sp>
        <p:nvSpPr>
          <p:cNvPr id="108" name="TextBox 107">
            <a:extLst>
              <a:ext uri="{FF2B5EF4-FFF2-40B4-BE49-F238E27FC236}">
                <a16:creationId xmlns:a16="http://schemas.microsoft.com/office/drawing/2014/main" id="{80A693D5-6258-D74B-84C5-A236BB50860A}"/>
              </a:ext>
            </a:extLst>
          </p:cNvPr>
          <p:cNvSpPr txBox="1"/>
          <p:nvPr/>
        </p:nvSpPr>
        <p:spPr>
          <a:xfrm>
            <a:off x="1288079" y="4913953"/>
            <a:ext cx="1284326" cy="261610"/>
          </a:xfrm>
          <a:prstGeom prst="rect">
            <a:avLst/>
          </a:prstGeom>
          <a:noFill/>
          <a:ln>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1" u="none" strike="noStrike" kern="1200" cap="none" spc="0" normalizeH="0" baseline="0" noProof="0" dirty="0">
                <a:ln>
                  <a:noFill/>
                </a:ln>
                <a:solidFill>
                  <a:srgbClr val="FF0000"/>
                </a:solidFill>
                <a:effectLst/>
                <a:uLnTx/>
                <a:uFillTx/>
                <a:latin typeface="Calibri" panose="020F0502020204030204"/>
                <a:ea typeface="+mn-ea"/>
                <a:cs typeface="+mn-cs"/>
              </a:rPr>
              <a:t>Example 19 - I do…</a:t>
            </a:r>
          </a:p>
        </p:txBody>
      </p:sp>
      <p:sp>
        <p:nvSpPr>
          <p:cNvPr id="109" name="TextBox 108">
            <a:extLst>
              <a:ext uri="{FF2B5EF4-FFF2-40B4-BE49-F238E27FC236}">
                <a16:creationId xmlns:a16="http://schemas.microsoft.com/office/drawing/2014/main" id="{492ABF69-E136-E845-9F1A-FA4ABBE4CC08}"/>
              </a:ext>
            </a:extLst>
          </p:cNvPr>
          <p:cNvSpPr txBox="1"/>
          <p:nvPr/>
        </p:nvSpPr>
        <p:spPr>
          <a:xfrm>
            <a:off x="3174065" y="4884702"/>
            <a:ext cx="1444626" cy="261610"/>
          </a:xfrm>
          <a:prstGeom prst="rect">
            <a:avLst/>
          </a:prstGeom>
          <a:noFill/>
          <a:ln>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1" u="none" strike="noStrike" kern="1200" cap="none" spc="0" normalizeH="0" baseline="0" noProof="0" dirty="0">
                <a:ln>
                  <a:noFill/>
                </a:ln>
                <a:solidFill>
                  <a:srgbClr val="FF8601"/>
                </a:solidFill>
                <a:effectLst/>
                <a:uLnTx/>
                <a:uFillTx/>
                <a:latin typeface="Calibri" panose="020F0502020204030204"/>
                <a:ea typeface="+mn-ea"/>
                <a:cs typeface="+mn-cs"/>
              </a:rPr>
              <a:t>Example 20- We do…</a:t>
            </a:r>
          </a:p>
        </p:txBody>
      </p:sp>
      <p:sp>
        <p:nvSpPr>
          <p:cNvPr id="110" name="TextBox 109">
            <a:extLst>
              <a:ext uri="{FF2B5EF4-FFF2-40B4-BE49-F238E27FC236}">
                <a16:creationId xmlns:a16="http://schemas.microsoft.com/office/drawing/2014/main" id="{492ABF69-E136-E845-9F1A-FA4ABBE4CC08}"/>
              </a:ext>
            </a:extLst>
          </p:cNvPr>
          <p:cNvSpPr txBox="1"/>
          <p:nvPr/>
        </p:nvSpPr>
        <p:spPr>
          <a:xfrm>
            <a:off x="5037168" y="4885194"/>
            <a:ext cx="1468672" cy="261610"/>
          </a:xfrm>
          <a:prstGeom prst="rect">
            <a:avLst/>
          </a:prstGeom>
          <a:noFill/>
          <a:ln>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1" u="none" strike="noStrike" kern="1200" cap="none" spc="0" normalizeH="0" baseline="0" noProof="0" dirty="0">
                <a:ln>
                  <a:noFill/>
                </a:ln>
                <a:solidFill>
                  <a:srgbClr val="00B050"/>
                </a:solidFill>
                <a:effectLst/>
                <a:uLnTx/>
                <a:uFillTx/>
                <a:latin typeface="Calibri" panose="020F0502020204030204"/>
                <a:ea typeface="+mn-ea"/>
                <a:cs typeface="+mn-cs"/>
              </a:rPr>
              <a:t>Example 21 - </a:t>
            </a:r>
            <a:r>
              <a:rPr lang="en-GB" sz="1100" b="1" i="1" dirty="0">
                <a:solidFill>
                  <a:srgbClr val="00B050"/>
                </a:solidFill>
                <a:latin typeface="Calibri" panose="020F0502020204030204"/>
              </a:rPr>
              <a:t>You</a:t>
            </a:r>
            <a:r>
              <a:rPr kumimoji="0" lang="en-GB" sz="1100" b="1" i="1" u="none" strike="noStrike" kern="1200" cap="none" spc="0" normalizeH="0" baseline="0" noProof="0" dirty="0">
                <a:ln>
                  <a:noFill/>
                </a:ln>
                <a:solidFill>
                  <a:srgbClr val="00B050"/>
                </a:solidFill>
                <a:effectLst/>
                <a:uLnTx/>
                <a:uFillTx/>
                <a:latin typeface="Calibri" panose="020F0502020204030204"/>
                <a:ea typeface="+mn-ea"/>
                <a:cs typeface="+mn-cs"/>
              </a:rPr>
              <a:t> do…</a:t>
            </a:r>
          </a:p>
        </p:txBody>
      </p:sp>
      <mc:AlternateContent xmlns:mc="http://schemas.openxmlformats.org/markup-compatibility/2006" xmlns:a14="http://schemas.microsoft.com/office/drawing/2010/main">
        <mc:Choice Requires="a14">
          <p:graphicFrame>
            <p:nvGraphicFramePr>
              <p:cNvPr id="23" name="Table 22">
                <a:extLst>
                  <a:ext uri="{FF2B5EF4-FFF2-40B4-BE49-F238E27FC236}">
                    <a16:creationId xmlns:a16="http://schemas.microsoft.com/office/drawing/2014/main" id="{172878ED-CFA5-C060-8249-D89ACDD5D41C}"/>
                  </a:ext>
                </a:extLst>
              </p:cNvPr>
              <p:cNvGraphicFramePr>
                <a:graphicFrameLocks noGrp="1"/>
              </p:cNvGraphicFramePr>
              <p:nvPr/>
            </p:nvGraphicFramePr>
            <p:xfrm>
              <a:off x="104657" y="86792"/>
              <a:ext cx="6690268" cy="1048156"/>
            </p:xfrm>
            <a:graphic>
              <a:graphicData uri="http://schemas.openxmlformats.org/drawingml/2006/table">
                <a:tbl>
                  <a:tblPr>
                    <a:tableStyleId>{5C22544A-7EE6-4342-B048-85BDC9FD1C3A}</a:tableStyleId>
                  </a:tblPr>
                  <a:tblGrid>
                    <a:gridCol w="1672567">
                      <a:extLst>
                        <a:ext uri="{9D8B030D-6E8A-4147-A177-3AD203B41FA5}">
                          <a16:colId xmlns:a16="http://schemas.microsoft.com/office/drawing/2014/main" val="1323513223"/>
                        </a:ext>
                      </a:extLst>
                    </a:gridCol>
                    <a:gridCol w="1672567">
                      <a:extLst>
                        <a:ext uri="{9D8B030D-6E8A-4147-A177-3AD203B41FA5}">
                          <a16:colId xmlns:a16="http://schemas.microsoft.com/office/drawing/2014/main" val="1670907791"/>
                        </a:ext>
                      </a:extLst>
                    </a:gridCol>
                    <a:gridCol w="1672567">
                      <a:extLst>
                        <a:ext uri="{9D8B030D-6E8A-4147-A177-3AD203B41FA5}">
                          <a16:colId xmlns:a16="http://schemas.microsoft.com/office/drawing/2014/main" val="3676707223"/>
                        </a:ext>
                      </a:extLst>
                    </a:gridCol>
                    <a:gridCol w="1672567">
                      <a:extLst>
                        <a:ext uri="{9D8B030D-6E8A-4147-A177-3AD203B41FA5}">
                          <a16:colId xmlns:a16="http://schemas.microsoft.com/office/drawing/2014/main" val="667919540"/>
                        </a:ext>
                      </a:extLst>
                    </a:gridCol>
                  </a:tblGrid>
                  <a:tr h="1048156">
                    <a:tc>
                      <a:txBody>
                        <a:bodyPr/>
                        <a:lstStyle/>
                        <a:p>
                          <a:r>
                            <a:rPr lang="en-GB" sz="1200" dirty="0"/>
                            <a:t>e) </a:t>
                          </a:r>
                          <a14:m>
                            <m:oMath xmlns:m="http://schemas.openxmlformats.org/officeDocument/2006/math">
                              <m:r>
                                <a:rPr lang="en-GB" sz="1200" i="1" smtClean="0">
                                  <a:latin typeface="Cambria Math" panose="02040503050406030204" pitchFamily="18" charset="0"/>
                                </a:rPr>
                                <m:t>0</m:t>
                              </m:r>
                              <m:r>
                                <a:rPr lang="en-GB" sz="1200" b="0" i="1" smtClean="0">
                                  <a:latin typeface="Cambria Math" panose="02040503050406030204" pitchFamily="18" charset="0"/>
                                </a:rPr>
                                <m:t>.25</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f) </a:t>
                          </a:r>
                          <a14:m>
                            <m:oMath xmlns:m="http://schemas.openxmlformats.org/officeDocument/2006/math">
                              <m:r>
                                <a:rPr lang="en-GB" sz="1200" i="1" smtClean="0">
                                  <a:latin typeface="Cambria Math" panose="02040503050406030204" pitchFamily="18" charset="0"/>
                                </a:rPr>
                                <m:t>0</m:t>
                              </m:r>
                              <m:r>
                                <a:rPr lang="en-GB" sz="1200" b="0" i="1" smtClean="0">
                                  <a:latin typeface="Cambria Math" panose="02040503050406030204" pitchFamily="18" charset="0"/>
                                </a:rPr>
                                <m:t>.025</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g) </a:t>
                          </a:r>
                          <a14:m>
                            <m:oMath xmlns:m="http://schemas.openxmlformats.org/officeDocument/2006/math">
                              <m:r>
                                <a:rPr lang="en-GB" sz="1200" i="1" smtClean="0">
                                  <a:latin typeface="Cambria Math" panose="02040503050406030204" pitchFamily="18" charset="0"/>
                                </a:rPr>
                                <m:t>2</m:t>
                              </m:r>
                              <m:r>
                                <a:rPr lang="en-GB" sz="1200" b="0" i="1" smtClean="0">
                                  <a:latin typeface="Cambria Math" panose="02040503050406030204" pitchFamily="18" charset="0"/>
                                </a:rPr>
                                <m:t>.5</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h) </a:t>
                          </a:r>
                          <a14:m>
                            <m:oMath xmlns:m="http://schemas.openxmlformats.org/officeDocument/2006/math">
                              <m:r>
                                <a:rPr lang="en-GB" sz="1200" b="0" i="1" smtClean="0">
                                  <a:latin typeface="Cambria Math" panose="02040503050406030204" pitchFamily="18" charset="0"/>
                                </a:rPr>
                                <m:t>20 </m:t>
                              </m:r>
                              <m:r>
                                <a:rPr lang="en-GB" sz="1200" b="0" i="1" smtClean="0">
                                  <a:latin typeface="Cambria Math" panose="02040503050406030204" pitchFamily="18" charset="0"/>
                                </a:rPr>
                                <m:t>𝑚𝑖𝑙𝑙𝑖𝑜𝑛</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00843754"/>
                      </a:ext>
                    </a:extLst>
                  </a:tr>
                </a:tbl>
              </a:graphicData>
            </a:graphic>
          </p:graphicFrame>
        </mc:Choice>
        <mc:Fallback xmlns="">
          <p:graphicFrame>
            <p:nvGraphicFramePr>
              <p:cNvPr id="23" name="Table 22">
                <a:extLst>
                  <a:ext uri="{FF2B5EF4-FFF2-40B4-BE49-F238E27FC236}">
                    <a16:creationId xmlns:a16="http://schemas.microsoft.com/office/drawing/2014/main" id="{172878ED-CFA5-C060-8249-D89ACDD5D41C}"/>
                  </a:ext>
                </a:extLst>
              </p:cNvPr>
              <p:cNvGraphicFramePr>
                <a:graphicFrameLocks noGrp="1"/>
              </p:cNvGraphicFramePr>
              <p:nvPr>
                <p:extLst>
                  <p:ext uri="{D42A27DB-BD31-4B8C-83A1-F6EECF244321}">
                    <p14:modId xmlns:p14="http://schemas.microsoft.com/office/powerpoint/2010/main" val="155289578"/>
                  </p:ext>
                </p:extLst>
              </p:nvPr>
            </p:nvGraphicFramePr>
            <p:xfrm>
              <a:off x="104657" y="86792"/>
              <a:ext cx="6690268" cy="1048156"/>
            </p:xfrm>
            <a:graphic>
              <a:graphicData uri="http://schemas.openxmlformats.org/drawingml/2006/table">
                <a:tbl>
                  <a:tblPr>
                    <a:tableStyleId>{5C22544A-7EE6-4342-B048-85BDC9FD1C3A}</a:tableStyleId>
                  </a:tblPr>
                  <a:tblGrid>
                    <a:gridCol w="1672567">
                      <a:extLst>
                        <a:ext uri="{9D8B030D-6E8A-4147-A177-3AD203B41FA5}">
                          <a16:colId xmlns:a16="http://schemas.microsoft.com/office/drawing/2014/main" val="1323513223"/>
                        </a:ext>
                      </a:extLst>
                    </a:gridCol>
                    <a:gridCol w="1672567">
                      <a:extLst>
                        <a:ext uri="{9D8B030D-6E8A-4147-A177-3AD203B41FA5}">
                          <a16:colId xmlns:a16="http://schemas.microsoft.com/office/drawing/2014/main" val="1670907791"/>
                        </a:ext>
                      </a:extLst>
                    </a:gridCol>
                    <a:gridCol w="1672567">
                      <a:extLst>
                        <a:ext uri="{9D8B030D-6E8A-4147-A177-3AD203B41FA5}">
                          <a16:colId xmlns:a16="http://schemas.microsoft.com/office/drawing/2014/main" val="3676707223"/>
                        </a:ext>
                      </a:extLst>
                    </a:gridCol>
                    <a:gridCol w="1672567">
                      <a:extLst>
                        <a:ext uri="{9D8B030D-6E8A-4147-A177-3AD203B41FA5}">
                          <a16:colId xmlns:a16="http://schemas.microsoft.com/office/drawing/2014/main" val="667919540"/>
                        </a:ext>
                      </a:extLst>
                    </a:gridCol>
                  </a:tblGrid>
                  <a:tr h="1048156">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0"/>
                          <a:stretch>
                            <a:fillRect l="-364" t="-578" r="-300000" b="-1156"/>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0"/>
                          <a:stretch>
                            <a:fillRect l="-100730" t="-578" r="-201095" b="-1156"/>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0"/>
                          <a:stretch>
                            <a:fillRect l="-200000" t="-578" r="-100364" b="-1156"/>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0"/>
                          <a:stretch>
                            <a:fillRect l="-301095" t="-578" r="-730" b="-1156"/>
                          </a:stretch>
                        </a:blipFill>
                      </a:tcPr>
                    </a:tc>
                    <a:extLst>
                      <a:ext uri="{0D108BD9-81ED-4DB2-BD59-A6C34878D82A}">
                        <a16:rowId xmlns:a16="http://schemas.microsoft.com/office/drawing/2014/main" val="3700843754"/>
                      </a:ext>
                    </a:extLst>
                  </a:tr>
                </a:tbl>
              </a:graphicData>
            </a:graphic>
          </p:graphicFrame>
        </mc:Fallback>
      </mc:AlternateContent>
      <p:sp>
        <p:nvSpPr>
          <p:cNvPr id="24" name="TextBox 23">
            <a:extLst>
              <a:ext uri="{FF2B5EF4-FFF2-40B4-BE49-F238E27FC236}">
                <a16:creationId xmlns:a16="http://schemas.microsoft.com/office/drawing/2014/main" id="{0A3A9296-2D24-3EA0-367A-81081BF56000}"/>
              </a:ext>
            </a:extLst>
          </p:cNvPr>
          <p:cNvSpPr txBox="1"/>
          <p:nvPr/>
        </p:nvSpPr>
        <p:spPr>
          <a:xfrm>
            <a:off x="100194" y="1137822"/>
            <a:ext cx="3330271" cy="276999"/>
          </a:xfrm>
          <a:prstGeom prst="rect">
            <a:avLst/>
          </a:prstGeom>
          <a:noFill/>
        </p:spPr>
        <p:txBody>
          <a:bodyPr wrap="none" lIns="91440" tIns="45720" rIns="91440" bIns="45720" rtlCol="0" anchor="t">
            <a:spAutoFit/>
          </a:bodyPr>
          <a:lstStyle/>
          <a:p>
            <a:r>
              <a:rPr lang="en-GB" sz="1200" dirty="0"/>
              <a:t>13. Write the following numbers in ordinary form.</a:t>
            </a:r>
          </a:p>
        </p:txBody>
      </p:sp>
      <p:sp>
        <p:nvSpPr>
          <p:cNvPr id="28" name="Slide Number Placeholder 27">
            <a:extLst>
              <a:ext uri="{FF2B5EF4-FFF2-40B4-BE49-F238E27FC236}">
                <a16:creationId xmlns:a16="http://schemas.microsoft.com/office/drawing/2014/main" id="{3FB620E3-826E-6198-FA9B-5587BD6C551A}"/>
              </a:ext>
            </a:extLst>
          </p:cNvPr>
          <p:cNvSpPr>
            <a:spLocks noGrp="1"/>
          </p:cNvSpPr>
          <p:nvPr>
            <p:ph type="sldNum" sz="quarter" idx="12"/>
          </p:nvPr>
        </p:nvSpPr>
        <p:spPr/>
        <p:txBody>
          <a:bodyPr/>
          <a:lstStyle/>
          <a:p>
            <a:fld id="{DFE403A4-BF53-4A18-A219-2FCD9C5F3F46}" type="slidenum">
              <a:rPr lang="en-GB" smtClean="0"/>
              <a:t>72</a:t>
            </a:fld>
            <a:endParaRPr lang="en-GB"/>
          </a:p>
        </p:txBody>
      </p:sp>
    </p:spTree>
    <p:extLst>
      <p:ext uri="{BB962C8B-B14F-4D97-AF65-F5344CB8AC3E}">
        <p14:creationId xmlns:p14="http://schemas.microsoft.com/office/powerpoint/2010/main" val="263651254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TextBox 99">
            <a:extLst>
              <a:ext uri="{FF2B5EF4-FFF2-40B4-BE49-F238E27FC236}">
                <a16:creationId xmlns:a16="http://schemas.microsoft.com/office/drawing/2014/main" id="{86A4645E-F781-C549-B7A4-CB466AF8C071}"/>
              </a:ext>
            </a:extLst>
          </p:cNvPr>
          <p:cNvSpPr txBox="1"/>
          <p:nvPr/>
        </p:nvSpPr>
        <p:spPr>
          <a:xfrm>
            <a:off x="1218217" y="97152"/>
            <a:ext cx="2496774" cy="276999"/>
          </a:xfrm>
          <a:prstGeom prst="rect">
            <a:avLst/>
          </a:prstGeom>
          <a:noFill/>
        </p:spPr>
        <p:txBody>
          <a:bodyPr wrap="non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solidFill>
                  <a:prstClr val="black"/>
                </a:solidFill>
                <a:latin typeface="Calibri" panose="020F0502020204030204"/>
              </a:rPr>
              <a:t>15. Correct these into standard form.</a:t>
            </a:r>
            <a:endParaRPr kumimoji="0" lang="en-GB" sz="120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Rectangle 3">
            <a:extLst>
              <a:ext uri="{FF2B5EF4-FFF2-40B4-BE49-F238E27FC236}">
                <a16:creationId xmlns:a16="http://schemas.microsoft.com/office/drawing/2014/main" id="{F17FEA58-2585-2742-FF6C-02525AAB94CB}"/>
              </a:ext>
            </a:extLst>
          </p:cNvPr>
          <p:cNvSpPr/>
          <p:nvPr/>
        </p:nvSpPr>
        <p:spPr>
          <a:xfrm>
            <a:off x="108006" y="66567"/>
            <a:ext cx="1009594" cy="326115"/>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100" dirty="0"/>
              <a:t>INDEPENDENT PRACTICE</a:t>
            </a:r>
          </a:p>
        </p:txBody>
      </p:sp>
      <mc:AlternateContent xmlns:mc="http://schemas.openxmlformats.org/markup-compatibility/2006" xmlns:a14="http://schemas.microsoft.com/office/drawing/2010/main">
        <mc:Choice Requires="a14">
          <p:graphicFrame>
            <p:nvGraphicFramePr>
              <p:cNvPr id="5" name="Table 5">
                <a:extLst>
                  <a:ext uri="{FF2B5EF4-FFF2-40B4-BE49-F238E27FC236}">
                    <a16:creationId xmlns:a16="http://schemas.microsoft.com/office/drawing/2014/main" id="{6F73854A-19DA-9ADB-1E3A-C906EB2721A2}"/>
                  </a:ext>
                </a:extLst>
              </p:cNvPr>
              <p:cNvGraphicFramePr>
                <a:graphicFrameLocks noGrp="1"/>
              </p:cNvGraphicFramePr>
              <p:nvPr/>
            </p:nvGraphicFramePr>
            <p:xfrm>
              <a:off x="77526" y="477520"/>
              <a:ext cx="6699032" cy="9215120"/>
            </p:xfrm>
            <a:graphic>
              <a:graphicData uri="http://schemas.openxmlformats.org/drawingml/2006/table">
                <a:tbl>
                  <a:tblPr>
                    <a:tableStyleId>{5C22544A-7EE6-4342-B048-85BDC9FD1C3A}</a:tableStyleId>
                  </a:tblPr>
                  <a:tblGrid>
                    <a:gridCol w="1674758">
                      <a:extLst>
                        <a:ext uri="{9D8B030D-6E8A-4147-A177-3AD203B41FA5}">
                          <a16:colId xmlns:a16="http://schemas.microsoft.com/office/drawing/2014/main" val="761095537"/>
                        </a:ext>
                      </a:extLst>
                    </a:gridCol>
                    <a:gridCol w="1674758">
                      <a:extLst>
                        <a:ext uri="{9D8B030D-6E8A-4147-A177-3AD203B41FA5}">
                          <a16:colId xmlns:a16="http://schemas.microsoft.com/office/drawing/2014/main" val="1360809090"/>
                        </a:ext>
                      </a:extLst>
                    </a:gridCol>
                    <a:gridCol w="1674758">
                      <a:extLst>
                        <a:ext uri="{9D8B030D-6E8A-4147-A177-3AD203B41FA5}">
                          <a16:colId xmlns:a16="http://schemas.microsoft.com/office/drawing/2014/main" val="3186618455"/>
                        </a:ext>
                      </a:extLst>
                    </a:gridCol>
                    <a:gridCol w="1674758">
                      <a:extLst>
                        <a:ext uri="{9D8B030D-6E8A-4147-A177-3AD203B41FA5}">
                          <a16:colId xmlns:a16="http://schemas.microsoft.com/office/drawing/2014/main" val="51057320"/>
                        </a:ext>
                      </a:extLst>
                    </a:gridCol>
                  </a:tblGrid>
                  <a:tr h="1843024">
                    <a:tc>
                      <a:txBody>
                        <a:bodyPr/>
                        <a:lstStyle/>
                        <a:p>
                          <a:r>
                            <a:rPr lang="en-GB" sz="1200" dirty="0"/>
                            <a:t>a) </a:t>
                          </a:r>
                          <a14:m>
                            <m:oMath xmlns:m="http://schemas.openxmlformats.org/officeDocument/2006/math">
                              <m:r>
                                <a:rPr lang="en-GB" sz="1200" b="0" i="1" smtClean="0">
                                  <a:latin typeface="Cambria Math" panose="02040503050406030204" pitchFamily="18" charset="0"/>
                                </a:rPr>
                                <m:t>72</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GB" sz="1200" b="0" i="1" smtClean="0">
                                      <a:latin typeface="Cambria Math" panose="02040503050406030204" pitchFamily="18" charset="0"/>
                                      <a:ea typeface="Cambria Math" panose="02040503050406030204" pitchFamily="18" charset="0"/>
                                    </a:rPr>
                                    <m:t>3</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b) </a:t>
                          </a:r>
                          <a14:m>
                            <m:oMath xmlns:m="http://schemas.openxmlformats.org/officeDocument/2006/math">
                              <m:r>
                                <a:rPr lang="en-GB" sz="1200" b="0" i="1" smtClean="0">
                                  <a:latin typeface="Cambria Math" panose="02040503050406030204" pitchFamily="18" charset="0"/>
                                </a:rPr>
                                <m:t>84</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GB" sz="1200" b="0" i="1" smtClean="0">
                                      <a:latin typeface="Cambria Math" panose="02040503050406030204" pitchFamily="18" charset="0"/>
                                      <a:ea typeface="Cambria Math" panose="02040503050406030204" pitchFamily="18" charset="0"/>
                                    </a:rPr>
                                    <m:t>6</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c) </a:t>
                          </a:r>
                          <a14:m>
                            <m:oMath xmlns:m="http://schemas.openxmlformats.org/officeDocument/2006/math">
                              <m:r>
                                <a:rPr lang="en-GB" sz="1200" b="0" i="1" smtClean="0">
                                  <a:latin typeface="Cambria Math" panose="02040503050406030204" pitchFamily="18" charset="0"/>
                                </a:rPr>
                                <m:t>500</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2</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d) </a:t>
                          </a:r>
                          <a14:m>
                            <m:oMath xmlns:m="http://schemas.openxmlformats.org/officeDocument/2006/math">
                              <m:r>
                                <a:rPr lang="en-GB" sz="1200" b="0" i="1" smtClean="0">
                                  <a:latin typeface="Cambria Math" panose="02040503050406030204" pitchFamily="18" charset="0"/>
                                </a:rPr>
                                <m:t>210</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GB" sz="1200" b="0" i="1" smtClean="0">
                                      <a:latin typeface="Cambria Math" panose="02040503050406030204" pitchFamily="18" charset="0"/>
                                      <a:ea typeface="Cambria Math" panose="02040503050406030204" pitchFamily="18" charset="0"/>
                                    </a:rPr>
                                    <m:t>4</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89346671"/>
                      </a:ext>
                    </a:extLst>
                  </a:tr>
                  <a:tr h="1843024">
                    <a:tc>
                      <a:txBody>
                        <a:bodyPr/>
                        <a:lstStyle/>
                        <a:p>
                          <a:r>
                            <a:rPr lang="en-GB" sz="1200" dirty="0"/>
                            <a:t>e) </a:t>
                          </a:r>
                          <a14:m>
                            <m:oMath xmlns:m="http://schemas.openxmlformats.org/officeDocument/2006/math">
                              <m:r>
                                <a:rPr lang="en-GB" sz="1200" b="0" i="1" smtClean="0">
                                  <a:latin typeface="Cambria Math" panose="02040503050406030204" pitchFamily="18" charset="0"/>
                                </a:rPr>
                                <m:t>0.8</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GB" sz="1200" b="0" i="1" smtClean="0">
                                      <a:latin typeface="Cambria Math" panose="02040503050406030204" pitchFamily="18" charset="0"/>
                                      <a:ea typeface="Cambria Math" panose="02040503050406030204" pitchFamily="18" charset="0"/>
                                    </a:rPr>
                                    <m:t>7</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f) </a:t>
                          </a:r>
                          <a14:m>
                            <m:oMath xmlns:m="http://schemas.openxmlformats.org/officeDocument/2006/math">
                              <m:r>
                                <a:rPr lang="en-GB" sz="1200" b="0" i="1" smtClean="0">
                                  <a:latin typeface="Cambria Math" panose="02040503050406030204" pitchFamily="18" charset="0"/>
                                </a:rPr>
                                <m:t>0.46</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GB" sz="1200" b="0" i="1" smtClean="0">
                                      <a:latin typeface="Cambria Math" panose="02040503050406030204" pitchFamily="18" charset="0"/>
                                      <a:ea typeface="Cambria Math" panose="02040503050406030204" pitchFamily="18" charset="0"/>
                                    </a:rPr>
                                    <m:t>5</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g) </a:t>
                          </a:r>
                          <a14:m>
                            <m:oMath xmlns:m="http://schemas.openxmlformats.org/officeDocument/2006/math">
                              <m:r>
                                <a:rPr lang="en-GB" sz="1200" b="0" i="1" smtClean="0">
                                  <a:latin typeface="Cambria Math" panose="02040503050406030204" pitchFamily="18" charset="0"/>
                                </a:rPr>
                                <m:t>0.06</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GB" sz="1200" b="0" i="1" smtClean="0">
                                      <a:latin typeface="Cambria Math" panose="02040503050406030204" pitchFamily="18" charset="0"/>
                                      <a:ea typeface="Cambria Math" panose="02040503050406030204" pitchFamily="18" charset="0"/>
                                    </a:rPr>
                                    <m:t>8</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h) </a:t>
                          </a:r>
                          <a14:m>
                            <m:oMath xmlns:m="http://schemas.openxmlformats.org/officeDocument/2006/math">
                              <m:r>
                                <a:rPr lang="en-GB" sz="1200" b="0" i="1" smtClean="0">
                                  <a:latin typeface="Cambria Math" panose="02040503050406030204" pitchFamily="18" charset="0"/>
                                </a:rPr>
                                <m:t>0.07</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GB" sz="1200" b="0" i="1" smtClean="0">
                                      <a:latin typeface="Cambria Math" panose="02040503050406030204" pitchFamily="18" charset="0"/>
                                      <a:ea typeface="Cambria Math" panose="02040503050406030204" pitchFamily="18" charset="0"/>
                                    </a:rPr>
                                    <m:t>1</m:t>
                                  </m:r>
                                  <m:r>
                                    <a:rPr lang="en-US" sz="1200" b="0" i="1" smtClean="0">
                                      <a:latin typeface="Cambria Math" panose="02040503050406030204" pitchFamily="18" charset="0"/>
                                      <a:ea typeface="Cambria Math" panose="02040503050406030204" pitchFamily="18" charset="0"/>
                                    </a:rPr>
                                    <m:t>2</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42639366"/>
                      </a:ext>
                    </a:extLst>
                  </a:tr>
                  <a:tr h="1843024">
                    <a:tc>
                      <a:txBody>
                        <a:bodyPr/>
                        <a:lstStyle/>
                        <a:p>
                          <a:r>
                            <a:rPr lang="en-GB" sz="1200" dirty="0"/>
                            <a:t>i) </a:t>
                          </a:r>
                          <a14:m>
                            <m:oMath xmlns:m="http://schemas.openxmlformats.org/officeDocument/2006/math">
                              <m:r>
                                <a:rPr lang="en-GB" sz="1200" b="0" i="1" smtClean="0">
                                  <a:latin typeface="Cambria Math" panose="02040503050406030204" pitchFamily="18" charset="0"/>
                                </a:rPr>
                                <m:t>3000</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GB" sz="1200" b="0" i="1" smtClean="0">
                                      <a:latin typeface="Cambria Math" panose="02040503050406030204" pitchFamily="18" charset="0"/>
                                      <a:ea typeface="Cambria Math" panose="02040503050406030204" pitchFamily="18" charset="0"/>
                                    </a:rPr>
                                    <m:t>14</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j) </a:t>
                          </a:r>
                          <a14:m>
                            <m:oMath xmlns:m="http://schemas.openxmlformats.org/officeDocument/2006/math">
                              <m:r>
                                <a:rPr lang="en-GB" sz="1200" b="0" i="1" smtClean="0">
                                  <a:latin typeface="Cambria Math" panose="02040503050406030204" pitchFamily="18" charset="0"/>
                                </a:rPr>
                                <m:t>24</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GB" sz="1200" b="0" i="1" smtClean="0">
                                      <a:latin typeface="Cambria Math" panose="02040503050406030204" pitchFamily="18" charset="0"/>
                                      <a:ea typeface="Cambria Math" panose="02040503050406030204" pitchFamily="18" charset="0"/>
                                    </a:rPr>
                                    <m:t>−5</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k) </a:t>
                          </a:r>
                          <a14:m>
                            <m:oMath xmlns:m="http://schemas.openxmlformats.org/officeDocument/2006/math">
                              <m:r>
                                <a:rPr lang="en-GB" sz="1200" b="0" i="1" smtClean="0">
                                  <a:latin typeface="Cambria Math" panose="02040503050406030204" pitchFamily="18" charset="0"/>
                                </a:rPr>
                                <m:t>0.8</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GB" sz="1200" b="0" i="1" smtClean="0">
                                      <a:latin typeface="Cambria Math" panose="02040503050406030204" pitchFamily="18" charset="0"/>
                                      <a:ea typeface="Cambria Math" panose="02040503050406030204" pitchFamily="18" charset="0"/>
                                    </a:rPr>
                                    <m:t>−10</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l) </a:t>
                          </a:r>
                          <a14:m>
                            <m:oMath xmlns:m="http://schemas.openxmlformats.org/officeDocument/2006/math">
                              <m:r>
                                <a:rPr lang="en-GB" sz="1200" b="0" i="1" smtClean="0">
                                  <a:latin typeface="Cambria Math" panose="02040503050406030204" pitchFamily="18" charset="0"/>
                                </a:rPr>
                                <m:t>0.0055</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GB" sz="1200" b="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2</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9927469"/>
                      </a:ext>
                    </a:extLst>
                  </a:tr>
                  <a:tr h="1843024">
                    <a:tc>
                      <a:txBody>
                        <a:bodyPr/>
                        <a:lstStyle/>
                        <a:p>
                          <a:r>
                            <a:rPr lang="en-GB" sz="1200" dirty="0"/>
                            <a:t>m) </a:t>
                          </a:r>
                          <a14:m>
                            <m:oMath xmlns:m="http://schemas.openxmlformats.org/officeDocument/2006/math">
                              <m:r>
                                <a:rPr lang="en-GB" sz="1200" b="0" i="1" smtClean="0">
                                  <a:latin typeface="Cambria Math" panose="02040503050406030204" pitchFamily="18" charset="0"/>
                                </a:rPr>
                                <m:t>68</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GB" sz="1200" b="0" i="1" smtClean="0">
                                      <a:latin typeface="Cambria Math" panose="02040503050406030204" pitchFamily="18" charset="0"/>
                                      <a:ea typeface="Cambria Math" panose="02040503050406030204" pitchFamily="18" charset="0"/>
                                    </a:rPr>
                                    <m:t>0</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n) </a:t>
                          </a:r>
                          <a14:m>
                            <m:oMath xmlns:m="http://schemas.openxmlformats.org/officeDocument/2006/math">
                              <m:r>
                                <a:rPr lang="en-GB" sz="1200" b="0" i="1" smtClean="0">
                                  <a:latin typeface="Cambria Math" panose="02040503050406030204" pitchFamily="18" charset="0"/>
                                </a:rPr>
                                <m:t>70</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GB" sz="1200" b="0" i="1" smtClean="0">
                                      <a:latin typeface="Cambria Math" panose="02040503050406030204" pitchFamily="18" charset="0"/>
                                      <a:ea typeface="Cambria Math" panose="02040503050406030204" pitchFamily="18" charset="0"/>
                                    </a:rPr>
                                    <m:t>−1</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o) </a:t>
                          </a:r>
                          <a14:m>
                            <m:oMath xmlns:m="http://schemas.openxmlformats.org/officeDocument/2006/math">
                              <m:r>
                                <a:rPr lang="en-GB" sz="1200" b="0" i="1" smtClean="0">
                                  <a:latin typeface="Cambria Math" panose="02040503050406030204" pitchFamily="18" charset="0"/>
                                </a:rPr>
                                <m:t>0.7</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GB" sz="1200" b="0" i="1" smtClean="0">
                                      <a:latin typeface="Cambria Math" panose="02040503050406030204" pitchFamily="18" charset="0"/>
                                      <a:ea typeface="Cambria Math" panose="02040503050406030204" pitchFamily="18" charset="0"/>
                                    </a:rPr>
                                    <m:t>1</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p) </a:t>
                          </a:r>
                          <a14:m>
                            <m:oMath xmlns:m="http://schemas.openxmlformats.org/officeDocument/2006/math">
                              <m:r>
                                <a:rPr lang="en-GB" sz="1200" b="0" i="1" smtClean="0">
                                  <a:latin typeface="Cambria Math" panose="02040503050406030204" pitchFamily="18" charset="0"/>
                                </a:rPr>
                                <m:t>7500</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GB" sz="1200" b="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2</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61911434"/>
                      </a:ext>
                    </a:extLst>
                  </a:tr>
                  <a:tr h="1843024">
                    <a:tc>
                      <a:txBody>
                        <a:bodyPr/>
                        <a:lstStyle/>
                        <a:p>
                          <a:r>
                            <a:rPr lang="en-GB" sz="1200" dirty="0"/>
                            <a:t>q) </a:t>
                          </a:r>
                          <a14:m>
                            <m:oMath xmlns:m="http://schemas.openxmlformats.org/officeDocument/2006/math">
                              <m:r>
                                <a:rPr lang="en-GB" sz="1200" b="0" i="1" smtClean="0">
                                  <a:latin typeface="Cambria Math" panose="02040503050406030204" pitchFamily="18" charset="0"/>
                                </a:rPr>
                                <m:t>0.0372</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GB" sz="1200" b="0" i="1" smtClean="0">
                                      <a:latin typeface="Cambria Math" panose="02040503050406030204" pitchFamily="18" charset="0"/>
                                      <a:ea typeface="Cambria Math" panose="02040503050406030204" pitchFamily="18" charset="0"/>
                                    </a:rPr>
                                    <m:t>−9</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r) </a:t>
                          </a:r>
                          <a14:m>
                            <m:oMath xmlns:m="http://schemas.openxmlformats.org/officeDocument/2006/math">
                              <m:r>
                                <a:rPr lang="en-GB" sz="1200" b="0" i="1" smtClean="0">
                                  <a:latin typeface="Cambria Math" panose="02040503050406030204" pitchFamily="18" charset="0"/>
                                </a:rPr>
                                <m:t>65213</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GB" sz="1200" b="0" i="1" smtClean="0">
                                      <a:latin typeface="Cambria Math" panose="02040503050406030204" pitchFamily="18" charset="0"/>
                                      <a:ea typeface="Cambria Math" panose="02040503050406030204" pitchFamily="18" charset="0"/>
                                    </a:rPr>
                                    <m:t>−7</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s) </a:t>
                          </a:r>
                          <a14:m>
                            <m:oMath xmlns:m="http://schemas.openxmlformats.org/officeDocument/2006/math">
                              <m:r>
                                <a:rPr lang="en-GB" sz="1200" b="0" i="1" smtClean="0">
                                  <a:latin typeface="Cambria Math" panose="02040503050406030204" pitchFamily="18" charset="0"/>
                                </a:rPr>
                                <m:t>2933</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2</m:t>
                                  </m:r>
                                  <m:r>
                                    <a:rPr lang="en-GB" sz="1200" b="0" i="1" smtClean="0">
                                      <a:latin typeface="Cambria Math" panose="02040503050406030204" pitchFamily="18" charset="0"/>
                                      <a:ea typeface="Cambria Math" panose="02040503050406030204" pitchFamily="18" charset="0"/>
                                    </a:rPr>
                                    <m:t>1</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t) </a:t>
                          </a:r>
                          <a14:m>
                            <m:oMath xmlns:m="http://schemas.openxmlformats.org/officeDocument/2006/math">
                              <m:r>
                                <a:rPr lang="en-GB" sz="1200" b="0" i="1" smtClean="0">
                                  <a:latin typeface="Cambria Math" panose="02040503050406030204" pitchFamily="18" charset="0"/>
                                </a:rPr>
                                <m:t>759300</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GB" sz="1200" b="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2</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01446668"/>
                      </a:ext>
                    </a:extLst>
                  </a:tr>
                </a:tbl>
              </a:graphicData>
            </a:graphic>
          </p:graphicFrame>
        </mc:Choice>
        <mc:Fallback xmlns="">
          <p:graphicFrame>
            <p:nvGraphicFramePr>
              <p:cNvPr id="5" name="Table 5">
                <a:extLst>
                  <a:ext uri="{FF2B5EF4-FFF2-40B4-BE49-F238E27FC236}">
                    <a16:creationId xmlns:a16="http://schemas.microsoft.com/office/drawing/2014/main" id="{6F73854A-19DA-9ADB-1E3A-C906EB2721A2}"/>
                  </a:ext>
                </a:extLst>
              </p:cNvPr>
              <p:cNvGraphicFramePr>
                <a:graphicFrameLocks noGrp="1"/>
              </p:cNvGraphicFramePr>
              <p:nvPr>
                <p:extLst>
                  <p:ext uri="{D42A27DB-BD31-4B8C-83A1-F6EECF244321}">
                    <p14:modId xmlns:p14="http://schemas.microsoft.com/office/powerpoint/2010/main" val="3008733817"/>
                  </p:ext>
                </p:extLst>
              </p:nvPr>
            </p:nvGraphicFramePr>
            <p:xfrm>
              <a:off x="77526" y="477520"/>
              <a:ext cx="6699032" cy="9215120"/>
            </p:xfrm>
            <a:graphic>
              <a:graphicData uri="http://schemas.openxmlformats.org/drawingml/2006/table">
                <a:tbl>
                  <a:tblPr>
                    <a:tableStyleId>{5C22544A-7EE6-4342-B048-85BDC9FD1C3A}</a:tableStyleId>
                  </a:tblPr>
                  <a:tblGrid>
                    <a:gridCol w="1674758">
                      <a:extLst>
                        <a:ext uri="{9D8B030D-6E8A-4147-A177-3AD203B41FA5}">
                          <a16:colId xmlns:a16="http://schemas.microsoft.com/office/drawing/2014/main" val="761095537"/>
                        </a:ext>
                      </a:extLst>
                    </a:gridCol>
                    <a:gridCol w="1674758">
                      <a:extLst>
                        <a:ext uri="{9D8B030D-6E8A-4147-A177-3AD203B41FA5}">
                          <a16:colId xmlns:a16="http://schemas.microsoft.com/office/drawing/2014/main" val="1360809090"/>
                        </a:ext>
                      </a:extLst>
                    </a:gridCol>
                    <a:gridCol w="1674758">
                      <a:extLst>
                        <a:ext uri="{9D8B030D-6E8A-4147-A177-3AD203B41FA5}">
                          <a16:colId xmlns:a16="http://schemas.microsoft.com/office/drawing/2014/main" val="3186618455"/>
                        </a:ext>
                      </a:extLst>
                    </a:gridCol>
                    <a:gridCol w="1674758">
                      <a:extLst>
                        <a:ext uri="{9D8B030D-6E8A-4147-A177-3AD203B41FA5}">
                          <a16:colId xmlns:a16="http://schemas.microsoft.com/office/drawing/2014/main" val="51057320"/>
                        </a:ext>
                      </a:extLst>
                    </a:gridCol>
                  </a:tblGrid>
                  <a:tr h="1843024">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64" t="-331" r="-300727" b="-401656"/>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364" t="-331" r="-200727" b="-401656"/>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364" t="-331" r="-100727" b="-401656"/>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00364" t="-331" r="-727" b="-401656"/>
                          </a:stretch>
                        </a:blipFill>
                      </a:tcPr>
                    </a:tc>
                    <a:extLst>
                      <a:ext uri="{0D108BD9-81ED-4DB2-BD59-A6C34878D82A}">
                        <a16:rowId xmlns:a16="http://schemas.microsoft.com/office/drawing/2014/main" val="3889346671"/>
                      </a:ext>
                    </a:extLst>
                  </a:tr>
                  <a:tr h="1843024">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64" t="-100000" r="-300727" b="-30033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364" t="-100000" r="-200727" b="-30033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364" t="-100000" r="-100727" b="-30033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00364" t="-100000" r="-727" b="-300330"/>
                          </a:stretch>
                        </a:blipFill>
                      </a:tcPr>
                    </a:tc>
                    <a:extLst>
                      <a:ext uri="{0D108BD9-81ED-4DB2-BD59-A6C34878D82A}">
                        <a16:rowId xmlns:a16="http://schemas.microsoft.com/office/drawing/2014/main" val="4242639366"/>
                      </a:ext>
                    </a:extLst>
                  </a:tr>
                  <a:tr h="1843024">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64" t="-200662" r="-300727" b="-201325"/>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364" t="-200662" r="-200727" b="-201325"/>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364" t="-200662" r="-100727" b="-201325"/>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00364" t="-200662" r="-727" b="-201325"/>
                          </a:stretch>
                        </a:blipFill>
                      </a:tcPr>
                    </a:tc>
                    <a:extLst>
                      <a:ext uri="{0D108BD9-81ED-4DB2-BD59-A6C34878D82A}">
                        <a16:rowId xmlns:a16="http://schemas.microsoft.com/office/drawing/2014/main" val="129927469"/>
                      </a:ext>
                    </a:extLst>
                  </a:tr>
                  <a:tr h="1843024">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64" t="-299670" r="-300727" b="-10066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364" t="-299670" r="-200727" b="-10066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364" t="-299670" r="-100727" b="-10066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00364" t="-299670" r="-727" b="-100660"/>
                          </a:stretch>
                        </a:blipFill>
                      </a:tcPr>
                    </a:tc>
                    <a:extLst>
                      <a:ext uri="{0D108BD9-81ED-4DB2-BD59-A6C34878D82A}">
                        <a16:rowId xmlns:a16="http://schemas.microsoft.com/office/drawing/2014/main" val="1761911434"/>
                      </a:ext>
                    </a:extLst>
                  </a:tr>
                  <a:tr h="1843024">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64" t="-400993" r="-300727" b="-99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364" t="-400993" r="-200727" b="-99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364" t="-400993" r="-100727" b="-99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00364" t="-400993" r="-727" b="-993"/>
                          </a:stretch>
                        </a:blipFill>
                      </a:tcPr>
                    </a:tc>
                    <a:extLst>
                      <a:ext uri="{0D108BD9-81ED-4DB2-BD59-A6C34878D82A}">
                        <a16:rowId xmlns:a16="http://schemas.microsoft.com/office/drawing/2014/main" val="2101446668"/>
                      </a:ext>
                    </a:extLst>
                  </a:tr>
                </a:tbl>
              </a:graphicData>
            </a:graphic>
          </p:graphicFrame>
        </mc:Fallback>
      </mc:AlternateContent>
      <p:sp>
        <p:nvSpPr>
          <p:cNvPr id="8" name="Slide Number Placeholder 7">
            <a:extLst>
              <a:ext uri="{FF2B5EF4-FFF2-40B4-BE49-F238E27FC236}">
                <a16:creationId xmlns:a16="http://schemas.microsoft.com/office/drawing/2014/main" id="{8BC0C4F7-C2FB-FF11-78DC-CD42C6D1953C}"/>
              </a:ext>
            </a:extLst>
          </p:cNvPr>
          <p:cNvSpPr>
            <a:spLocks noGrp="1"/>
          </p:cNvSpPr>
          <p:nvPr>
            <p:ph type="sldNum" sz="quarter" idx="12"/>
          </p:nvPr>
        </p:nvSpPr>
        <p:spPr/>
        <p:txBody>
          <a:bodyPr/>
          <a:lstStyle/>
          <a:p>
            <a:fld id="{DFE403A4-BF53-4A18-A219-2FCD9C5F3F46}" type="slidenum">
              <a:rPr lang="en-GB" smtClean="0"/>
              <a:t>73</a:t>
            </a:fld>
            <a:endParaRPr lang="en-GB"/>
          </a:p>
        </p:txBody>
      </p:sp>
    </p:spTree>
    <p:extLst>
      <p:ext uri="{BB962C8B-B14F-4D97-AF65-F5344CB8AC3E}">
        <p14:creationId xmlns:p14="http://schemas.microsoft.com/office/powerpoint/2010/main" val="171019911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17FEA58-2585-2742-FF6C-02525AAB94CB}"/>
              </a:ext>
            </a:extLst>
          </p:cNvPr>
          <p:cNvSpPr/>
          <p:nvPr/>
        </p:nvSpPr>
        <p:spPr>
          <a:xfrm>
            <a:off x="108006" y="66567"/>
            <a:ext cx="1009594" cy="326115"/>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100" dirty="0"/>
              <a:t>MIXED PRACTICE</a:t>
            </a: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48DFB4DE-C900-F18D-E0BD-8E0E2CEC444D}"/>
                  </a:ext>
                </a:extLst>
              </p:cNvPr>
              <p:cNvGraphicFramePr>
                <a:graphicFrameLocks noGrp="1"/>
              </p:cNvGraphicFramePr>
              <p:nvPr/>
            </p:nvGraphicFramePr>
            <p:xfrm>
              <a:off x="77526" y="464312"/>
              <a:ext cx="6699032" cy="9238488"/>
            </p:xfrm>
            <a:graphic>
              <a:graphicData uri="http://schemas.openxmlformats.org/drawingml/2006/table">
                <a:tbl>
                  <a:tblPr>
                    <a:tableStyleId>{5C22544A-7EE6-4342-B048-85BDC9FD1C3A}</a:tableStyleId>
                  </a:tblPr>
                  <a:tblGrid>
                    <a:gridCol w="3349516">
                      <a:extLst>
                        <a:ext uri="{9D8B030D-6E8A-4147-A177-3AD203B41FA5}">
                          <a16:colId xmlns:a16="http://schemas.microsoft.com/office/drawing/2014/main" val="1649759228"/>
                        </a:ext>
                      </a:extLst>
                    </a:gridCol>
                    <a:gridCol w="3349516">
                      <a:extLst>
                        <a:ext uri="{9D8B030D-6E8A-4147-A177-3AD203B41FA5}">
                          <a16:colId xmlns:a16="http://schemas.microsoft.com/office/drawing/2014/main" val="761876850"/>
                        </a:ext>
                      </a:extLst>
                    </a:gridCol>
                  </a:tblGrid>
                  <a:tr h="4619244">
                    <a:tc>
                      <a:txBody>
                        <a:bodyPr/>
                        <a:lstStyle/>
                        <a:p>
                          <a:r>
                            <a:rPr lang="en-GB" sz="1200" dirty="0"/>
                            <a:t>16. a) Billy says that </a:t>
                          </a:r>
                          <a14:m>
                            <m:oMath xmlns:m="http://schemas.openxmlformats.org/officeDocument/2006/math">
                              <m:r>
                                <a:rPr lang="en-GB" sz="1200" b="0" i="1" smtClean="0">
                                  <a:latin typeface="Cambria Math" panose="02040503050406030204" pitchFamily="18" charset="0"/>
                                </a:rPr>
                                <m:t>6.2</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GB" sz="1200" b="0" i="1" smtClean="0">
                                      <a:latin typeface="Cambria Math" panose="02040503050406030204" pitchFamily="18" charset="0"/>
                                      <a:ea typeface="Cambria Math" panose="02040503050406030204" pitchFamily="18" charset="0"/>
                                    </a:rPr>
                                    <m:t>−5</m:t>
                                  </m:r>
                                </m:sup>
                              </m:sSup>
                            </m:oMath>
                          </a14:m>
                          <a:r>
                            <a:rPr lang="en-GB" sz="1200" dirty="0"/>
                            <a:t> is bigger than </a:t>
                          </a:r>
                          <a14:m>
                            <m:oMath xmlns:m="http://schemas.openxmlformats.org/officeDocument/2006/math">
                              <m:r>
                                <a:rPr lang="en-GB" sz="1200" b="0" i="1" smtClean="0">
                                  <a:latin typeface="Cambria Math" panose="02040503050406030204" pitchFamily="18" charset="0"/>
                                </a:rPr>
                                <m:t>6.2</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GB" sz="1200" b="0" i="1" smtClean="0">
                                      <a:latin typeface="Cambria Math" panose="02040503050406030204" pitchFamily="18" charset="0"/>
                                      <a:ea typeface="Cambria Math" panose="02040503050406030204" pitchFamily="18" charset="0"/>
                                    </a:rPr>
                                    <m:t>−4</m:t>
                                  </m:r>
                                </m:sup>
                              </m:sSup>
                            </m:oMath>
                          </a14:m>
                          <a:r>
                            <a:rPr lang="en-GB" sz="1200" dirty="0"/>
                            <a:t> . Is he correct?</a:t>
                          </a:r>
                          <a:r>
                            <a:rPr lang="en-GB" sz="1200" baseline="0" dirty="0"/>
                            <a:t> </a:t>
                          </a:r>
                          <a:r>
                            <a:rPr lang="en-GB" sz="1200" dirty="0"/>
                            <a:t>Explain your reason.</a:t>
                          </a:r>
                        </a:p>
                        <a:p>
                          <a:endParaRPr lang="en-GB" sz="1200" dirty="0"/>
                        </a:p>
                        <a:p>
                          <a:endParaRPr lang="en-GB" sz="1200" dirty="0"/>
                        </a:p>
                        <a:p>
                          <a:endParaRPr lang="en-GB" sz="1200" dirty="0"/>
                        </a:p>
                        <a:p>
                          <a:endParaRPr lang="en-GB" sz="1200" dirty="0"/>
                        </a:p>
                        <a:p>
                          <a:endParaRPr lang="en-GB" sz="1200" dirty="0"/>
                        </a:p>
                        <a:p>
                          <a:endParaRPr lang="en-GB" sz="1200" dirty="0"/>
                        </a:p>
                        <a:p>
                          <a:endParaRPr lang="en-GB" sz="1200" dirty="0"/>
                        </a:p>
                        <a:p>
                          <a:endParaRPr lang="en-GB" sz="1200" dirty="0"/>
                        </a:p>
                        <a:p>
                          <a:endParaRPr lang="en-GB" sz="1200" dirty="0"/>
                        </a:p>
                        <a:p>
                          <a:endParaRPr lang="en-GB" sz="1200" dirty="0"/>
                        </a:p>
                        <a:p>
                          <a:endParaRPr lang="en-GB" sz="1200" dirty="0"/>
                        </a:p>
                        <a:p>
                          <a:r>
                            <a:rPr lang="en-GB" sz="1200" dirty="0"/>
                            <a:t>b) The distance from the Earth to the Sun is</a:t>
                          </a:r>
                        </a:p>
                        <a:p>
                          <a:r>
                            <a:rPr lang="en-GB" sz="1200" dirty="0"/>
                            <a:t> </a:t>
                          </a:r>
                          <a14:m>
                            <m:oMath xmlns:m="http://schemas.openxmlformats.org/officeDocument/2006/math">
                              <m:r>
                                <a:rPr lang="en-GB" sz="1200" b="0" i="1" smtClean="0">
                                  <a:latin typeface="Cambria Math" panose="02040503050406030204" pitchFamily="18" charset="0"/>
                                </a:rPr>
                                <m:t>1.49</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GB" sz="1200" b="0" i="1" smtClean="0">
                                      <a:latin typeface="Cambria Math" panose="02040503050406030204" pitchFamily="18" charset="0"/>
                                      <a:ea typeface="Cambria Math" panose="02040503050406030204" pitchFamily="18" charset="0"/>
                                    </a:rPr>
                                    <m:t>8</m:t>
                                  </m:r>
                                </m:sup>
                              </m:sSup>
                            </m:oMath>
                          </a14:m>
                          <a:r>
                            <a:rPr lang="en-GB" sz="1200" dirty="0"/>
                            <a:t> 𝑘𝑚.</a:t>
                          </a:r>
                        </a:p>
                        <a:p>
                          <a:r>
                            <a:rPr lang="en-GB" sz="1200" dirty="0"/>
                            <a:t> Write this distance as an ordinary number.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17. a) The population of Vietnam is </a:t>
                          </a:r>
                          <a14:m>
                            <m:oMath xmlns:m="http://schemas.openxmlformats.org/officeDocument/2006/math">
                              <m:r>
                                <a:rPr lang="en-GB" sz="1200" b="0" i="1" smtClean="0">
                                  <a:latin typeface="Cambria Math" panose="02040503050406030204" pitchFamily="18" charset="0"/>
                                </a:rPr>
                                <m:t>9.6</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GB" sz="1200" b="0" i="1" smtClean="0">
                                      <a:latin typeface="Cambria Math" panose="02040503050406030204" pitchFamily="18" charset="0"/>
                                      <a:ea typeface="Cambria Math" panose="02040503050406030204" pitchFamily="18" charset="0"/>
                                    </a:rPr>
                                    <m:t>7</m:t>
                                  </m:r>
                                </m:sup>
                              </m:sSup>
                            </m:oMath>
                          </a14:m>
                          <a:r>
                            <a:rPr lang="en-GB" sz="1200" dirty="0"/>
                            <a:t> to 2 significant figures.</a:t>
                          </a:r>
                        </a:p>
                        <a:p>
                          <a:r>
                            <a:rPr lang="en-GB" sz="1200" dirty="0"/>
                            <a:t>The population of Japan is </a:t>
                          </a:r>
                          <a14:m>
                            <m:oMath xmlns:m="http://schemas.openxmlformats.org/officeDocument/2006/math">
                              <m:r>
                                <a:rPr lang="en-GB" sz="1200" b="0" i="1" smtClean="0">
                                  <a:latin typeface="Cambria Math" panose="02040503050406030204" pitchFamily="18" charset="0"/>
                                </a:rPr>
                                <m:t>1.3</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GB" sz="1200" b="0" i="1" smtClean="0">
                                      <a:latin typeface="Cambria Math" panose="02040503050406030204" pitchFamily="18" charset="0"/>
                                      <a:ea typeface="Cambria Math" panose="02040503050406030204" pitchFamily="18" charset="0"/>
                                    </a:rPr>
                                    <m:t>8</m:t>
                                  </m:r>
                                </m:sup>
                              </m:sSup>
                            </m:oMath>
                          </a14:m>
                          <a:r>
                            <a:rPr lang="en-GB" sz="1200" dirty="0"/>
                            <a:t> to 2 significant figures.</a:t>
                          </a:r>
                        </a:p>
                        <a:p>
                          <a:r>
                            <a:rPr lang="en-GB" sz="1200" dirty="0"/>
                            <a:t>Which country has the greater population? </a:t>
                          </a:r>
                        </a:p>
                        <a:p>
                          <a:endParaRPr lang="en-GB" sz="1200" dirty="0"/>
                        </a:p>
                        <a:p>
                          <a:endParaRPr lang="en-GB" sz="1200" dirty="0"/>
                        </a:p>
                        <a:p>
                          <a:endParaRPr lang="en-GB" sz="1200" dirty="0"/>
                        </a:p>
                        <a:p>
                          <a:endParaRPr lang="en-GB" sz="1200" dirty="0"/>
                        </a:p>
                        <a:p>
                          <a:endParaRPr lang="en-GB" sz="1200" dirty="0"/>
                        </a:p>
                        <a:p>
                          <a:endParaRPr lang="en-GB" sz="1200" dirty="0"/>
                        </a:p>
                        <a:p>
                          <a:endParaRPr lang="en-GB" sz="1200" dirty="0"/>
                        </a:p>
                        <a:p>
                          <a:endParaRPr lang="en-GB" sz="1200" dirty="0"/>
                        </a:p>
                        <a:p>
                          <a:r>
                            <a:rPr lang="en-GB" sz="1200" dirty="0"/>
                            <a:t>b) The population of the United States is </a:t>
                          </a:r>
                        </a:p>
                        <a:p>
                          <a:r>
                            <a:rPr lang="en-GB" sz="1200" dirty="0"/>
                            <a:t>330 000 000 to 2 significant figures.</a:t>
                          </a:r>
                        </a:p>
                        <a:p>
                          <a:r>
                            <a:rPr lang="en-GB" sz="1200" dirty="0"/>
                            <a:t>Write this number in standard form.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03188257"/>
                      </a:ext>
                    </a:extLst>
                  </a:tr>
                  <a:tr h="4619244">
                    <a:tc>
                      <a:txBody>
                        <a:bodyPr/>
                        <a:lstStyle/>
                        <a:p>
                          <a:r>
                            <a:rPr lang="en-GB" sz="1200" dirty="0"/>
                            <a:t>18. Anna is asked to compare the following numbers. </a:t>
                          </a:r>
                        </a:p>
                        <a:p>
                          <a:pPr algn="ctr"/>
                          <a:r>
                            <a:rPr lang="en-GB" sz="1200" dirty="0"/>
                            <a:t>𝐴 = </a:t>
                          </a:r>
                          <a14:m>
                            <m:oMath xmlns:m="http://schemas.openxmlformats.org/officeDocument/2006/math">
                              <m:r>
                                <a:rPr lang="en-GB" sz="1200" b="0" i="1" smtClean="0">
                                  <a:latin typeface="Cambria Math" panose="02040503050406030204" pitchFamily="18" charset="0"/>
                                </a:rPr>
                                <m:t>5.72</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GB" sz="1200" b="0" i="1" smtClean="0">
                                      <a:latin typeface="Cambria Math" panose="02040503050406030204" pitchFamily="18" charset="0"/>
                                      <a:ea typeface="Cambria Math" panose="02040503050406030204" pitchFamily="18" charset="0"/>
                                    </a:rPr>
                                    <m:t>7</m:t>
                                  </m:r>
                                </m:sup>
                              </m:sSup>
                            </m:oMath>
                          </a14:m>
                          <a:r>
                            <a:rPr lang="en-GB" sz="1200" dirty="0"/>
                            <a:t> </a:t>
                          </a:r>
                        </a:p>
                        <a:p>
                          <a:pPr algn="ctr"/>
                          <a:r>
                            <a:rPr lang="en-GB" sz="1200" dirty="0"/>
                            <a:t>𝐵 = </a:t>
                          </a:r>
                          <a14:m>
                            <m:oMath xmlns:m="http://schemas.openxmlformats.org/officeDocument/2006/math">
                              <m:r>
                                <a:rPr lang="en-GB" sz="1200" b="0" i="1" smtClean="0">
                                  <a:latin typeface="Cambria Math" panose="02040503050406030204" pitchFamily="18" charset="0"/>
                                </a:rPr>
                                <m:t>6.28</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GB" sz="1200" b="0" i="1" smtClean="0">
                                      <a:latin typeface="Cambria Math" panose="02040503050406030204" pitchFamily="18" charset="0"/>
                                      <a:ea typeface="Cambria Math" panose="02040503050406030204" pitchFamily="18" charset="0"/>
                                    </a:rPr>
                                    <m:t>5</m:t>
                                  </m:r>
                                </m:sup>
                              </m:sSup>
                            </m:oMath>
                          </a14:m>
                          <a:r>
                            <a:rPr lang="en-GB" sz="1200" dirty="0"/>
                            <a:t>  </a:t>
                          </a:r>
                        </a:p>
                        <a:p>
                          <a:pPr algn="l"/>
                          <a:endParaRPr lang="en-GB" sz="1200" dirty="0"/>
                        </a:p>
                        <a:p>
                          <a:pPr algn="l"/>
                          <a:r>
                            <a:rPr lang="en-GB" sz="1200" dirty="0"/>
                            <a:t>She says, “6. 28 is bigger than 5. 72 so 𝐵 is bigger than 𝐴”. Is Anna correct? You must give a reason for your answer.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19. Put these numbers in order of size. Start with the smallest. </a:t>
                          </a:r>
                        </a:p>
                        <a:p>
                          <a:endParaRPr lang="en-GB" sz="1200" dirty="0"/>
                        </a:p>
                        <a:p>
                          <a:endParaRPr lang="en-GB" sz="1200" dirty="0"/>
                        </a:p>
                        <a:p>
                          <a14:m>
                            <m:oMath xmlns:m="http://schemas.openxmlformats.org/officeDocument/2006/math">
                              <m:r>
                                <a:rPr lang="en-GB" sz="1200" b="0" i="1" smtClean="0">
                                  <a:latin typeface="Cambria Math" panose="02040503050406030204" pitchFamily="18" charset="0"/>
                                </a:rPr>
                                <m:t>0.0034</m:t>
                              </m:r>
                            </m:oMath>
                          </a14:m>
                          <a:r>
                            <a:rPr lang="en-GB" sz="1200" dirty="0"/>
                            <a:t>     </a:t>
                          </a:r>
                          <a14:m>
                            <m:oMath xmlns:m="http://schemas.openxmlformats.org/officeDocument/2006/math">
                              <m:r>
                                <a:rPr lang="en-GB" sz="1200" b="0" i="1" smtClean="0">
                                  <a:latin typeface="Cambria Math" panose="02040503050406030204" pitchFamily="18" charset="0"/>
                                </a:rPr>
                                <m:t>4.1</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GB" sz="1200" b="0" i="1" smtClean="0">
                                      <a:latin typeface="Cambria Math" panose="02040503050406030204" pitchFamily="18" charset="0"/>
                                      <a:ea typeface="Cambria Math" panose="02040503050406030204" pitchFamily="18" charset="0"/>
                                    </a:rPr>
                                    <m:t>−4</m:t>
                                  </m:r>
                                </m:sup>
                              </m:sSup>
                            </m:oMath>
                          </a14:m>
                          <a:r>
                            <a:rPr lang="en-GB" sz="1200" dirty="0"/>
                            <a:t>     </a:t>
                          </a:r>
                          <a14:m>
                            <m:oMath xmlns:m="http://schemas.openxmlformats.org/officeDocument/2006/math">
                              <m:r>
                                <a:rPr lang="en-GB" sz="1200" b="0" i="1" smtClean="0">
                                  <a:latin typeface="Cambria Math" panose="02040503050406030204" pitchFamily="18" charset="0"/>
                                </a:rPr>
                                <m:t>0.24</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GB" sz="1200" b="0" i="1" smtClean="0">
                                      <a:latin typeface="Cambria Math" panose="02040503050406030204" pitchFamily="18" charset="0"/>
                                      <a:ea typeface="Cambria Math" panose="02040503050406030204" pitchFamily="18" charset="0"/>
                                    </a:rPr>
                                    <m:t>−5</m:t>
                                  </m:r>
                                </m:sup>
                              </m:sSup>
                            </m:oMath>
                          </a14:m>
                          <a:r>
                            <a:rPr lang="en-GB" sz="1200" dirty="0"/>
                            <a:t>   </a:t>
                          </a:r>
                          <a14:m>
                            <m:oMath xmlns:m="http://schemas.openxmlformats.org/officeDocument/2006/math">
                              <m:r>
                                <a:rPr lang="en-GB" sz="1200" b="0" i="1" smtClean="0">
                                  <a:latin typeface="Cambria Math" panose="02040503050406030204" pitchFamily="18" charset="0"/>
                                </a:rPr>
                                <m:t>0.00062</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25959620"/>
                      </a:ext>
                    </a:extLst>
                  </a:tr>
                </a:tbl>
              </a:graphicData>
            </a:graphic>
          </p:graphicFrame>
        </mc:Choice>
        <mc:Fallback xmlns="">
          <p:graphicFrame>
            <p:nvGraphicFramePr>
              <p:cNvPr id="3" name="Table 2">
                <a:extLst>
                  <a:ext uri="{FF2B5EF4-FFF2-40B4-BE49-F238E27FC236}">
                    <a16:creationId xmlns:a16="http://schemas.microsoft.com/office/drawing/2014/main" id="{48DFB4DE-C900-F18D-E0BD-8E0E2CEC444D}"/>
                  </a:ext>
                </a:extLst>
              </p:cNvPr>
              <p:cNvGraphicFramePr>
                <a:graphicFrameLocks noGrp="1"/>
              </p:cNvGraphicFramePr>
              <p:nvPr>
                <p:extLst>
                  <p:ext uri="{D42A27DB-BD31-4B8C-83A1-F6EECF244321}">
                    <p14:modId xmlns:p14="http://schemas.microsoft.com/office/powerpoint/2010/main" val="1241760597"/>
                  </p:ext>
                </p:extLst>
              </p:nvPr>
            </p:nvGraphicFramePr>
            <p:xfrm>
              <a:off x="77526" y="464312"/>
              <a:ext cx="6699032" cy="9238488"/>
            </p:xfrm>
            <a:graphic>
              <a:graphicData uri="http://schemas.openxmlformats.org/drawingml/2006/table">
                <a:tbl>
                  <a:tblPr>
                    <a:tableStyleId>{5C22544A-7EE6-4342-B048-85BDC9FD1C3A}</a:tableStyleId>
                  </a:tblPr>
                  <a:tblGrid>
                    <a:gridCol w="3349516">
                      <a:extLst>
                        <a:ext uri="{9D8B030D-6E8A-4147-A177-3AD203B41FA5}">
                          <a16:colId xmlns:a16="http://schemas.microsoft.com/office/drawing/2014/main" val="1649759228"/>
                        </a:ext>
                      </a:extLst>
                    </a:gridCol>
                    <a:gridCol w="3349516">
                      <a:extLst>
                        <a:ext uri="{9D8B030D-6E8A-4147-A177-3AD203B41FA5}">
                          <a16:colId xmlns:a16="http://schemas.microsoft.com/office/drawing/2014/main" val="761876850"/>
                        </a:ext>
                      </a:extLst>
                    </a:gridCol>
                  </a:tblGrid>
                  <a:tr h="4619244">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82" t="-132" r="-100364" b="-100264"/>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182" t="-132" r="-364" b="-100264"/>
                          </a:stretch>
                        </a:blipFill>
                      </a:tcPr>
                    </a:tc>
                    <a:extLst>
                      <a:ext uri="{0D108BD9-81ED-4DB2-BD59-A6C34878D82A}">
                        <a16:rowId xmlns:a16="http://schemas.microsoft.com/office/drawing/2014/main" val="1203188257"/>
                      </a:ext>
                    </a:extLst>
                  </a:tr>
                  <a:tr h="4619244">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82" t="-100132" r="-100364" b="-264"/>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182" t="-100132" r="-364" b="-264"/>
                          </a:stretch>
                        </a:blipFill>
                      </a:tcPr>
                    </a:tc>
                    <a:extLst>
                      <a:ext uri="{0D108BD9-81ED-4DB2-BD59-A6C34878D82A}">
                        <a16:rowId xmlns:a16="http://schemas.microsoft.com/office/drawing/2014/main" val="2125959620"/>
                      </a:ext>
                    </a:extLst>
                  </a:tr>
                </a:tbl>
              </a:graphicData>
            </a:graphic>
          </p:graphicFrame>
        </mc:Fallback>
      </mc:AlternateContent>
      <p:sp>
        <p:nvSpPr>
          <p:cNvPr id="8" name="Slide Number Placeholder 7">
            <a:extLst>
              <a:ext uri="{FF2B5EF4-FFF2-40B4-BE49-F238E27FC236}">
                <a16:creationId xmlns:a16="http://schemas.microsoft.com/office/drawing/2014/main" id="{EBA9225E-488B-F042-D130-A04B38F5D844}"/>
              </a:ext>
            </a:extLst>
          </p:cNvPr>
          <p:cNvSpPr>
            <a:spLocks noGrp="1"/>
          </p:cNvSpPr>
          <p:nvPr>
            <p:ph type="sldNum" sz="quarter" idx="12"/>
          </p:nvPr>
        </p:nvSpPr>
        <p:spPr/>
        <p:txBody>
          <a:bodyPr/>
          <a:lstStyle/>
          <a:p>
            <a:fld id="{DFE403A4-BF53-4A18-A219-2FCD9C5F3F46}" type="slidenum">
              <a:rPr lang="en-GB" smtClean="0"/>
              <a:t>74</a:t>
            </a:fld>
            <a:endParaRPr lang="en-GB"/>
          </a:p>
        </p:txBody>
      </p:sp>
    </p:spTree>
    <p:extLst>
      <p:ext uri="{BB962C8B-B14F-4D97-AF65-F5344CB8AC3E}">
        <p14:creationId xmlns:p14="http://schemas.microsoft.com/office/powerpoint/2010/main" val="304121655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64E0AE6-E727-A047-A34A-8234A417D93B}"/>
              </a:ext>
            </a:extLst>
          </p:cNvPr>
          <p:cNvSpPr/>
          <p:nvPr/>
        </p:nvSpPr>
        <p:spPr>
          <a:xfrm>
            <a:off x="105114" y="363288"/>
            <a:ext cx="6647773" cy="157180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ysClr val="windowText" lastClr="000000"/>
              </a:solidFill>
            </a:endParaRPr>
          </a:p>
        </p:txBody>
      </p:sp>
      <p:sp>
        <p:nvSpPr>
          <p:cNvPr id="4" name="TextBox 3">
            <a:extLst>
              <a:ext uri="{FF2B5EF4-FFF2-40B4-BE49-F238E27FC236}">
                <a16:creationId xmlns:a16="http://schemas.microsoft.com/office/drawing/2014/main" id="{86044C20-9C46-0F4E-83AD-35FD1FF90AC5}"/>
              </a:ext>
            </a:extLst>
          </p:cNvPr>
          <p:cNvSpPr txBox="1"/>
          <p:nvPr/>
        </p:nvSpPr>
        <p:spPr>
          <a:xfrm>
            <a:off x="199744" y="755737"/>
            <a:ext cx="2237579" cy="276999"/>
          </a:xfrm>
          <a:prstGeom prst="rect">
            <a:avLst/>
          </a:prstGeom>
          <a:noFill/>
        </p:spPr>
        <p:txBody>
          <a:bodyPr wrap="square" rtlCol="0">
            <a:spAutoFit/>
          </a:bodyPr>
          <a:lstStyle/>
          <a:p>
            <a:r>
              <a:rPr lang="en-GB" sz="1200" b="1" dirty="0"/>
              <a:t>Objectives:</a:t>
            </a:r>
          </a:p>
        </p:txBody>
      </p:sp>
      <p:sp>
        <p:nvSpPr>
          <p:cNvPr id="5" name="TextBox 4">
            <a:extLst>
              <a:ext uri="{FF2B5EF4-FFF2-40B4-BE49-F238E27FC236}">
                <a16:creationId xmlns:a16="http://schemas.microsoft.com/office/drawing/2014/main" id="{057631D9-9C1D-D244-897C-3A316D324706}"/>
              </a:ext>
            </a:extLst>
          </p:cNvPr>
          <p:cNvSpPr txBox="1"/>
          <p:nvPr/>
        </p:nvSpPr>
        <p:spPr>
          <a:xfrm>
            <a:off x="671267" y="1054685"/>
            <a:ext cx="4486037" cy="646331"/>
          </a:xfrm>
          <a:prstGeom prst="rect">
            <a:avLst/>
          </a:prstGeom>
          <a:noFill/>
        </p:spPr>
        <p:txBody>
          <a:bodyPr wrap="square" rtlCol="0">
            <a:spAutoFit/>
          </a:bodyPr>
          <a:lstStyle/>
          <a:p>
            <a:pPr>
              <a:defRPr/>
            </a:pPr>
            <a:endParaRPr lang="en-GB" sz="1200" dirty="0"/>
          </a:p>
          <a:p>
            <a:pPr marL="342900" indent="-342900">
              <a:buFont typeface="+mj-lt"/>
              <a:buAutoNum type="arabicPeriod"/>
              <a:defRPr/>
            </a:pPr>
            <a:r>
              <a:rPr lang="en-GB" sz="1200" dirty="0"/>
              <a:t>Calculate using numbers in standard form.</a:t>
            </a:r>
          </a:p>
          <a:p>
            <a:pPr marL="342900" indent="-342900">
              <a:buFont typeface="+mj-lt"/>
              <a:buAutoNum type="arabicPeriod"/>
              <a:defRPr/>
            </a:pPr>
            <a:r>
              <a:rPr lang="en-GB" sz="1200" dirty="0"/>
              <a:t>Apply to problem solving questions.</a:t>
            </a:r>
          </a:p>
        </p:txBody>
      </p:sp>
      <p:sp>
        <p:nvSpPr>
          <p:cNvPr id="6" name="TextBox 5">
            <a:extLst>
              <a:ext uri="{FF2B5EF4-FFF2-40B4-BE49-F238E27FC236}">
                <a16:creationId xmlns:a16="http://schemas.microsoft.com/office/drawing/2014/main" id="{7C01C062-5E00-914C-A9B1-37354FD29F45}"/>
              </a:ext>
            </a:extLst>
          </p:cNvPr>
          <p:cNvSpPr txBox="1"/>
          <p:nvPr/>
        </p:nvSpPr>
        <p:spPr>
          <a:xfrm>
            <a:off x="720732" y="461219"/>
            <a:ext cx="5303177" cy="276999"/>
          </a:xfrm>
          <a:prstGeom prst="rect">
            <a:avLst/>
          </a:prstGeom>
          <a:noFill/>
          <a:ln>
            <a:solidFill>
              <a:schemeClr val="tx1"/>
            </a:solidFill>
          </a:ln>
        </p:spPr>
        <p:txBody>
          <a:bodyPr wrap="square" rtlCol="0">
            <a:spAutoFit/>
          </a:bodyPr>
          <a:lstStyle/>
          <a:p>
            <a:pPr algn="ctr"/>
            <a:r>
              <a:rPr lang="en-GB" sz="1200" b="1" dirty="0"/>
              <a:t>LEARNING OUTCOME: Perform four operations in standard form. </a:t>
            </a:r>
            <a:endParaRPr lang="en-GB" sz="1200" dirty="0"/>
          </a:p>
        </p:txBody>
      </p:sp>
      <p:sp>
        <p:nvSpPr>
          <p:cNvPr id="7" name="TextBox 6">
            <a:extLst>
              <a:ext uri="{FF2B5EF4-FFF2-40B4-BE49-F238E27FC236}">
                <a16:creationId xmlns:a16="http://schemas.microsoft.com/office/drawing/2014/main" id="{40A5AD3F-4AD9-1F43-9ADF-2E25B74660DD}"/>
              </a:ext>
            </a:extLst>
          </p:cNvPr>
          <p:cNvSpPr txBox="1"/>
          <p:nvPr/>
        </p:nvSpPr>
        <p:spPr>
          <a:xfrm>
            <a:off x="5100123" y="817421"/>
            <a:ext cx="1435501" cy="1061829"/>
          </a:xfrm>
          <a:prstGeom prst="rect">
            <a:avLst/>
          </a:prstGeom>
          <a:noFill/>
          <a:ln w="12700">
            <a:solidFill>
              <a:schemeClr val="tx1"/>
            </a:solidFill>
          </a:ln>
        </p:spPr>
        <p:txBody>
          <a:bodyPr wrap="square" rtlCol="0">
            <a:spAutoFit/>
          </a:bodyPr>
          <a:lstStyle/>
          <a:p>
            <a:r>
              <a:rPr lang="en-US" sz="1050" b="1" u="sng" dirty="0"/>
              <a:t>Keywords:</a:t>
            </a:r>
            <a:endParaRPr lang="en-US" sz="1050" dirty="0"/>
          </a:p>
          <a:p>
            <a:pPr marL="285750" indent="-285750">
              <a:buFont typeface=".AppleSystemUIFont" charset="-120"/>
              <a:buChar char="-"/>
            </a:pPr>
            <a:r>
              <a:rPr lang="en-US" sz="1050" dirty="0"/>
              <a:t>Standard form</a:t>
            </a:r>
          </a:p>
          <a:p>
            <a:pPr marL="285750" indent="-285750">
              <a:buFont typeface=".AppleSystemUIFont" charset="-120"/>
              <a:buChar char="-"/>
            </a:pPr>
            <a:r>
              <a:rPr lang="en-US" sz="1050" dirty="0"/>
              <a:t>Indices</a:t>
            </a:r>
          </a:p>
          <a:p>
            <a:pPr marL="285750" indent="-285750">
              <a:buFont typeface=".AppleSystemUIFont" charset="-120"/>
              <a:buChar char="-"/>
            </a:pPr>
            <a:r>
              <a:rPr lang="en-US" sz="1050" dirty="0"/>
              <a:t>Place value</a:t>
            </a:r>
          </a:p>
          <a:p>
            <a:pPr marL="285750" indent="-285750">
              <a:buFont typeface=".AppleSystemUIFont" charset="-120"/>
              <a:buChar char="-"/>
            </a:pPr>
            <a:r>
              <a:rPr lang="en-US" sz="1050" dirty="0"/>
              <a:t>Decimal point</a:t>
            </a:r>
          </a:p>
          <a:p>
            <a:pPr marL="285750" indent="-285750">
              <a:buFont typeface=".AppleSystemUIFont" charset="-120"/>
              <a:buChar char="-"/>
            </a:pPr>
            <a:r>
              <a:rPr lang="en-US" sz="1050" dirty="0"/>
              <a:t>Index Notation</a:t>
            </a:r>
          </a:p>
        </p:txBody>
      </p:sp>
      <p:sp>
        <p:nvSpPr>
          <p:cNvPr id="8" name="Rectangle 7">
            <a:extLst>
              <a:ext uri="{FF2B5EF4-FFF2-40B4-BE49-F238E27FC236}">
                <a16:creationId xmlns:a16="http://schemas.microsoft.com/office/drawing/2014/main" id="{979CA313-6694-9940-8AC6-81099F065D78}"/>
              </a:ext>
            </a:extLst>
          </p:cNvPr>
          <p:cNvSpPr/>
          <p:nvPr/>
        </p:nvSpPr>
        <p:spPr>
          <a:xfrm>
            <a:off x="0" y="-1"/>
            <a:ext cx="6858000" cy="282965"/>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Subtopic 8b – The Four Operations with Standard Form</a:t>
            </a:r>
            <a:endParaRPr lang="en-GB" b="1" dirty="0"/>
          </a:p>
        </p:txBody>
      </p:sp>
      <p:graphicFrame>
        <p:nvGraphicFramePr>
          <p:cNvPr id="62" name="Table 61">
            <a:extLst>
              <a:ext uri="{FF2B5EF4-FFF2-40B4-BE49-F238E27FC236}">
                <a16:creationId xmlns:a16="http://schemas.microsoft.com/office/drawing/2014/main" id="{F0B82048-9C63-974A-9D55-D79A2D36B71C}"/>
              </a:ext>
            </a:extLst>
          </p:cNvPr>
          <p:cNvGraphicFramePr>
            <a:graphicFrameLocks noGrp="1"/>
          </p:cNvGraphicFramePr>
          <p:nvPr/>
        </p:nvGraphicFramePr>
        <p:xfrm>
          <a:off x="1179805" y="3115893"/>
          <a:ext cx="4530430" cy="754380"/>
        </p:xfrm>
        <a:graphic>
          <a:graphicData uri="http://schemas.openxmlformats.org/drawingml/2006/table">
            <a:tbl>
              <a:tblPr/>
              <a:tblGrid>
                <a:gridCol w="2265215">
                  <a:extLst>
                    <a:ext uri="{9D8B030D-6E8A-4147-A177-3AD203B41FA5}">
                      <a16:colId xmlns:a16="http://schemas.microsoft.com/office/drawing/2014/main" val="3334771856"/>
                    </a:ext>
                  </a:extLst>
                </a:gridCol>
                <a:gridCol w="2265215">
                  <a:extLst>
                    <a:ext uri="{9D8B030D-6E8A-4147-A177-3AD203B41FA5}">
                      <a16:colId xmlns:a16="http://schemas.microsoft.com/office/drawing/2014/main" val="1719544582"/>
                    </a:ext>
                  </a:extLst>
                </a:gridCol>
              </a:tblGrid>
              <a:tr h="0">
                <a:tc>
                  <a:txBody>
                    <a:bodyPr/>
                    <a:lstStyle/>
                    <a:p>
                      <a:pPr algn="l"/>
                      <a:r>
                        <a:rPr lang="en-GB" sz="1050">
                          <a:solidFill>
                            <a:schemeClr val="bg1"/>
                          </a:solidFill>
                          <a:effectLst/>
                        </a:rPr>
                        <a:t>4</a:t>
                      </a:r>
                      <a:r>
                        <a:rPr lang="en-GB" sz="1050" baseline="30000">
                          <a:solidFill>
                            <a:schemeClr val="bg1"/>
                          </a:solidFill>
                          <a:effectLst/>
                        </a:rPr>
                        <a:t>6</a:t>
                      </a:r>
                      <a:r>
                        <a:rPr lang="en-GB" sz="1050">
                          <a:solidFill>
                            <a:schemeClr val="bg1"/>
                          </a:solidFill>
                          <a:effectLst/>
                        </a:rPr>
                        <a:t> = 4 × 4 × 4 × 4 × 4 × 4</a:t>
                      </a:r>
                    </a:p>
                  </a:txBody>
                  <a:tcPr marL="95250">
                    <a:lnL>
                      <a:noFill/>
                    </a:lnL>
                    <a:lnR>
                      <a:noFill/>
                    </a:lnR>
                    <a:lnT>
                      <a:noFill/>
                    </a:lnT>
                    <a:lnB>
                      <a:noFill/>
                    </a:lnB>
                    <a:noFill/>
                  </a:tcPr>
                </a:tc>
                <a:tc>
                  <a:txBody>
                    <a:bodyPr/>
                    <a:lstStyle/>
                    <a:p>
                      <a:pPr algn="l"/>
                      <a:r>
                        <a:rPr lang="en-GB" sz="1050">
                          <a:solidFill>
                            <a:schemeClr val="bg1"/>
                          </a:solidFill>
                          <a:effectLst/>
                        </a:rPr>
                        <a:t>six lots of 4 multiplied together</a:t>
                      </a:r>
                    </a:p>
                  </a:txBody>
                  <a:tcPr>
                    <a:lnL>
                      <a:noFill/>
                    </a:lnL>
                    <a:lnR>
                      <a:noFill/>
                    </a:lnR>
                    <a:lnT>
                      <a:noFill/>
                    </a:lnT>
                    <a:lnB>
                      <a:noFill/>
                    </a:lnB>
                    <a:noFill/>
                  </a:tcPr>
                </a:tc>
                <a:extLst>
                  <a:ext uri="{0D108BD9-81ED-4DB2-BD59-A6C34878D82A}">
                    <a16:rowId xmlns:a16="http://schemas.microsoft.com/office/drawing/2014/main" val="55284901"/>
                  </a:ext>
                </a:extLst>
              </a:tr>
              <a:tr h="0">
                <a:tc>
                  <a:txBody>
                    <a:bodyPr/>
                    <a:lstStyle/>
                    <a:p>
                      <a:pPr algn="l"/>
                      <a:r>
                        <a:rPr lang="en-GB" sz="1050" dirty="0">
                          <a:solidFill>
                            <a:schemeClr val="bg1"/>
                          </a:solidFill>
                          <a:effectLst/>
                        </a:rPr>
                        <a:t>6</a:t>
                      </a:r>
                      <a:r>
                        <a:rPr lang="en-GB" sz="1050" baseline="30000" dirty="0">
                          <a:solidFill>
                            <a:schemeClr val="bg1"/>
                          </a:solidFill>
                          <a:effectLst/>
                        </a:rPr>
                        <a:t>4</a:t>
                      </a:r>
                      <a:r>
                        <a:rPr lang="en-GB" sz="1050" dirty="0">
                          <a:solidFill>
                            <a:schemeClr val="bg1"/>
                          </a:solidFill>
                          <a:effectLst/>
                        </a:rPr>
                        <a:t> = 6 × 6 × 6 × 6</a:t>
                      </a:r>
                    </a:p>
                  </a:txBody>
                  <a:tcPr marL="95250">
                    <a:lnL>
                      <a:noFill/>
                    </a:lnL>
                    <a:lnR>
                      <a:noFill/>
                    </a:lnR>
                    <a:lnT>
                      <a:noFill/>
                    </a:lnT>
                    <a:lnB>
                      <a:noFill/>
                    </a:lnB>
                    <a:noFill/>
                  </a:tcPr>
                </a:tc>
                <a:tc>
                  <a:txBody>
                    <a:bodyPr/>
                    <a:lstStyle/>
                    <a:p>
                      <a:pPr algn="l"/>
                      <a:r>
                        <a:rPr lang="en-GB" sz="1050" dirty="0">
                          <a:solidFill>
                            <a:schemeClr val="bg1"/>
                          </a:solidFill>
                          <a:effectLst/>
                        </a:rPr>
                        <a:t>four lots of 6 multiplied together</a:t>
                      </a:r>
                    </a:p>
                  </a:txBody>
                  <a:tcPr>
                    <a:lnL>
                      <a:noFill/>
                    </a:lnL>
                    <a:lnR>
                      <a:noFill/>
                    </a:lnR>
                    <a:lnT>
                      <a:noFill/>
                    </a:lnT>
                    <a:lnB>
                      <a:noFill/>
                    </a:lnB>
                    <a:noFill/>
                  </a:tcPr>
                </a:tc>
                <a:extLst>
                  <a:ext uri="{0D108BD9-81ED-4DB2-BD59-A6C34878D82A}">
                    <a16:rowId xmlns:a16="http://schemas.microsoft.com/office/drawing/2014/main" val="2713990286"/>
                  </a:ext>
                </a:extLst>
              </a:tr>
              <a:tr h="0">
                <a:tc>
                  <a:txBody>
                    <a:bodyPr/>
                    <a:lstStyle/>
                    <a:p>
                      <a:pPr algn="l"/>
                      <a:r>
                        <a:rPr lang="en-GB" sz="1050" dirty="0">
                          <a:solidFill>
                            <a:schemeClr val="bg1"/>
                          </a:solidFill>
                          <a:effectLst/>
                        </a:rPr>
                        <a:t>7</a:t>
                      </a:r>
                      <a:r>
                        <a:rPr lang="en-GB" sz="1050" baseline="30000" dirty="0">
                          <a:solidFill>
                            <a:schemeClr val="bg1"/>
                          </a:solidFill>
                          <a:effectLst/>
                        </a:rPr>
                        <a:t>3</a:t>
                      </a:r>
                      <a:r>
                        <a:rPr lang="en-GB" sz="1050" dirty="0">
                          <a:solidFill>
                            <a:schemeClr val="bg1"/>
                          </a:solidFill>
                          <a:effectLst/>
                        </a:rPr>
                        <a:t> = 7 × 7 × 7</a:t>
                      </a:r>
                    </a:p>
                  </a:txBody>
                  <a:tcPr marL="95250">
                    <a:lnL>
                      <a:noFill/>
                    </a:lnL>
                    <a:lnR>
                      <a:noFill/>
                    </a:lnR>
                    <a:lnT>
                      <a:noFill/>
                    </a:lnT>
                    <a:lnB>
                      <a:noFill/>
                    </a:lnB>
                    <a:noFill/>
                  </a:tcPr>
                </a:tc>
                <a:tc>
                  <a:txBody>
                    <a:bodyPr/>
                    <a:lstStyle/>
                    <a:p>
                      <a:endParaRPr lang="en-GB" sz="1050" dirty="0">
                        <a:solidFill>
                          <a:schemeClr val="bg1"/>
                        </a:solidFill>
                        <a:effectLst/>
                      </a:endParaRPr>
                    </a:p>
                  </a:txBody>
                  <a:tcPr>
                    <a:lnL>
                      <a:noFill/>
                    </a:lnL>
                    <a:lnR>
                      <a:noFill/>
                    </a:lnR>
                    <a:lnT>
                      <a:noFill/>
                    </a:lnT>
                    <a:lnB>
                      <a:noFill/>
                    </a:lnB>
                    <a:noFill/>
                  </a:tcPr>
                </a:tc>
                <a:extLst>
                  <a:ext uri="{0D108BD9-81ED-4DB2-BD59-A6C34878D82A}">
                    <a16:rowId xmlns:a16="http://schemas.microsoft.com/office/drawing/2014/main" val="1998133532"/>
                  </a:ext>
                </a:extLst>
              </a:tr>
            </a:tbl>
          </a:graphicData>
        </a:graphic>
      </p:graphicFrame>
      <p:sp>
        <p:nvSpPr>
          <p:cNvPr id="69" name="TextBox 68">
            <a:extLst>
              <a:ext uri="{FF2B5EF4-FFF2-40B4-BE49-F238E27FC236}">
                <a16:creationId xmlns:a16="http://schemas.microsoft.com/office/drawing/2014/main" id="{AFBB0031-F803-BF40-8842-4F697FB321D4}"/>
              </a:ext>
            </a:extLst>
          </p:cNvPr>
          <p:cNvSpPr txBox="1"/>
          <p:nvPr/>
        </p:nvSpPr>
        <p:spPr>
          <a:xfrm>
            <a:off x="780370" y="4027264"/>
            <a:ext cx="5859051"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1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You can write a million as 1 000 000 = 10</a:t>
            </a:r>
            <a:r>
              <a:rPr kumimoji="0" lang="en-US" altLang="en-US" sz="1100" b="0" i="0" u="none" strike="noStrike" kern="1200" cap="none" spc="0" normalizeH="0" baseline="30000" noProof="0" dirty="0">
                <a:ln>
                  <a:noFill/>
                </a:ln>
                <a:solidFill>
                  <a:prstClr val="white"/>
                </a:solidFill>
                <a:effectLst/>
                <a:uLnTx/>
                <a:uFillTx/>
                <a:latin typeface="Calibri" panose="020F0502020204030204" pitchFamily="34" charset="0"/>
                <a:ea typeface="+mn-ea"/>
                <a:cs typeface="Calibri" panose="020F0502020204030204" pitchFamily="34" charset="0"/>
              </a:rPr>
              <a:t>6</a:t>
            </a:r>
            <a:r>
              <a:rPr kumimoji="0" lang="en-US" altLang="en-US" sz="11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A number multiplied by itself is the number ‘squared’. You need to know the square numbers (power 2) up to 15</a:t>
            </a:r>
            <a:r>
              <a:rPr kumimoji="0" lang="en-US" altLang="en-US" sz="1100" b="0" i="0" u="none" strike="noStrike" kern="1200" cap="none" spc="0" normalizeH="0" baseline="30000" noProof="0" dirty="0">
                <a:ln>
                  <a:noFill/>
                </a:ln>
                <a:solidFill>
                  <a:prstClr val="white"/>
                </a:solidFill>
                <a:effectLst/>
                <a:uLnTx/>
                <a:uFillTx/>
                <a:latin typeface="Calibri" panose="020F0502020204030204" pitchFamily="34" charset="0"/>
                <a:ea typeface="+mn-ea"/>
                <a:cs typeface="Calibri" panose="020F0502020204030204" pitchFamily="34" charset="0"/>
              </a:rPr>
              <a:t>2</a:t>
            </a:r>
            <a:r>
              <a:rPr kumimoji="0" lang="en-US" altLang="en-US" sz="11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 = 225. How many of them can you write down from memory? You will also find it helpful to know the cubes</a:t>
            </a:r>
            <a:r>
              <a:rPr kumimoji="0" lang="en-US" altLang="en-US" sz="1100" b="0" i="0" u="none" strike="noStrike" kern="1200" cap="none" spc="0" normalizeH="0" noProof="0" dirty="0">
                <a:ln>
                  <a:noFill/>
                </a:ln>
                <a:solidFill>
                  <a:prstClr val="white"/>
                </a:solidFill>
                <a:effectLst/>
                <a:uLnTx/>
                <a:uFillTx/>
                <a:latin typeface="Calibri" panose="020F0502020204030204" pitchFamily="34" charset="0"/>
                <a:ea typeface="+mn-ea"/>
                <a:cs typeface="Calibri" panose="020F0502020204030204" pitchFamily="34" charset="0"/>
              </a:rPr>
              <a:t> </a:t>
            </a:r>
            <a:r>
              <a:rPr kumimoji="0" lang="en-US" altLang="en-US" sz="11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numbers (power 3)</a:t>
            </a:r>
            <a:r>
              <a:rPr kumimoji="0" lang="en-US" altLang="en-US" sz="1100" b="0" i="0" u="none" strike="noStrike" kern="1200" cap="none" spc="0" normalizeH="0" noProof="0" dirty="0">
                <a:ln>
                  <a:noFill/>
                </a:ln>
                <a:solidFill>
                  <a:prstClr val="white"/>
                </a:solidFill>
                <a:effectLst/>
                <a:uLnTx/>
                <a:uFillTx/>
                <a:latin typeface="Calibri" panose="020F0502020204030204" pitchFamily="34" charset="0"/>
                <a:ea typeface="+mn-ea"/>
                <a:cs typeface="Calibri" panose="020F0502020204030204" pitchFamily="34" charset="0"/>
              </a:rPr>
              <a:t> up to 6</a:t>
            </a:r>
            <a:r>
              <a:rPr kumimoji="0" lang="en-US" altLang="en-US" sz="1100" b="0" i="0" u="none" strike="noStrike" kern="1200" cap="none" spc="0" normalizeH="0" baseline="30000" noProof="0" dirty="0">
                <a:ln>
                  <a:noFill/>
                </a:ln>
                <a:solidFill>
                  <a:prstClr val="white"/>
                </a:solidFill>
                <a:effectLst/>
                <a:uLnTx/>
                <a:uFillTx/>
                <a:latin typeface="Calibri" panose="020F0502020204030204" pitchFamily="34" charset="0"/>
                <a:ea typeface="+mn-ea"/>
                <a:cs typeface="Calibri" panose="020F0502020204030204" pitchFamily="34" charset="0"/>
              </a:rPr>
              <a:t>3 </a:t>
            </a:r>
            <a:r>
              <a:rPr kumimoji="0" lang="en-US" altLang="en-US" sz="1100" b="0" i="0" u="none" strike="noStrike" kern="1200" cap="none" spc="0" normalizeH="0" noProof="0" dirty="0">
                <a:ln>
                  <a:noFill/>
                </a:ln>
                <a:solidFill>
                  <a:prstClr val="white"/>
                </a:solidFill>
                <a:effectLst/>
                <a:uLnTx/>
                <a:uFillTx/>
                <a:latin typeface="Calibri" panose="020F0502020204030204" pitchFamily="34" charset="0"/>
                <a:ea typeface="+mn-ea"/>
                <a:cs typeface="Calibri" panose="020F0502020204030204" pitchFamily="34" charset="0"/>
              </a:rPr>
              <a:t>= 216</a:t>
            </a:r>
          </a:p>
        </p:txBody>
      </p:sp>
      <p:cxnSp>
        <p:nvCxnSpPr>
          <p:cNvPr id="72" name="Straight Connector 71">
            <a:extLst>
              <a:ext uri="{FF2B5EF4-FFF2-40B4-BE49-F238E27FC236}">
                <a16:creationId xmlns:a16="http://schemas.microsoft.com/office/drawing/2014/main" id="{FE7EDCC2-ABAA-434F-8C0E-6C3A1F76BAE7}"/>
              </a:ext>
            </a:extLst>
          </p:cNvPr>
          <p:cNvCxnSpPr/>
          <p:nvPr/>
        </p:nvCxnSpPr>
        <p:spPr>
          <a:xfrm flipV="1">
            <a:off x="962542" y="4492008"/>
            <a:ext cx="5541513" cy="2282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7" name="Rectangle 96"/>
          <p:cNvSpPr/>
          <p:nvPr/>
        </p:nvSpPr>
        <p:spPr>
          <a:xfrm>
            <a:off x="83336" y="2241196"/>
            <a:ext cx="6728829" cy="292004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98" name="Straight Connector 97"/>
          <p:cNvCxnSpPr/>
          <p:nvPr/>
        </p:nvCxnSpPr>
        <p:spPr>
          <a:xfrm>
            <a:off x="83336" y="3781192"/>
            <a:ext cx="6728829" cy="0"/>
          </a:xfrm>
          <a:prstGeom prst="line">
            <a:avLst/>
          </a:prstGeom>
        </p:spPr>
        <p:style>
          <a:lnRef idx="1">
            <a:schemeClr val="dk1"/>
          </a:lnRef>
          <a:fillRef idx="0">
            <a:schemeClr val="dk1"/>
          </a:fillRef>
          <a:effectRef idx="0">
            <a:schemeClr val="dk1"/>
          </a:effectRef>
          <a:fontRef idx="minor">
            <a:schemeClr val="tx1"/>
          </a:fontRef>
        </p:style>
      </p:cxnSp>
      <p:cxnSp>
        <p:nvCxnSpPr>
          <p:cNvPr id="105" name="Straight Connector 104"/>
          <p:cNvCxnSpPr>
            <a:cxnSpLocks/>
            <a:stCxn id="97" idx="2"/>
            <a:endCxn id="97" idx="0"/>
          </p:cNvCxnSpPr>
          <p:nvPr/>
        </p:nvCxnSpPr>
        <p:spPr>
          <a:xfrm flipV="1">
            <a:off x="3447751" y="2241196"/>
            <a:ext cx="0" cy="2920047"/>
          </a:xfrm>
          <a:prstGeom prst="line">
            <a:avLst/>
          </a:prstGeom>
        </p:spPr>
        <p:style>
          <a:lnRef idx="1">
            <a:schemeClr val="dk1"/>
          </a:lnRef>
          <a:fillRef idx="0">
            <a:schemeClr val="dk1"/>
          </a:fillRef>
          <a:effectRef idx="0">
            <a:schemeClr val="dk1"/>
          </a:effectRef>
          <a:fontRef idx="minor">
            <a:schemeClr val="tx1"/>
          </a:fontRef>
        </p:style>
      </p:cxnSp>
      <p:sp>
        <p:nvSpPr>
          <p:cNvPr id="106" name="TextBox 105"/>
          <p:cNvSpPr txBox="1"/>
          <p:nvPr/>
        </p:nvSpPr>
        <p:spPr>
          <a:xfrm>
            <a:off x="24106" y="2289204"/>
            <a:ext cx="800476" cy="276999"/>
          </a:xfrm>
          <a:prstGeom prst="rect">
            <a:avLst/>
          </a:prstGeom>
          <a:noFill/>
        </p:spPr>
        <p:txBody>
          <a:bodyPr wrap="none" rtlCol="0">
            <a:spAutoFit/>
          </a:bodyPr>
          <a:lstStyle/>
          <a:p>
            <a:r>
              <a:rPr lang="en-US" sz="1200" dirty="0"/>
              <a:t>Definition</a:t>
            </a:r>
          </a:p>
        </p:txBody>
      </p:sp>
      <p:sp>
        <p:nvSpPr>
          <p:cNvPr id="107" name="TextBox 106"/>
          <p:cNvSpPr txBox="1"/>
          <p:nvPr/>
        </p:nvSpPr>
        <p:spPr>
          <a:xfrm>
            <a:off x="5773763" y="2273313"/>
            <a:ext cx="1096647" cy="276999"/>
          </a:xfrm>
          <a:prstGeom prst="rect">
            <a:avLst/>
          </a:prstGeom>
          <a:noFill/>
        </p:spPr>
        <p:txBody>
          <a:bodyPr wrap="none" rtlCol="0">
            <a:spAutoFit/>
          </a:bodyPr>
          <a:lstStyle/>
          <a:p>
            <a:r>
              <a:rPr lang="en-US" sz="1200" dirty="0"/>
              <a:t>Characteristics</a:t>
            </a:r>
            <a:endParaRPr lang="en-GB" sz="1200" dirty="0"/>
          </a:p>
        </p:txBody>
      </p:sp>
      <p:sp>
        <p:nvSpPr>
          <p:cNvPr id="108" name="TextBox 107"/>
          <p:cNvSpPr txBox="1"/>
          <p:nvPr/>
        </p:nvSpPr>
        <p:spPr>
          <a:xfrm>
            <a:off x="29648" y="3870819"/>
            <a:ext cx="775020" cy="276999"/>
          </a:xfrm>
          <a:prstGeom prst="rect">
            <a:avLst/>
          </a:prstGeom>
          <a:noFill/>
        </p:spPr>
        <p:txBody>
          <a:bodyPr wrap="none" rtlCol="0">
            <a:spAutoFit/>
          </a:bodyPr>
          <a:lstStyle/>
          <a:p>
            <a:r>
              <a:rPr lang="en-US" sz="1200" dirty="0"/>
              <a:t>Examples</a:t>
            </a:r>
            <a:endParaRPr lang="en-GB" sz="1200" dirty="0"/>
          </a:p>
        </p:txBody>
      </p:sp>
      <p:sp>
        <p:nvSpPr>
          <p:cNvPr id="109" name="TextBox 108"/>
          <p:cNvSpPr txBox="1"/>
          <p:nvPr/>
        </p:nvSpPr>
        <p:spPr>
          <a:xfrm>
            <a:off x="5734025" y="3859004"/>
            <a:ext cx="1153329" cy="276999"/>
          </a:xfrm>
          <a:prstGeom prst="rect">
            <a:avLst/>
          </a:prstGeom>
          <a:noFill/>
        </p:spPr>
        <p:txBody>
          <a:bodyPr wrap="none" rtlCol="0">
            <a:spAutoFit/>
          </a:bodyPr>
          <a:lstStyle/>
          <a:p>
            <a:r>
              <a:rPr lang="en-US" sz="1200" dirty="0"/>
              <a:t>Non - Examples</a:t>
            </a:r>
            <a:endParaRPr lang="en-GB" sz="1200" dirty="0"/>
          </a:p>
        </p:txBody>
      </p:sp>
      <p:sp>
        <p:nvSpPr>
          <p:cNvPr id="110" name="TextBox 109"/>
          <p:cNvSpPr txBox="1"/>
          <p:nvPr/>
        </p:nvSpPr>
        <p:spPr>
          <a:xfrm>
            <a:off x="2655546" y="3605831"/>
            <a:ext cx="1570173" cy="369332"/>
          </a:xfrm>
          <a:prstGeom prst="rect">
            <a:avLst/>
          </a:prstGeom>
          <a:solidFill>
            <a:schemeClr val="bg1"/>
          </a:solidFill>
          <a:ln>
            <a:solidFill>
              <a:schemeClr val="tx1"/>
            </a:solidFill>
          </a:ln>
        </p:spPr>
        <p:txBody>
          <a:bodyPr wrap="none" rtlCol="0">
            <a:spAutoFit/>
          </a:bodyPr>
          <a:lstStyle/>
          <a:p>
            <a:r>
              <a:rPr lang="en-US" dirty="0"/>
              <a:t>Standard Form</a:t>
            </a:r>
            <a:endParaRPr lang="en-GB" dirty="0"/>
          </a:p>
        </p:txBody>
      </p:sp>
      <mc:AlternateContent xmlns:mc="http://schemas.openxmlformats.org/markup-compatibility/2006" xmlns:a14="http://schemas.microsoft.com/office/drawing/2010/main">
        <mc:Choice Requires="a14">
          <p:sp>
            <p:nvSpPr>
              <p:cNvPr id="111" name="TextBox 110"/>
              <p:cNvSpPr txBox="1"/>
              <p:nvPr/>
            </p:nvSpPr>
            <p:spPr>
              <a:xfrm>
                <a:off x="55723" y="4132365"/>
                <a:ext cx="3437973" cy="707886"/>
              </a:xfrm>
              <a:prstGeom prst="rect">
                <a:avLst/>
              </a:prstGeom>
              <a:noFill/>
            </p:spPr>
            <p:txBody>
              <a:bodyPr wrap="square" rtlCol="0">
                <a:spAutoFit/>
              </a:bodyPr>
              <a:lstStyle/>
              <a:p>
                <a:pPr marL="171450" indent="-171450">
                  <a:buFont typeface="Arial" panose="020B0604020202020204" pitchFamily="34" charset="0"/>
                  <a:buChar char="•"/>
                </a:pPr>
                <a14:m>
                  <m:oMath xmlns:m="http://schemas.openxmlformats.org/officeDocument/2006/math">
                    <m:r>
                      <a:rPr lang="en-US" sz="1000" b="0" i="1" dirty="0" smtClean="0">
                        <a:latin typeface="Cambria Math" panose="02040503050406030204" pitchFamily="18" charset="0"/>
                      </a:rPr>
                      <m:t>3.6×</m:t>
                    </m:r>
                    <m:sSup>
                      <m:sSupPr>
                        <m:ctrlPr>
                          <a:rPr lang="en-US" sz="1000" b="0" i="1" dirty="0" smtClean="0">
                            <a:latin typeface="Cambria Math" panose="02040503050406030204" pitchFamily="18" charset="0"/>
                          </a:rPr>
                        </m:ctrlPr>
                      </m:sSupPr>
                      <m:e>
                        <m:r>
                          <a:rPr lang="en-US" sz="1000" b="0" i="1" dirty="0" smtClean="0">
                            <a:latin typeface="Cambria Math" panose="02040503050406030204" pitchFamily="18" charset="0"/>
                          </a:rPr>
                          <m:t>10</m:t>
                        </m:r>
                      </m:e>
                      <m:sup>
                        <m:r>
                          <a:rPr lang="en-US" sz="1000" b="0" i="1" dirty="0" smtClean="0">
                            <a:latin typeface="Cambria Math" panose="02040503050406030204" pitchFamily="18" charset="0"/>
                          </a:rPr>
                          <m:t>4</m:t>
                        </m:r>
                      </m:sup>
                    </m:sSup>
                  </m:oMath>
                </a14:m>
                <a:r>
                  <a:rPr lang="en-US" sz="1000" b="0" i="1" dirty="0"/>
                  <a:t> </a:t>
                </a:r>
                <a:r>
                  <a:rPr lang="en-US" sz="1000" dirty="0"/>
                  <a:t>is an example of standard form, this number is 36000</a:t>
                </a:r>
              </a:p>
              <a:p>
                <a:pPr marL="171450" indent="-171450">
                  <a:buFont typeface="Arial" panose="020B0604020202020204" pitchFamily="34" charset="0"/>
                  <a:buChar char="•"/>
                </a:pPr>
                <a14:m>
                  <m:oMath xmlns:m="http://schemas.openxmlformats.org/officeDocument/2006/math">
                    <m:r>
                      <a:rPr lang="en-US" sz="1000" b="0" i="1" smtClean="0">
                        <a:latin typeface="Cambria Math" panose="02040503050406030204" pitchFamily="18" charset="0"/>
                      </a:rPr>
                      <m:t>7.5×</m:t>
                    </m:r>
                    <m:sSup>
                      <m:sSupPr>
                        <m:ctrlPr>
                          <a:rPr lang="en-US" sz="1000" b="0" i="1" smtClean="0">
                            <a:latin typeface="Cambria Math" panose="02040503050406030204" pitchFamily="18" charset="0"/>
                          </a:rPr>
                        </m:ctrlPr>
                      </m:sSupPr>
                      <m:e>
                        <m:r>
                          <a:rPr lang="en-US" sz="1000" b="0" i="1" smtClean="0">
                            <a:latin typeface="Cambria Math" panose="02040503050406030204" pitchFamily="18" charset="0"/>
                          </a:rPr>
                          <m:t>10</m:t>
                        </m:r>
                      </m:e>
                      <m:sup>
                        <m:r>
                          <a:rPr lang="en-US" sz="1000" b="0" i="1" smtClean="0">
                            <a:latin typeface="Cambria Math" panose="02040503050406030204" pitchFamily="18" charset="0"/>
                          </a:rPr>
                          <m:t>−2</m:t>
                        </m:r>
                      </m:sup>
                    </m:sSup>
                  </m:oMath>
                </a14:m>
                <a:r>
                  <a:rPr lang="en-US" sz="1000" b="0" i="1" dirty="0"/>
                  <a:t> </a:t>
                </a:r>
                <a:r>
                  <a:rPr lang="en-US" sz="1000" b="0" dirty="0"/>
                  <a:t>is an example of standard form, this number is the 0.075</a:t>
                </a:r>
                <a:endParaRPr lang="en-US" sz="1000" b="0" i="1" dirty="0"/>
              </a:p>
            </p:txBody>
          </p:sp>
        </mc:Choice>
        <mc:Fallback xmlns="">
          <p:sp>
            <p:nvSpPr>
              <p:cNvPr id="111" name="TextBox 110"/>
              <p:cNvSpPr txBox="1">
                <a:spLocks noRot="1" noChangeAspect="1" noMove="1" noResize="1" noEditPoints="1" noAdjustHandles="1" noChangeArrowheads="1" noChangeShapeType="1" noTextEdit="1"/>
              </p:cNvSpPr>
              <p:nvPr/>
            </p:nvSpPr>
            <p:spPr>
              <a:xfrm>
                <a:off x="55723" y="4132365"/>
                <a:ext cx="3437973" cy="707886"/>
              </a:xfrm>
              <a:prstGeom prst="rect">
                <a:avLst/>
              </a:prstGeom>
              <a:blipFill>
                <a:blip r:embed="rId2"/>
                <a:stretch>
                  <a:fillRect b="-431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2" name="TextBox 111"/>
              <p:cNvSpPr txBox="1"/>
              <p:nvPr/>
            </p:nvSpPr>
            <p:spPr>
              <a:xfrm>
                <a:off x="3521859" y="4112097"/>
                <a:ext cx="3233709" cy="707886"/>
              </a:xfrm>
              <a:prstGeom prst="rect">
                <a:avLst/>
              </a:prstGeom>
              <a:noFill/>
            </p:spPr>
            <p:txBody>
              <a:bodyPr wrap="square" rtlCol="0">
                <a:spAutoFit/>
              </a:bodyPr>
              <a:lstStyle/>
              <a:p>
                <a:pPr marL="171450" indent="-171450">
                  <a:buFont typeface="Arial" panose="020B0604020202020204" pitchFamily="34" charset="0"/>
                  <a:buChar char="•"/>
                </a:pPr>
                <a14:m>
                  <m:oMath xmlns:m="http://schemas.openxmlformats.org/officeDocument/2006/math">
                    <m:r>
                      <a:rPr lang="en-US" sz="1000" b="0" i="1" smtClean="0">
                        <a:latin typeface="Cambria Math" panose="02040503050406030204" pitchFamily="18" charset="0"/>
                      </a:rPr>
                      <m:t>56.7×</m:t>
                    </m:r>
                    <m:sSup>
                      <m:sSupPr>
                        <m:ctrlPr>
                          <a:rPr lang="en-US" sz="1000" b="0" i="1" smtClean="0">
                            <a:latin typeface="Cambria Math" panose="02040503050406030204" pitchFamily="18" charset="0"/>
                          </a:rPr>
                        </m:ctrlPr>
                      </m:sSupPr>
                      <m:e>
                        <m:r>
                          <a:rPr lang="en-US" sz="1000" b="0" i="1" smtClean="0">
                            <a:latin typeface="Cambria Math" panose="02040503050406030204" pitchFamily="18" charset="0"/>
                          </a:rPr>
                          <m:t>10</m:t>
                        </m:r>
                      </m:e>
                      <m:sup>
                        <m:r>
                          <a:rPr lang="en-US" sz="1000" b="0" i="1" smtClean="0">
                            <a:latin typeface="Cambria Math" panose="02040503050406030204" pitchFamily="18" charset="0"/>
                          </a:rPr>
                          <m:t>4</m:t>
                        </m:r>
                      </m:sup>
                    </m:sSup>
                  </m:oMath>
                </a14:m>
                <a:r>
                  <a:rPr lang="en-US" sz="1000" dirty="0"/>
                  <a:t> is a none example as the first number is not between 1 and 10</a:t>
                </a:r>
              </a:p>
              <a:p>
                <a:pPr marL="171450" indent="-171450">
                  <a:buFont typeface="Arial" panose="020B0604020202020204" pitchFamily="34" charset="0"/>
                  <a:buChar char="•"/>
                </a:pPr>
                <a14:m>
                  <m:oMath xmlns:m="http://schemas.openxmlformats.org/officeDocument/2006/math">
                    <m:r>
                      <a:rPr lang="en-US" sz="1000" b="0" i="1" smtClean="0">
                        <a:latin typeface="Cambria Math" panose="02040503050406030204" pitchFamily="18" charset="0"/>
                      </a:rPr>
                      <m:t>3.5÷</m:t>
                    </m:r>
                    <m:sSup>
                      <m:sSupPr>
                        <m:ctrlPr>
                          <a:rPr lang="en-US" sz="1000" b="0" i="1" smtClean="0">
                            <a:latin typeface="Cambria Math" panose="02040503050406030204" pitchFamily="18" charset="0"/>
                          </a:rPr>
                        </m:ctrlPr>
                      </m:sSupPr>
                      <m:e>
                        <m:r>
                          <a:rPr lang="en-US" sz="1000" b="0" i="1" smtClean="0">
                            <a:latin typeface="Cambria Math" panose="02040503050406030204" pitchFamily="18" charset="0"/>
                          </a:rPr>
                          <m:t>10</m:t>
                        </m:r>
                      </m:e>
                      <m:sup>
                        <m:r>
                          <a:rPr lang="en-US" sz="1000" b="0" i="1" smtClean="0">
                            <a:latin typeface="Cambria Math" panose="02040503050406030204" pitchFamily="18" charset="0"/>
                          </a:rPr>
                          <m:t>−2</m:t>
                        </m:r>
                      </m:sup>
                    </m:sSup>
                  </m:oMath>
                </a14:m>
                <a:r>
                  <a:rPr lang="en-US" sz="1000" dirty="0"/>
                  <a:t> is a none example as we always multiply by the factor of 10.</a:t>
                </a:r>
              </a:p>
            </p:txBody>
          </p:sp>
        </mc:Choice>
        <mc:Fallback xmlns="">
          <p:sp>
            <p:nvSpPr>
              <p:cNvPr id="112" name="TextBox 111"/>
              <p:cNvSpPr txBox="1">
                <a:spLocks noRot="1" noChangeAspect="1" noMove="1" noResize="1" noEditPoints="1" noAdjustHandles="1" noChangeArrowheads="1" noChangeShapeType="1" noTextEdit="1"/>
              </p:cNvSpPr>
              <p:nvPr/>
            </p:nvSpPr>
            <p:spPr>
              <a:xfrm>
                <a:off x="3521859" y="4112097"/>
                <a:ext cx="3233709" cy="707886"/>
              </a:xfrm>
              <a:prstGeom prst="rect">
                <a:avLst/>
              </a:prstGeom>
              <a:blipFill>
                <a:blip r:embed="rId3"/>
                <a:stretch>
                  <a:fillRect b="-431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3" name="TextBox 112"/>
              <p:cNvSpPr txBox="1"/>
              <p:nvPr/>
            </p:nvSpPr>
            <p:spPr>
              <a:xfrm>
                <a:off x="54951" y="2573449"/>
                <a:ext cx="3339208" cy="1200329"/>
              </a:xfrm>
              <a:prstGeom prst="rect">
                <a:avLst/>
              </a:prstGeom>
              <a:noFill/>
            </p:spPr>
            <p:txBody>
              <a:bodyPr wrap="square" rtlCol="0">
                <a:spAutoFit/>
              </a:bodyPr>
              <a:lstStyle/>
              <a:p>
                <a:pPr marL="171450" indent="-171450">
                  <a:buFont typeface="Arial" panose="020B0604020202020204" pitchFamily="34" charset="0"/>
                  <a:buChar char="•"/>
                </a:pPr>
                <a:r>
                  <a:rPr lang="en-US" sz="1200" dirty="0"/>
                  <a:t>Standard form is the way to represent very large of very small numbers. It is used in science to show size of cells or distances in space</a:t>
                </a:r>
              </a:p>
              <a:p>
                <a:pPr marL="171450" indent="-171450">
                  <a:buFont typeface="Arial" panose="020B0604020202020204" pitchFamily="34" charset="0"/>
                  <a:buChar char="•"/>
                </a:pPr>
                <a:r>
                  <a:rPr lang="en-US" sz="1200" dirty="0"/>
                  <a:t>Written in the form </a:t>
                </a:r>
                <a14:m>
                  <m:oMath xmlns:m="http://schemas.openxmlformats.org/officeDocument/2006/math">
                    <m:r>
                      <a:rPr lang="en-US" sz="1200" b="0" i="1" smtClean="0">
                        <a:latin typeface="Cambria Math" panose="02040503050406030204" pitchFamily="18" charset="0"/>
                      </a:rPr>
                      <m:t>𝐴</m:t>
                    </m:r>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10</m:t>
                        </m:r>
                      </m:e>
                      <m:sup>
                        <m:r>
                          <a:rPr lang="en-US" sz="1200" b="0" i="1" smtClean="0">
                            <a:latin typeface="Cambria Math" panose="02040503050406030204" pitchFamily="18" charset="0"/>
                          </a:rPr>
                          <m:t>𝑛</m:t>
                        </m:r>
                      </m:sup>
                    </m:sSup>
                  </m:oMath>
                </a14:m>
                <a:r>
                  <a:rPr lang="en-GB" sz="1200" dirty="0"/>
                  <a:t>, where A is a number between 1 and 10, and n is a positive or negative integer</a:t>
                </a:r>
              </a:p>
            </p:txBody>
          </p:sp>
        </mc:Choice>
        <mc:Fallback xmlns="">
          <p:sp>
            <p:nvSpPr>
              <p:cNvPr id="113" name="TextBox 112"/>
              <p:cNvSpPr txBox="1">
                <a:spLocks noRot="1" noChangeAspect="1" noMove="1" noResize="1" noEditPoints="1" noAdjustHandles="1" noChangeArrowheads="1" noChangeShapeType="1" noTextEdit="1"/>
              </p:cNvSpPr>
              <p:nvPr/>
            </p:nvSpPr>
            <p:spPr>
              <a:xfrm>
                <a:off x="54951" y="2573449"/>
                <a:ext cx="3339208" cy="1200329"/>
              </a:xfrm>
              <a:prstGeom prst="rect">
                <a:avLst/>
              </a:prstGeom>
              <a:blipFill>
                <a:blip r:embed="rId4"/>
                <a:stretch>
                  <a:fillRect r="-1095" b="-3046"/>
                </a:stretch>
              </a:blipFill>
            </p:spPr>
            <p:txBody>
              <a:bodyPr/>
              <a:lstStyle/>
              <a:p>
                <a:r>
                  <a:rPr lang="en-GB">
                    <a:noFill/>
                  </a:rPr>
                  <a:t> </a:t>
                </a:r>
              </a:p>
            </p:txBody>
          </p:sp>
        </mc:Fallback>
      </mc:AlternateContent>
      <p:sp>
        <p:nvSpPr>
          <p:cNvPr id="114" name="TextBox 113"/>
          <p:cNvSpPr txBox="1"/>
          <p:nvPr/>
        </p:nvSpPr>
        <p:spPr>
          <a:xfrm>
            <a:off x="3396257" y="2454316"/>
            <a:ext cx="3459844" cy="1200329"/>
          </a:xfrm>
          <a:prstGeom prst="rect">
            <a:avLst/>
          </a:prstGeom>
          <a:noFill/>
        </p:spPr>
        <p:txBody>
          <a:bodyPr wrap="square" rtlCol="0">
            <a:spAutoFit/>
          </a:bodyPr>
          <a:lstStyle/>
          <a:p>
            <a:pPr marL="171450" indent="-171450">
              <a:buFont typeface="Arial" panose="020B0604020202020204" pitchFamily="34" charset="0"/>
              <a:buChar char="•"/>
            </a:pPr>
            <a:r>
              <a:rPr lang="en-US" sz="1200" dirty="0"/>
              <a:t>Standard form is written with the first number being a number between 1 and 10. This can be a decimal</a:t>
            </a:r>
          </a:p>
          <a:p>
            <a:pPr marL="171450" indent="-171450">
              <a:buFont typeface="Arial" panose="020B0604020202020204" pitchFamily="34" charset="0"/>
              <a:buChar char="•"/>
            </a:pPr>
            <a:r>
              <a:rPr lang="en-US" sz="1200" dirty="0"/>
              <a:t>We then multiply it by a power of 10, either positive or negative. Positive powers represent large numbers, negative powers represent small</a:t>
            </a:r>
            <a:endParaRPr lang="en-GB" sz="1200" dirty="0"/>
          </a:p>
        </p:txBody>
      </p:sp>
      <p:sp>
        <p:nvSpPr>
          <p:cNvPr id="14" name="TextBox 13">
            <a:extLst>
              <a:ext uri="{FF2B5EF4-FFF2-40B4-BE49-F238E27FC236}">
                <a16:creationId xmlns:a16="http://schemas.microsoft.com/office/drawing/2014/main" id="{7FD4F3EE-37FC-7D5A-AD59-349B46DA2204}"/>
              </a:ext>
            </a:extLst>
          </p:cNvPr>
          <p:cNvSpPr txBox="1"/>
          <p:nvPr/>
        </p:nvSpPr>
        <p:spPr>
          <a:xfrm>
            <a:off x="54951" y="5321630"/>
            <a:ext cx="1973745" cy="307777"/>
          </a:xfrm>
          <a:prstGeom prst="rect">
            <a:avLst/>
          </a:prstGeom>
          <a:solidFill>
            <a:schemeClr val="accent1">
              <a:lumMod val="75000"/>
            </a:schemeClr>
          </a:solidFill>
        </p:spPr>
        <p:txBody>
          <a:bodyPr wrap="none" lIns="91440" tIns="45720" rIns="91440" bIns="4572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prstClr val="white"/>
                </a:solidFill>
                <a:effectLst/>
                <a:uLnTx/>
                <a:uFillTx/>
                <a:latin typeface="Calibri" panose="020F0502020204030204"/>
                <a:ea typeface="+mn-ea"/>
                <a:cs typeface="+mn-cs"/>
              </a:rPr>
              <a:t>Adding and Subtracting</a:t>
            </a:r>
          </a:p>
        </p:txBody>
      </p: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D09A0A6C-12F9-74BD-03BA-42D378733608}"/>
                  </a:ext>
                </a:extLst>
              </p:cNvPr>
              <p:cNvSpPr/>
              <p:nvPr/>
            </p:nvSpPr>
            <p:spPr>
              <a:xfrm>
                <a:off x="3527716" y="5867695"/>
                <a:ext cx="3429000" cy="276999"/>
              </a:xfrm>
              <a:prstGeom prst="rect">
                <a:avLst/>
              </a:prstGeom>
            </p:spPr>
            <p:txBody>
              <a:bodyPr>
                <a:spAutoFit/>
              </a:bodyPr>
              <a:lstStyle/>
              <a:p>
                <a:r>
                  <a:rPr lang="en-US" sz="1200" dirty="0">
                    <a:solidFill>
                      <a:schemeClr val="bg1"/>
                    </a:solidFill>
                  </a:rPr>
                  <a:t>Calculate </a:t>
                </a:r>
                <a14:m>
                  <m:oMath xmlns:m="http://schemas.openxmlformats.org/officeDocument/2006/math">
                    <m:d>
                      <m:dPr>
                        <m:ctrlPr>
                          <a:rPr lang="en-US" sz="1200" i="1">
                            <a:solidFill>
                              <a:schemeClr val="bg1"/>
                            </a:solidFill>
                            <a:latin typeface="Cambria Math" panose="02040503050406030204" pitchFamily="18" charset="0"/>
                          </a:rPr>
                        </m:ctrlPr>
                      </m:dPr>
                      <m:e>
                        <m:r>
                          <a:rPr lang="en-US" sz="1200" i="1">
                            <a:solidFill>
                              <a:schemeClr val="bg1"/>
                            </a:solidFill>
                            <a:latin typeface="Cambria Math" panose="02040503050406030204" pitchFamily="18" charset="0"/>
                          </a:rPr>
                          <m:t>2×</m:t>
                        </m:r>
                        <m:sSup>
                          <m:sSupPr>
                            <m:ctrlPr>
                              <a:rPr lang="en-US" sz="1200" i="1">
                                <a:solidFill>
                                  <a:schemeClr val="bg1"/>
                                </a:solidFill>
                                <a:latin typeface="Cambria Math" panose="02040503050406030204" pitchFamily="18" charset="0"/>
                              </a:rPr>
                            </m:ctrlPr>
                          </m:sSupPr>
                          <m:e>
                            <m:r>
                              <a:rPr lang="en-US" sz="1200" i="1">
                                <a:solidFill>
                                  <a:schemeClr val="bg1"/>
                                </a:solidFill>
                                <a:latin typeface="Cambria Math" panose="02040503050406030204" pitchFamily="18" charset="0"/>
                              </a:rPr>
                              <m:t>10</m:t>
                            </m:r>
                          </m:e>
                          <m:sup>
                            <m:r>
                              <a:rPr lang="en-US" sz="1200" b="0" i="1" smtClean="0">
                                <a:solidFill>
                                  <a:schemeClr val="bg1"/>
                                </a:solidFill>
                                <a:latin typeface="Cambria Math" panose="02040503050406030204" pitchFamily="18" charset="0"/>
                              </a:rPr>
                              <m:t>6</m:t>
                            </m:r>
                          </m:sup>
                        </m:sSup>
                      </m:e>
                    </m:d>
                    <m:r>
                      <a:rPr lang="en-US" sz="1200" b="0" i="1" smtClean="0">
                        <a:solidFill>
                          <a:schemeClr val="bg1"/>
                        </a:solidFill>
                        <a:latin typeface="Cambria Math" panose="02040503050406030204" pitchFamily="18" charset="0"/>
                      </a:rPr>
                      <m:t>−</m:t>
                    </m:r>
                    <m:r>
                      <a:rPr lang="en-US" sz="1200" i="1">
                        <a:solidFill>
                          <a:schemeClr val="bg1"/>
                        </a:solidFill>
                        <a:latin typeface="Cambria Math" panose="02040503050406030204" pitchFamily="18" charset="0"/>
                      </a:rPr>
                      <m:t>(</m:t>
                    </m:r>
                    <m:r>
                      <a:rPr lang="en-US" sz="1200" b="0" i="1" smtClean="0">
                        <a:solidFill>
                          <a:schemeClr val="bg1"/>
                        </a:solidFill>
                        <a:latin typeface="Cambria Math" panose="02040503050406030204" pitchFamily="18" charset="0"/>
                      </a:rPr>
                      <m:t>8</m:t>
                    </m:r>
                    <m:r>
                      <a:rPr lang="en-US" sz="1200" i="1">
                        <a:solidFill>
                          <a:schemeClr val="bg1"/>
                        </a:solidFill>
                        <a:latin typeface="Cambria Math" panose="02040503050406030204" pitchFamily="18" charset="0"/>
                      </a:rPr>
                      <m:t>×</m:t>
                    </m:r>
                    <m:sSup>
                      <m:sSupPr>
                        <m:ctrlPr>
                          <a:rPr lang="en-US" sz="1200" i="1">
                            <a:solidFill>
                              <a:schemeClr val="bg1"/>
                            </a:solidFill>
                            <a:latin typeface="Cambria Math" panose="02040503050406030204" pitchFamily="18" charset="0"/>
                          </a:rPr>
                        </m:ctrlPr>
                      </m:sSupPr>
                      <m:e>
                        <m:r>
                          <a:rPr lang="en-US" sz="1200" i="1">
                            <a:solidFill>
                              <a:schemeClr val="bg1"/>
                            </a:solidFill>
                            <a:latin typeface="Cambria Math" panose="02040503050406030204" pitchFamily="18" charset="0"/>
                          </a:rPr>
                          <m:t>10</m:t>
                        </m:r>
                      </m:e>
                      <m:sup>
                        <m:r>
                          <a:rPr lang="en-US" sz="1200" b="0" i="1" smtClean="0">
                            <a:solidFill>
                              <a:schemeClr val="bg1"/>
                            </a:solidFill>
                            <a:latin typeface="Cambria Math" panose="02040503050406030204" pitchFamily="18" charset="0"/>
                          </a:rPr>
                          <m:t>5</m:t>
                        </m:r>
                      </m:sup>
                    </m:sSup>
                    <m:r>
                      <a:rPr lang="en-US" sz="1200" i="1">
                        <a:solidFill>
                          <a:schemeClr val="bg1"/>
                        </a:solidFill>
                        <a:latin typeface="Cambria Math" panose="02040503050406030204" pitchFamily="18" charset="0"/>
                      </a:rPr>
                      <m:t>)</m:t>
                    </m:r>
                  </m:oMath>
                </a14:m>
                <a:endParaRPr lang="en-GB" sz="1200" dirty="0">
                  <a:solidFill>
                    <a:schemeClr val="bg1"/>
                  </a:solidFill>
                </a:endParaRPr>
              </a:p>
            </p:txBody>
          </p:sp>
        </mc:Choice>
        <mc:Fallback xmlns="">
          <p:sp>
            <p:nvSpPr>
              <p:cNvPr id="15" name="Rectangle 14">
                <a:extLst>
                  <a:ext uri="{FF2B5EF4-FFF2-40B4-BE49-F238E27FC236}">
                    <a16:creationId xmlns:a16="http://schemas.microsoft.com/office/drawing/2014/main" id="{D09A0A6C-12F9-74BD-03BA-42D378733608}"/>
                  </a:ext>
                </a:extLst>
              </p:cNvPr>
              <p:cNvSpPr>
                <a:spLocks noRot="1" noChangeAspect="1" noMove="1" noResize="1" noEditPoints="1" noAdjustHandles="1" noChangeArrowheads="1" noChangeShapeType="1" noTextEdit="1"/>
              </p:cNvSpPr>
              <p:nvPr/>
            </p:nvSpPr>
            <p:spPr>
              <a:xfrm>
                <a:off x="3527716" y="5867695"/>
                <a:ext cx="3429000" cy="276999"/>
              </a:xfrm>
              <a:prstGeom prst="rect">
                <a:avLst/>
              </a:prstGeom>
              <a:blipFill>
                <a:blip r:embed="rId5"/>
                <a:stretch>
                  <a:fillRect l="-178" b="-20000"/>
                </a:stretch>
              </a:blipFill>
            </p:spPr>
            <p:txBody>
              <a:bodyPr/>
              <a:lstStyle/>
              <a:p>
                <a:r>
                  <a:rPr lang="en-GB">
                    <a:noFill/>
                  </a:rPr>
                  <a:t> </a:t>
                </a:r>
              </a:p>
            </p:txBody>
          </p:sp>
        </mc:Fallback>
      </mc:AlternateContent>
      <p:sp>
        <p:nvSpPr>
          <p:cNvPr id="16" name="TextBox 15">
            <a:extLst>
              <a:ext uri="{FF2B5EF4-FFF2-40B4-BE49-F238E27FC236}">
                <a16:creationId xmlns:a16="http://schemas.microsoft.com/office/drawing/2014/main" id="{2CA7FBB7-68D4-036A-D785-ECFF4D04834A}"/>
              </a:ext>
            </a:extLst>
          </p:cNvPr>
          <p:cNvSpPr txBox="1"/>
          <p:nvPr/>
        </p:nvSpPr>
        <p:spPr>
          <a:xfrm>
            <a:off x="1030850" y="5667272"/>
            <a:ext cx="1387409" cy="274468"/>
          </a:xfrm>
          <a:prstGeom prst="rect">
            <a:avLst/>
          </a:prstGeom>
          <a:noFill/>
          <a:ln>
            <a:noFill/>
          </a:ln>
        </p:spPr>
        <p:txBody>
          <a:bodyPr wrap="square" rtlCol="0">
            <a:spAutoFit/>
          </a:bodyPr>
          <a:lstStyle/>
          <a:p>
            <a:r>
              <a:rPr lang="en-GB" sz="1200" b="1" i="1" dirty="0">
                <a:solidFill>
                  <a:srgbClr val="FF0000"/>
                </a:solidFill>
              </a:rPr>
              <a:t>Example 1 - I do…</a:t>
            </a:r>
          </a:p>
        </p:txBody>
      </p:sp>
      <p:sp>
        <p:nvSpPr>
          <p:cNvPr id="17" name="TextBox 16">
            <a:extLst>
              <a:ext uri="{FF2B5EF4-FFF2-40B4-BE49-F238E27FC236}">
                <a16:creationId xmlns:a16="http://schemas.microsoft.com/office/drawing/2014/main" id="{8DB66901-E2CC-3650-4EDC-28451E9637A8}"/>
              </a:ext>
            </a:extLst>
          </p:cNvPr>
          <p:cNvSpPr txBox="1"/>
          <p:nvPr/>
        </p:nvSpPr>
        <p:spPr>
          <a:xfrm>
            <a:off x="2960451" y="5667272"/>
            <a:ext cx="1597079" cy="276999"/>
          </a:xfrm>
          <a:prstGeom prst="rect">
            <a:avLst/>
          </a:prstGeom>
          <a:noFill/>
          <a:ln>
            <a:noFill/>
          </a:ln>
        </p:spPr>
        <p:txBody>
          <a:bodyPr wrap="square" rtlCol="0">
            <a:spAutoFit/>
          </a:bodyPr>
          <a:lstStyle/>
          <a:p>
            <a:r>
              <a:rPr lang="en-GB" sz="1200" b="1" i="1" dirty="0">
                <a:solidFill>
                  <a:schemeClr val="accent2"/>
                </a:solidFill>
              </a:rPr>
              <a:t>Example 2 – We do…</a:t>
            </a:r>
          </a:p>
        </p:txBody>
      </p:sp>
      <p:sp>
        <p:nvSpPr>
          <p:cNvPr id="18" name="TextBox 17">
            <a:extLst>
              <a:ext uri="{FF2B5EF4-FFF2-40B4-BE49-F238E27FC236}">
                <a16:creationId xmlns:a16="http://schemas.microsoft.com/office/drawing/2014/main" id="{778FA2CA-844C-D24D-DD97-DF0BBB9B5775}"/>
              </a:ext>
            </a:extLst>
          </p:cNvPr>
          <p:cNvSpPr txBox="1"/>
          <p:nvPr/>
        </p:nvSpPr>
        <p:spPr>
          <a:xfrm>
            <a:off x="5017935" y="5664741"/>
            <a:ext cx="1621486" cy="276999"/>
          </a:xfrm>
          <a:prstGeom prst="rect">
            <a:avLst/>
          </a:prstGeom>
          <a:noFill/>
          <a:ln>
            <a:noFill/>
          </a:ln>
        </p:spPr>
        <p:txBody>
          <a:bodyPr wrap="square" rtlCol="0">
            <a:spAutoFit/>
          </a:bodyPr>
          <a:lstStyle/>
          <a:p>
            <a:r>
              <a:rPr lang="en-GB" sz="1200" b="1" i="1" dirty="0">
                <a:solidFill>
                  <a:srgbClr val="00B050"/>
                </a:solidFill>
              </a:rPr>
              <a:t>Example 3 – You do…</a:t>
            </a:r>
          </a:p>
        </p:txBody>
      </p:sp>
      <mc:AlternateContent xmlns:mc="http://schemas.openxmlformats.org/markup-compatibility/2006" xmlns:a14="http://schemas.microsoft.com/office/drawing/2010/main">
        <mc:Choice Requires="a14">
          <p:graphicFrame>
            <p:nvGraphicFramePr>
              <p:cNvPr id="19" name="Table 18">
                <a:extLst>
                  <a:ext uri="{FF2B5EF4-FFF2-40B4-BE49-F238E27FC236}">
                    <a16:creationId xmlns:a16="http://schemas.microsoft.com/office/drawing/2014/main" id="{F5583EDE-D837-DE79-913B-16E72022DBE7}"/>
                  </a:ext>
                </a:extLst>
              </p:cNvPr>
              <p:cNvGraphicFramePr>
                <a:graphicFrameLocks noGrp="1"/>
              </p:cNvGraphicFramePr>
              <p:nvPr/>
            </p:nvGraphicFramePr>
            <p:xfrm>
              <a:off x="83336" y="5918773"/>
              <a:ext cx="6711968" cy="3790003"/>
            </p:xfrm>
            <a:graphic>
              <a:graphicData uri="http://schemas.openxmlformats.org/drawingml/2006/table">
                <a:tbl>
                  <a:tblPr firstRow="1" bandRow="1">
                    <a:tableStyleId>{5C22544A-7EE6-4342-B048-85BDC9FD1C3A}</a:tableStyleId>
                  </a:tblPr>
                  <a:tblGrid>
                    <a:gridCol w="952984">
                      <a:extLst>
                        <a:ext uri="{9D8B030D-6E8A-4147-A177-3AD203B41FA5}">
                          <a16:colId xmlns:a16="http://schemas.microsoft.com/office/drawing/2014/main" val="3124559182"/>
                        </a:ext>
                      </a:extLst>
                    </a:gridCol>
                    <a:gridCol w="1849120">
                      <a:extLst>
                        <a:ext uri="{9D8B030D-6E8A-4147-A177-3AD203B41FA5}">
                          <a16:colId xmlns:a16="http://schemas.microsoft.com/office/drawing/2014/main" val="1668930051"/>
                        </a:ext>
                      </a:extLst>
                    </a:gridCol>
                    <a:gridCol w="1900631">
                      <a:extLst>
                        <a:ext uri="{9D8B030D-6E8A-4147-A177-3AD203B41FA5}">
                          <a16:colId xmlns:a16="http://schemas.microsoft.com/office/drawing/2014/main" val="2873958374"/>
                        </a:ext>
                      </a:extLst>
                    </a:gridCol>
                    <a:gridCol w="2009233">
                      <a:extLst>
                        <a:ext uri="{9D8B030D-6E8A-4147-A177-3AD203B41FA5}">
                          <a16:colId xmlns:a16="http://schemas.microsoft.com/office/drawing/2014/main" val="2414775215"/>
                        </a:ext>
                      </a:extLst>
                    </a:gridCol>
                  </a:tblGrid>
                  <a:tr h="318153">
                    <a:tc>
                      <a:txBody>
                        <a:bodyPr/>
                        <a:lstStyle/>
                        <a:p>
                          <a:pPr algn="ctr"/>
                          <a:r>
                            <a:rPr lang="en-US" sz="1200" dirty="0">
                              <a:solidFill>
                                <a:schemeClr val="tx1"/>
                              </a:solidFill>
                            </a:rPr>
                            <a:t>Steps</a:t>
                          </a:r>
                          <a:endParaRPr lang="en-GB"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GB" sz="1200" b="1" dirty="0">
                              <a:solidFill>
                                <a:schemeClr val="tx1"/>
                              </a:solidFill>
                            </a:rPr>
                            <a:t> Calculate </a:t>
                          </a:r>
                          <a:r>
                            <a:rPr lang="en-GB" sz="1200" dirty="0">
                              <a:solidFill>
                                <a:schemeClr val="tx1"/>
                              </a:solidFill>
                            </a:rPr>
                            <a:t>the following, write your answer in standard form.</a:t>
                          </a:r>
                          <a:endParaRPr lang="en-GB" sz="12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en-GB" sz="12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en-GB" sz="12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47329628"/>
                      </a:ext>
                    </a:extLst>
                  </a:tr>
                  <a:tr h="1259639">
                    <a:tc>
                      <a:txBody>
                        <a:bodyPr/>
                        <a:lstStyle/>
                        <a:p>
                          <a:pPr algn="l"/>
                          <a:r>
                            <a:rPr lang="en-US" sz="1200" b="0" dirty="0">
                              <a:solidFill>
                                <a:schemeClr val="tx1"/>
                              </a:solidFill>
                            </a:rPr>
                            <a:t>1) Convert</a:t>
                          </a:r>
                          <a:r>
                            <a:rPr lang="en-US" sz="1200" b="0" baseline="0" dirty="0">
                              <a:solidFill>
                                <a:schemeClr val="tx1"/>
                              </a:solidFill>
                            </a:rPr>
                            <a:t> both numbers to ordinary form</a:t>
                          </a:r>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200" b="0" i="1" smtClean="0">
                                    <a:solidFill>
                                      <a:schemeClr val="tx1"/>
                                    </a:solidFill>
                                    <a:latin typeface="Cambria Math" panose="02040503050406030204" pitchFamily="18" charset="0"/>
                                  </a:rPr>
                                  <m:t>(5</m:t>
                                </m:r>
                                <m:r>
                                  <a:rPr lang="en-US" sz="1200" b="0" i="1" smtClean="0">
                                    <a:solidFill>
                                      <a:schemeClr val="tx1"/>
                                    </a:solidFill>
                                    <a:latin typeface="Cambria Math" panose="02040503050406030204" pitchFamily="18" charset="0"/>
                                    <a:ea typeface="Cambria Math" panose="02040503050406030204" pitchFamily="18" charset="0"/>
                                  </a:rPr>
                                  <m:t>×</m:t>
                                </m:r>
                                <m:sSup>
                                  <m:sSupPr>
                                    <m:ctrlPr>
                                      <a:rPr lang="en-US" sz="1200" b="0" i="1" smtClean="0">
                                        <a:solidFill>
                                          <a:schemeClr val="tx1"/>
                                        </a:solidFill>
                                        <a:latin typeface="Cambria Math" panose="02040503050406030204" pitchFamily="18" charset="0"/>
                                        <a:ea typeface="Cambria Math" panose="02040503050406030204" pitchFamily="18" charset="0"/>
                                      </a:rPr>
                                    </m:ctrlPr>
                                  </m:sSupPr>
                                  <m:e>
                                    <m:r>
                                      <a:rPr lang="en-US" sz="1200" b="0" i="1" smtClean="0">
                                        <a:solidFill>
                                          <a:schemeClr val="tx1"/>
                                        </a:solidFill>
                                        <a:latin typeface="Cambria Math" panose="02040503050406030204" pitchFamily="18" charset="0"/>
                                        <a:ea typeface="Cambria Math" panose="02040503050406030204" pitchFamily="18" charset="0"/>
                                      </a:rPr>
                                      <m:t>10</m:t>
                                    </m:r>
                                  </m:e>
                                  <m:sup>
                                    <m:r>
                                      <a:rPr lang="en-GB" sz="1200" b="0" i="1" smtClean="0">
                                        <a:solidFill>
                                          <a:schemeClr val="tx1"/>
                                        </a:solidFill>
                                        <a:latin typeface="Cambria Math" panose="02040503050406030204" pitchFamily="18" charset="0"/>
                                        <a:ea typeface="Cambria Math" panose="02040503050406030204" pitchFamily="18" charset="0"/>
                                      </a:rPr>
                                      <m:t>4</m:t>
                                    </m:r>
                                  </m:sup>
                                </m:sSup>
                                <m:r>
                                  <a:rPr lang="en-US" sz="1200" b="0" i="1" smtClean="0">
                                    <a:solidFill>
                                      <a:schemeClr val="tx1"/>
                                    </a:solidFill>
                                    <a:latin typeface="Cambria Math" panose="02040503050406030204" pitchFamily="18" charset="0"/>
                                    <a:ea typeface="Cambria Math" panose="02040503050406030204" pitchFamily="18" charset="0"/>
                                  </a:rPr>
                                  <m:t>)+(1.5 × </m:t>
                                </m:r>
                                <m:sSup>
                                  <m:sSupPr>
                                    <m:ctrlPr>
                                      <a:rPr lang="en-US" sz="1200" b="0" i="1" smtClean="0">
                                        <a:solidFill>
                                          <a:schemeClr val="tx1"/>
                                        </a:solidFill>
                                        <a:latin typeface="Cambria Math" panose="02040503050406030204" pitchFamily="18" charset="0"/>
                                        <a:ea typeface="Cambria Math" panose="02040503050406030204" pitchFamily="18" charset="0"/>
                                      </a:rPr>
                                    </m:ctrlPr>
                                  </m:sSupPr>
                                  <m:e>
                                    <m:r>
                                      <a:rPr lang="en-US" sz="1200" b="0" i="1" smtClean="0">
                                        <a:solidFill>
                                          <a:schemeClr val="tx1"/>
                                        </a:solidFill>
                                        <a:latin typeface="Cambria Math" panose="02040503050406030204" pitchFamily="18" charset="0"/>
                                        <a:ea typeface="Cambria Math" panose="02040503050406030204" pitchFamily="18" charset="0"/>
                                      </a:rPr>
                                      <m:t>10</m:t>
                                    </m:r>
                                  </m:e>
                                  <m:sup>
                                    <m:r>
                                      <a:rPr lang="en-US" sz="1200" b="0" i="1" smtClean="0">
                                        <a:solidFill>
                                          <a:schemeClr val="tx1"/>
                                        </a:solidFill>
                                        <a:latin typeface="Cambria Math" panose="02040503050406030204" pitchFamily="18" charset="0"/>
                                        <a:ea typeface="Cambria Math" panose="02040503050406030204" pitchFamily="18" charset="0"/>
                                      </a:rPr>
                                      <m:t>5</m:t>
                                    </m:r>
                                  </m:sup>
                                </m:sSup>
                                <m:r>
                                  <a:rPr lang="en-US" sz="1200" b="0" i="1" smtClean="0">
                                    <a:solidFill>
                                      <a:schemeClr val="tx1"/>
                                    </a:solidFill>
                                    <a:latin typeface="Cambria Math" panose="02040503050406030204" pitchFamily="18" charset="0"/>
                                    <a:ea typeface="Cambria Math" panose="02040503050406030204" pitchFamily="18" charset="0"/>
                                  </a:rPr>
                                  <m:t>)</m:t>
                                </m:r>
                              </m:oMath>
                            </m:oMathPara>
                          </a14:m>
                          <a:endParaRPr lang="en-GB" sz="1200" b="0" dirty="0">
                            <a:solidFill>
                              <a:schemeClr val="tx1"/>
                            </a:solidFill>
                          </a:endParaRPr>
                        </a:p>
                        <a:p>
                          <a:pPr algn="l"/>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a14:m>
                            <m:oMathPara xmlns:m="http://schemas.openxmlformats.org/officeDocument/2006/math">
                              <m:oMathParaPr>
                                <m:jc m:val="centerGroup"/>
                              </m:oMathParaPr>
                              <m:oMath xmlns:m="http://schemas.openxmlformats.org/officeDocument/2006/math">
                                <m:d>
                                  <m:dPr>
                                    <m:ctrlPr>
                                      <a:rPr lang="en-US" sz="1200" b="0" i="1" smtClean="0">
                                        <a:solidFill>
                                          <a:schemeClr val="tx1"/>
                                        </a:solidFill>
                                        <a:latin typeface="Cambria Math" panose="02040503050406030204" pitchFamily="18" charset="0"/>
                                      </a:rPr>
                                    </m:ctrlPr>
                                  </m:dPr>
                                  <m:e>
                                    <m:r>
                                      <a:rPr lang="en-US" sz="1200" b="0" i="1" smtClean="0">
                                        <a:solidFill>
                                          <a:schemeClr val="tx1"/>
                                        </a:solidFill>
                                        <a:latin typeface="Cambria Math" panose="02040503050406030204" pitchFamily="18" charset="0"/>
                                      </a:rPr>
                                      <m:t>2.5</m:t>
                                    </m:r>
                                    <m:r>
                                      <a:rPr lang="en-US" sz="1200" b="0" i="1" smtClean="0">
                                        <a:solidFill>
                                          <a:schemeClr val="tx1"/>
                                        </a:solidFill>
                                        <a:latin typeface="Cambria Math" panose="02040503050406030204" pitchFamily="18" charset="0"/>
                                        <a:ea typeface="Cambria Math" panose="02040503050406030204" pitchFamily="18" charset="0"/>
                                      </a:rPr>
                                      <m:t>×</m:t>
                                    </m:r>
                                    <m:sSup>
                                      <m:sSupPr>
                                        <m:ctrlPr>
                                          <a:rPr lang="en-US" sz="1200" b="0" i="1" smtClean="0">
                                            <a:solidFill>
                                              <a:schemeClr val="tx1"/>
                                            </a:solidFill>
                                            <a:latin typeface="Cambria Math" panose="02040503050406030204" pitchFamily="18" charset="0"/>
                                            <a:ea typeface="Cambria Math" panose="02040503050406030204" pitchFamily="18" charset="0"/>
                                          </a:rPr>
                                        </m:ctrlPr>
                                      </m:sSupPr>
                                      <m:e>
                                        <m:r>
                                          <a:rPr lang="en-US" sz="1200" b="0" i="1" smtClean="0">
                                            <a:solidFill>
                                              <a:schemeClr val="tx1"/>
                                            </a:solidFill>
                                            <a:latin typeface="Cambria Math" panose="02040503050406030204" pitchFamily="18" charset="0"/>
                                            <a:ea typeface="Cambria Math" panose="02040503050406030204" pitchFamily="18" charset="0"/>
                                          </a:rPr>
                                          <m:t>10</m:t>
                                        </m:r>
                                      </m:e>
                                      <m:sup>
                                        <m:r>
                                          <a:rPr lang="en-US" sz="1200" b="0" i="1" smtClean="0">
                                            <a:solidFill>
                                              <a:schemeClr val="tx1"/>
                                            </a:solidFill>
                                            <a:latin typeface="Cambria Math" panose="02040503050406030204" pitchFamily="18" charset="0"/>
                                            <a:ea typeface="Cambria Math" panose="02040503050406030204" pitchFamily="18" charset="0"/>
                                          </a:rPr>
                                          <m:t>4</m:t>
                                        </m:r>
                                      </m:sup>
                                    </m:sSup>
                                  </m:e>
                                </m:d>
                                <m:r>
                                  <a:rPr lang="en-US" sz="1200" b="0" i="1" smtClean="0">
                                    <a:solidFill>
                                      <a:schemeClr val="tx1"/>
                                    </a:solidFill>
                                    <a:latin typeface="Cambria Math" panose="02040503050406030204" pitchFamily="18" charset="0"/>
                                    <a:ea typeface="Cambria Math" panose="02040503050406030204" pitchFamily="18" charset="0"/>
                                  </a:rPr>
                                  <m:t>+(3×</m:t>
                                </m:r>
                                <m:sSup>
                                  <m:sSupPr>
                                    <m:ctrlPr>
                                      <a:rPr lang="en-US" sz="1200" b="0" i="1" smtClean="0">
                                        <a:solidFill>
                                          <a:schemeClr val="tx1"/>
                                        </a:solidFill>
                                        <a:latin typeface="Cambria Math" panose="02040503050406030204" pitchFamily="18" charset="0"/>
                                        <a:ea typeface="Cambria Math" panose="02040503050406030204" pitchFamily="18" charset="0"/>
                                      </a:rPr>
                                    </m:ctrlPr>
                                  </m:sSupPr>
                                  <m:e>
                                    <m:r>
                                      <a:rPr lang="en-US" sz="1200" b="0" i="1" smtClean="0">
                                        <a:solidFill>
                                          <a:schemeClr val="tx1"/>
                                        </a:solidFill>
                                        <a:latin typeface="Cambria Math" panose="02040503050406030204" pitchFamily="18" charset="0"/>
                                        <a:ea typeface="Cambria Math" panose="02040503050406030204" pitchFamily="18" charset="0"/>
                                      </a:rPr>
                                      <m:t>10</m:t>
                                    </m:r>
                                  </m:e>
                                  <m:sup>
                                    <m:r>
                                      <a:rPr lang="en-GB" sz="1200" b="0" i="1" smtClean="0">
                                        <a:solidFill>
                                          <a:schemeClr val="tx1"/>
                                        </a:solidFill>
                                        <a:latin typeface="Cambria Math" panose="02040503050406030204" pitchFamily="18" charset="0"/>
                                        <a:ea typeface="Cambria Math" panose="02040503050406030204" pitchFamily="18" charset="0"/>
                                      </a:rPr>
                                      <m:t>3</m:t>
                                    </m:r>
                                  </m:sup>
                                </m:sSup>
                                <m:r>
                                  <a:rPr lang="en-US" sz="1200" b="0" i="1" smtClean="0">
                                    <a:solidFill>
                                      <a:schemeClr val="tx1"/>
                                    </a:solidFill>
                                    <a:latin typeface="Cambria Math" panose="02040503050406030204" pitchFamily="18" charset="0"/>
                                    <a:ea typeface="Cambria Math" panose="02040503050406030204" pitchFamily="18" charset="0"/>
                                  </a:rPr>
                                  <m:t>)</m:t>
                                </m:r>
                              </m:oMath>
                            </m:oMathPara>
                          </a14:m>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a14:m>
                            <m:oMathPara xmlns:m="http://schemas.openxmlformats.org/officeDocument/2006/math">
                              <m:oMathParaPr>
                                <m:jc m:val="centerGroup"/>
                              </m:oMathParaPr>
                              <m:oMath xmlns:m="http://schemas.openxmlformats.org/officeDocument/2006/math">
                                <m:d>
                                  <m:dPr>
                                    <m:ctrlPr>
                                      <a:rPr lang="en-US" sz="1200" b="0" i="1" smtClean="0">
                                        <a:solidFill>
                                          <a:schemeClr val="tx1"/>
                                        </a:solidFill>
                                        <a:latin typeface="Cambria Math" panose="02040503050406030204" pitchFamily="18" charset="0"/>
                                      </a:rPr>
                                    </m:ctrlPr>
                                  </m:dPr>
                                  <m:e>
                                    <m:r>
                                      <a:rPr lang="en-US" sz="1200" b="0" i="1" smtClean="0">
                                        <a:solidFill>
                                          <a:schemeClr val="tx1"/>
                                        </a:solidFill>
                                        <a:latin typeface="Cambria Math" panose="02040503050406030204" pitchFamily="18" charset="0"/>
                                      </a:rPr>
                                      <m:t>3.1</m:t>
                                    </m:r>
                                    <m:r>
                                      <a:rPr lang="en-US" sz="1200" b="0" i="1" smtClean="0">
                                        <a:solidFill>
                                          <a:schemeClr val="tx1"/>
                                        </a:solidFill>
                                        <a:latin typeface="Cambria Math" panose="02040503050406030204" pitchFamily="18" charset="0"/>
                                        <a:ea typeface="Cambria Math" panose="02040503050406030204" pitchFamily="18" charset="0"/>
                                      </a:rPr>
                                      <m:t>×</m:t>
                                    </m:r>
                                    <m:sSup>
                                      <m:sSupPr>
                                        <m:ctrlPr>
                                          <a:rPr lang="en-US" sz="1200" b="0" i="1" smtClean="0">
                                            <a:solidFill>
                                              <a:schemeClr val="tx1"/>
                                            </a:solidFill>
                                            <a:latin typeface="Cambria Math" panose="02040503050406030204" pitchFamily="18" charset="0"/>
                                            <a:ea typeface="Cambria Math" panose="02040503050406030204" pitchFamily="18" charset="0"/>
                                          </a:rPr>
                                        </m:ctrlPr>
                                      </m:sSupPr>
                                      <m:e>
                                        <m:r>
                                          <a:rPr lang="en-US" sz="1200" b="0" i="1" smtClean="0">
                                            <a:solidFill>
                                              <a:schemeClr val="tx1"/>
                                            </a:solidFill>
                                            <a:latin typeface="Cambria Math" panose="02040503050406030204" pitchFamily="18" charset="0"/>
                                            <a:ea typeface="Cambria Math" panose="02040503050406030204" pitchFamily="18" charset="0"/>
                                          </a:rPr>
                                          <m:t>10</m:t>
                                        </m:r>
                                      </m:e>
                                      <m:sup>
                                        <m:r>
                                          <a:rPr lang="en-US" sz="1200" b="0" i="1" smtClean="0">
                                            <a:solidFill>
                                              <a:schemeClr val="tx1"/>
                                            </a:solidFill>
                                            <a:latin typeface="Cambria Math" panose="02040503050406030204" pitchFamily="18" charset="0"/>
                                            <a:ea typeface="Cambria Math" panose="02040503050406030204" pitchFamily="18" charset="0"/>
                                          </a:rPr>
                                          <m:t>5</m:t>
                                        </m:r>
                                      </m:sup>
                                    </m:sSup>
                                  </m:e>
                                </m:d>
                                <m:r>
                                  <a:rPr lang="en-US" sz="1200" b="0" i="1" smtClean="0">
                                    <a:solidFill>
                                      <a:schemeClr val="tx1"/>
                                    </a:solidFill>
                                    <a:latin typeface="Cambria Math" panose="02040503050406030204" pitchFamily="18" charset="0"/>
                                    <a:ea typeface="Cambria Math" panose="02040503050406030204" pitchFamily="18" charset="0"/>
                                  </a:rPr>
                                  <m:t>+(2×</m:t>
                                </m:r>
                                <m:sSup>
                                  <m:sSupPr>
                                    <m:ctrlPr>
                                      <a:rPr lang="en-US" sz="1200" b="0" i="1" smtClean="0">
                                        <a:solidFill>
                                          <a:schemeClr val="tx1"/>
                                        </a:solidFill>
                                        <a:latin typeface="Cambria Math" panose="02040503050406030204" pitchFamily="18" charset="0"/>
                                        <a:ea typeface="Cambria Math" panose="02040503050406030204" pitchFamily="18" charset="0"/>
                                      </a:rPr>
                                    </m:ctrlPr>
                                  </m:sSupPr>
                                  <m:e>
                                    <m:r>
                                      <a:rPr lang="en-US" sz="1200" b="0" i="1" smtClean="0">
                                        <a:solidFill>
                                          <a:schemeClr val="tx1"/>
                                        </a:solidFill>
                                        <a:latin typeface="Cambria Math" panose="02040503050406030204" pitchFamily="18" charset="0"/>
                                        <a:ea typeface="Cambria Math" panose="02040503050406030204" pitchFamily="18" charset="0"/>
                                      </a:rPr>
                                      <m:t>10</m:t>
                                    </m:r>
                                  </m:e>
                                  <m:sup>
                                    <m:r>
                                      <a:rPr lang="en-US" sz="1200" b="0" i="1" smtClean="0">
                                        <a:solidFill>
                                          <a:schemeClr val="tx1"/>
                                        </a:solidFill>
                                        <a:latin typeface="Cambria Math" panose="02040503050406030204" pitchFamily="18" charset="0"/>
                                        <a:ea typeface="Cambria Math" panose="02040503050406030204" pitchFamily="18" charset="0"/>
                                      </a:rPr>
                                      <m:t>4</m:t>
                                    </m:r>
                                  </m:sup>
                                </m:sSup>
                                <m:r>
                                  <a:rPr lang="en-US" sz="1200" b="0" i="1" smtClean="0">
                                    <a:solidFill>
                                      <a:schemeClr val="tx1"/>
                                    </a:solidFill>
                                    <a:latin typeface="Cambria Math" panose="02040503050406030204" pitchFamily="18" charset="0"/>
                                    <a:ea typeface="Cambria Math" panose="02040503050406030204" pitchFamily="18" charset="0"/>
                                  </a:rPr>
                                  <m:t>)</m:t>
                                </m:r>
                              </m:oMath>
                            </m:oMathPara>
                          </a14:m>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41023978"/>
                      </a:ext>
                    </a:extLst>
                  </a:tr>
                  <a:tr h="696118">
                    <a:tc>
                      <a:txBody>
                        <a:bodyPr/>
                        <a:lstStyle/>
                        <a:p>
                          <a:pPr algn="l"/>
                          <a:r>
                            <a:rPr lang="en-US" sz="1200" b="0" dirty="0">
                              <a:solidFill>
                                <a:schemeClr val="tx1"/>
                              </a:solidFill>
                            </a:rPr>
                            <a:t>2) Add</a:t>
                          </a:r>
                          <a:r>
                            <a:rPr lang="en-US" sz="1200" b="0" baseline="0" dirty="0">
                              <a:solidFill>
                                <a:schemeClr val="tx1"/>
                              </a:solidFill>
                            </a:rPr>
                            <a:t> or Subtract </a:t>
                          </a:r>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algn="ctr"/>
                          <a:endParaRPr lang="en-US" sz="1200" b="1"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0251944"/>
                      </a:ext>
                    </a:extLst>
                  </a:tr>
                  <a:tr h="1516093">
                    <a:tc>
                      <a:txBody>
                        <a:bodyPr/>
                        <a:lstStyle/>
                        <a:p>
                          <a:pPr algn="l"/>
                          <a:r>
                            <a:rPr lang="en-US" sz="1200" b="0" dirty="0">
                              <a:solidFill>
                                <a:schemeClr val="tx1"/>
                              </a:solidFill>
                            </a:rPr>
                            <a:t>3) Convert</a:t>
                          </a:r>
                          <a:r>
                            <a:rPr lang="en-US" sz="1200" b="0" baseline="0" dirty="0">
                              <a:solidFill>
                                <a:schemeClr val="tx1"/>
                              </a:solidFill>
                            </a:rPr>
                            <a:t> back to standard form</a:t>
                          </a:r>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60838638"/>
                      </a:ext>
                    </a:extLst>
                  </a:tr>
                </a:tbl>
              </a:graphicData>
            </a:graphic>
          </p:graphicFrame>
        </mc:Choice>
        <mc:Fallback xmlns="">
          <p:graphicFrame>
            <p:nvGraphicFramePr>
              <p:cNvPr id="19" name="Table 18">
                <a:extLst>
                  <a:ext uri="{FF2B5EF4-FFF2-40B4-BE49-F238E27FC236}">
                    <a16:creationId xmlns:a16="http://schemas.microsoft.com/office/drawing/2014/main" id="{F5583EDE-D837-DE79-913B-16E72022DBE7}"/>
                  </a:ext>
                </a:extLst>
              </p:cNvPr>
              <p:cNvGraphicFramePr>
                <a:graphicFrameLocks noGrp="1"/>
              </p:cNvGraphicFramePr>
              <p:nvPr>
                <p:extLst>
                  <p:ext uri="{D42A27DB-BD31-4B8C-83A1-F6EECF244321}">
                    <p14:modId xmlns:p14="http://schemas.microsoft.com/office/powerpoint/2010/main" val="3190931025"/>
                  </p:ext>
                </p:extLst>
              </p:nvPr>
            </p:nvGraphicFramePr>
            <p:xfrm>
              <a:off x="83336" y="5918773"/>
              <a:ext cx="6711968" cy="3790003"/>
            </p:xfrm>
            <a:graphic>
              <a:graphicData uri="http://schemas.openxmlformats.org/drawingml/2006/table">
                <a:tbl>
                  <a:tblPr firstRow="1" bandRow="1">
                    <a:tableStyleId>{5C22544A-7EE6-4342-B048-85BDC9FD1C3A}</a:tableStyleId>
                  </a:tblPr>
                  <a:tblGrid>
                    <a:gridCol w="952984">
                      <a:extLst>
                        <a:ext uri="{9D8B030D-6E8A-4147-A177-3AD203B41FA5}">
                          <a16:colId xmlns:a16="http://schemas.microsoft.com/office/drawing/2014/main" val="3124559182"/>
                        </a:ext>
                      </a:extLst>
                    </a:gridCol>
                    <a:gridCol w="1849120">
                      <a:extLst>
                        <a:ext uri="{9D8B030D-6E8A-4147-A177-3AD203B41FA5}">
                          <a16:colId xmlns:a16="http://schemas.microsoft.com/office/drawing/2014/main" val="1668930051"/>
                        </a:ext>
                      </a:extLst>
                    </a:gridCol>
                    <a:gridCol w="1900631">
                      <a:extLst>
                        <a:ext uri="{9D8B030D-6E8A-4147-A177-3AD203B41FA5}">
                          <a16:colId xmlns:a16="http://schemas.microsoft.com/office/drawing/2014/main" val="2873958374"/>
                        </a:ext>
                      </a:extLst>
                    </a:gridCol>
                    <a:gridCol w="2009233">
                      <a:extLst>
                        <a:ext uri="{9D8B030D-6E8A-4147-A177-3AD203B41FA5}">
                          <a16:colId xmlns:a16="http://schemas.microsoft.com/office/drawing/2014/main" val="2414775215"/>
                        </a:ext>
                      </a:extLst>
                    </a:gridCol>
                  </a:tblGrid>
                  <a:tr h="318153">
                    <a:tc>
                      <a:txBody>
                        <a:bodyPr/>
                        <a:lstStyle/>
                        <a:p>
                          <a:pPr algn="ctr"/>
                          <a:r>
                            <a:rPr lang="en-US" sz="1200" dirty="0">
                              <a:solidFill>
                                <a:schemeClr val="tx1"/>
                              </a:solidFill>
                            </a:rPr>
                            <a:t>Steps</a:t>
                          </a:r>
                          <a:endParaRPr lang="en-GB"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GB" sz="1200" b="1" dirty="0">
                              <a:solidFill>
                                <a:schemeClr val="tx1"/>
                              </a:solidFill>
                            </a:rPr>
                            <a:t> Calculate </a:t>
                          </a:r>
                          <a:r>
                            <a:rPr lang="en-GB" sz="1200" dirty="0">
                              <a:solidFill>
                                <a:schemeClr val="tx1"/>
                              </a:solidFill>
                            </a:rPr>
                            <a:t>the following, write your answer in standard form.</a:t>
                          </a:r>
                          <a:endParaRPr lang="en-GB" sz="12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en-GB" sz="12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en-GB" sz="12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47329628"/>
                      </a:ext>
                    </a:extLst>
                  </a:tr>
                  <a:tr h="1259639">
                    <a:tc>
                      <a:txBody>
                        <a:bodyPr/>
                        <a:lstStyle/>
                        <a:p>
                          <a:pPr algn="l"/>
                          <a:r>
                            <a:rPr lang="en-US" sz="1200" b="0" dirty="0">
                              <a:solidFill>
                                <a:schemeClr val="tx1"/>
                              </a:solidFill>
                            </a:rPr>
                            <a:t>1) Convert</a:t>
                          </a:r>
                          <a:r>
                            <a:rPr lang="en-US" sz="1200" b="0" baseline="0" dirty="0">
                              <a:solidFill>
                                <a:schemeClr val="tx1"/>
                              </a:solidFill>
                            </a:rPr>
                            <a:t> both numbers to ordinary form</a:t>
                          </a:r>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51645" t="-9282" r="-211842" b="-350"/>
                          </a:stretch>
                        </a:blipFill>
                      </a:tcPr>
                    </a:tc>
                    <a:tc rowSpan="3">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47756" t="-9282" r="-106410" b="-350"/>
                          </a:stretch>
                        </a:blipFill>
                      </a:tcPr>
                    </a:tc>
                    <a:tc rowSpan="3">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234242" t="-9282" r="-606" b="-350"/>
                          </a:stretch>
                        </a:blipFill>
                      </a:tcPr>
                    </a:tc>
                    <a:extLst>
                      <a:ext uri="{0D108BD9-81ED-4DB2-BD59-A6C34878D82A}">
                        <a16:rowId xmlns:a16="http://schemas.microsoft.com/office/drawing/2014/main" val="1541023978"/>
                      </a:ext>
                    </a:extLst>
                  </a:tr>
                  <a:tr h="696118">
                    <a:tc>
                      <a:txBody>
                        <a:bodyPr/>
                        <a:lstStyle/>
                        <a:p>
                          <a:pPr algn="l"/>
                          <a:r>
                            <a:rPr lang="en-US" sz="1200" b="0" dirty="0">
                              <a:solidFill>
                                <a:schemeClr val="tx1"/>
                              </a:solidFill>
                            </a:rPr>
                            <a:t>2) Add</a:t>
                          </a:r>
                          <a:r>
                            <a:rPr lang="en-US" sz="1200" b="0" baseline="0" dirty="0">
                              <a:solidFill>
                                <a:schemeClr val="tx1"/>
                              </a:solidFill>
                            </a:rPr>
                            <a:t> or Subtract </a:t>
                          </a:r>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algn="ctr"/>
                          <a:endParaRPr lang="en-US" sz="1200" b="1"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0251944"/>
                      </a:ext>
                    </a:extLst>
                  </a:tr>
                  <a:tr h="1516093">
                    <a:tc>
                      <a:txBody>
                        <a:bodyPr/>
                        <a:lstStyle/>
                        <a:p>
                          <a:pPr algn="l"/>
                          <a:r>
                            <a:rPr lang="en-US" sz="1200" b="0" dirty="0">
                              <a:solidFill>
                                <a:schemeClr val="tx1"/>
                              </a:solidFill>
                            </a:rPr>
                            <a:t>3) Convert</a:t>
                          </a:r>
                          <a:r>
                            <a:rPr lang="en-US" sz="1200" b="0" baseline="0" dirty="0">
                              <a:solidFill>
                                <a:schemeClr val="tx1"/>
                              </a:solidFill>
                            </a:rPr>
                            <a:t> back to standard form</a:t>
                          </a:r>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60838638"/>
                      </a:ext>
                    </a:extLst>
                  </a:tr>
                </a:tbl>
              </a:graphicData>
            </a:graphic>
          </p:graphicFrame>
        </mc:Fallback>
      </mc:AlternateContent>
      <p:sp>
        <p:nvSpPr>
          <p:cNvPr id="25" name="Slide Number Placeholder 24">
            <a:extLst>
              <a:ext uri="{FF2B5EF4-FFF2-40B4-BE49-F238E27FC236}">
                <a16:creationId xmlns:a16="http://schemas.microsoft.com/office/drawing/2014/main" id="{24C75F6D-C75B-DA99-7255-4F5BFAEF1181}"/>
              </a:ext>
            </a:extLst>
          </p:cNvPr>
          <p:cNvSpPr>
            <a:spLocks noGrp="1"/>
          </p:cNvSpPr>
          <p:nvPr>
            <p:ph type="sldNum" sz="quarter" idx="12"/>
          </p:nvPr>
        </p:nvSpPr>
        <p:spPr/>
        <p:txBody>
          <a:bodyPr/>
          <a:lstStyle/>
          <a:p>
            <a:fld id="{DFE403A4-BF53-4A18-A219-2FCD9C5F3F46}" type="slidenum">
              <a:rPr lang="en-GB" smtClean="0"/>
              <a:t>75</a:t>
            </a:fld>
            <a:endParaRPr lang="en-GB"/>
          </a:p>
        </p:txBody>
      </p:sp>
    </p:spTree>
    <p:extLst>
      <p:ext uri="{BB962C8B-B14F-4D97-AF65-F5344CB8AC3E}">
        <p14:creationId xmlns:p14="http://schemas.microsoft.com/office/powerpoint/2010/main" val="373676232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Table 6">
                <a:extLst>
                  <a:ext uri="{FF2B5EF4-FFF2-40B4-BE49-F238E27FC236}">
                    <a16:creationId xmlns:a16="http://schemas.microsoft.com/office/drawing/2014/main" id="{C6FFD241-98AA-78FA-98C7-CD0630C0D93C}"/>
                  </a:ext>
                </a:extLst>
              </p:cNvPr>
              <p:cNvGraphicFramePr>
                <a:graphicFrameLocks noGrp="1"/>
              </p:cNvGraphicFramePr>
              <p:nvPr/>
            </p:nvGraphicFramePr>
            <p:xfrm>
              <a:off x="71817" y="477520"/>
              <a:ext cx="6664263" cy="9225280"/>
            </p:xfrm>
            <a:graphic>
              <a:graphicData uri="http://schemas.openxmlformats.org/drawingml/2006/table">
                <a:tbl>
                  <a:tblPr>
                    <a:tableStyleId>{5C22544A-7EE6-4342-B048-85BDC9FD1C3A}</a:tableStyleId>
                  </a:tblPr>
                  <a:tblGrid>
                    <a:gridCol w="2221421">
                      <a:extLst>
                        <a:ext uri="{9D8B030D-6E8A-4147-A177-3AD203B41FA5}">
                          <a16:colId xmlns:a16="http://schemas.microsoft.com/office/drawing/2014/main" val="4049635359"/>
                        </a:ext>
                      </a:extLst>
                    </a:gridCol>
                    <a:gridCol w="2221421">
                      <a:extLst>
                        <a:ext uri="{9D8B030D-6E8A-4147-A177-3AD203B41FA5}">
                          <a16:colId xmlns:a16="http://schemas.microsoft.com/office/drawing/2014/main" val="250422296"/>
                        </a:ext>
                      </a:extLst>
                    </a:gridCol>
                    <a:gridCol w="2221421">
                      <a:extLst>
                        <a:ext uri="{9D8B030D-6E8A-4147-A177-3AD203B41FA5}">
                          <a16:colId xmlns:a16="http://schemas.microsoft.com/office/drawing/2014/main" val="4249386037"/>
                        </a:ext>
                      </a:extLst>
                    </a:gridCol>
                  </a:tblGrid>
                  <a:tr h="2306320">
                    <a:tc>
                      <a:txBody>
                        <a:bodyPr/>
                        <a:lstStyle/>
                        <a:p>
                          <a:r>
                            <a:rPr lang="en-GB" sz="1200" dirty="0"/>
                            <a:t>a) </a:t>
                          </a:r>
                          <a14:m>
                            <m:oMath xmlns:m="http://schemas.openxmlformats.org/officeDocument/2006/math">
                              <m:d>
                                <m:dPr>
                                  <m:ctrlPr>
                                    <a:rPr lang="en-US" sz="1200" b="1" i="1" smtClean="0">
                                      <a:latin typeface="Cambria Math" panose="02040503050406030204" pitchFamily="18" charset="0"/>
                                    </a:rPr>
                                  </m:ctrlPr>
                                </m:dPr>
                                <m:e>
                                  <m:r>
                                    <a:rPr lang="en-US" sz="1200" b="0" i="1" smtClean="0">
                                      <a:latin typeface="Cambria Math" panose="02040503050406030204" pitchFamily="18" charset="0"/>
                                    </a:rPr>
                                    <m:t>5</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2</m:t>
                                      </m:r>
                                    </m:sup>
                                  </m:sSup>
                                </m:e>
                              </m:d>
                              <m:r>
                                <a:rPr lang="en-US" sz="1200" b="0" i="1" smtClean="0">
                                  <a:latin typeface="Cambria Math" panose="02040503050406030204" pitchFamily="18" charset="0"/>
                                  <a:ea typeface="Cambria Math" panose="02040503050406030204" pitchFamily="18" charset="0"/>
                                </a:rPr>
                                <m:t>+(3×</m:t>
                              </m:r>
                              <m:sSup>
                                <m:sSupPr>
                                  <m:ctrlPr>
                                    <a:rPr lang="en-US" sz="1200" b="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2</m:t>
                                  </m:r>
                                </m:sup>
                              </m:sSup>
                              <m:r>
                                <a:rPr lang="en-US" sz="1200" b="0" i="1" smtClean="0">
                                  <a:latin typeface="Cambria Math" panose="02040503050406030204" pitchFamily="18" charset="0"/>
                                  <a:ea typeface="Cambria Math" panose="02040503050406030204" pitchFamily="18" charset="0"/>
                                </a:rPr>
                                <m:t>)</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b) </a:t>
                          </a:r>
                          <a14:m>
                            <m:oMath xmlns:m="http://schemas.openxmlformats.org/officeDocument/2006/math">
                              <m:d>
                                <m:dPr>
                                  <m:ctrlPr>
                                    <a:rPr lang="en-US" sz="1200" b="1" i="1" smtClean="0">
                                      <a:latin typeface="Cambria Math" panose="02040503050406030204" pitchFamily="18" charset="0"/>
                                    </a:rPr>
                                  </m:ctrlPr>
                                </m:dPr>
                                <m:e>
                                  <m:r>
                                    <a:rPr lang="en-US" sz="1200" b="0" i="1" smtClean="0">
                                      <a:latin typeface="Cambria Math" panose="02040503050406030204" pitchFamily="18" charset="0"/>
                                    </a:rPr>
                                    <m:t>5</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3</m:t>
                                      </m:r>
                                    </m:sup>
                                  </m:sSup>
                                </m:e>
                              </m:d>
                              <m:r>
                                <a:rPr lang="en-US" sz="1200" b="0" i="1" smtClean="0">
                                  <a:latin typeface="Cambria Math" panose="02040503050406030204" pitchFamily="18" charset="0"/>
                                  <a:ea typeface="Cambria Math" panose="02040503050406030204" pitchFamily="18" charset="0"/>
                                </a:rPr>
                                <m:t>+(5×</m:t>
                              </m:r>
                              <m:sSup>
                                <m:sSupPr>
                                  <m:ctrlPr>
                                    <a:rPr lang="en-US" sz="1200" b="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4</m:t>
                                  </m:r>
                                </m:sup>
                              </m:sSup>
                              <m:r>
                                <a:rPr lang="en-US" sz="1200" b="0" i="1" smtClean="0">
                                  <a:latin typeface="Cambria Math" panose="02040503050406030204" pitchFamily="18" charset="0"/>
                                  <a:ea typeface="Cambria Math" panose="02040503050406030204" pitchFamily="18" charset="0"/>
                                </a:rPr>
                                <m:t>)</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c) </a:t>
                          </a:r>
                          <a14:m>
                            <m:oMath xmlns:m="http://schemas.openxmlformats.org/officeDocument/2006/math">
                              <m:d>
                                <m:dPr>
                                  <m:ctrlPr>
                                    <a:rPr lang="en-US" sz="1200" b="1" i="1" smtClean="0">
                                      <a:latin typeface="Cambria Math" panose="02040503050406030204" pitchFamily="18" charset="0"/>
                                    </a:rPr>
                                  </m:ctrlPr>
                                </m:dPr>
                                <m:e>
                                  <m:r>
                                    <a:rPr lang="en-US" sz="1200" b="0" i="1" smtClean="0">
                                      <a:latin typeface="Cambria Math" panose="02040503050406030204" pitchFamily="18" charset="0"/>
                                    </a:rPr>
                                    <m:t>4</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2</m:t>
                                      </m:r>
                                    </m:sup>
                                  </m:sSup>
                                </m:e>
                              </m:d>
                              <m:r>
                                <a:rPr lang="en-US" sz="1200" b="0" i="1" smtClean="0">
                                  <a:latin typeface="Cambria Math" panose="02040503050406030204" pitchFamily="18" charset="0"/>
                                  <a:ea typeface="Cambria Math" panose="02040503050406030204" pitchFamily="18" charset="0"/>
                                </a:rPr>
                                <m:t>+(3×</m:t>
                              </m:r>
                              <m:sSup>
                                <m:sSupPr>
                                  <m:ctrlPr>
                                    <a:rPr lang="en-US" sz="1200" b="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3</m:t>
                                  </m:r>
                                </m:sup>
                              </m:sSup>
                              <m:r>
                                <a:rPr lang="en-US" sz="1200" b="0" i="1" smtClean="0">
                                  <a:latin typeface="Cambria Math" panose="02040503050406030204" pitchFamily="18" charset="0"/>
                                  <a:ea typeface="Cambria Math" panose="02040503050406030204" pitchFamily="18" charset="0"/>
                                </a:rPr>
                                <m:t>)</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90000577"/>
                      </a:ext>
                    </a:extLst>
                  </a:tr>
                  <a:tr h="2306320">
                    <a:tc>
                      <a:txBody>
                        <a:bodyPr/>
                        <a:lstStyle/>
                        <a:p>
                          <a:r>
                            <a:rPr lang="en-GB" sz="1200" dirty="0"/>
                            <a:t>d) </a:t>
                          </a:r>
                          <a14:m>
                            <m:oMath xmlns:m="http://schemas.openxmlformats.org/officeDocument/2006/math">
                              <m:d>
                                <m:dPr>
                                  <m:ctrlPr>
                                    <a:rPr lang="en-US" sz="1200" b="1" i="1" smtClean="0">
                                      <a:latin typeface="Cambria Math" panose="02040503050406030204" pitchFamily="18" charset="0"/>
                                    </a:rPr>
                                  </m:ctrlPr>
                                </m:dPr>
                                <m:e>
                                  <m:r>
                                    <a:rPr lang="en-US" sz="1200" b="0" i="1" smtClean="0">
                                      <a:latin typeface="Cambria Math" panose="02040503050406030204" pitchFamily="18" charset="0"/>
                                    </a:rPr>
                                    <m:t>6</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3</m:t>
                                      </m:r>
                                    </m:sup>
                                  </m:sSup>
                                </m:e>
                              </m:d>
                              <m:r>
                                <a:rPr lang="en-US" sz="1200" b="0" i="1" smtClean="0">
                                  <a:latin typeface="Cambria Math" panose="02040503050406030204" pitchFamily="18" charset="0"/>
                                  <a:ea typeface="Cambria Math" panose="02040503050406030204" pitchFamily="18" charset="0"/>
                                </a:rPr>
                                <m:t>+(5×</m:t>
                              </m:r>
                              <m:sSup>
                                <m:sSupPr>
                                  <m:ctrlPr>
                                    <a:rPr lang="en-US" sz="1200" b="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4</m:t>
                                  </m:r>
                                </m:sup>
                              </m:sSup>
                              <m:r>
                                <a:rPr lang="en-US" sz="1200" b="0" i="1" smtClean="0">
                                  <a:latin typeface="Cambria Math" panose="02040503050406030204" pitchFamily="18" charset="0"/>
                                  <a:ea typeface="Cambria Math" panose="02040503050406030204" pitchFamily="18" charset="0"/>
                                </a:rPr>
                                <m:t>)</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e) </a:t>
                          </a:r>
                          <a14:m>
                            <m:oMath xmlns:m="http://schemas.openxmlformats.org/officeDocument/2006/math">
                              <m:d>
                                <m:dPr>
                                  <m:ctrlPr>
                                    <a:rPr lang="en-US" sz="1200" b="1" i="1" smtClean="0">
                                      <a:latin typeface="Cambria Math" panose="02040503050406030204" pitchFamily="18" charset="0"/>
                                    </a:rPr>
                                  </m:ctrlPr>
                                </m:dPr>
                                <m:e>
                                  <m:r>
                                    <a:rPr lang="en-US" sz="1200" b="0" i="1" smtClean="0">
                                      <a:latin typeface="Cambria Math" panose="02040503050406030204" pitchFamily="18" charset="0"/>
                                    </a:rPr>
                                    <m:t>7</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3</m:t>
                                      </m:r>
                                    </m:sup>
                                  </m:sSup>
                                </m:e>
                              </m:d>
                              <m:r>
                                <a:rPr lang="en-US" sz="1200" b="0" i="1" smtClean="0">
                                  <a:latin typeface="Cambria Math" panose="02040503050406030204" pitchFamily="18" charset="0"/>
                                  <a:ea typeface="Cambria Math" panose="02040503050406030204" pitchFamily="18" charset="0"/>
                                </a:rPr>
                                <m:t>+(3×</m:t>
                              </m:r>
                              <m:sSup>
                                <m:sSupPr>
                                  <m:ctrlPr>
                                    <a:rPr lang="en-US" sz="1200" b="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2</m:t>
                                  </m:r>
                                </m:sup>
                              </m:sSup>
                              <m:r>
                                <a:rPr lang="en-US" sz="1200" b="0" i="1" smtClean="0">
                                  <a:latin typeface="Cambria Math" panose="02040503050406030204" pitchFamily="18" charset="0"/>
                                  <a:ea typeface="Cambria Math" panose="02040503050406030204" pitchFamily="18" charset="0"/>
                                </a:rPr>
                                <m:t>)</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f) </a:t>
                          </a:r>
                          <a14:m>
                            <m:oMath xmlns:m="http://schemas.openxmlformats.org/officeDocument/2006/math">
                              <m:d>
                                <m:dPr>
                                  <m:ctrlPr>
                                    <a:rPr lang="en-US" sz="1200" b="1" i="1" smtClean="0">
                                      <a:latin typeface="Cambria Math" panose="02040503050406030204" pitchFamily="18" charset="0"/>
                                    </a:rPr>
                                  </m:ctrlPr>
                                </m:dPr>
                                <m:e>
                                  <m:r>
                                    <a:rPr lang="en-US" sz="1200" b="0" i="1" smtClean="0">
                                      <a:latin typeface="Cambria Math" panose="02040503050406030204" pitchFamily="18" charset="0"/>
                                    </a:rPr>
                                    <m:t>8</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3</m:t>
                                      </m:r>
                                    </m:sup>
                                  </m:sSup>
                                </m:e>
                              </m:d>
                              <m:r>
                                <a:rPr lang="en-US" sz="1200" b="0" i="1" smtClean="0">
                                  <a:latin typeface="Cambria Math" panose="02040503050406030204" pitchFamily="18" charset="0"/>
                                  <a:ea typeface="Cambria Math" panose="02040503050406030204" pitchFamily="18" charset="0"/>
                                </a:rPr>
                                <m:t>+(5×</m:t>
                              </m:r>
                              <m:sSup>
                                <m:sSupPr>
                                  <m:ctrlPr>
                                    <a:rPr lang="en-US" sz="1200" b="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4</m:t>
                                  </m:r>
                                </m:sup>
                              </m:sSup>
                              <m:r>
                                <a:rPr lang="en-US" sz="1200" b="0" i="1" smtClean="0">
                                  <a:latin typeface="Cambria Math" panose="02040503050406030204" pitchFamily="18" charset="0"/>
                                  <a:ea typeface="Cambria Math" panose="02040503050406030204" pitchFamily="18" charset="0"/>
                                </a:rPr>
                                <m:t>)</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18647301"/>
                      </a:ext>
                    </a:extLst>
                  </a:tr>
                  <a:tr h="2306320">
                    <a:tc>
                      <a:txBody>
                        <a:bodyPr/>
                        <a:lstStyle/>
                        <a:p>
                          <a:r>
                            <a:rPr lang="en-GB" sz="1200" dirty="0"/>
                            <a:t>g) </a:t>
                          </a:r>
                          <a14:m>
                            <m:oMath xmlns:m="http://schemas.openxmlformats.org/officeDocument/2006/math">
                              <m:d>
                                <m:dPr>
                                  <m:ctrlPr>
                                    <a:rPr lang="en-US" sz="1200" b="1" i="1" smtClean="0">
                                      <a:latin typeface="Cambria Math" panose="02040503050406030204" pitchFamily="18" charset="0"/>
                                    </a:rPr>
                                  </m:ctrlPr>
                                </m:dPr>
                                <m:e>
                                  <m:r>
                                    <a:rPr lang="en-US" sz="1200" b="0" i="1" smtClean="0">
                                      <a:latin typeface="Cambria Math" panose="02040503050406030204" pitchFamily="18" charset="0"/>
                                    </a:rPr>
                                    <m:t>2</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2</m:t>
                                      </m:r>
                                    </m:sup>
                                  </m:sSup>
                                </m:e>
                              </m:d>
                              <m:r>
                                <a:rPr lang="en-US" sz="1200" b="0" i="1" smtClean="0">
                                  <a:latin typeface="Cambria Math" panose="02040503050406030204" pitchFamily="18" charset="0"/>
                                  <a:ea typeface="Cambria Math" panose="02040503050406030204" pitchFamily="18" charset="0"/>
                                </a:rPr>
                                <m:t>+(5×</m:t>
                              </m:r>
                              <m:sSup>
                                <m:sSupPr>
                                  <m:ctrlPr>
                                    <a:rPr lang="en-US" sz="1200" b="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4</m:t>
                                  </m:r>
                                </m:sup>
                              </m:sSup>
                              <m:r>
                                <a:rPr lang="en-US" sz="1200" b="0" i="1" smtClean="0">
                                  <a:latin typeface="Cambria Math" panose="02040503050406030204" pitchFamily="18" charset="0"/>
                                  <a:ea typeface="Cambria Math" panose="02040503050406030204" pitchFamily="18" charset="0"/>
                                </a:rPr>
                                <m:t>)</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h) </a:t>
                          </a:r>
                          <a14:m>
                            <m:oMath xmlns:m="http://schemas.openxmlformats.org/officeDocument/2006/math">
                              <m:d>
                                <m:dPr>
                                  <m:ctrlPr>
                                    <a:rPr lang="en-US" sz="1200" b="1" i="1" smtClean="0">
                                      <a:latin typeface="Cambria Math" panose="02040503050406030204" pitchFamily="18" charset="0"/>
                                    </a:rPr>
                                  </m:ctrlPr>
                                </m:dPr>
                                <m:e>
                                  <m:r>
                                    <a:rPr lang="en-US" sz="1200" b="0" i="1" smtClean="0">
                                      <a:latin typeface="Cambria Math" panose="02040503050406030204" pitchFamily="18" charset="0"/>
                                    </a:rPr>
                                    <m:t>6</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5</m:t>
                                      </m:r>
                                    </m:sup>
                                  </m:sSup>
                                </m:e>
                              </m:d>
                              <m:r>
                                <a:rPr lang="en-US" sz="1200" b="0" i="1" smtClean="0">
                                  <a:latin typeface="Cambria Math" panose="02040503050406030204" pitchFamily="18" charset="0"/>
                                  <a:ea typeface="Cambria Math" panose="02040503050406030204" pitchFamily="18" charset="0"/>
                                </a:rPr>
                                <m:t>+(5×</m:t>
                              </m:r>
                              <m:sSup>
                                <m:sSupPr>
                                  <m:ctrlPr>
                                    <a:rPr lang="en-US" sz="1200" b="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4</m:t>
                                  </m:r>
                                </m:sup>
                              </m:sSup>
                              <m:r>
                                <a:rPr lang="en-US" sz="1200" b="0" i="1" smtClean="0">
                                  <a:latin typeface="Cambria Math" panose="02040503050406030204" pitchFamily="18" charset="0"/>
                                  <a:ea typeface="Cambria Math" panose="02040503050406030204" pitchFamily="18" charset="0"/>
                                </a:rPr>
                                <m:t>)</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err="1"/>
                            <a:t>i</a:t>
                          </a:r>
                          <a:r>
                            <a:rPr lang="en-GB" sz="1200" dirty="0"/>
                            <a:t>) </a:t>
                          </a:r>
                          <a14:m>
                            <m:oMath xmlns:m="http://schemas.openxmlformats.org/officeDocument/2006/math">
                              <m:d>
                                <m:dPr>
                                  <m:ctrlPr>
                                    <a:rPr lang="en-US" sz="1200" b="1" i="1" smtClean="0">
                                      <a:latin typeface="Cambria Math" panose="02040503050406030204" pitchFamily="18" charset="0"/>
                                    </a:rPr>
                                  </m:ctrlPr>
                                </m:dPr>
                                <m:e>
                                  <m:r>
                                    <a:rPr lang="en-US" sz="1200" b="0" i="1" smtClean="0">
                                      <a:latin typeface="Cambria Math" panose="02040503050406030204" pitchFamily="18" charset="0"/>
                                    </a:rPr>
                                    <m:t>2.1</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2</m:t>
                                      </m:r>
                                    </m:sup>
                                  </m:sSup>
                                </m:e>
                              </m:d>
                              <m:r>
                                <a:rPr lang="en-US" sz="1200" b="0" i="1" smtClean="0">
                                  <a:latin typeface="Cambria Math" panose="02040503050406030204" pitchFamily="18" charset="0"/>
                                  <a:ea typeface="Cambria Math" panose="02040503050406030204" pitchFamily="18" charset="0"/>
                                </a:rPr>
                                <m:t>+(5×</m:t>
                              </m:r>
                              <m:sSup>
                                <m:sSupPr>
                                  <m:ctrlPr>
                                    <a:rPr lang="en-US" sz="1200" b="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4</m:t>
                                  </m:r>
                                </m:sup>
                              </m:sSup>
                              <m:r>
                                <a:rPr lang="en-US" sz="1200" b="0" i="1" smtClean="0">
                                  <a:latin typeface="Cambria Math" panose="02040503050406030204" pitchFamily="18" charset="0"/>
                                  <a:ea typeface="Cambria Math" panose="02040503050406030204" pitchFamily="18" charset="0"/>
                                </a:rPr>
                                <m:t>)</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26932933"/>
                      </a:ext>
                    </a:extLst>
                  </a:tr>
                  <a:tr h="2306320">
                    <a:tc>
                      <a:txBody>
                        <a:bodyPr/>
                        <a:lstStyle/>
                        <a:p>
                          <a:r>
                            <a:rPr lang="en-GB" sz="1200" dirty="0"/>
                            <a:t>j) </a:t>
                          </a:r>
                          <a14:m>
                            <m:oMath xmlns:m="http://schemas.openxmlformats.org/officeDocument/2006/math">
                              <m:d>
                                <m:dPr>
                                  <m:ctrlPr>
                                    <a:rPr lang="en-US" sz="1200" b="1" i="1" smtClean="0">
                                      <a:latin typeface="Cambria Math" panose="02040503050406030204" pitchFamily="18" charset="0"/>
                                    </a:rPr>
                                  </m:ctrlPr>
                                </m:dPr>
                                <m:e>
                                  <m:r>
                                    <a:rPr lang="en-US" sz="1200" b="0" i="1" smtClean="0">
                                      <a:latin typeface="Cambria Math" panose="02040503050406030204" pitchFamily="18" charset="0"/>
                                    </a:rPr>
                                    <m:t>6</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5</m:t>
                                      </m:r>
                                    </m:sup>
                                  </m:sSup>
                                </m:e>
                              </m:d>
                              <m:r>
                                <a:rPr lang="en-US" sz="1200" b="0" i="1" smtClean="0">
                                  <a:latin typeface="Cambria Math" panose="02040503050406030204" pitchFamily="18" charset="0"/>
                                  <a:ea typeface="Cambria Math" panose="02040503050406030204" pitchFamily="18" charset="0"/>
                                </a:rPr>
                                <m:t>+(5.5×</m:t>
                              </m:r>
                              <m:sSup>
                                <m:sSupPr>
                                  <m:ctrlPr>
                                    <a:rPr lang="en-US" sz="1200" b="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4</m:t>
                                  </m:r>
                                </m:sup>
                              </m:sSup>
                              <m:r>
                                <a:rPr lang="en-US" sz="1200" b="0" i="1" smtClean="0">
                                  <a:latin typeface="Cambria Math" panose="02040503050406030204" pitchFamily="18" charset="0"/>
                                  <a:ea typeface="Cambria Math" panose="02040503050406030204" pitchFamily="18" charset="0"/>
                                </a:rPr>
                                <m:t>)</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k) </a:t>
                          </a:r>
                          <a14:m>
                            <m:oMath xmlns:m="http://schemas.openxmlformats.org/officeDocument/2006/math">
                              <m:d>
                                <m:dPr>
                                  <m:ctrlPr>
                                    <a:rPr lang="en-US" sz="1200" b="1" i="1" smtClean="0">
                                      <a:latin typeface="Cambria Math" panose="02040503050406030204" pitchFamily="18" charset="0"/>
                                    </a:rPr>
                                  </m:ctrlPr>
                                </m:dPr>
                                <m:e>
                                  <m:r>
                                    <a:rPr lang="en-US" sz="1200" b="0" i="1" smtClean="0">
                                      <a:latin typeface="Cambria Math" panose="02040503050406030204" pitchFamily="18" charset="0"/>
                                    </a:rPr>
                                    <m:t>2.1</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2</m:t>
                                      </m:r>
                                    </m:sup>
                                  </m:sSup>
                                </m:e>
                              </m:d>
                              <m:r>
                                <a:rPr lang="en-US" sz="1200" b="0" i="1" smtClean="0">
                                  <a:latin typeface="Cambria Math" panose="02040503050406030204" pitchFamily="18" charset="0"/>
                                  <a:ea typeface="Cambria Math" panose="02040503050406030204" pitchFamily="18" charset="0"/>
                                </a:rPr>
                                <m:t>+(5.3×</m:t>
                              </m:r>
                              <m:sSup>
                                <m:sSupPr>
                                  <m:ctrlPr>
                                    <a:rPr lang="en-US" sz="1200" b="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4</m:t>
                                  </m:r>
                                </m:sup>
                              </m:sSup>
                              <m:r>
                                <a:rPr lang="en-US" sz="1200" b="0" i="1" smtClean="0">
                                  <a:latin typeface="Cambria Math" panose="02040503050406030204" pitchFamily="18" charset="0"/>
                                  <a:ea typeface="Cambria Math" panose="02040503050406030204" pitchFamily="18" charset="0"/>
                                </a:rPr>
                                <m:t>)</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l) </a:t>
                          </a:r>
                          <a14:m>
                            <m:oMath xmlns:m="http://schemas.openxmlformats.org/officeDocument/2006/math">
                              <m:d>
                                <m:dPr>
                                  <m:ctrlPr>
                                    <a:rPr lang="en-US" sz="1200" b="1" i="1" smtClean="0">
                                      <a:latin typeface="Cambria Math" panose="02040503050406030204" pitchFamily="18" charset="0"/>
                                    </a:rPr>
                                  </m:ctrlPr>
                                </m:dPr>
                                <m:e>
                                  <m:r>
                                    <a:rPr lang="en-US" sz="1200" b="0" i="1" smtClean="0">
                                      <a:latin typeface="Cambria Math" panose="02040503050406030204" pitchFamily="18" charset="0"/>
                                    </a:rPr>
                                    <m:t>6.2</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5</m:t>
                                      </m:r>
                                    </m:sup>
                                  </m:sSup>
                                </m:e>
                              </m:d>
                              <m:r>
                                <a:rPr lang="en-US" sz="1200" b="0" i="1" smtClean="0">
                                  <a:latin typeface="Cambria Math" panose="02040503050406030204" pitchFamily="18" charset="0"/>
                                  <a:ea typeface="Cambria Math" panose="02040503050406030204" pitchFamily="18" charset="0"/>
                                </a:rPr>
                                <m:t>+(5.5×</m:t>
                              </m:r>
                              <m:sSup>
                                <m:sSupPr>
                                  <m:ctrlPr>
                                    <a:rPr lang="en-US" sz="1200" b="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4</m:t>
                                  </m:r>
                                </m:sup>
                              </m:sSup>
                              <m:r>
                                <a:rPr lang="en-US" sz="1200" b="0" i="1" smtClean="0">
                                  <a:latin typeface="Cambria Math" panose="02040503050406030204" pitchFamily="18" charset="0"/>
                                  <a:ea typeface="Cambria Math" panose="02040503050406030204" pitchFamily="18" charset="0"/>
                                </a:rPr>
                                <m:t>)</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61373188"/>
                      </a:ext>
                    </a:extLst>
                  </a:tr>
                </a:tbl>
              </a:graphicData>
            </a:graphic>
          </p:graphicFrame>
        </mc:Choice>
        <mc:Fallback xmlns="">
          <p:graphicFrame>
            <p:nvGraphicFramePr>
              <p:cNvPr id="4" name="Table 6">
                <a:extLst>
                  <a:ext uri="{FF2B5EF4-FFF2-40B4-BE49-F238E27FC236}">
                    <a16:creationId xmlns:a16="http://schemas.microsoft.com/office/drawing/2014/main" id="{C6FFD241-98AA-78FA-98C7-CD0630C0D93C}"/>
                  </a:ext>
                </a:extLst>
              </p:cNvPr>
              <p:cNvGraphicFramePr>
                <a:graphicFrameLocks noGrp="1"/>
              </p:cNvGraphicFramePr>
              <p:nvPr>
                <p:extLst>
                  <p:ext uri="{D42A27DB-BD31-4B8C-83A1-F6EECF244321}">
                    <p14:modId xmlns:p14="http://schemas.microsoft.com/office/powerpoint/2010/main" val="779093748"/>
                  </p:ext>
                </p:extLst>
              </p:nvPr>
            </p:nvGraphicFramePr>
            <p:xfrm>
              <a:off x="71817" y="477520"/>
              <a:ext cx="6664263" cy="9225280"/>
            </p:xfrm>
            <a:graphic>
              <a:graphicData uri="http://schemas.openxmlformats.org/drawingml/2006/table">
                <a:tbl>
                  <a:tblPr>
                    <a:tableStyleId>{5C22544A-7EE6-4342-B048-85BDC9FD1C3A}</a:tableStyleId>
                  </a:tblPr>
                  <a:tblGrid>
                    <a:gridCol w="2221421">
                      <a:extLst>
                        <a:ext uri="{9D8B030D-6E8A-4147-A177-3AD203B41FA5}">
                          <a16:colId xmlns:a16="http://schemas.microsoft.com/office/drawing/2014/main" val="4049635359"/>
                        </a:ext>
                      </a:extLst>
                    </a:gridCol>
                    <a:gridCol w="2221421">
                      <a:extLst>
                        <a:ext uri="{9D8B030D-6E8A-4147-A177-3AD203B41FA5}">
                          <a16:colId xmlns:a16="http://schemas.microsoft.com/office/drawing/2014/main" val="250422296"/>
                        </a:ext>
                      </a:extLst>
                    </a:gridCol>
                    <a:gridCol w="2221421">
                      <a:extLst>
                        <a:ext uri="{9D8B030D-6E8A-4147-A177-3AD203B41FA5}">
                          <a16:colId xmlns:a16="http://schemas.microsoft.com/office/drawing/2014/main" val="4249386037"/>
                        </a:ext>
                      </a:extLst>
                    </a:gridCol>
                  </a:tblGrid>
                  <a:tr h="230632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74" t="-264" r="-200548" b="-30000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549" t="-264" r="-101099" b="-30000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000" t="-264" r="-822" b="-300000"/>
                          </a:stretch>
                        </a:blipFill>
                      </a:tcPr>
                    </a:tc>
                    <a:extLst>
                      <a:ext uri="{0D108BD9-81ED-4DB2-BD59-A6C34878D82A}">
                        <a16:rowId xmlns:a16="http://schemas.microsoft.com/office/drawing/2014/main" val="3290000577"/>
                      </a:ext>
                    </a:extLst>
                  </a:tr>
                  <a:tr h="230632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74" t="-100529" r="-200548" b="-200794"/>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549" t="-100529" r="-101099" b="-200794"/>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000" t="-100529" r="-822" b="-200794"/>
                          </a:stretch>
                        </a:blipFill>
                      </a:tcPr>
                    </a:tc>
                    <a:extLst>
                      <a:ext uri="{0D108BD9-81ED-4DB2-BD59-A6C34878D82A}">
                        <a16:rowId xmlns:a16="http://schemas.microsoft.com/office/drawing/2014/main" val="2318647301"/>
                      </a:ext>
                    </a:extLst>
                  </a:tr>
                  <a:tr h="230632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74" t="-200000" r="-200548" b="-100264"/>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549" t="-200000" r="-101099" b="-100264"/>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000" t="-200000" r="-822" b="-100264"/>
                          </a:stretch>
                        </a:blipFill>
                      </a:tcPr>
                    </a:tc>
                    <a:extLst>
                      <a:ext uri="{0D108BD9-81ED-4DB2-BD59-A6C34878D82A}">
                        <a16:rowId xmlns:a16="http://schemas.microsoft.com/office/drawing/2014/main" val="1826932933"/>
                      </a:ext>
                    </a:extLst>
                  </a:tr>
                  <a:tr h="230632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74" t="-300794" r="-200548" b="-529"/>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549" t="-300794" r="-101099" b="-529"/>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000" t="-300794" r="-822" b="-529"/>
                          </a:stretch>
                        </a:blipFill>
                      </a:tcPr>
                    </a:tc>
                    <a:extLst>
                      <a:ext uri="{0D108BD9-81ED-4DB2-BD59-A6C34878D82A}">
                        <a16:rowId xmlns:a16="http://schemas.microsoft.com/office/drawing/2014/main" val="761373188"/>
                      </a:ext>
                    </a:extLst>
                  </a:tr>
                </a:tbl>
              </a:graphicData>
            </a:graphic>
          </p:graphicFrame>
        </mc:Fallback>
      </mc:AlternateContent>
      <p:sp>
        <p:nvSpPr>
          <p:cNvPr id="193" name="TextBox 192">
            <a:extLst>
              <a:ext uri="{FF2B5EF4-FFF2-40B4-BE49-F238E27FC236}">
                <a16:creationId xmlns:a16="http://schemas.microsoft.com/office/drawing/2014/main" id="{CE9FBB5A-1D0D-CA46-A58D-FF02AAE81564}"/>
              </a:ext>
            </a:extLst>
          </p:cNvPr>
          <p:cNvSpPr txBox="1"/>
          <p:nvPr/>
        </p:nvSpPr>
        <p:spPr>
          <a:xfrm>
            <a:off x="1097280" y="68211"/>
            <a:ext cx="4065921" cy="276999"/>
          </a:xfrm>
          <a:prstGeom prst="rect">
            <a:avLst/>
          </a:prstGeom>
          <a:noFill/>
        </p:spPr>
        <p:txBody>
          <a:bodyPr wrap="none" lIns="91440" tIns="45720" rIns="91440" bIns="45720" rtlCol="0" anchor="t">
            <a:spAutoFit/>
          </a:bodyPr>
          <a:lstStyle/>
          <a:p>
            <a:r>
              <a:rPr lang="en-GB" sz="1200" dirty="0"/>
              <a:t>1. Calculate the following, give your answers in standard form.</a:t>
            </a:r>
          </a:p>
        </p:txBody>
      </p:sp>
      <p:sp>
        <p:nvSpPr>
          <p:cNvPr id="3" name="Rectangle 2">
            <a:extLst>
              <a:ext uri="{FF2B5EF4-FFF2-40B4-BE49-F238E27FC236}">
                <a16:creationId xmlns:a16="http://schemas.microsoft.com/office/drawing/2014/main" id="{53264CBA-0CE4-1291-E475-4F968BB927C7}"/>
              </a:ext>
            </a:extLst>
          </p:cNvPr>
          <p:cNvSpPr/>
          <p:nvPr/>
        </p:nvSpPr>
        <p:spPr>
          <a:xfrm>
            <a:off x="71817" y="21714"/>
            <a:ext cx="1025463" cy="369994"/>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100" dirty="0"/>
              <a:t>INDEPENDENT PRACTICE</a:t>
            </a:r>
          </a:p>
        </p:txBody>
      </p:sp>
      <p:sp>
        <p:nvSpPr>
          <p:cNvPr id="17" name="Slide Number Placeholder 16">
            <a:extLst>
              <a:ext uri="{FF2B5EF4-FFF2-40B4-BE49-F238E27FC236}">
                <a16:creationId xmlns:a16="http://schemas.microsoft.com/office/drawing/2014/main" id="{BB09FE11-2114-AEC7-9ECE-B4F0A72F8DE7}"/>
              </a:ext>
            </a:extLst>
          </p:cNvPr>
          <p:cNvSpPr>
            <a:spLocks noGrp="1"/>
          </p:cNvSpPr>
          <p:nvPr>
            <p:ph type="sldNum" sz="quarter" idx="12"/>
          </p:nvPr>
        </p:nvSpPr>
        <p:spPr/>
        <p:txBody>
          <a:bodyPr/>
          <a:lstStyle/>
          <a:p>
            <a:fld id="{DFE403A4-BF53-4A18-A219-2FCD9C5F3F46}" type="slidenum">
              <a:rPr lang="en-GB" smtClean="0"/>
              <a:t>76</a:t>
            </a:fld>
            <a:endParaRPr lang="en-GB"/>
          </a:p>
        </p:txBody>
      </p:sp>
    </p:spTree>
    <p:extLst>
      <p:ext uri="{BB962C8B-B14F-4D97-AF65-F5344CB8AC3E}">
        <p14:creationId xmlns:p14="http://schemas.microsoft.com/office/powerpoint/2010/main" val="142011163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13" name="Table 13">
                <a:extLst>
                  <a:ext uri="{FF2B5EF4-FFF2-40B4-BE49-F238E27FC236}">
                    <a16:creationId xmlns:a16="http://schemas.microsoft.com/office/drawing/2014/main" id="{E3BC5F05-166F-0694-6EF5-E8C23BBBB793}"/>
                  </a:ext>
                </a:extLst>
              </p:cNvPr>
              <p:cNvGraphicFramePr>
                <a:graphicFrameLocks noGrp="1"/>
              </p:cNvGraphicFramePr>
              <p:nvPr/>
            </p:nvGraphicFramePr>
            <p:xfrm>
              <a:off x="91440" y="341698"/>
              <a:ext cx="6685280" cy="9340780"/>
            </p:xfrm>
            <a:graphic>
              <a:graphicData uri="http://schemas.openxmlformats.org/drawingml/2006/table">
                <a:tbl>
                  <a:tblPr>
                    <a:tableStyleId>{5C22544A-7EE6-4342-B048-85BDC9FD1C3A}</a:tableStyleId>
                  </a:tblPr>
                  <a:tblGrid>
                    <a:gridCol w="3342640">
                      <a:extLst>
                        <a:ext uri="{9D8B030D-6E8A-4147-A177-3AD203B41FA5}">
                          <a16:colId xmlns:a16="http://schemas.microsoft.com/office/drawing/2014/main" val="4263687104"/>
                        </a:ext>
                      </a:extLst>
                    </a:gridCol>
                    <a:gridCol w="3342640">
                      <a:extLst>
                        <a:ext uri="{9D8B030D-6E8A-4147-A177-3AD203B41FA5}">
                          <a16:colId xmlns:a16="http://schemas.microsoft.com/office/drawing/2014/main" val="3528231941"/>
                        </a:ext>
                      </a:extLst>
                    </a:gridCol>
                  </a:tblGrid>
                  <a:tr h="2335195">
                    <a:tc>
                      <a:txBody>
                        <a:bodyPr/>
                        <a:lstStyle/>
                        <a:p>
                          <a:r>
                            <a:rPr lang="en-GB" sz="1200" dirty="0"/>
                            <a:t>a) </a:t>
                          </a:r>
                          <a14:m>
                            <m:oMath xmlns:m="http://schemas.openxmlformats.org/officeDocument/2006/math">
                              <m:d>
                                <m:dPr>
                                  <m:ctrlPr>
                                    <a:rPr lang="en-US" sz="1200" b="1" i="1" smtClean="0">
                                      <a:latin typeface="Cambria Math" panose="02040503050406030204" pitchFamily="18" charset="0"/>
                                    </a:rPr>
                                  </m:ctrlPr>
                                </m:dPr>
                                <m:e>
                                  <m:r>
                                    <a:rPr lang="en-US" sz="1200" b="0" i="1" smtClean="0">
                                      <a:latin typeface="Cambria Math" panose="02040503050406030204" pitchFamily="18" charset="0"/>
                                    </a:rPr>
                                    <m:t>5.9</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4</m:t>
                                      </m:r>
                                    </m:sup>
                                  </m:sSup>
                                </m:e>
                              </m:d>
                              <m:r>
                                <a:rPr lang="en-US" sz="1200" b="0" i="1" smtClean="0">
                                  <a:latin typeface="Cambria Math" panose="02040503050406030204" pitchFamily="18" charset="0"/>
                                  <a:ea typeface="Cambria Math" panose="02040503050406030204" pitchFamily="18" charset="0"/>
                                </a:rPr>
                                <m:t>+(3.5×</m:t>
                              </m:r>
                              <m:sSup>
                                <m:sSupPr>
                                  <m:ctrlPr>
                                    <a:rPr lang="en-US" sz="1200" b="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5</m:t>
                                  </m:r>
                                </m:sup>
                              </m:sSup>
                              <m:r>
                                <a:rPr lang="en-US" sz="1200" b="0" i="1" smtClean="0">
                                  <a:latin typeface="Cambria Math" panose="02040503050406030204" pitchFamily="18" charset="0"/>
                                  <a:ea typeface="Cambria Math" panose="02040503050406030204" pitchFamily="18" charset="0"/>
                                </a:rPr>
                                <m:t>)</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b) </a:t>
                          </a:r>
                          <a14:m>
                            <m:oMath xmlns:m="http://schemas.openxmlformats.org/officeDocument/2006/math">
                              <m:d>
                                <m:dPr>
                                  <m:ctrlPr>
                                    <a:rPr lang="en-US" sz="1200" b="1" i="1" smtClean="0">
                                      <a:latin typeface="Cambria Math" panose="02040503050406030204" pitchFamily="18" charset="0"/>
                                    </a:rPr>
                                  </m:ctrlPr>
                                </m:dPr>
                                <m:e>
                                  <m:r>
                                    <a:rPr lang="en-US" sz="1200" b="0" i="1" smtClean="0">
                                      <a:latin typeface="Cambria Math" panose="02040503050406030204" pitchFamily="18" charset="0"/>
                                    </a:rPr>
                                    <m:t>5.4</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2</m:t>
                                      </m:r>
                                    </m:sup>
                                  </m:sSup>
                                </m:e>
                              </m:d>
                              <m:r>
                                <a:rPr lang="en-US" sz="1200" b="0" i="1" smtClean="0">
                                  <a:latin typeface="Cambria Math" panose="02040503050406030204" pitchFamily="18" charset="0"/>
                                  <a:ea typeface="Cambria Math" panose="02040503050406030204" pitchFamily="18" charset="0"/>
                                </a:rPr>
                                <m:t>+(5.45×</m:t>
                              </m:r>
                              <m:sSup>
                                <m:sSupPr>
                                  <m:ctrlPr>
                                    <a:rPr lang="en-US" sz="1200" b="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3</m:t>
                                  </m:r>
                                </m:sup>
                              </m:sSup>
                              <m:r>
                                <a:rPr lang="en-US" sz="1200" b="0" i="1" smtClean="0">
                                  <a:latin typeface="Cambria Math" panose="02040503050406030204" pitchFamily="18" charset="0"/>
                                  <a:ea typeface="Cambria Math" panose="02040503050406030204" pitchFamily="18" charset="0"/>
                                </a:rPr>
                                <m:t>)</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2852238"/>
                      </a:ext>
                    </a:extLst>
                  </a:tr>
                  <a:tr h="2335195">
                    <a:tc>
                      <a:txBody>
                        <a:bodyPr/>
                        <a:lstStyle/>
                        <a:p>
                          <a:r>
                            <a:rPr lang="en-GB" sz="1200" dirty="0"/>
                            <a:t>c) </a:t>
                          </a:r>
                          <a14:m>
                            <m:oMath xmlns:m="http://schemas.openxmlformats.org/officeDocument/2006/math">
                              <m:d>
                                <m:dPr>
                                  <m:ctrlPr>
                                    <a:rPr lang="en-US" sz="1200" b="1" i="1" smtClean="0">
                                      <a:latin typeface="Cambria Math" panose="02040503050406030204" pitchFamily="18" charset="0"/>
                                    </a:rPr>
                                  </m:ctrlPr>
                                </m:dPr>
                                <m:e>
                                  <m:r>
                                    <a:rPr lang="en-US" sz="1200" b="0" i="1" smtClean="0">
                                      <a:latin typeface="Cambria Math" panose="02040503050406030204" pitchFamily="18" charset="0"/>
                                    </a:rPr>
                                    <m:t>5.544</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6</m:t>
                                      </m:r>
                                    </m:sup>
                                  </m:sSup>
                                </m:e>
                              </m:d>
                              <m:r>
                                <a:rPr lang="en-US" sz="1200" b="0" i="1" smtClean="0">
                                  <a:latin typeface="Cambria Math" panose="02040503050406030204" pitchFamily="18" charset="0"/>
                                  <a:ea typeface="Cambria Math" panose="02040503050406030204" pitchFamily="18" charset="0"/>
                                </a:rPr>
                                <m:t>+(5×</m:t>
                              </m:r>
                              <m:sSup>
                                <m:sSupPr>
                                  <m:ctrlPr>
                                    <a:rPr lang="en-US" sz="1200" b="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1</m:t>
                                  </m:r>
                                </m:sup>
                              </m:sSup>
                              <m:r>
                                <a:rPr lang="en-US" sz="1200" b="0" i="1" smtClean="0">
                                  <a:latin typeface="Cambria Math" panose="02040503050406030204" pitchFamily="18" charset="0"/>
                                  <a:ea typeface="Cambria Math" panose="02040503050406030204" pitchFamily="18" charset="0"/>
                                </a:rPr>
                                <m:t>)</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d) </a:t>
                          </a:r>
                          <a14:m>
                            <m:oMath xmlns:m="http://schemas.openxmlformats.org/officeDocument/2006/math">
                              <m:d>
                                <m:dPr>
                                  <m:ctrlPr>
                                    <a:rPr lang="en-US" sz="1200" b="1" i="1" smtClean="0">
                                      <a:latin typeface="Cambria Math" panose="02040503050406030204" pitchFamily="18" charset="0"/>
                                    </a:rPr>
                                  </m:ctrlPr>
                                </m:dPr>
                                <m:e>
                                  <m:r>
                                    <a:rPr lang="en-US" sz="1200" b="0" i="1" smtClean="0">
                                      <a:latin typeface="Cambria Math" panose="02040503050406030204" pitchFamily="18" charset="0"/>
                                    </a:rPr>
                                    <m:t>5</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3</m:t>
                                      </m:r>
                                    </m:sup>
                                  </m:sSup>
                                </m:e>
                              </m:d>
                              <m:r>
                                <a:rPr lang="en-US" sz="1200" b="0" i="1" smtClean="0">
                                  <a:latin typeface="Cambria Math" panose="02040503050406030204" pitchFamily="18" charset="0"/>
                                  <a:ea typeface="Cambria Math" panose="02040503050406030204" pitchFamily="18" charset="0"/>
                                </a:rPr>
                                <m:t>+(2.105×</m:t>
                              </m:r>
                              <m:sSup>
                                <m:sSupPr>
                                  <m:ctrlPr>
                                    <a:rPr lang="en-US" sz="1200" b="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3</m:t>
                                  </m:r>
                                </m:sup>
                              </m:sSup>
                              <m:r>
                                <a:rPr lang="en-US" sz="1200" b="0" i="1" smtClean="0">
                                  <a:latin typeface="Cambria Math" panose="02040503050406030204" pitchFamily="18" charset="0"/>
                                  <a:ea typeface="Cambria Math" panose="02040503050406030204" pitchFamily="18" charset="0"/>
                                </a:rPr>
                                <m:t>)</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60979206"/>
                      </a:ext>
                    </a:extLst>
                  </a:tr>
                  <a:tr h="2335195">
                    <a:tc>
                      <a:txBody>
                        <a:bodyPr/>
                        <a:lstStyle/>
                        <a:p>
                          <a:r>
                            <a:rPr lang="en-GB" sz="1200" dirty="0"/>
                            <a:t>e) </a:t>
                          </a:r>
                          <a14:m>
                            <m:oMath xmlns:m="http://schemas.openxmlformats.org/officeDocument/2006/math">
                              <m:d>
                                <m:dPr>
                                  <m:ctrlPr>
                                    <a:rPr lang="en-US" sz="1200" b="1" i="1" smtClean="0">
                                      <a:latin typeface="Cambria Math" panose="02040503050406030204" pitchFamily="18" charset="0"/>
                                    </a:rPr>
                                  </m:ctrlPr>
                                </m:dPr>
                                <m:e>
                                  <m:r>
                                    <a:rPr lang="en-US" sz="1200" b="0" i="1" smtClean="0">
                                      <a:latin typeface="Cambria Math" panose="02040503050406030204" pitchFamily="18" charset="0"/>
                                    </a:rPr>
                                    <m:t>5.12</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5</m:t>
                                      </m:r>
                                    </m:sup>
                                  </m:sSup>
                                </m:e>
                              </m:d>
                              <m:r>
                                <a:rPr lang="en-US" sz="1200" b="0" i="1" smtClean="0">
                                  <a:latin typeface="Cambria Math" panose="02040503050406030204" pitchFamily="18" charset="0"/>
                                  <a:ea typeface="Cambria Math" panose="02040503050406030204" pitchFamily="18" charset="0"/>
                                </a:rPr>
                                <m:t>+(1.89×</m:t>
                              </m:r>
                              <m:sSup>
                                <m:sSupPr>
                                  <m:ctrlPr>
                                    <a:rPr lang="en-US" sz="1200" b="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4</m:t>
                                  </m:r>
                                </m:sup>
                              </m:sSup>
                              <m:r>
                                <a:rPr lang="en-US" sz="1200" b="0" i="1" smtClean="0">
                                  <a:latin typeface="Cambria Math" panose="02040503050406030204" pitchFamily="18" charset="0"/>
                                  <a:ea typeface="Cambria Math" panose="02040503050406030204" pitchFamily="18" charset="0"/>
                                </a:rPr>
                                <m:t>)</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f) </a:t>
                          </a:r>
                          <a14:m>
                            <m:oMath xmlns:m="http://schemas.openxmlformats.org/officeDocument/2006/math">
                              <m:d>
                                <m:dPr>
                                  <m:ctrlPr>
                                    <a:rPr lang="en-US" sz="1200" b="1" i="1" smtClean="0">
                                      <a:latin typeface="Cambria Math" panose="02040503050406030204" pitchFamily="18" charset="0"/>
                                    </a:rPr>
                                  </m:ctrlPr>
                                </m:dPr>
                                <m:e>
                                  <m:r>
                                    <a:rPr lang="en-US" sz="1200" b="0" i="1" smtClean="0">
                                      <a:latin typeface="Cambria Math" panose="02040503050406030204" pitchFamily="18" charset="0"/>
                                    </a:rPr>
                                    <m:t>5.122</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4</m:t>
                                      </m:r>
                                    </m:sup>
                                  </m:sSup>
                                </m:e>
                              </m:d>
                              <m:r>
                                <a:rPr lang="en-US" sz="1200" b="0" i="1" smtClean="0">
                                  <a:latin typeface="Cambria Math" panose="02040503050406030204" pitchFamily="18" charset="0"/>
                                  <a:ea typeface="Cambria Math" panose="02040503050406030204" pitchFamily="18" charset="0"/>
                                </a:rPr>
                                <m:t>+(1.09×</m:t>
                              </m:r>
                              <m:sSup>
                                <m:sSupPr>
                                  <m:ctrlPr>
                                    <a:rPr lang="en-US" sz="1200" b="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3</m:t>
                                  </m:r>
                                </m:sup>
                              </m:sSup>
                              <m:r>
                                <a:rPr lang="en-US" sz="1200" b="0" i="1" smtClean="0">
                                  <a:latin typeface="Cambria Math" panose="02040503050406030204" pitchFamily="18" charset="0"/>
                                  <a:ea typeface="Cambria Math" panose="02040503050406030204" pitchFamily="18" charset="0"/>
                                </a:rPr>
                                <m:t>)</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23310810"/>
                      </a:ext>
                    </a:extLst>
                  </a:tr>
                  <a:tr h="2335195">
                    <a:tc>
                      <a:txBody>
                        <a:bodyPr/>
                        <a:lstStyle/>
                        <a:p>
                          <a:r>
                            <a:rPr lang="en-GB" sz="1200" dirty="0"/>
                            <a:t>g) </a:t>
                          </a:r>
                          <a14:m>
                            <m:oMath xmlns:m="http://schemas.openxmlformats.org/officeDocument/2006/math">
                              <m:d>
                                <m:dPr>
                                  <m:ctrlPr>
                                    <a:rPr lang="en-US" sz="1200" b="1" i="1" smtClean="0">
                                      <a:latin typeface="Cambria Math" panose="02040503050406030204" pitchFamily="18" charset="0"/>
                                    </a:rPr>
                                  </m:ctrlPr>
                                </m:dPr>
                                <m:e>
                                  <m:r>
                                    <a:rPr lang="en-US" sz="1200" b="0" i="1" smtClean="0">
                                      <a:latin typeface="Cambria Math" panose="02040503050406030204" pitchFamily="18" charset="0"/>
                                    </a:rPr>
                                    <m:t>5.1022</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3</m:t>
                                      </m:r>
                                    </m:sup>
                                  </m:sSup>
                                </m:e>
                              </m:d>
                              <m:r>
                                <a:rPr lang="en-US" sz="1200" b="0" i="1" smtClean="0">
                                  <a:latin typeface="Cambria Math" panose="02040503050406030204" pitchFamily="18" charset="0"/>
                                  <a:ea typeface="Cambria Math" panose="02040503050406030204" pitchFamily="18" charset="0"/>
                                </a:rPr>
                                <m:t>+(5.1×</m:t>
                              </m:r>
                              <m:sSup>
                                <m:sSupPr>
                                  <m:ctrlPr>
                                    <a:rPr lang="en-US" sz="1200" b="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1</m:t>
                                  </m:r>
                                </m:sup>
                              </m:sSup>
                              <m:r>
                                <a:rPr lang="en-US" sz="1200" b="0" i="1" smtClean="0">
                                  <a:latin typeface="Cambria Math" panose="02040503050406030204" pitchFamily="18" charset="0"/>
                                  <a:ea typeface="Cambria Math" panose="02040503050406030204" pitchFamily="18" charset="0"/>
                                </a:rPr>
                                <m:t>)</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h) </a:t>
                          </a:r>
                          <a14:m>
                            <m:oMath xmlns:m="http://schemas.openxmlformats.org/officeDocument/2006/math">
                              <m:d>
                                <m:dPr>
                                  <m:ctrlPr>
                                    <a:rPr lang="en-US" sz="1200" b="1" i="1" smtClean="0">
                                      <a:latin typeface="Cambria Math" panose="02040503050406030204" pitchFamily="18" charset="0"/>
                                    </a:rPr>
                                  </m:ctrlPr>
                                </m:dPr>
                                <m:e>
                                  <m:r>
                                    <a:rPr lang="en-US" sz="1200" b="0" i="1" smtClean="0">
                                      <a:latin typeface="Cambria Math" panose="02040503050406030204" pitchFamily="18" charset="0"/>
                                    </a:rPr>
                                    <m:t>2.512</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6</m:t>
                                      </m:r>
                                    </m:sup>
                                  </m:sSup>
                                </m:e>
                              </m:d>
                              <m:r>
                                <a:rPr lang="en-US" sz="1200" b="0" i="1" smtClean="0">
                                  <a:latin typeface="Cambria Math" panose="02040503050406030204" pitchFamily="18" charset="0"/>
                                  <a:ea typeface="Cambria Math" panose="02040503050406030204" pitchFamily="18" charset="0"/>
                                </a:rPr>
                                <m:t>+(5.21×</m:t>
                              </m:r>
                              <m:sSup>
                                <m:sSupPr>
                                  <m:ctrlPr>
                                    <a:rPr lang="en-US" sz="1200" b="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3</m:t>
                                  </m:r>
                                </m:sup>
                              </m:sSup>
                              <m:r>
                                <a:rPr lang="en-US" sz="1200" b="0" i="1" smtClean="0">
                                  <a:latin typeface="Cambria Math" panose="02040503050406030204" pitchFamily="18" charset="0"/>
                                  <a:ea typeface="Cambria Math" panose="02040503050406030204" pitchFamily="18" charset="0"/>
                                </a:rPr>
                                <m:t>)</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9435094"/>
                      </a:ext>
                    </a:extLst>
                  </a:tr>
                </a:tbl>
              </a:graphicData>
            </a:graphic>
          </p:graphicFrame>
        </mc:Choice>
        <mc:Fallback xmlns="">
          <p:graphicFrame>
            <p:nvGraphicFramePr>
              <p:cNvPr id="13" name="Table 13">
                <a:extLst>
                  <a:ext uri="{FF2B5EF4-FFF2-40B4-BE49-F238E27FC236}">
                    <a16:creationId xmlns:a16="http://schemas.microsoft.com/office/drawing/2014/main" id="{E3BC5F05-166F-0694-6EF5-E8C23BBBB793}"/>
                  </a:ext>
                </a:extLst>
              </p:cNvPr>
              <p:cNvGraphicFramePr>
                <a:graphicFrameLocks noGrp="1"/>
              </p:cNvGraphicFramePr>
              <p:nvPr>
                <p:extLst>
                  <p:ext uri="{D42A27DB-BD31-4B8C-83A1-F6EECF244321}">
                    <p14:modId xmlns:p14="http://schemas.microsoft.com/office/powerpoint/2010/main" val="593747928"/>
                  </p:ext>
                </p:extLst>
              </p:nvPr>
            </p:nvGraphicFramePr>
            <p:xfrm>
              <a:off x="91440" y="341698"/>
              <a:ext cx="6685280" cy="9340780"/>
            </p:xfrm>
            <a:graphic>
              <a:graphicData uri="http://schemas.openxmlformats.org/drawingml/2006/table">
                <a:tbl>
                  <a:tblPr>
                    <a:tableStyleId>{5C22544A-7EE6-4342-B048-85BDC9FD1C3A}</a:tableStyleId>
                  </a:tblPr>
                  <a:tblGrid>
                    <a:gridCol w="3342640">
                      <a:extLst>
                        <a:ext uri="{9D8B030D-6E8A-4147-A177-3AD203B41FA5}">
                          <a16:colId xmlns:a16="http://schemas.microsoft.com/office/drawing/2014/main" val="4263687104"/>
                        </a:ext>
                      </a:extLst>
                    </a:gridCol>
                    <a:gridCol w="3342640">
                      <a:extLst>
                        <a:ext uri="{9D8B030D-6E8A-4147-A177-3AD203B41FA5}">
                          <a16:colId xmlns:a16="http://schemas.microsoft.com/office/drawing/2014/main" val="3528231941"/>
                        </a:ext>
                      </a:extLst>
                    </a:gridCol>
                  </a:tblGrid>
                  <a:tr h="2335195">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64" t="-261" r="-100182" b="-30078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547" t="-261" r="-365" b="-300783"/>
                          </a:stretch>
                        </a:blipFill>
                      </a:tcPr>
                    </a:tc>
                    <a:extLst>
                      <a:ext uri="{0D108BD9-81ED-4DB2-BD59-A6C34878D82A}">
                        <a16:rowId xmlns:a16="http://schemas.microsoft.com/office/drawing/2014/main" val="62852238"/>
                      </a:ext>
                    </a:extLst>
                  </a:tr>
                  <a:tr h="2335195">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64" t="-100000" r="-100182" b="-20000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547" t="-100000" r="-365" b="-200000"/>
                          </a:stretch>
                        </a:blipFill>
                      </a:tcPr>
                    </a:tc>
                    <a:extLst>
                      <a:ext uri="{0D108BD9-81ED-4DB2-BD59-A6C34878D82A}">
                        <a16:rowId xmlns:a16="http://schemas.microsoft.com/office/drawing/2014/main" val="3260979206"/>
                      </a:ext>
                    </a:extLst>
                  </a:tr>
                  <a:tr h="2335195">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64" t="-200522" r="-100182" b="-100522"/>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547" t="-200522" r="-365" b="-100522"/>
                          </a:stretch>
                        </a:blipFill>
                      </a:tcPr>
                    </a:tc>
                    <a:extLst>
                      <a:ext uri="{0D108BD9-81ED-4DB2-BD59-A6C34878D82A}">
                        <a16:rowId xmlns:a16="http://schemas.microsoft.com/office/drawing/2014/main" val="523310810"/>
                      </a:ext>
                    </a:extLst>
                  </a:tr>
                  <a:tr h="2335195">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64" t="-300522" r="-100182" b="-522"/>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547" t="-300522" r="-365" b="-522"/>
                          </a:stretch>
                        </a:blipFill>
                      </a:tcPr>
                    </a:tc>
                    <a:extLst>
                      <a:ext uri="{0D108BD9-81ED-4DB2-BD59-A6C34878D82A}">
                        <a16:rowId xmlns:a16="http://schemas.microsoft.com/office/drawing/2014/main" val="1319435094"/>
                      </a:ext>
                    </a:extLst>
                  </a:tr>
                </a:tbl>
              </a:graphicData>
            </a:graphic>
          </p:graphicFrame>
        </mc:Fallback>
      </mc:AlternateContent>
      <p:sp>
        <p:nvSpPr>
          <p:cNvPr id="193" name="TextBox 192">
            <a:extLst>
              <a:ext uri="{FF2B5EF4-FFF2-40B4-BE49-F238E27FC236}">
                <a16:creationId xmlns:a16="http://schemas.microsoft.com/office/drawing/2014/main" id="{CE9FBB5A-1D0D-CA46-A58D-FF02AAE81564}"/>
              </a:ext>
            </a:extLst>
          </p:cNvPr>
          <p:cNvSpPr txBox="1"/>
          <p:nvPr/>
        </p:nvSpPr>
        <p:spPr>
          <a:xfrm>
            <a:off x="162560" y="64700"/>
            <a:ext cx="4065921" cy="276999"/>
          </a:xfrm>
          <a:prstGeom prst="rect">
            <a:avLst/>
          </a:prstGeom>
          <a:noFill/>
        </p:spPr>
        <p:txBody>
          <a:bodyPr wrap="none" lIns="91440" tIns="45720" rIns="91440" bIns="45720" rtlCol="0" anchor="t">
            <a:spAutoFit/>
          </a:bodyPr>
          <a:lstStyle/>
          <a:p>
            <a:r>
              <a:rPr lang="en-GB" sz="1200" dirty="0"/>
              <a:t>2. Calculate the following, give your answers in standard form.</a:t>
            </a:r>
          </a:p>
        </p:txBody>
      </p:sp>
      <p:sp>
        <p:nvSpPr>
          <p:cNvPr id="16" name="Slide Number Placeholder 15">
            <a:extLst>
              <a:ext uri="{FF2B5EF4-FFF2-40B4-BE49-F238E27FC236}">
                <a16:creationId xmlns:a16="http://schemas.microsoft.com/office/drawing/2014/main" id="{3BBEE493-4034-748F-236E-DFB3E71D0C72}"/>
              </a:ext>
            </a:extLst>
          </p:cNvPr>
          <p:cNvSpPr>
            <a:spLocks noGrp="1"/>
          </p:cNvSpPr>
          <p:nvPr>
            <p:ph type="sldNum" sz="quarter" idx="12"/>
          </p:nvPr>
        </p:nvSpPr>
        <p:spPr/>
        <p:txBody>
          <a:bodyPr/>
          <a:lstStyle/>
          <a:p>
            <a:fld id="{DFE403A4-BF53-4A18-A219-2FCD9C5F3F46}" type="slidenum">
              <a:rPr lang="en-GB" smtClean="0"/>
              <a:t>77</a:t>
            </a:fld>
            <a:endParaRPr lang="en-GB"/>
          </a:p>
        </p:txBody>
      </p:sp>
    </p:spTree>
    <p:extLst>
      <p:ext uri="{BB962C8B-B14F-4D97-AF65-F5344CB8AC3E}">
        <p14:creationId xmlns:p14="http://schemas.microsoft.com/office/powerpoint/2010/main" val="347827252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7AC09050-71C8-F777-7D3B-DE6B8450959A}"/>
                  </a:ext>
                </a:extLst>
              </p:cNvPr>
              <p:cNvGraphicFramePr>
                <a:graphicFrameLocks noGrp="1"/>
              </p:cNvGraphicFramePr>
              <p:nvPr/>
            </p:nvGraphicFramePr>
            <p:xfrm>
              <a:off x="91462" y="3707953"/>
              <a:ext cx="6664263" cy="6005235"/>
            </p:xfrm>
            <a:graphic>
              <a:graphicData uri="http://schemas.openxmlformats.org/drawingml/2006/table">
                <a:tbl>
                  <a:tblPr>
                    <a:tableStyleId>{5C22544A-7EE6-4342-B048-85BDC9FD1C3A}</a:tableStyleId>
                  </a:tblPr>
                  <a:tblGrid>
                    <a:gridCol w="2221421">
                      <a:extLst>
                        <a:ext uri="{9D8B030D-6E8A-4147-A177-3AD203B41FA5}">
                          <a16:colId xmlns:a16="http://schemas.microsoft.com/office/drawing/2014/main" val="3672653719"/>
                        </a:ext>
                      </a:extLst>
                    </a:gridCol>
                    <a:gridCol w="2221421">
                      <a:extLst>
                        <a:ext uri="{9D8B030D-6E8A-4147-A177-3AD203B41FA5}">
                          <a16:colId xmlns:a16="http://schemas.microsoft.com/office/drawing/2014/main" val="2224289815"/>
                        </a:ext>
                      </a:extLst>
                    </a:gridCol>
                    <a:gridCol w="2221421">
                      <a:extLst>
                        <a:ext uri="{9D8B030D-6E8A-4147-A177-3AD203B41FA5}">
                          <a16:colId xmlns:a16="http://schemas.microsoft.com/office/drawing/2014/main" val="1768508281"/>
                        </a:ext>
                      </a:extLst>
                    </a:gridCol>
                  </a:tblGrid>
                  <a:tr h="2001745">
                    <a:tc>
                      <a:txBody>
                        <a:bodyPr/>
                        <a:lstStyle/>
                        <a:p>
                          <a:r>
                            <a:rPr lang="en-GB" sz="1200" dirty="0"/>
                            <a:t>a) </a:t>
                          </a:r>
                          <a14:m>
                            <m:oMath xmlns:m="http://schemas.openxmlformats.org/officeDocument/2006/math">
                              <m:d>
                                <m:dPr>
                                  <m:ctrlPr>
                                    <a:rPr lang="en-US" sz="1200" b="1" i="1" smtClean="0">
                                      <a:latin typeface="Cambria Math" panose="02040503050406030204" pitchFamily="18" charset="0"/>
                                    </a:rPr>
                                  </m:ctrlPr>
                                </m:dPr>
                                <m:e>
                                  <m:r>
                                    <a:rPr lang="en-US" sz="1200" b="0" i="1" smtClean="0">
                                      <a:latin typeface="Cambria Math" panose="02040503050406030204" pitchFamily="18" charset="0"/>
                                    </a:rPr>
                                    <m:t>5</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5</m:t>
                                      </m:r>
                                    </m:sup>
                                  </m:sSup>
                                </m:e>
                              </m:d>
                              <m:r>
                                <a:rPr lang="en-US" sz="1200" b="0" i="1" smtClean="0">
                                  <a:latin typeface="Cambria Math" panose="02040503050406030204" pitchFamily="18" charset="0"/>
                                  <a:ea typeface="Cambria Math" panose="02040503050406030204" pitchFamily="18" charset="0"/>
                                </a:rPr>
                                <m:t>−(3×</m:t>
                              </m:r>
                              <m:sSup>
                                <m:sSupPr>
                                  <m:ctrlPr>
                                    <a:rPr lang="en-US" sz="1200" b="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5</m:t>
                                  </m:r>
                                </m:sup>
                              </m:sSup>
                              <m:r>
                                <a:rPr lang="en-US" sz="1200" b="0" i="1" smtClean="0">
                                  <a:latin typeface="Cambria Math" panose="02040503050406030204" pitchFamily="18" charset="0"/>
                                  <a:ea typeface="Cambria Math" panose="02040503050406030204" pitchFamily="18" charset="0"/>
                                </a:rPr>
                                <m:t>)</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b) </a:t>
                          </a:r>
                          <a14:m>
                            <m:oMath xmlns:m="http://schemas.openxmlformats.org/officeDocument/2006/math">
                              <m:d>
                                <m:dPr>
                                  <m:ctrlPr>
                                    <a:rPr lang="en-US" sz="1200" b="1" i="1" smtClean="0">
                                      <a:latin typeface="Cambria Math" panose="02040503050406030204" pitchFamily="18" charset="0"/>
                                    </a:rPr>
                                  </m:ctrlPr>
                                </m:dPr>
                                <m:e>
                                  <m:r>
                                    <a:rPr lang="en-US" sz="1200" b="0" i="1" smtClean="0">
                                      <a:latin typeface="Cambria Math" panose="02040503050406030204" pitchFamily="18" charset="0"/>
                                    </a:rPr>
                                    <m:t>7</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4</m:t>
                                      </m:r>
                                    </m:sup>
                                  </m:sSup>
                                </m:e>
                              </m:d>
                              <m:r>
                                <a:rPr lang="en-US" sz="1200" b="0" i="1" smtClean="0">
                                  <a:latin typeface="Cambria Math" panose="02040503050406030204" pitchFamily="18" charset="0"/>
                                  <a:ea typeface="Cambria Math" panose="02040503050406030204" pitchFamily="18" charset="0"/>
                                </a:rPr>
                                <m:t>−(5×</m:t>
                              </m:r>
                              <m:sSup>
                                <m:sSupPr>
                                  <m:ctrlPr>
                                    <a:rPr lang="en-US" sz="1200" b="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3</m:t>
                                  </m:r>
                                </m:sup>
                              </m:sSup>
                              <m:r>
                                <a:rPr lang="en-US" sz="1200" b="0" i="1" smtClean="0">
                                  <a:latin typeface="Cambria Math" panose="02040503050406030204" pitchFamily="18" charset="0"/>
                                  <a:ea typeface="Cambria Math" panose="02040503050406030204" pitchFamily="18" charset="0"/>
                                </a:rPr>
                                <m:t>)</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c) </a:t>
                          </a:r>
                          <a14:m>
                            <m:oMath xmlns:m="http://schemas.openxmlformats.org/officeDocument/2006/math">
                              <m:d>
                                <m:dPr>
                                  <m:ctrlPr>
                                    <a:rPr lang="en-US" sz="1200" b="1" i="1" smtClean="0">
                                      <a:latin typeface="Cambria Math" panose="02040503050406030204" pitchFamily="18" charset="0"/>
                                    </a:rPr>
                                  </m:ctrlPr>
                                </m:dPr>
                                <m:e>
                                  <m:r>
                                    <a:rPr lang="en-US" sz="1200" b="0" i="1" smtClean="0">
                                      <a:latin typeface="Cambria Math" panose="02040503050406030204" pitchFamily="18" charset="0"/>
                                    </a:rPr>
                                    <m:t>8</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6</m:t>
                                      </m:r>
                                    </m:sup>
                                  </m:sSup>
                                </m:e>
                              </m:d>
                              <m:r>
                                <a:rPr lang="en-US" sz="1200" b="0" i="1" smtClean="0">
                                  <a:latin typeface="Cambria Math" panose="02040503050406030204" pitchFamily="18" charset="0"/>
                                  <a:ea typeface="Cambria Math" panose="02040503050406030204" pitchFamily="18" charset="0"/>
                                </a:rPr>
                                <m:t>−(3×</m:t>
                              </m:r>
                              <m:sSup>
                                <m:sSupPr>
                                  <m:ctrlPr>
                                    <a:rPr lang="en-US" sz="1200" b="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4</m:t>
                                  </m:r>
                                </m:sup>
                              </m:sSup>
                              <m:r>
                                <a:rPr lang="en-US" sz="1200" b="0" i="1" smtClean="0">
                                  <a:latin typeface="Cambria Math" panose="02040503050406030204" pitchFamily="18" charset="0"/>
                                  <a:ea typeface="Cambria Math" panose="02040503050406030204" pitchFamily="18" charset="0"/>
                                </a:rPr>
                                <m:t>)</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34545701"/>
                      </a:ext>
                    </a:extLst>
                  </a:tr>
                  <a:tr h="2001745">
                    <a:tc>
                      <a:txBody>
                        <a:bodyPr/>
                        <a:lstStyle/>
                        <a:p>
                          <a:r>
                            <a:rPr lang="en-GB" sz="1200" dirty="0"/>
                            <a:t>d) </a:t>
                          </a:r>
                          <a14:m>
                            <m:oMath xmlns:m="http://schemas.openxmlformats.org/officeDocument/2006/math">
                              <m:d>
                                <m:dPr>
                                  <m:ctrlPr>
                                    <a:rPr lang="en-US" sz="1200" b="1" i="1" smtClean="0">
                                      <a:latin typeface="Cambria Math" panose="02040503050406030204" pitchFamily="18" charset="0"/>
                                    </a:rPr>
                                  </m:ctrlPr>
                                </m:dPr>
                                <m:e>
                                  <m:r>
                                    <a:rPr lang="en-US" sz="1200" b="0" i="1" smtClean="0">
                                      <a:latin typeface="Cambria Math" panose="02040503050406030204" pitchFamily="18" charset="0"/>
                                    </a:rPr>
                                    <m:t>9</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GB" sz="1200" b="0" i="1" smtClean="0">
                                          <a:latin typeface="Cambria Math" panose="02040503050406030204" pitchFamily="18" charset="0"/>
                                          <a:ea typeface="Cambria Math" panose="02040503050406030204" pitchFamily="18" charset="0"/>
                                        </a:rPr>
                                        <m:t>5</m:t>
                                      </m:r>
                                    </m:sup>
                                  </m:sSup>
                                </m:e>
                              </m:d>
                              <m:r>
                                <a:rPr lang="en-US" sz="1200" b="0" i="1" smtClean="0">
                                  <a:latin typeface="Cambria Math" panose="02040503050406030204" pitchFamily="18" charset="0"/>
                                  <a:ea typeface="Cambria Math" panose="02040503050406030204" pitchFamily="18" charset="0"/>
                                </a:rPr>
                                <m:t>−(2×</m:t>
                              </m:r>
                              <m:sSup>
                                <m:sSupPr>
                                  <m:ctrlPr>
                                    <a:rPr lang="en-US" sz="1200" b="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3</m:t>
                                  </m:r>
                                </m:sup>
                              </m:sSup>
                              <m:r>
                                <a:rPr lang="en-US" sz="1200" b="0" i="1" smtClean="0">
                                  <a:latin typeface="Cambria Math" panose="02040503050406030204" pitchFamily="18" charset="0"/>
                                  <a:ea typeface="Cambria Math" panose="02040503050406030204" pitchFamily="18" charset="0"/>
                                </a:rPr>
                                <m:t>)</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e)</a:t>
                          </a:r>
                          <a:r>
                            <a:rPr lang="en-GB" sz="1200" baseline="0" dirty="0"/>
                            <a:t> </a:t>
                          </a:r>
                          <a14:m>
                            <m:oMath xmlns:m="http://schemas.openxmlformats.org/officeDocument/2006/math">
                              <m:d>
                                <m:dPr>
                                  <m:ctrlPr>
                                    <a:rPr lang="en-US" sz="1200" b="1" i="1" smtClean="0">
                                      <a:latin typeface="Cambria Math" panose="02040503050406030204" pitchFamily="18" charset="0"/>
                                    </a:rPr>
                                  </m:ctrlPr>
                                </m:dPr>
                                <m:e>
                                  <m:r>
                                    <a:rPr lang="en-US" sz="1200" b="0" i="1" smtClean="0">
                                      <a:latin typeface="Cambria Math" panose="02040503050406030204" pitchFamily="18" charset="0"/>
                                    </a:rPr>
                                    <m:t>5.1</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5</m:t>
                                      </m:r>
                                    </m:sup>
                                  </m:sSup>
                                </m:e>
                              </m:d>
                              <m:r>
                                <a:rPr lang="en-US" sz="1200" b="0" i="1" smtClean="0">
                                  <a:latin typeface="Cambria Math" panose="02040503050406030204" pitchFamily="18" charset="0"/>
                                  <a:ea typeface="Cambria Math" panose="02040503050406030204" pitchFamily="18" charset="0"/>
                                </a:rPr>
                                <m:t>−(</m:t>
                              </m:r>
                              <m:r>
                                <a:rPr lang="en-GB" sz="1200" b="0" i="1" smtClean="0">
                                  <a:latin typeface="Cambria Math" panose="02040503050406030204" pitchFamily="18" charset="0"/>
                                  <a:ea typeface="Cambria Math" panose="02040503050406030204" pitchFamily="18" charset="0"/>
                                </a:rPr>
                                <m:t>2</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4</m:t>
                                  </m:r>
                                </m:sup>
                              </m:sSup>
                              <m:r>
                                <a:rPr lang="en-US" sz="1200" b="0" i="1" smtClean="0">
                                  <a:latin typeface="Cambria Math" panose="02040503050406030204" pitchFamily="18" charset="0"/>
                                  <a:ea typeface="Cambria Math" panose="02040503050406030204" pitchFamily="18" charset="0"/>
                                </a:rPr>
                                <m:t>)</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f) </a:t>
                          </a:r>
                          <a14:m>
                            <m:oMath xmlns:m="http://schemas.openxmlformats.org/officeDocument/2006/math">
                              <m:d>
                                <m:dPr>
                                  <m:ctrlPr>
                                    <a:rPr lang="en-US" sz="1200" b="1" i="1" smtClean="0">
                                      <a:latin typeface="Cambria Math" panose="02040503050406030204" pitchFamily="18" charset="0"/>
                                    </a:rPr>
                                  </m:ctrlPr>
                                </m:dPr>
                                <m:e>
                                  <m:r>
                                    <a:rPr lang="en-US" sz="1200" b="0" i="1" smtClean="0">
                                      <a:latin typeface="Cambria Math" panose="02040503050406030204" pitchFamily="18" charset="0"/>
                                    </a:rPr>
                                    <m:t>5</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4</m:t>
                                      </m:r>
                                    </m:sup>
                                  </m:sSup>
                                </m:e>
                              </m:d>
                              <m:r>
                                <a:rPr lang="en-US" sz="1200" b="0" i="1" smtClean="0">
                                  <a:latin typeface="Cambria Math" panose="02040503050406030204" pitchFamily="18" charset="0"/>
                                  <a:ea typeface="Cambria Math" panose="02040503050406030204" pitchFamily="18" charset="0"/>
                                </a:rPr>
                                <m:t>−(1.2×</m:t>
                              </m:r>
                              <m:sSup>
                                <m:sSupPr>
                                  <m:ctrlPr>
                                    <a:rPr lang="en-US" sz="1200" b="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3</m:t>
                                  </m:r>
                                </m:sup>
                              </m:sSup>
                              <m:r>
                                <a:rPr lang="en-US" sz="1200" b="0" i="1" smtClean="0">
                                  <a:latin typeface="Cambria Math" panose="02040503050406030204" pitchFamily="18" charset="0"/>
                                  <a:ea typeface="Cambria Math" panose="02040503050406030204" pitchFamily="18" charset="0"/>
                                </a:rPr>
                                <m:t>)</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61443118"/>
                      </a:ext>
                    </a:extLst>
                  </a:tr>
                  <a:tr h="2001745">
                    <a:tc>
                      <a:txBody>
                        <a:bodyPr/>
                        <a:lstStyle/>
                        <a:p>
                          <a:r>
                            <a:rPr lang="en-GB" sz="1200" dirty="0"/>
                            <a:t>g) </a:t>
                          </a:r>
                          <a14:m>
                            <m:oMath xmlns:m="http://schemas.openxmlformats.org/officeDocument/2006/math">
                              <m:d>
                                <m:dPr>
                                  <m:ctrlPr>
                                    <a:rPr lang="en-US" sz="1200" b="1" i="1" smtClean="0">
                                      <a:latin typeface="Cambria Math" panose="02040503050406030204" pitchFamily="18" charset="0"/>
                                    </a:rPr>
                                  </m:ctrlPr>
                                </m:dPr>
                                <m:e>
                                  <m:r>
                                    <a:rPr lang="en-US" sz="1200" b="0" i="1" smtClean="0">
                                      <a:latin typeface="Cambria Math" panose="02040503050406030204" pitchFamily="18" charset="0"/>
                                    </a:rPr>
                                    <m:t>5.7</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3</m:t>
                                      </m:r>
                                    </m:sup>
                                  </m:sSup>
                                </m:e>
                              </m:d>
                              <m:r>
                                <a:rPr lang="en-US" sz="1200" b="0" i="1" smtClean="0">
                                  <a:latin typeface="Cambria Math" panose="02040503050406030204" pitchFamily="18" charset="0"/>
                                  <a:ea typeface="Cambria Math" panose="02040503050406030204" pitchFamily="18" charset="0"/>
                                </a:rPr>
                                <m:t>−(5.3×</m:t>
                              </m:r>
                              <m:sSup>
                                <m:sSupPr>
                                  <m:ctrlPr>
                                    <a:rPr lang="en-US" sz="1200" b="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1</m:t>
                                  </m:r>
                                </m:sup>
                              </m:sSup>
                              <m:r>
                                <a:rPr lang="en-US" sz="1200" b="0" i="1" smtClean="0">
                                  <a:latin typeface="Cambria Math" panose="02040503050406030204" pitchFamily="18" charset="0"/>
                                  <a:ea typeface="Cambria Math" panose="02040503050406030204" pitchFamily="18" charset="0"/>
                                </a:rPr>
                                <m:t>)</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h) </a:t>
                          </a:r>
                          <a14:m>
                            <m:oMath xmlns:m="http://schemas.openxmlformats.org/officeDocument/2006/math">
                              <m:d>
                                <m:dPr>
                                  <m:ctrlPr>
                                    <a:rPr lang="en-US" sz="1200" b="1" i="1" smtClean="0">
                                      <a:latin typeface="Cambria Math" panose="02040503050406030204" pitchFamily="18" charset="0"/>
                                    </a:rPr>
                                  </m:ctrlPr>
                                </m:dPr>
                                <m:e>
                                  <m:r>
                                    <a:rPr lang="en-US" sz="1200" b="0" i="1" smtClean="0">
                                      <a:latin typeface="Cambria Math" panose="02040503050406030204" pitchFamily="18" charset="0"/>
                                    </a:rPr>
                                    <m:t>2.5</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6</m:t>
                                      </m:r>
                                    </m:sup>
                                  </m:sSup>
                                </m:e>
                              </m:d>
                              <m:r>
                                <a:rPr lang="en-US" sz="1200" b="0" i="1" smtClean="0">
                                  <a:latin typeface="Cambria Math" panose="02040503050406030204" pitchFamily="18" charset="0"/>
                                  <a:ea typeface="Cambria Math" panose="02040503050406030204" pitchFamily="18" charset="0"/>
                                </a:rPr>
                                <m:t>−(5.2×</m:t>
                              </m:r>
                              <m:sSup>
                                <m:sSupPr>
                                  <m:ctrlPr>
                                    <a:rPr lang="en-US" sz="1200" b="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3</m:t>
                                  </m:r>
                                </m:sup>
                              </m:sSup>
                              <m:r>
                                <a:rPr lang="en-US" sz="1200" b="0" i="1" smtClean="0">
                                  <a:latin typeface="Cambria Math" panose="02040503050406030204" pitchFamily="18" charset="0"/>
                                  <a:ea typeface="Cambria Math" panose="02040503050406030204" pitchFamily="18" charset="0"/>
                                </a:rPr>
                                <m:t>)</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err="1"/>
                            <a:t>i</a:t>
                          </a:r>
                          <a:r>
                            <a:rPr lang="en-GB" sz="1200" dirty="0"/>
                            <a:t>) </a:t>
                          </a:r>
                          <a14:m>
                            <m:oMath xmlns:m="http://schemas.openxmlformats.org/officeDocument/2006/math">
                              <m:d>
                                <m:dPr>
                                  <m:ctrlPr>
                                    <a:rPr lang="en-US" sz="1200" b="1" i="1" smtClean="0">
                                      <a:latin typeface="Cambria Math" panose="02040503050406030204" pitchFamily="18" charset="0"/>
                                    </a:rPr>
                                  </m:ctrlPr>
                                </m:dPr>
                                <m:e>
                                  <m:r>
                                    <a:rPr lang="en-US" sz="1200" b="0" i="1" smtClean="0">
                                      <a:latin typeface="Cambria Math" panose="02040503050406030204" pitchFamily="18" charset="0"/>
                                    </a:rPr>
                                    <m:t>7.12</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3</m:t>
                                      </m:r>
                                    </m:sup>
                                  </m:sSup>
                                </m:e>
                              </m:d>
                              <m:r>
                                <a:rPr lang="en-US" sz="1200" b="0" i="1" smtClean="0">
                                  <a:latin typeface="Cambria Math" panose="02040503050406030204" pitchFamily="18" charset="0"/>
                                  <a:ea typeface="Cambria Math" panose="02040503050406030204" pitchFamily="18" charset="0"/>
                                </a:rPr>
                                <m:t>−(5.1×</m:t>
                              </m:r>
                              <m:sSup>
                                <m:sSupPr>
                                  <m:ctrlPr>
                                    <a:rPr lang="en-US" sz="1200" b="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2</m:t>
                                  </m:r>
                                </m:sup>
                              </m:sSup>
                              <m:r>
                                <a:rPr lang="en-US" sz="1200" b="0" i="1" smtClean="0">
                                  <a:latin typeface="Cambria Math" panose="02040503050406030204" pitchFamily="18" charset="0"/>
                                  <a:ea typeface="Cambria Math" panose="02040503050406030204" pitchFamily="18" charset="0"/>
                                </a:rPr>
                                <m:t>)</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43339003"/>
                      </a:ext>
                    </a:extLst>
                  </a:tr>
                </a:tbl>
              </a:graphicData>
            </a:graphic>
          </p:graphicFrame>
        </mc:Choice>
        <mc:Fallback xmlns="">
          <p:graphicFrame>
            <p:nvGraphicFramePr>
              <p:cNvPr id="4" name="Table 3">
                <a:extLst>
                  <a:ext uri="{FF2B5EF4-FFF2-40B4-BE49-F238E27FC236}">
                    <a16:creationId xmlns:a16="http://schemas.microsoft.com/office/drawing/2014/main" id="{7AC09050-71C8-F777-7D3B-DE6B8450959A}"/>
                  </a:ext>
                </a:extLst>
              </p:cNvPr>
              <p:cNvGraphicFramePr>
                <a:graphicFrameLocks noGrp="1"/>
              </p:cNvGraphicFramePr>
              <p:nvPr>
                <p:extLst>
                  <p:ext uri="{D42A27DB-BD31-4B8C-83A1-F6EECF244321}">
                    <p14:modId xmlns:p14="http://schemas.microsoft.com/office/powerpoint/2010/main" val="2603100876"/>
                  </p:ext>
                </p:extLst>
              </p:nvPr>
            </p:nvGraphicFramePr>
            <p:xfrm>
              <a:off x="91462" y="3707953"/>
              <a:ext cx="6664263" cy="6005235"/>
            </p:xfrm>
            <a:graphic>
              <a:graphicData uri="http://schemas.openxmlformats.org/drawingml/2006/table">
                <a:tbl>
                  <a:tblPr>
                    <a:tableStyleId>{5C22544A-7EE6-4342-B048-85BDC9FD1C3A}</a:tableStyleId>
                  </a:tblPr>
                  <a:tblGrid>
                    <a:gridCol w="2221421">
                      <a:extLst>
                        <a:ext uri="{9D8B030D-6E8A-4147-A177-3AD203B41FA5}">
                          <a16:colId xmlns:a16="http://schemas.microsoft.com/office/drawing/2014/main" val="3672653719"/>
                        </a:ext>
                      </a:extLst>
                    </a:gridCol>
                    <a:gridCol w="2221421">
                      <a:extLst>
                        <a:ext uri="{9D8B030D-6E8A-4147-A177-3AD203B41FA5}">
                          <a16:colId xmlns:a16="http://schemas.microsoft.com/office/drawing/2014/main" val="2224289815"/>
                        </a:ext>
                      </a:extLst>
                    </a:gridCol>
                    <a:gridCol w="2221421">
                      <a:extLst>
                        <a:ext uri="{9D8B030D-6E8A-4147-A177-3AD203B41FA5}">
                          <a16:colId xmlns:a16="http://schemas.microsoft.com/office/drawing/2014/main" val="1768508281"/>
                        </a:ext>
                      </a:extLst>
                    </a:gridCol>
                  </a:tblGrid>
                  <a:tr h="2001745">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548" t="-304" r="-200274" b="-200304"/>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824" t="-304" r="-100824" b="-200304"/>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274" t="-304" r="-548" b="-200304"/>
                          </a:stretch>
                        </a:blipFill>
                      </a:tcPr>
                    </a:tc>
                    <a:extLst>
                      <a:ext uri="{0D108BD9-81ED-4DB2-BD59-A6C34878D82A}">
                        <a16:rowId xmlns:a16="http://schemas.microsoft.com/office/drawing/2014/main" val="1834545701"/>
                      </a:ext>
                    </a:extLst>
                  </a:tr>
                  <a:tr h="2001745">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548" t="-100610" r="-200274" b="-100915"/>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824" t="-100610" r="-100824" b="-100915"/>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274" t="-100610" r="-548" b="-100915"/>
                          </a:stretch>
                        </a:blipFill>
                      </a:tcPr>
                    </a:tc>
                    <a:extLst>
                      <a:ext uri="{0D108BD9-81ED-4DB2-BD59-A6C34878D82A}">
                        <a16:rowId xmlns:a16="http://schemas.microsoft.com/office/drawing/2014/main" val="2761443118"/>
                      </a:ext>
                    </a:extLst>
                  </a:tr>
                  <a:tr h="2001745">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548" t="-200000" r="-200274" b="-608"/>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824" t="-200000" r="-100824" b="-608"/>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274" t="-200000" r="-548" b="-608"/>
                          </a:stretch>
                        </a:blipFill>
                      </a:tcPr>
                    </a:tc>
                    <a:extLst>
                      <a:ext uri="{0D108BD9-81ED-4DB2-BD59-A6C34878D82A}">
                        <a16:rowId xmlns:a16="http://schemas.microsoft.com/office/drawing/2014/main" val="2343339003"/>
                      </a:ext>
                    </a:extLst>
                  </a:tr>
                </a:tbl>
              </a:graphicData>
            </a:graphic>
          </p:graphicFrame>
        </mc:Fallback>
      </mc:AlternateContent>
      <p:sp>
        <p:nvSpPr>
          <p:cNvPr id="193" name="TextBox 192">
            <a:extLst>
              <a:ext uri="{FF2B5EF4-FFF2-40B4-BE49-F238E27FC236}">
                <a16:creationId xmlns:a16="http://schemas.microsoft.com/office/drawing/2014/main" id="{CE9FBB5A-1D0D-CA46-A58D-FF02AAE81564}"/>
              </a:ext>
            </a:extLst>
          </p:cNvPr>
          <p:cNvSpPr txBox="1"/>
          <p:nvPr/>
        </p:nvSpPr>
        <p:spPr>
          <a:xfrm>
            <a:off x="1169673" y="3384521"/>
            <a:ext cx="4029052" cy="276999"/>
          </a:xfrm>
          <a:prstGeom prst="rect">
            <a:avLst/>
          </a:prstGeom>
          <a:noFill/>
        </p:spPr>
        <p:txBody>
          <a:bodyPr wrap="none" lIns="91440" tIns="45720" rIns="91440" bIns="45720" rtlCol="0" anchor="t">
            <a:spAutoFit/>
          </a:bodyPr>
          <a:lstStyle/>
          <a:p>
            <a:r>
              <a:rPr lang="en-GB" sz="1200" dirty="0"/>
              <a:t>3. Calculate the following, give your answers in standard form.</a:t>
            </a:r>
          </a:p>
        </p:txBody>
      </p:sp>
      <mc:AlternateContent xmlns:mc="http://schemas.openxmlformats.org/markup-compatibility/2006" xmlns:a14="http://schemas.microsoft.com/office/drawing/2010/main">
        <mc:Choice Requires="a14">
          <p:sp>
            <p:nvSpPr>
              <p:cNvPr id="6" name="Rectangle 5"/>
              <p:cNvSpPr/>
              <p:nvPr/>
            </p:nvSpPr>
            <p:spPr>
              <a:xfrm>
                <a:off x="449798" y="341663"/>
                <a:ext cx="3429000" cy="276999"/>
              </a:xfrm>
              <a:prstGeom prst="rect">
                <a:avLst/>
              </a:prstGeom>
            </p:spPr>
            <p:txBody>
              <a:bodyPr>
                <a:spAutoFit/>
              </a:bodyPr>
              <a:lstStyle/>
              <a:p>
                <a:r>
                  <a:rPr lang="en-US" sz="1200" dirty="0">
                    <a:solidFill>
                      <a:schemeClr val="bg1"/>
                    </a:solidFill>
                  </a:rPr>
                  <a:t>Calculate </a:t>
                </a:r>
                <a14:m>
                  <m:oMath xmlns:m="http://schemas.openxmlformats.org/officeDocument/2006/math">
                    <m:d>
                      <m:dPr>
                        <m:ctrlPr>
                          <a:rPr lang="en-US" sz="1200" i="1">
                            <a:solidFill>
                              <a:schemeClr val="bg1"/>
                            </a:solidFill>
                            <a:latin typeface="Cambria Math" panose="02040503050406030204" pitchFamily="18" charset="0"/>
                          </a:rPr>
                        </m:ctrlPr>
                      </m:dPr>
                      <m:e>
                        <m:r>
                          <a:rPr lang="en-US" sz="1200" i="1">
                            <a:solidFill>
                              <a:schemeClr val="bg1"/>
                            </a:solidFill>
                            <a:latin typeface="Cambria Math" panose="02040503050406030204" pitchFamily="18" charset="0"/>
                          </a:rPr>
                          <m:t>2.4×</m:t>
                        </m:r>
                        <m:sSup>
                          <m:sSupPr>
                            <m:ctrlPr>
                              <a:rPr lang="en-US" sz="1200" i="1">
                                <a:solidFill>
                                  <a:schemeClr val="bg1"/>
                                </a:solidFill>
                                <a:latin typeface="Cambria Math" panose="02040503050406030204" pitchFamily="18" charset="0"/>
                              </a:rPr>
                            </m:ctrlPr>
                          </m:sSupPr>
                          <m:e>
                            <m:r>
                              <a:rPr lang="en-US" sz="1200" i="1">
                                <a:solidFill>
                                  <a:schemeClr val="bg1"/>
                                </a:solidFill>
                                <a:latin typeface="Cambria Math" panose="02040503050406030204" pitchFamily="18" charset="0"/>
                              </a:rPr>
                              <m:t>10</m:t>
                            </m:r>
                          </m:e>
                          <m:sup>
                            <m:r>
                              <a:rPr lang="en-US" sz="1200" i="1">
                                <a:solidFill>
                                  <a:schemeClr val="bg1"/>
                                </a:solidFill>
                                <a:latin typeface="Cambria Math" panose="02040503050406030204" pitchFamily="18" charset="0"/>
                              </a:rPr>
                              <m:t>4</m:t>
                            </m:r>
                          </m:sup>
                        </m:sSup>
                      </m:e>
                    </m:d>
                    <m:r>
                      <a:rPr lang="en-US" sz="1200" i="1">
                        <a:solidFill>
                          <a:schemeClr val="bg1"/>
                        </a:solidFill>
                        <a:latin typeface="Cambria Math" panose="02040503050406030204" pitchFamily="18" charset="0"/>
                      </a:rPr>
                      <m:t>+(1.6×</m:t>
                    </m:r>
                    <m:sSup>
                      <m:sSupPr>
                        <m:ctrlPr>
                          <a:rPr lang="en-US" sz="1200" i="1">
                            <a:solidFill>
                              <a:schemeClr val="bg1"/>
                            </a:solidFill>
                            <a:latin typeface="Cambria Math" panose="02040503050406030204" pitchFamily="18" charset="0"/>
                          </a:rPr>
                        </m:ctrlPr>
                      </m:sSupPr>
                      <m:e>
                        <m:r>
                          <a:rPr lang="en-US" sz="1200" i="1">
                            <a:solidFill>
                              <a:schemeClr val="bg1"/>
                            </a:solidFill>
                            <a:latin typeface="Cambria Math" panose="02040503050406030204" pitchFamily="18" charset="0"/>
                          </a:rPr>
                          <m:t>10</m:t>
                        </m:r>
                      </m:e>
                      <m:sup>
                        <m:r>
                          <a:rPr lang="en-US" sz="1200" i="1">
                            <a:solidFill>
                              <a:schemeClr val="bg1"/>
                            </a:solidFill>
                            <a:latin typeface="Cambria Math" panose="02040503050406030204" pitchFamily="18" charset="0"/>
                          </a:rPr>
                          <m:t>2</m:t>
                        </m:r>
                      </m:sup>
                    </m:sSup>
                    <m:r>
                      <a:rPr lang="en-US" sz="1200" i="1">
                        <a:solidFill>
                          <a:schemeClr val="bg1"/>
                        </a:solidFill>
                        <a:latin typeface="Cambria Math" panose="02040503050406030204" pitchFamily="18" charset="0"/>
                      </a:rPr>
                      <m:t>)</m:t>
                    </m:r>
                  </m:oMath>
                </a14:m>
                <a:endParaRPr lang="en-GB" sz="1200" dirty="0">
                  <a:solidFill>
                    <a:schemeClr val="bg1"/>
                  </a:solidFill>
                </a:endParaRPr>
              </a:p>
            </p:txBody>
          </p:sp>
        </mc:Choice>
        <mc:Fallback xmlns="">
          <p:sp>
            <p:nvSpPr>
              <p:cNvPr id="6" name="Rectangle 5"/>
              <p:cNvSpPr>
                <a:spLocks noRot="1" noChangeAspect="1" noMove="1" noResize="1" noEditPoints="1" noAdjustHandles="1" noChangeArrowheads="1" noChangeShapeType="1" noTextEdit="1"/>
              </p:cNvSpPr>
              <p:nvPr/>
            </p:nvSpPr>
            <p:spPr>
              <a:xfrm>
                <a:off x="449798" y="341663"/>
                <a:ext cx="3429000" cy="276999"/>
              </a:xfrm>
              <a:prstGeom prst="rect">
                <a:avLst/>
              </a:prstGeom>
              <a:blipFill>
                <a:blip r:embed="rId3"/>
                <a:stretch>
                  <a:fillRect l="-178" b="-20000"/>
                </a:stretch>
              </a:blipFill>
            </p:spPr>
            <p:txBody>
              <a:bodyPr/>
              <a:lstStyle/>
              <a:p>
                <a:r>
                  <a:rPr lang="en-GB">
                    <a:noFill/>
                  </a:rPr>
                  <a:t> </a:t>
                </a:r>
              </a:p>
            </p:txBody>
          </p:sp>
        </mc:Fallback>
      </mc:AlternateContent>
      <p:sp>
        <p:nvSpPr>
          <p:cNvPr id="54" name="TextBox 53">
            <a:extLst>
              <a:ext uri="{FF2B5EF4-FFF2-40B4-BE49-F238E27FC236}">
                <a16:creationId xmlns:a16="http://schemas.microsoft.com/office/drawing/2014/main" id="{88BE26D3-BD12-8F4B-9608-3EB6530361A1}"/>
              </a:ext>
            </a:extLst>
          </p:cNvPr>
          <p:cNvSpPr txBox="1"/>
          <p:nvPr/>
        </p:nvSpPr>
        <p:spPr>
          <a:xfrm>
            <a:off x="1078252" y="103471"/>
            <a:ext cx="1387409" cy="274468"/>
          </a:xfrm>
          <a:prstGeom prst="rect">
            <a:avLst/>
          </a:prstGeom>
          <a:noFill/>
          <a:ln>
            <a:noFill/>
          </a:ln>
        </p:spPr>
        <p:txBody>
          <a:bodyPr wrap="square" rtlCol="0">
            <a:spAutoFit/>
          </a:bodyPr>
          <a:lstStyle/>
          <a:p>
            <a:r>
              <a:rPr lang="en-GB" sz="1200" b="1" i="1" dirty="0">
                <a:solidFill>
                  <a:srgbClr val="FF0000"/>
                </a:solidFill>
              </a:rPr>
              <a:t>Example 4 - I do…</a:t>
            </a:r>
          </a:p>
        </p:txBody>
      </p:sp>
      <p:sp>
        <p:nvSpPr>
          <p:cNvPr id="55" name="TextBox 54">
            <a:extLst>
              <a:ext uri="{FF2B5EF4-FFF2-40B4-BE49-F238E27FC236}">
                <a16:creationId xmlns:a16="http://schemas.microsoft.com/office/drawing/2014/main" id="{12910BCB-308B-9841-AF03-2F9D2E6E678C}"/>
              </a:ext>
            </a:extLst>
          </p:cNvPr>
          <p:cNvSpPr txBox="1"/>
          <p:nvPr/>
        </p:nvSpPr>
        <p:spPr>
          <a:xfrm>
            <a:off x="2944725" y="147093"/>
            <a:ext cx="1597079" cy="276999"/>
          </a:xfrm>
          <a:prstGeom prst="rect">
            <a:avLst/>
          </a:prstGeom>
          <a:noFill/>
          <a:ln>
            <a:noFill/>
          </a:ln>
        </p:spPr>
        <p:txBody>
          <a:bodyPr wrap="square" rtlCol="0">
            <a:spAutoFit/>
          </a:bodyPr>
          <a:lstStyle/>
          <a:p>
            <a:r>
              <a:rPr lang="en-GB" sz="1200" b="1" i="1" dirty="0">
                <a:solidFill>
                  <a:schemeClr val="accent2"/>
                </a:solidFill>
              </a:rPr>
              <a:t>Example 5 – We do…</a:t>
            </a:r>
          </a:p>
        </p:txBody>
      </p:sp>
      <p:sp>
        <p:nvSpPr>
          <p:cNvPr id="56" name="TextBox 55">
            <a:extLst>
              <a:ext uri="{FF2B5EF4-FFF2-40B4-BE49-F238E27FC236}">
                <a16:creationId xmlns:a16="http://schemas.microsoft.com/office/drawing/2014/main" id="{12910BCB-308B-9841-AF03-2F9D2E6E678C}"/>
              </a:ext>
            </a:extLst>
          </p:cNvPr>
          <p:cNvSpPr txBox="1"/>
          <p:nvPr/>
        </p:nvSpPr>
        <p:spPr>
          <a:xfrm>
            <a:off x="5020868" y="124306"/>
            <a:ext cx="1621486" cy="276999"/>
          </a:xfrm>
          <a:prstGeom prst="rect">
            <a:avLst/>
          </a:prstGeom>
          <a:noFill/>
          <a:ln>
            <a:noFill/>
          </a:ln>
        </p:spPr>
        <p:txBody>
          <a:bodyPr wrap="square" rtlCol="0">
            <a:spAutoFit/>
          </a:bodyPr>
          <a:lstStyle/>
          <a:p>
            <a:r>
              <a:rPr lang="en-GB" sz="1200" b="1" i="1" dirty="0">
                <a:solidFill>
                  <a:srgbClr val="00B050"/>
                </a:solidFill>
              </a:rPr>
              <a:t>Example 6 – You do…</a:t>
            </a:r>
          </a:p>
        </p:txBody>
      </p:sp>
      <mc:AlternateContent xmlns:mc="http://schemas.openxmlformats.org/markup-compatibility/2006" xmlns:a14="http://schemas.microsoft.com/office/drawing/2010/main">
        <mc:Choice Requires="a14">
          <p:graphicFrame>
            <p:nvGraphicFramePr>
              <p:cNvPr id="57" name="Table 56"/>
              <p:cNvGraphicFramePr>
                <a:graphicFrameLocks noGrp="1"/>
              </p:cNvGraphicFramePr>
              <p:nvPr/>
            </p:nvGraphicFramePr>
            <p:xfrm>
              <a:off x="67610" y="398594"/>
              <a:ext cx="6711968" cy="2872926"/>
            </p:xfrm>
            <a:graphic>
              <a:graphicData uri="http://schemas.openxmlformats.org/drawingml/2006/table">
                <a:tbl>
                  <a:tblPr firstRow="1" bandRow="1">
                    <a:tableStyleId>{5C22544A-7EE6-4342-B048-85BDC9FD1C3A}</a:tableStyleId>
                  </a:tblPr>
                  <a:tblGrid>
                    <a:gridCol w="938230">
                      <a:extLst>
                        <a:ext uri="{9D8B030D-6E8A-4147-A177-3AD203B41FA5}">
                          <a16:colId xmlns:a16="http://schemas.microsoft.com/office/drawing/2014/main" val="3124559182"/>
                        </a:ext>
                      </a:extLst>
                    </a:gridCol>
                    <a:gridCol w="1818640">
                      <a:extLst>
                        <a:ext uri="{9D8B030D-6E8A-4147-A177-3AD203B41FA5}">
                          <a16:colId xmlns:a16="http://schemas.microsoft.com/office/drawing/2014/main" val="1668930051"/>
                        </a:ext>
                      </a:extLst>
                    </a:gridCol>
                    <a:gridCol w="1945865">
                      <a:extLst>
                        <a:ext uri="{9D8B030D-6E8A-4147-A177-3AD203B41FA5}">
                          <a16:colId xmlns:a16="http://schemas.microsoft.com/office/drawing/2014/main" val="2873958374"/>
                        </a:ext>
                      </a:extLst>
                    </a:gridCol>
                    <a:gridCol w="2009233">
                      <a:extLst>
                        <a:ext uri="{9D8B030D-6E8A-4147-A177-3AD203B41FA5}">
                          <a16:colId xmlns:a16="http://schemas.microsoft.com/office/drawing/2014/main" val="2414775215"/>
                        </a:ext>
                      </a:extLst>
                    </a:gridCol>
                  </a:tblGrid>
                  <a:tr h="318153">
                    <a:tc>
                      <a:txBody>
                        <a:bodyPr/>
                        <a:lstStyle/>
                        <a:p>
                          <a:pPr algn="ctr"/>
                          <a:r>
                            <a:rPr lang="en-US" sz="1200" dirty="0">
                              <a:solidFill>
                                <a:schemeClr val="tx1"/>
                              </a:solidFill>
                            </a:rPr>
                            <a:t>Steps</a:t>
                          </a:r>
                          <a:endParaRPr lang="en-GB"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GB" sz="1200" b="1" dirty="0">
                              <a:solidFill>
                                <a:schemeClr val="tx1"/>
                              </a:solidFill>
                            </a:rPr>
                            <a:t>Calculate </a:t>
                          </a:r>
                          <a:r>
                            <a:rPr lang="en-GB" sz="1200" dirty="0">
                              <a:solidFill>
                                <a:schemeClr val="tx1"/>
                              </a:solidFill>
                            </a:rPr>
                            <a:t>the following, give your answer in standard form.</a:t>
                          </a:r>
                          <a:endParaRPr lang="en-GB" sz="12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en-GB" sz="12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en-GB" sz="12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47329628"/>
                      </a:ext>
                    </a:extLst>
                  </a:tr>
                  <a:tr h="1259639">
                    <a:tc>
                      <a:txBody>
                        <a:bodyPr/>
                        <a:lstStyle/>
                        <a:p>
                          <a:pPr algn="ctr"/>
                          <a:r>
                            <a:rPr lang="en-US" sz="1200" b="0" dirty="0">
                              <a:solidFill>
                                <a:schemeClr val="tx1"/>
                              </a:solidFill>
                            </a:rPr>
                            <a:t>1) Convert</a:t>
                          </a:r>
                          <a:r>
                            <a:rPr lang="en-US" sz="1200" b="0" baseline="0" dirty="0">
                              <a:solidFill>
                                <a:schemeClr val="tx1"/>
                              </a:solidFill>
                            </a:rPr>
                            <a:t> both numbers to ordinary form.</a:t>
                          </a:r>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algn="l"/>
                          <a14:m>
                            <m:oMathPara xmlns:m="http://schemas.openxmlformats.org/officeDocument/2006/math">
                              <m:oMathParaPr>
                                <m:jc m:val="centerGroup"/>
                              </m:oMathParaPr>
                              <m:oMath xmlns:m="http://schemas.openxmlformats.org/officeDocument/2006/math">
                                <m:d>
                                  <m:dPr>
                                    <m:ctrlPr>
                                      <a:rPr lang="en-US" sz="1200" b="0" i="1" smtClean="0">
                                        <a:solidFill>
                                          <a:schemeClr val="tx1"/>
                                        </a:solidFill>
                                        <a:latin typeface="Cambria Math" panose="02040503050406030204" pitchFamily="18" charset="0"/>
                                      </a:rPr>
                                    </m:ctrlPr>
                                  </m:dPr>
                                  <m:e>
                                    <m:r>
                                      <a:rPr lang="en-US" sz="1200" b="0" i="1" smtClean="0">
                                        <a:solidFill>
                                          <a:schemeClr val="tx1"/>
                                        </a:solidFill>
                                        <a:latin typeface="Cambria Math" panose="02040503050406030204" pitchFamily="18" charset="0"/>
                                      </a:rPr>
                                      <m:t>5</m:t>
                                    </m:r>
                                    <m:r>
                                      <a:rPr lang="en-US" sz="1200" b="0" i="1" smtClean="0">
                                        <a:solidFill>
                                          <a:schemeClr val="tx1"/>
                                        </a:solidFill>
                                        <a:latin typeface="Cambria Math" panose="02040503050406030204" pitchFamily="18" charset="0"/>
                                        <a:ea typeface="Cambria Math" panose="02040503050406030204" pitchFamily="18" charset="0"/>
                                      </a:rPr>
                                      <m:t>×</m:t>
                                    </m:r>
                                    <m:sSup>
                                      <m:sSupPr>
                                        <m:ctrlPr>
                                          <a:rPr lang="en-US" sz="1200" b="0" i="1" smtClean="0">
                                            <a:solidFill>
                                              <a:schemeClr val="tx1"/>
                                            </a:solidFill>
                                            <a:latin typeface="Cambria Math" panose="02040503050406030204" pitchFamily="18" charset="0"/>
                                            <a:ea typeface="Cambria Math" panose="02040503050406030204" pitchFamily="18" charset="0"/>
                                          </a:rPr>
                                        </m:ctrlPr>
                                      </m:sSupPr>
                                      <m:e>
                                        <m:r>
                                          <a:rPr lang="en-US" sz="1200" b="0" i="1" smtClean="0">
                                            <a:solidFill>
                                              <a:schemeClr val="tx1"/>
                                            </a:solidFill>
                                            <a:latin typeface="Cambria Math" panose="02040503050406030204" pitchFamily="18" charset="0"/>
                                            <a:ea typeface="Cambria Math" panose="02040503050406030204" pitchFamily="18" charset="0"/>
                                          </a:rPr>
                                          <m:t>10</m:t>
                                        </m:r>
                                      </m:e>
                                      <m:sup>
                                        <m:r>
                                          <a:rPr lang="en-US" sz="1200" b="0" i="1" smtClean="0">
                                            <a:solidFill>
                                              <a:schemeClr val="tx1"/>
                                            </a:solidFill>
                                            <a:latin typeface="Cambria Math" panose="02040503050406030204" pitchFamily="18" charset="0"/>
                                            <a:ea typeface="Cambria Math" panose="02040503050406030204" pitchFamily="18" charset="0"/>
                                          </a:rPr>
                                          <m:t>5</m:t>
                                        </m:r>
                                      </m:sup>
                                    </m:sSup>
                                  </m:e>
                                </m:d>
                                <m:r>
                                  <a:rPr lang="en-US" sz="1200" b="0" i="1" smtClean="0">
                                    <a:solidFill>
                                      <a:schemeClr val="tx1"/>
                                    </a:solidFill>
                                    <a:latin typeface="Cambria Math" panose="02040503050406030204" pitchFamily="18" charset="0"/>
                                    <a:ea typeface="Cambria Math" panose="02040503050406030204" pitchFamily="18" charset="0"/>
                                  </a:rPr>
                                  <m:t>−(1.5 × </m:t>
                                </m:r>
                                <m:sSup>
                                  <m:sSupPr>
                                    <m:ctrlPr>
                                      <a:rPr lang="en-US" sz="1200" b="0" i="1" smtClean="0">
                                        <a:solidFill>
                                          <a:schemeClr val="tx1"/>
                                        </a:solidFill>
                                        <a:latin typeface="Cambria Math" panose="02040503050406030204" pitchFamily="18" charset="0"/>
                                        <a:ea typeface="Cambria Math" panose="02040503050406030204" pitchFamily="18" charset="0"/>
                                      </a:rPr>
                                    </m:ctrlPr>
                                  </m:sSupPr>
                                  <m:e>
                                    <m:r>
                                      <a:rPr lang="en-US" sz="1200" b="0" i="1" smtClean="0">
                                        <a:solidFill>
                                          <a:schemeClr val="tx1"/>
                                        </a:solidFill>
                                        <a:latin typeface="Cambria Math" panose="02040503050406030204" pitchFamily="18" charset="0"/>
                                        <a:ea typeface="Cambria Math" panose="02040503050406030204" pitchFamily="18" charset="0"/>
                                      </a:rPr>
                                      <m:t>10</m:t>
                                    </m:r>
                                  </m:e>
                                  <m:sup>
                                    <m:r>
                                      <a:rPr lang="en-GB" sz="1200" b="0" i="1" smtClean="0">
                                        <a:solidFill>
                                          <a:schemeClr val="tx1"/>
                                        </a:solidFill>
                                        <a:latin typeface="Cambria Math" panose="02040503050406030204" pitchFamily="18" charset="0"/>
                                        <a:ea typeface="Cambria Math" panose="02040503050406030204" pitchFamily="18" charset="0"/>
                                      </a:rPr>
                                      <m:t>4</m:t>
                                    </m:r>
                                  </m:sup>
                                </m:sSup>
                                <m:r>
                                  <a:rPr lang="en-US" sz="1200" b="0" i="1" smtClean="0">
                                    <a:solidFill>
                                      <a:schemeClr val="tx1"/>
                                    </a:solidFill>
                                    <a:latin typeface="Cambria Math" panose="02040503050406030204" pitchFamily="18" charset="0"/>
                                    <a:ea typeface="Cambria Math" panose="02040503050406030204" pitchFamily="18" charset="0"/>
                                  </a:rPr>
                                  <m:t>)</m:t>
                                </m:r>
                              </m:oMath>
                            </m:oMathPara>
                          </a14:m>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a14:m>
                            <m:oMathPara xmlns:m="http://schemas.openxmlformats.org/officeDocument/2006/math">
                              <m:oMathParaPr>
                                <m:jc m:val="centerGroup"/>
                              </m:oMathParaPr>
                              <m:oMath xmlns:m="http://schemas.openxmlformats.org/officeDocument/2006/math">
                                <m:d>
                                  <m:dPr>
                                    <m:ctrlPr>
                                      <a:rPr lang="en-US" sz="1200" b="0" i="1" smtClean="0">
                                        <a:solidFill>
                                          <a:schemeClr val="tx1"/>
                                        </a:solidFill>
                                        <a:latin typeface="Cambria Math" panose="02040503050406030204" pitchFamily="18" charset="0"/>
                                      </a:rPr>
                                    </m:ctrlPr>
                                  </m:dPr>
                                  <m:e>
                                    <m:r>
                                      <a:rPr lang="en-US" sz="1200" b="0" i="1" smtClean="0">
                                        <a:solidFill>
                                          <a:schemeClr val="tx1"/>
                                        </a:solidFill>
                                        <a:latin typeface="Cambria Math" panose="02040503050406030204" pitchFamily="18" charset="0"/>
                                      </a:rPr>
                                      <m:t>2.5</m:t>
                                    </m:r>
                                    <m:r>
                                      <a:rPr lang="en-US" sz="1200" b="0" i="1" smtClean="0">
                                        <a:solidFill>
                                          <a:schemeClr val="tx1"/>
                                        </a:solidFill>
                                        <a:latin typeface="Cambria Math" panose="02040503050406030204" pitchFamily="18" charset="0"/>
                                        <a:ea typeface="Cambria Math" panose="02040503050406030204" pitchFamily="18" charset="0"/>
                                      </a:rPr>
                                      <m:t>×</m:t>
                                    </m:r>
                                    <m:sSup>
                                      <m:sSupPr>
                                        <m:ctrlPr>
                                          <a:rPr lang="en-US" sz="1200" b="0" i="1" smtClean="0">
                                            <a:solidFill>
                                              <a:schemeClr val="tx1"/>
                                            </a:solidFill>
                                            <a:latin typeface="Cambria Math" panose="02040503050406030204" pitchFamily="18" charset="0"/>
                                            <a:ea typeface="Cambria Math" panose="02040503050406030204" pitchFamily="18" charset="0"/>
                                          </a:rPr>
                                        </m:ctrlPr>
                                      </m:sSupPr>
                                      <m:e>
                                        <m:r>
                                          <a:rPr lang="en-US" sz="1200" b="0" i="1" smtClean="0">
                                            <a:solidFill>
                                              <a:schemeClr val="tx1"/>
                                            </a:solidFill>
                                            <a:latin typeface="Cambria Math" panose="02040503050406030204" pitchFamily="18" charset="0"/>
                                            <a:ea typeface="Cambria Math" panose="02040503050406030204" pitchFamily="18" charset="0"/>
                                          </a:rPr>
                                          <m:t>10</m:t>
                                        </m:r>
                                      </m:e>
                                      <m:sup>
                                        <m:r>
                                          <a:rPr lang="en-GB" sz="1200" b="0" i="1" smtClean="0">
                                            <a:solidFill>
                                              <a:schemeClr val="tx1"/>
                                            </a:solidFill>
                                            <a:latin typeface="Cambria Math" panose="02040503050406030204" pitchFamily="18" charset="0"/>
                                            <a:ea typeface="Cambria Math" panose="02040503050406030204" pitchFamily="18" charset="0"/>
                                          </a:rPr>
                                          <m:t>3</m:t>
                                        </m:r>
                                      </m:sup>
                                    </m:sSup>
                                  </m:e>
                                </m:d>
                                <m:r>
                                  <a:rPr lang="en-US" sz="1200" b="0" i="1" smtClean="0">
                                    <a:solidFill>
                                      <a:schemeClr val="tx1"/>
                                    </a:solidFill>
                                    <a:latin typeface="Cambria Math" panose="02040503050406030204" pitchFamily="18" charset="0"/>
                                    <a:ea typeface="Cambria Math" panose="02040503050406030204" pitchFamily="18" charset="0"/>
                                  </a:rPr>
                                  <m:t>−(3.1×</m:t>
                                </m:r>
                                <m:sSup>
                                  <m:sSupPr>
                                    <m:ctrlPr>
                                      <a:rPr lang="en-US" sz="1200" b="0" i="1" smtClean="0">
                                        <a:solidFill>
                                          <a:schemeClr val="tx1"/>
                                        </a:solidFill>
                                        <a:latin typeface="Cambria Math" panose="02040503050406030204" pitchFamily="18" charset="0"/>
                                        <a:ea typeface="Cambria Math" panose="02040503050406030204" pitchFamily="18" charset="0"/>
                                      </a:rPr>
                                    </m:ctrlPr>
                                  </m:sSupPr>
                                  <m:e>
                                    <m:r>
                                      <a:rPr lang="en-US" sz="1200" b="0" i="1" smtClean="0">
                                        <a:solidFill>
                                          <a:schemeClr val="tx1"/>
                                        </a:solidFill>
                                        <a:latin typeface="Cambria Math" panose="02040503050406030204" pitchFamily="18" charset="0"/>
                                        <a:ea typeface="Cambria Math" panose="02040503050406030204" pitchFamily="18" charset="0"/>
                                      </a:rPr>
                                      <m:t>10</m:t>
                                    </m:r>
                                  </m:e>
                                  <m:sup>
                                    <m:r>
                                      <a:rPr lang="en-US" sz="1200" b="0" i="1" smtClean="0">
                                        <a:solidFill>
                                          <a:schemeClr val="tx1"/>
                                        </a:solidFill>
                                        <a:latin typeface="Cambria Math" panose="02040503050406030204" pitchFamily="18" charset="0"/>
                                        <a:ea typeface="Cambria Math" panose="02040503050406030204" pitchFamily="18" charset="0"/>
                                      </a:rPr>
                                      <m:t>2</m:t>
                                    </m:r>
                                  </m:sup>
                                </m:sSup>
                                <m:r>
                                  <a:rPr lang="en-US" sz="1200" b="0" i="1" smtClean="0">
                                    <a:solidFill>
                                      <a:schemeClr val="tx1"/>
                                    </a:solidFill>
                                    <a:latin typeface="Cambria Math" panose="02040503050406030204" pitchFamily="18" charset="0"/>
                                    <a:ea typeface="Cambria Math" panose="02040503050406030204" pitchFamily="18" charset="0"/>
                                  </a:rPr>
                                  <m:t>)</m:t>
                                </m:r>
                              </m:oMath>
                            </m:oMathPara>
                          </a14:m>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ctrlPr>
                                      <a:rPr lang="en-US" sz="1200" b="0" i="1" smtClean="0">
                                        <a:solidFill>
                                          <a:schemeClr val="tx1"/>
                                        </a:solidFill>
                                        <a:latin typeface="Cambria Math" panose="02040503050406030204" pitchFamily="18" charset="0"/>
                                      </a:rPr>
                                    </m:ctrlPr>
                                  </m:dPr>
                                  <m:e>
                                    <m:r>
                                      <a:rPr lang="en-US" sz="1200" b="0" i="1" smtClean="0">
                                        <a:solidFill>
                                          <a:schemeClr val="tx1"/>
                                        </a:solidFill>
                                        <a:latin typeface="Cambria Math" panose="02040503050406030204" pitchFamily="18" charset="0"/>
                                      </a:rPr>
                                      <m:t>3.1</m:t>
                                    </m:r>
                                    <m:r>
                                      <a:rPr lang="en-US" sz="1200" b="0" i="1" smtClean="0">
                                        <a:solidFill>
                                          <a:schemeClr val="tx1"/>
                                        </a:solidFill>
                                        <a:latin typeface="Cambria Math" panose="02040503050406030204" pitchFamily="18" charset="0"/>
                                        <a:ea typeface="Cambria Math" panose="02040503050406030204" pitchFamily="18" charset="0"/>
                                      </a:rPr>
                                      <m:t>×</m:t>
                                    </m:r>
                                    <m:sSup>
                                      <m:sSupPr>
                                        <m:ctrlPr>
                                          <a:rPr lang="en-US" sz="1200" b="0" i="1" smtClean="0">
                                            <a:solidFill>
                                              <a:schemeClr val="tx1"/>
                                            </a:solidFill>
                                            <a:latin typeface="Cambria Math" panose="02040503050406030204" pitchFamily="18" charset="0"/>
                                            <a:ea typeface="Cambria Math" panose="02040503050406030204" pitchFamily="18" charset="0"/>
                                          </a:rPr>
                                        </m:ctrlPr>
                                      </m:sSupPr>
                                      <m:e>
                                        <m:r>
                                          <a:rPr lang="en-US" sz="1200" b="0" i="1" smtClean="0">
                                            <a:solidFill>
                                              <a:schemeClr val="tx1"/>
                                            </a:solidFill>
                                            <a:latin typeface="Cambria Math" panose="02040503050406030204" pitchFamily="18" charset="0"/>
                                            <a:ea typeface="Cambria Math" panose="02040503050406030204" pitchFamily="18" charset="0"/>
                                          </a:rPr>
                                          <m:t>10</m:t>
                                        </m:r>
                                      </m:e>
                                      <m:sup>
                                        <m:r>
                                          <a:rPr lang="en-US" sz="1200" b="0" i="1" smtClean="0">
                                            <a:solidFill>
                                              <a:schemeClr val="tx1"/>
                                            </a:solidFill>
                                            <a:latin typeface="Cambria Math" panose="02040503050406030204" pitchFamily="18" charset="0"/>
                                            <a:ea typeface="Cambria Math" panose="02040503050406030204" pitchFamily="18" charset="0"/>
                                          </a:rPr>
                                          <m:t>5</m:t>
                                        </m:r>
                                      </m:sup>
                                    </m:sSup>
                                  </m:e>
                                </m:d>
                                <m:r>
                                  <a:rPr lang="en-US" sz="1200" b="0" i="1" smtClean="0">
                                    <a:solidFill>
                                      <a:schemeClr val="tx1"/>
                                    </a:solidFill>
                                    <a:latin typeface="Cambria Math" panose="02040503050406030204" pitchFamily="18" charset="0"/>
                                    <a:ea typeface="Cambria Math" panose="02040503050406030204" pitchFamily="18" charset="0"/>
                                  </a:rPr>
                                  <m:t>−(2.1×</m:t>
                                </m:r>
                                <m:sSup>
                                  <m:sSupPr>
                                    <m:ctrlPr>
                                      <a:rPr lang="en-US" sz="1200" b="0" i="1" smtClean="0">
                                        <a:solidFill>
                                          <a:schemeClr val="tx1"/>
                                        </a:solidFill>
                                        <a:latin typeface="Cambria Math" panose="02040503050406030204" pitchFamily="18" charset="0"/>
                                        <a:ea typeface="Cambria Math" panose="02040503050406030204" pitchFamily="18" charset="0"/>
                                      </a:rPr>
                                    </m:ctrlPr>
                                  </m:sSupPr>
                                  <m:e>
                                    <m:r>
                                      <a:rPr lang="en-US" sz="1200" b="0" i="1" smtClean="0">
                                        <a:solidFill>
                                          <a:schemeClr val="tx1"/>
                                        </a:solidFill>
                                        <a:latin typeface="Cambria Math" panose="02040503050406030204" pitchFamily="18" charset="0"/>
                                        <a:ea typeface="Cambria Math" panose="02040503050406030204" pitchFamily="18" charset="0"/>
                                      </a:rPr>
                                      <m:t>10</m:t>
                                    </m:r>
                                  </m:e>
                                  <m:sup>
                                    <m:r>
                                      <a:rPr lang="en-US" sz="1200" b="0" i="1" smtClean="0">
                                        <a:solidFill>
                                          <a:schemeClr val="tx1"/>
                                        </a:solidFill>
                                        <a:latin typeface="Cambria Math" panose="02040503050406030204" pitchFamily="18" charset="0"/>
                                        <a:ea typeface="Cambria Math" panose="02040503050406030204" pitchFamily="18" charset="0"/>
                                      </a:rPr>
                                      <m:t>4</m:t>
                                    </m:r>
                                  </m:sup>
                                </m:sSup>
                                <m:r>
                                  <a:rPr lang="en-US" sz="1200" b="0" i="1" smtClean="0">
                                    <a:solidFill>
                                      <a:schemeClr val="tx1"/>
                                    </a:solidFill>
                                    <a:latin typeface="Cambria Math" panose="02040503050406030204" pitchFamily="18" charset="0"/>
                                    <a:ea typeface="Cambria Math" panose="02040503050406030204" pitchFamily="18" charset="0"/>
                                  </a:rPr>
                                  <m:t>)</m:t>
                                </m:r>
                              </m:oMath>
                            </m:oMathPara>
                          </a14:m>
                          <a:endParaRPr lang="en-GB" sz="1200" b="0" dirty="0">
                            <a:solidFill>
                              <a:schemeClr val="tx1"/>
                            </a:solidFill>
                          </a:endParaRPr>
                        </a:p>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41023978"/>
                      </a:ext>
                    </a:extLst>
                  </a:tr>
                  <a:tr h="472174">
                    <a:tc>
                      <a:txBody>
                        <a:bodyPr/>
                        <a:lstStyle/>
                        <a:p>
                          <a:pPr algn="ctr"/>
                          <a:r>
                            <a:rPr lang="en-US" sz="1200" b="0" dirty="0">
                              <a:solidFill>
                                <a:schemeClr val="tx1"/>
                              </a:solidFill>
                            </a:rPr>
                            <a:t>2) Add</a:t>
                          </a:r>
                          <a:r>
                            <a:rPr lang="en-US" sz="1200" b="0" baseline="0" dirty="0">
                              <a:solidFill>
                                <a:schemeClr val="tx1"/>
                              </a:solidFill>
                            </a:rPr>
                            <a:t> or Subtract. </a:t>
                          </a:r>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algn="ctr"/>
                          <a:endParaRPr lang="en-US" sz="1200" b="1"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0251944"/>
                      </a:ext>
                    </a:extLst>
                  </a:tr>
                  <a:tr h="629496">
                    <a:tc>
                      <a:txBody>
                        <a:bodyPr/>
                        <a:lstStyle/>
                        <a:p>
                          <a:pPr algn="ctr"/>
                          <a:r>
                            <a:rPr lang="en-US" sz="1200" b="0" dirty="0">
                              <a:solidFill>
                                <a:schemeClr val="tx1"/>
                              </a:solidFill>
                            </a:rPr>
                            <a:t>3) Convert</a:t>
                          </a:r>
                          <a:r>
                            <a:rPr lang="en-US" sz="1200" b="0" baseline="0" dirty="0">
                              <a:solidFill>
                                <a:schemeClr val="tx1"/>
                              </a:solidFill>
                            </a:rPr>
                            <a:t> back to standard form.</a:t>
                          </a:r>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60838638"/>
                      </a:ext>
                    </a:extLst>
                  </a:tr>
                </a:tbl>
              </a:graphicData>
            </a:graphic>
          </p:graphicFrame>
        </mc:Choice>
        <mc:Fallback xmlns="">
          <p:graphicFrame>
            <p:nvGraphicFramePr>
              <p:cNvPr id="57" name="Table 56"/>
              <p:cNvGraphicFramePr>
                <a:graphicFrameLocks noGrp="1"/>
              </p:cNvGraphicFramePr>
              <p:nvPr>
                <p:extLst>
                  <p:ext uri="{D42A27DB-BD31-4B8C-83A1-F6EECF244321}">
                    <p14:modId xmlns:p14="http://schemas.microsoft.com/office/powerpoint/2010/main" val="3628448041"/>
                  </p:ext>
                </p:extLst>
              </p:nvPr>
            </p:nvGraphicFramePr>
            <p:xfrm>
              <a:off x="67610" y="398594"/>
              <a:ext cx="6711968" cy="2872926"/>
            </p:xfrm>
            <a:graphic>
              <a:graphicData uri="http://schemas.openxmlformats.org/drawingml/2006/table">
                <a:tbl>
                  <a:tblPr firstRow="1" bandRow="1">
                    <a:tableStyleId>{5C22544A-7EE6-4342-B048-85BDC9FD1C3A}</a:tableStyleId>
                  </a:tblPr>
                  <a:tblGrid>
                    <a:gridCol w="938230">
                      <a:extLst>
                        <a:ext uri="{9D8B030D-6E8A-4147-A177-3AD203B41FA5}">
                          <a16:colId xmlns:a16="http://schemas.microsoft.com/office/drawing/2014/main" val="3124559182"/>
                        </a:ext>
                      </a:extLst>
                    </a:gridCol>
                    <a:gridCol w="1818640">
                      <a:extLst>
                        <a:ext uri="{9D8B030D-6E8A-4147-A177-3AD203B41FA5}">
                          <a16:colId xmlns:a16="http://schemas.microsoft.com/office/drawing/2014/main" val="1668930051"/>
                        </a:ext>
                      </a:extLst>
                    </a:gridCol>
                    <a:gridCol w="1945865">
                      <a:extLst>
                        <a:ext uri="{9D8B030D-6E8A-4147-A177-3AD203B41FA5}">
                          <a16:colId xmlns:a16="http://schemas.microsoft.com/office/drawing/2014/main" val="2873958374"/>
                        </a:ext>
                      </a:extLst>
                    </a:gridCol>
                    <a:gridCol w="2009233">
                      <a:extLst>
                        <a:ext uri="{9D8B030D-6E8A-4147-A177-3AD203B41FA5}">
                          <a16:colId xmlns:a16="http://schemas.microsoft.com/office/drawing/2014/main" val="2414775215"/>
                        </a:ext>
                      </a:extLst>
                    </a:gridCol>
                  </a:tblGrid>
                  <a:tr h="318153">
                    <a:tc>
                      <a:txBody>
                        <a:bodyPr/>
                        <a:lstStyle/>
                        <a:p>
                          <a:pPr algn="ctr"/>
                          <a:r>
                            <a:rPr lang="en-US" sz="1200" dirty="0">
                              <a:solidFill>
                                <a:schemeClr val="tx1"/>
                              </a:solidFill>
                            </a:rPr>
                            <a:t>Steps</a:t>
                          </a:r>
                          <a:endParaRPr lang="en-GB"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GB" sz="1200" b="1" dirty="0">
                              <a:solidFill>
                                <a:schemeClr val="tx1"/>
                              </a:solidFill>
                            </a:rPr>
                            <a:t>Calculate </a:t>
                          </a:r>
                          <a:r>
                            <a:rPr lang="en-GB" sz="1200" dirty="0">
                              <a:solidFill>
                                <a:schemeClr val="tx1"/>
                              </a:solidFill>
                            </a:rPr>
                            <a:t>the following, give your answer in standard form.</a:t>
                          </a:r>
                          <a:endParaRPr lang="en-GB" sz="12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en-GB" sz="12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en-GB" sz="12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47329628"/>
                      </a:ext>
                    </a:extLst>
                  </a:tr>
                  <a:tr h="1259639">
                    <a:tc>
                      <a:txBody>
                        <a:bodyPr/>
                        <a:lstStyle/>
                        <a:p>
                          <a:pPr algn="ctr"/>
                          <a:r>
                            <a:rPr lang="en-US" sz="1200" b="0" dirty="0">
                              <a:solidFill>
                                <a:schemeClr val="tx1"/>
                              </a:solidFill>
                            </a:rPr>
                            <a:t>1) Convert</a:t>
                          </a:r>
                          <a:r>
                            <a:rPr lang="en-US" sz="1200" b="0" baseline="0" dirty="0">
                              <a:solidFill>
                                <a:schemeClr val="tx1"/>
                              </a:solidFill>
                            </a:rPr>
                            <a:t> both numbers to ordinary form.</a:t>
                          </a:r>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1839" t="-12619" r="-217726" b="-1905"/>
                          </a:stretch>
                        </a:blipFill>
                      </a:tcPr>
                    </a:tc>
                    <a:tc rowSpan="3">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42320" t="-12619" r="-104075" b="-1905"/>
                          </a:stretch>
                        </a:blipFill>
                      </a:tcPr>
                    </a:tc>
                    <a:tc rowSpan="3">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34242" t="-12619" r="-606" b="-1905"/>
                          </a:stretch>
                        </a:blipFill>
                      </a:tcPr>
                    </a:tc>
                    <a:extLst>
                      <a:ext uri="{0D108BD9-81ED-4DB2-BD59-A6C34878D82A}">
                        <a16:rowId xmlns:a16="http://schemas.microsoft.com/office/drawing/2014/main" val="1541023978"/>
                      </a:ext>
                    </a:extLst>
                  </a:tr>
                  <a:tr h="472174">
                    <a:tc>
                      <a:txBody>
                        <a:bodyPr/>
                        <a:lstStyle/>
                        <a:p>
                          <a:pPr algn="ctr"/>
                          <a:r>
                            <a:rPr lang="en-US" sz="1200" b="0" dirty="0">
                              <a:solidFill>
                                <a:schemeClr val="tx1"/>
                              </a:solidFill>
                            </a:rPr>
                            <a:t>2) Add</a:t>
                          </a:r>
                          <a:r>
                            <a:rPr lang="en-US" sz="1200" b="0" baseline="0" dirty="0">
                              <a:solidFill>
                                <a:schemeClr val="tx1"/>
                              </a:solidFill>
                            </a:rPr>
                            <a:t> or Subtract. </a:t>
                          </a:r>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algn="ctr"/>
                          <a:endParaRPr lang="en-US" sz="1200" b="1"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0251944"/>
                      </a:ext>
                    </a:extLst>
                  </a:tr>
                  <a:tr h="822960">
                    <a:tc>
                      <a:txBody>
                        <a:bodyPr/>
                        <a:lstStyle/>
                        <a:p>
                          <a:pPr algn="ctr"/>
                          <a:r>
                            <a:rPr lang="en-US" sz="1200" b="0" dirty="0">
                              <a:solidFill>
                                <a:schemeClr val="tx1"/>
                              </a:solidFill>
                            </a:rPr>
                            <a:t>3) Convert</a:t>
                          </a:r>
                          <a:r>
                            <a:rPr lang="en-US" sz="1200" b="0" baseline="0" dirty="0">
                              <a:solidFill>
                                <a:schemeClr val="tx1"/>
                              </a:solidFill>
                            </a:rPr>
                            <a:t> back to standard form.</a:t>
                          </a:r>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60838638"/>
                      </a:ext>
                    </a:extLst>
                  </a:tr>
                </a:tbl>
              </a:graphicData>
            </a:graphic>
          </p:graphicFrame>
        </mc:Fallback>
      </mc:AlternateContent>
      <p:sp>
        <p:nvSpPr>
          <p:cNvPr id="3" name="Rectangle 2">
            <a:extLst>
              <a:ext uri="{FF2B5EF4-FFF2-40B4-BE49-F238E27FC236}">
                <a16:creationId xmlns:a16="http://schemas.microsoft.com/office/drawing/2014/main" id="{355180D9-2F18-096E-BC75-00F0128B81BD}"/>
              </a:ext>
            </a:extLst>
          </p:cNvPr>
          <p:cNvSpPr/>
          <p:nvPr/>
        </p:nvSpPr>
        <p:spPr>
          <a:xfrm>
            <a:off x="67610" y="3327600"/>
            <a:ext cx="1092246" cy="36999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a:t>INDEPENDENT PRACTICE</a:t>
            </a:r>
          </a:p>
        </p:txBody>
      </p:sp>
      <p:sp>
        <p:nvSpPr>
          <p:cNvPr id="14" name="Slide Number Placeholder 13">
            <a:extLst>
              <a:ext uri="{FF2B5EF4-FFF2-40B4-BE49-F238E27FC236}">
                <a16:creationId xmlns:a16="http://schemas.microsoft.com/office/drawing/2014/main" id="{EF010E97-0549-76D3-500E-D1D777C841C0}"/>
              </a:ext>
            </a:extLst>
          </p:cNvPr>
          <p:cNvSpPr>
            <a:spLocks noGrp="1"/>
          </p:cNvSpPr>
          <p:nvPr>
            <p:ph type="sldNum" sz="quarter" idx="12"/>
          </p:nvPr>
        </p:nvSpPr>
        <p:spPr/>
        <p:txBody>
          <a:bodyPr/>
          <a:lstStyle/>
          <a:p>
            <a:fld id="{DFE403A4-BF53-4A18-A219-2FCD9C5F3F46}" type="slidenum">
              <a:rPr lang="en-GB" smtClean="0"/>
              <a:t>78</a:t>
            </a:fld>
            <a:endParaRPr lang="en-GB"/>
          </a:p>
        </p:txBody>
      </p:sp>
    </p:spTree>
    <p:extLst>
      <p:ext uri="{BB962C8B-B14F-4D97-AF65-F5344CB8AC3E}">
        <p14:creationId xmlns:p14="http://schemas.microsoft.com/office/powerpoint/2010/main" val="99098997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19" name="Table 18">
                <a:extLst>
                  <a:ext uri="{FF2B5EF4-FFF2-40B4-BE49-F238E27FC236}">
                    <a16:creationId xmlns:a16="http://schemas.microsoft.com/office/drawing/2014/main" id="{68286317-0E43-B21E-2DB5-8EC5AD7BCDA0}"/>
                  </a:ext>
                </a:extLst>
              </p:cNvPr>
              <p:cNvGraphicFramePr>
                <a:graphicFrameLocks noGrp="1"/>
              </p:cNvGraphicFramePr>
              <p:nvPr/>
            </p:nvGraphicFramePr>
            <p:xfrm>
              <a:off x="96868" y="131895"/>
              <a:ext cx="6664263" cy="1750880"/>
            </p:xfrm>
            <a:graphic>
              <a:graphicData uri="http://schemas.openxmlformats.org/drawingml/2006/table">
                <a:tbl>
                  <a:tblPr>
                    <a:tableStyleId>{5C22544A-7EE6-4342-B048-85BDC9FD1C3A}</a:tableStyleId>
                  </a:tblPr>
                  <a:tblGrid>
                    <a:gridCol w="2221421">
                      <a:extLst>
                        <a:ext uri="{9D8B030D-6E8A-4147-A177-3AD203B41FA5}">
                          <a16:colId xmlns:a16="http://schemas.microsoft.com/office/drawing/2014/main" val="2107513674"/>
                        </a:ext>
                      </a:extLst>
                    </a:gridCol>
                    <a:gridCol w="2221421">
                      <a:extLst>
                        <a:ext uri="{9D8B030D-6E8A-4147-A177-3AD203B41FA5}">
                          <a16:colId xmlns:a16="http://schemas.microsoft.com/office/drawing/2014/main" val="3412748866"/>
                        </a:ext>
                      </a:extLst>
                    </a:gridCol>
                    <a:gridCol w="2221421">
                      <a:extLst>
                        <a:ext uri="{9D8B030D-6E8A-4147-A177-3AD203B41FA5}">
                          <a16:colId xmlns:a16="http://schemas.microsoft.com/office/drawing/2014/main" val="3869231485"/>
                        </a:ext>
                      </a:extLst>
                    </a:gridCol>
                  </a:tblGrid>
                  <a:tr h="1750880">
                    <a:tc>
                      <a:txBody>
                        <a:bodyPr/>
                        <a:lstStyle/>
                        <a:p>
                          <a:r>
                            <a:rPr lang="en-GB" sz="1200" dirty="0"/>
                            <a:t>j) </a:t>
                          </a:r>
                          <a14:m>
                            <m:oMath xmlns:m="http://schemas.openxmlformats.org/officeDocument/2006/math">
                              <m:d>
                                <m:dPr>
                                  <m:ctrlPr>
                                    <a:rPr lang="en-US" sz="1200" b="1" i="1" smtClean="0">
                                      <a:latin typeface="Cambria Math" panose="02040503050406030204" pitchFamily="18" charset="0"/>
                                    </a:rPr>
                                  </m:ctrlPr>
                                </m:dPr>
                                <m:e>
                                  <m:r>
                                    <a:rPr lang="en-US" sz="1200" b="0" i="1" smtClean="0">
                                      <a:latin typeface="Cambria Math" panose="02040503050406030204" pitchFamily="18" charset="0"/>
                                    </a:rPr>
                                    <m:t>2.51</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5</m:t>
                                      </m:r>
                                    </m:sup>
                                  </m:sSup>
                                </m:e>
                              </m:d>
                              <m:r>
                                <a:rPr lang="en-US" sz="1200" b="0" i="1" smtClean="0">
                                  <a:latin typeface="Cambria Math" panose="02040503050406030204" pitchFamily="18" charset="0"/>
                                  <a:ea typeface="Cambria Math" panose="02040503050406030204" pitchFamily="18" charset="0"/>
                                </a:rPr>
                                <m:t>−(5.21×</m:t>
                              </m:r>
                              <m:sSup>
                                <m:sSupPr>
                                  <m:ctrlPr>
                                    <a:rPr lang="en-US" sz="1200" b="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3</m:t>
                                  </m:r>
                                </m:sup>
                              </m:sSup>
                              <m:r>
                                <a:rPr lang="en-US" sz="1200" b="0" i="1" smtClean="0">
                                  <a:latin typeface="Cambria Math" panose="02040503050406030204" pitchFamily="18" charset="0"/>
                                  <a:ea typeface="Cambria Math" panose="02040503050406030204" pitchFamily="18" charset="0"/>
                                </a:rPr>
                                <m:t>)</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k) </a:t>
                          </a:r>
                          <a14:m>
                            <m:oMath xmlns:m="http://schemas.openxmlformats.org/officeDocument/2006/math">
                              <m:d>
                                <m:dPr>
                                  <m:ctrlPr>
                                    <a:rPr lang="en-US" sz="1200" b="1" i="1" smtClean="0">
                                      <a:latin typeface="Cambria Math" panose="02040503050406030204" pitchFamily="18" charset="0"/>
                                    </a:rPr>
                                  </m:ctrlPr>
                                </m:dPr>
                                <m:e>
                                  <m:r>
                                    <a:rPr lang="en-US" sz="1200" b="0" i="1" smtClean="0">
                                      <a:latin typeface="Cambria Math" panose="02040503050406030204" pitchFamily="18" charset="0"/>
                                    </a:rPr>
                                    <m:t>5.1</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GB" sz="1200" b="0" i="1" smtClean="0">
                                          <a:latin typeface="Cambria Math" panose="02040503050406030204" pitchFamily="18" charset="0"/>
                                          <a:ea typeface="Cambria Math" panose="02040503050406030204" pitchFamily="18" charset="0"/>
                                        </a:rPr>
                                        <m:t>5</m:t>
                                      </m:r>
                                    </m:sup>
                                  </m:sSup>
                                </m:e>
                              </m:d>
                              <m:r>
                                <a:rPr lang="en-US" sz="1200" b="0" i="1" smtClean="0">
                                  <a:latin typeface="Cambria Math" panose="02040503050406030204" pitchFamily="18" charset="0"/>
                                  <a:ea typeface="Cambria Math" panose="02040503050406030204" pitchFamily="18" charset="0"/>
                                </a:rPr>
                                <m:t>−(5.1×</m:t>
                              </m:r>
                              <m:sSup>
                                <m:sSupPr>
                                  <m:ctrlPr>
                                    <a:rPr lang="en-US" sz="1200" b="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GB" sz="1200" b="0" i="1" smtClean="0">
                                      <a:latin typeface="Cambria Math" panose="02040503050406030204" pitchFamily="18" charset="0"/>
                                      <a:ea typeface="Cambria Math" panose="02040503050406030204" pitchFamily="18" charset="0"/>
                                    </a:rPr>
                                    <m:t>4</m:t>
                                  </m:r>
                                </m:sup>
                              </m:sSup>
                              <m:r>
                                <a:rPr lang="en-US" sz="1200" b="0" i="1" smtClean="0">
                                  <a:latin typeface="Cambria Math" panose="02040503050406030204" pitchFamily="18" charset="0"/>
                                  <a:ea typeface="Cambria Math" panose="02040503050406030204" pitchFamily="18" charset="0"/>
                                </a:rPr>
                                <m:t>)</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l) </a:t>
                          </a:r>
                          <a14:m>
                            <m:oMath xmlns:m="http://schemas.openxmlformats.org/officeDocument/2006/math">
                              <m:d>
                                <m:dPr>
                                  <m:ctrlPr>
                                    <a:rPr lang="en-US" sz="1200" b="1" i="1" smtClean="0">
                                      <a:latin typeface="Cambria Math" panose="02040503050406030204" pitchFamily="18" charset="0"/>
                                    </a:rPr>
                                  </m:ctrlPr>
                                </m:dPr>
                                <m:e>
                                  <m:r>
                                    <a:rPr lang="en-US" sz="1200" b="0" i="1" smtClean="0">
                                      <a:latin typeface="Cambria Math" panose="02040503050406030204" pitchFamily="18" charset="0"/>
                                    </a:rPr>
                                    <m:t>7</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GB" sz="1200" b="0" i="1" smtClean="0">
                                          <a:latin typeface="Cambria Math" panose="02040503050406030204" pitchFamily="18" charset="0"/>
                                          <a:ea typeface="Cambria Math" panose="02040503050406030204" pitchFamily="18" charset="0"/>
                                        </a:rPr>
                                        <m:t>1</m:t>
                                      </m:r>
                                    </m:sup>
                                  </m:sSup>
                                </m:e>
                              </m:d>
                              <m:r>
                                <a:rPr lang="en-US" sz="1200" b="0" i="1" smtClean="0">
                                  <a:latin typeface="Cambria Math" panose="02040503050406030204" pitchFamily="18" charset="0"/>
                                  <a:ea typeface="Cambria Math" panose="02040503050406030204" pitchFamily="18" charset="0"/>
                                </a:rPr>
                                <m:t>−(5×</m:t>
                              </m:r>
                              <m:sSup>
                                <m:sSupPr>
                                  <m:ctrlPr>
                                    <a:rPr lang="en-US" sz="1200" b="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GB" sz="1200" b="0" i="1" smtClean="0">
                                      <a:latin typeface="Cambria Math" panose="02040503050406030204" pitchFamily="18" charset="0"/>
                                      <a:ea typeface="Cambria Math" panose="02040503050406030204" pitchFamily="18" charset="0"/>
                                    </a:rPr>
                                    <m:t>0</m:t>
                                  </m:r>
                                </m:sup>
                              </m:sSup>
                              <m:r>
                                <a:rPr lang="en-US" sz="1200" b="0" i="1" smtClean="0">
                                  <a:latin typeface="Cambria Math" panose="02040503050406030204" pitchFamily="18" charset="0"/>
                                  <a:ea typeface="Cambria Math" panose="02040503050406030204" pitchFamily="18" charset="0"/>
                                </a:rPr>
                                <m:t>)</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71429722"/>
                      </a:ext>
                    </a:extLst>
                  </a:tr>
                </a:tbl>
              </a:graphicData>
            </a:graphic>
          </p:graphicFrame>
        </mc:Choice>
        <mc:Fallback xmlns="">
          <p:graphicFrame>
            <p:nvGraphicFramePr>
              <p:cNvPr id="19" name="Table 18">
                <a:extLst>
                  <a:ext uri="{FF2B5EF4-FFF2-40B4-BE49-F238E27FC236}">
                    <a16:creationId xmlns:a16="http://schemas.microsoft.com/office/drawing/2014/main" id="{68286317-0E43-B21E-2DB5-8EC5AD7BCDA0}"/>
                  </a:ext>
                </a:extLst>
              </p:cNvPr>
              <p:cNvGraphicFramePr>
                <a:graphicFrameLocks noGrp="1"/>
              </p:cNvGraphicFramePr>
              <p:nvPr>
                <p:extLst>
                  <p:ext uri="{D42A27DB-BD31-4B8C-83A1-F6EECF244321}">
                    <p14:modId xmlns:p14="http://schemas.microsoft.com/office/powerpoint/2010/main" val="2769307337"/>
                  </p:ext>
                </p:extLst>
              </p:nvPr>
            </p:nvGraphicFramePr>
            <p:xfrm>
              <a:off x="96868" y="131895"/>
              <a:ext cx="6664263" cy="1750880"/>
            </p:xfrm>
            <a:graphic>
              <a:graphicData uri="http://schemas.openxmlformats.org/drawingml/2006/table">
                <a:tbl>
                  <a:tblPr>
                    <a:tableStyleId>{5C22544A-7EE6-4342-B048-85BDC9FD1C3A}</a:tableStyleId>
                  </a:tblPr>
                  <a:tblGrid>
                    <a:gridCol w="2221421">
                      <a:extLst>
                        <a:ext uri="{9D8B030D-6E8A-4147-A177-3AD203B41FA5}">
                          <a16:colId xmlns:a16="http://schemas.microsoft.com/office/drawing/2014/main" val="2107513674"/>
                        </a:ext>
                      </a:extLst>
                    </a:gridCol>
                    <a:gridCol w="2221421">
                      <a:extLst>
                        <a:ext uri="{9D8B030D-6E8A-4147-A177-3AD203B41FA5}">
                          <a16:colId xmlns:a16="http://schemas.microsoft.com/office/drawing/2014/main" val="3412748866"/>
                        </a:ext>
                      </a:extLst>
                    </a:gridCol>
                    <a:gridCol w="2221421">
                      <a:extLst>
                        <a:ext uri="{9D8B030D-6E8A-4147-A177-3AD203B41FA5}">
                          <a16:colId xmlns:a16="http://schemas.microsoft.com/office/drawing/2014/main" val="3869231485"/>
                        </a:ext>
                      </a:extLst>
                    </a:gridCol>
                  </a:tblGrid>
                  <a:tr h="175088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74" t="-347" r="-200548" b="-694"/>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274" t="-347" r="-100548" b="-694"/>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0274" t="-347" r="-548" b="-694"/>
                          </a:stretch>
                        </a:blipFill>
                      </a:tcPr>
                    </a:tc>
                    <a:extLst>
                      <a:ext uri="{0D108BD9-81ED-4DB2-BD59-A6C34878D82A}">
                        <a16:rowId xmlns:a16="http://schemas.microsoft.com/office/drawing/2014/main" val="4071429722"/>
                      </a:ext>
                    </a:extLst>
                  </a:tr>
                </a:tbl>
              </a:graphicData>
            </a:graphic>
          </p:graphicFrame>
        </mc:Fallback>
      </mc:AlternateContent>
      <p:sp>
        <p:nvSpPr>
          <p:cNvPr id="20" name="TextBox 19">
            <a:extLst>
              <a:ext uri="{FF2B5EF4-FFF2-40B4-BE49-F238E27FC236}">
                <a16:creationId xmlns:a16="http://schemas.microsoft.com/office/drawing/2014/main" id="{B30C236B-985F-ECA5-79B4-1F2F083B4B78}"/>
              </a:ext>
            </a:extLst>
          </p:cNvPr>
          <p:cNvSpPr txBox="1"/>
          <p:nvPr/>
        </p:nvSpPr>
        <p:spPr>
          <a:xfrm>
            <a:off x="1136003" y="4902018"/>
            <a:ext cx="4029052" cy="276999"/>
          </a:xfrm>
          <a:prstGeom prst="rect">
            <a:avLst/>
          </a:prstGeom>
          <a:noFill/>
        </p:spPr>
        <p:txBody>
          <a:bodyPr wrap="none" lIns="91440" tIns="45720" rIns="91440" bIns="45720" rtlCol="0" anchor="t">
            <a:spAutoFit/>
          </a:bodyPr>
          <a:lstStyle/>
          <a:p>
            <a:r>
              <a:rPr lang="en-GB" sz="1200" dirty="0"/>
              <a:t>4. Calculate the following, give your answers in standard form.</a:t>
            </a:r>
          </a:p>
        </p:txBody>
      </p:sp>
      <mc:AlternateContent xmlns:mc="http://schemas.openxmlformats.org/markup-compatibility/2006" xmlns:a14="http://schemas.microsoft.com/office/drawing/2010/main">
        <mc:Choice Requires="a14">
          <p:sp>
            <p:nvSpPr>
              <p:cNvPr id="21" name="Rectangle 20">
                <a:extLst>
                  <a:ext uri="{FF2B5EF4-FFF2-40B4-BE49-F238E27FC236}">
                    <a16:creationId xmlns:a16="http://schemas.microsoft.com/office/drawing/2014/main" id="{172F954D-8001-1281-0329-E50DD47F9850}"/>
                  </a:ext>
                </a:extLst>
              </p:cNvPr>
              <p:cNvSpPr/>
              <p:nvPr/>
            </p:nvSpPr>
            <p:spPr>
              <a:xfrm>
                <a:off x="425945" y="2053303"/>
                <a:ext cx="3429000" cy="276999"/>
              </a:xfrm>
              <a:prstGeom prst="rect">
                <a:avLst/>
              </a:prstGeom>
            </p:spPr>
            <p:txBody>
              <a:bodyPr>
                <a:spAutoFit/>
              </a:bodyPr>
              <a:lstStyle/>
              <a:p>
                <a:r>
                  <a:rPr lang="en-US" sz="1200" dirty="0">
                    <a:solidFill>
                      <a:schemeClr val="bg1"/>
                    </a:solidFill>
                  </a:rPr>
                  <a:t>Calculate </a:t>
                </a:r>
                <a14:m>
                  <m:oMath xmlns:m="http://schemas.openxmlformats.org/officeDocument/2006/math">
                    <m:d>
                      <m:dPr>
                        <m:ctrlPr>
                          <a:rPr lang="en-US" sz="1200" i="1">
                            <a:solidFill>
                              <a:schemeClr val="bg1"/>
                            </a:solidFill>
                            <a:latin typeface="Cambria Math" panose="02040503050406030204" pitchFamily="18" charset="0"/>
                          </a:rPr>
                        </m:ctrlPr>
                      </m:dPr>
                      <m:e>
                        <m:r>
                          <a:rPr lang="en-US" sz="1200" i="1">
                            <a:solidFill>
                              <a:schemeClr val="bg1"/>
                            </a:solidFill>
                            <a:latin typeface="Cambria Math" panose="02040503050406030204" pitchFamily="18" charset="0"/>
                          </a:rPr>
                          <m:t>2.4×</m:t>
                        </m:r>
                        <m:sSup>
                          <m:sSupPr>
                            <m:ctrlPr>
                              <a:rPr lang="en-US" sz="1200" i="1">
                                <a:solidFill>
                                  <a:schemeClr val="bg1"/>
                                </a:solidFill>
                                <a:latin typeface="Cambria Math" panose="02040503050406030204" pitchFamily="18" charset="0"/>
                              </a:rPr>
                            </m:ctrlPr>
                          </m:sSupPr>
                          <m:e>
                            <m:r>
                              <a:rPr lang="en-US" sz="1200" i="1">
                                <a:solidFill>
                                  <a:schemeClr val="bg1"/>
                                </a:solidFill>
                                <a:latin typeface="Cambria Math" panose="02040503050406030204" pitchFamily="18" charset="0"/>
                              </a:rPr>
                              <m:t>10</m:t>
                            </m:r>
                          </m:e>
                          <m:sup>
                            <m:r>
                              <a:rPr lang="en-US" sz="1200" i="1">
                                <a:solidFill>
                                  <a:schemeClr val="bg1"/>
                                </a:solidFill>
                                <a:latin typeface="Cambria Math" panose="02040503050406030204" pitchFamily="18" charset="0"/>
                              </a:rPr>
                              <m:t>4</m:t>
                            </m:r>
                          </m:sup>
                        </m:sSup>
                      </m:e>
                    </m:d>
                    <m:r>
                      <a:rPr lang="en-US" sz="1200" i="1">
                        <a:solidFill>
                          <a:schemeClr val="bg1"/>
                        </a:solidFill>
                        <a:latin typeface="Cambria Math" panose="02040503050406030204" pitchFamily="18" charset="0"/>
                      </a:rPr>
                      <m:t>+(1.6×</m:t>
                    </m:r>
                    <m:sSup>
                      <m:sSupPr>
                        <m:ctrlPr>
                          <a:rPr lang="en-US" sz="1200" i="1">
                            <a:solidFill>
                              <a:schemeClr val="bg1"/>
                            </a:solidFill>
                            <a:latin typeface="Cambria Math" panose="02040503050406030204" pitchFamily="18" charset="0"/>
                          </a:rPr>
                        </m:ctrlPr>
                      </m:sSupPr>
                      <m:e>
                        <m:r>
                          <a:rPr lang="en-US" sz="1200" i="1">
                            <a:solidFill>
                              <a:schemeClr val="bg1"/>
                            </a:solidFill>
                            <a:latin typeface="Cambria Math" panose="02040503050406030204" pitchFamily="18" charset="0"/>
                          </a:rPr>
                          <m:t>10</m:t>
                        </m:r>
                      </m:e>
                      <m:sup>
                        <m:r>
                          <a:rPr lang="en-US" sz="1200" i="1">
                            <a:solidFill>
                              <a:schemeClr val="bg1"/>
                            </a:solidFill>
                            <a:latin typeface="Cambria Math" panose="02040503050406030204" pitchFamily="18" charset="0"/>
                          </a:rPr>
                          <m:t>2</m:t>
                        </m:r>
                      </m:sup>
                    </m:sSup>
                    <m:r>
                      <a:rPr lang="en-US" sz="1200" i="1">
                        <a:solidFill>
                          <a:schemeClr val="bg1"/>
                        </a:solidFill>
                        <a:latin typeface="Cambria Math" panose="02040503050406030204" pitchFamily="18" charset="0"/>
                      </a:rPr>
                      <m:t>)</m:t>
                    </m:r>
                  </m:oMath>
                </a14:m>
                <a:endParaRPr lang="en-GB" sz="1200" dirty="0">
                  <a:solidFill>
                    <a:schemeClr val="bg1"/>
                  </a:solidFill>
                </a:endParaRPr>
              </a:p>
            </p:txBody>
          </p:sp>
        </mc:Choice>
        <mc:Fallback xmlns="">
          <p:sp>
            <p:nvSpPr>
              <p:cNvPr id="21" name="Rectangle 20">
                <a:extLst>
                  <a:ext uri="{FF2B5EF4-FFF2-40B4-BE49-F238E27FC236}">
                    <a16:creationId xmlns:a16="http://schemas.microsoft.com/office/drawing/2014/main" id="{172F954D-8001-1281-0329-E50DD47F9850}"/>
                  </a:ext>
                </a:extLst>
              </p:cNvPr>
              <p:cNvSpPr>
                <a:spLocks noRot="1" noChangeAspect="1" noMove="1" noResize="1" noEditPoints="1" noAdjustHandles="1" noChangeArrowheads="1" noChangeShapeType="1" noTextEdit="1"/>
              </p:cNvSpPr>
              <p:nvPr/>
            </p:nvSpPr>
            <p:spPr>
              <a:xfrm>
                <a:off x="425945" y="2053303"/>
                <a:ext cx="3429000" cy="276999"/>
              </a:xfrm>
              <a:prstGeom prst="rect">
                <a:avLst/>
              </a:prstGeom>
              <a:blipFill>
                <a:blip r:embed="rId4"/>
                <a:stretch>
                  <a:fillRect l="-178" b="-20000"/>
                </a:stretch>
              </a:blipFill>
            </p:spPr>
            <p:txBody>
              <a:bodyPr/>
              <a:lstStyle/>
              <a:p>
                <a:r>
                  <a:rPr lang="en-GB">
                    <a:noFill/>
                  </a:rPr>
                  <a:t> </a:t>
                </a:r>
              </a:p>
            </p:txBody>
          </p:sp>
        </mc:Fallback>
      </mc:AlternateContent>
      <p:sp>
        <p:nvSpPr>
          <p:cNvPr id="22" name="TextBox 21">
            <a:extLst>
              <a:ext uri="{FF2B5EF4-FFF2-40B4-BE49-F238E27FC236}">
                <a16:creationId xmlns:a16="http://schemas.microsoft.com/office/drawing/2014/main" id="{24985C53-2816-C6B5-D061-1F2D523053F5}"/>
              </a:ext>
            </a:extLst>
          </p:cNvPr>
          <p:cNvSpPr txBox="1"/>
          <p:nvPr/>
        </p:nvSpPr>
        <p:spPr>
          <a:xfrm>
            <a:off x="1054399" y="1868899"/>
            <a:ext cx="1387409" cy="274468"/>
          </a:xfrm>
          <a:prstGeom prst="rect">
            <a:avLst/>
          </a:prstGeom>
          <a:noFill/>
          <a:ln>
            <a:noFill/>
          </a:ln>
        </p:spPr>
        <p:txBody>
          <a:bodyPr wrap="square" rtlCol="0">
            <a:spAutoFit/>
          </a:bodyPr>
          <a:lstStyle/>
          <a:p>
            <a:r>
              <a:rPr lang="en-GB" sz="1200" b="1" i="1" dirty="0">
                <a:solidFill>
                  <a:srgbClr val="FF0000"/>
                </a:solidFill>
              </a:rPr>
              <a:t>Example 7 - I do…</a:t>
            </a:r>
          </a:p>
        </p:txBody>
      </p:sp>
      <p:sp>
        <p:nvSpPr>
          <p:cNvPr id="23" name="TextBox 22">
            <a:extLst>
              <a:ext uri="{FF2B5EF4-FFF2-40B4-BE49-F238E27FC236}">
                <a16:creationId xmlns:a16="http://schemas.microsoft.com/office/drawing/2014/main" id="{E6051512-051E-F659-8E47-1012DC00E255}"/>
              </a:ext>
            </a:extLst>
          </p:cNvPr>
          <p:cNvSpPr txBox="1"/>
          <p:nvPr/>
        </p:nvSpPr>
        <p:spPr>
          <a:xfrm>
            <a:off x="2920872" y="1858733"/>
            <a:ext cx="1597079" cy="276999"/>
          </a:xfrm>
          <a:prstGeom prst="rect">
            <a:avLst/>
          </a:prstGeom>
          <a:noFill/>
          <a:ln>
            <a:noFill/>
          </a:ln>
        </p:spPr>
        <p:txBody>
          <a:bodyPr wrap="square" rtlCol="0">
            <a:spAutoFit/>
          </a:bodyPr>
          <a:lstStyle/>
          <a:p>
            <a:r>
              <a:rPr lang="en-GB" sz="1200" b="1" i="1" dirty="0">
                <a:solidFill>
                  <a:schemeClr val="accent2"/>
                </a:solidFill>
              </a:rPr>
              <a:t>Example 8 – We do…</a:t>
            </a:r>
          </a:p>
        </p:txBody>
      </p:sp>
      <p:sp>
        <p:nvSpPr>
          <p:cNvPr id="24" name="TextBox 23">
            <a:extLst>
              <a:ext uri="{FF2B5EF4-FFF2-40B4-BE49-F238E27FC236}">
                <a16:creationId xmlns:a16="http://schemas.microsoft.com/office/drawing/2014/main" id="{DCB0142A-588C-612D-C119-35CF11B0B7C3}"/>
              </a:ext>
            </a:extLst>
          </p:cNvPr>
          <p:cNvSpPr txBox="1"/>
          <p:nvPr/>
        </p:nvSpPr>
        <p:spPr>
          <a:xfrm>
            <a:off x="4997015" y="1862840"/>
            <a:ext cx="1621486" cy="276999"/>
          </a:xfrm>
          <a:prstGeom prst="rect">
            <a:avLst/>
          </a:prstGeom>
          <a:noFill/>
          <a:ln>
            <a:noFill/>
          </a:ln>
        </p:spPr>
        <p:txBody>
          <a:bodyPr wrap="square" rtlCol="0">
            <a:spAutoFit/>
          </a:bodyPr>
          <a:lstStyle/>
          <a:p>
            <a:r>
              <a:rPr lang="en-GB" sz="1200" b="1" i="1" dirty="0">
                <a:solidFill>
                  <a:srgbClr val="00B050"/>
                </a:solidFill>
              </a:rPr>
              <a:t>Example 9 – You do…</a:t>
            </a:r>
          </a:p>
        </p:txBody>
      </p:sp>
      <mc:AlternateContent xmlns:mc="http://schemas.openxmlformats.org/markup-compatibility/2006" xmlns:a14="http://schemas.microsoft.com/office/drawing/2010/main">
        <mc:Choice Requires="a14">
          <p:graphicFrame>
            <p:nvGraphicFramePr>
              <p:cNvPr id="25" name="Table 24">
                <a:extLst>
                  <a:ext uri="{FF2B5EF4-FFF2-40B4-BE49-F238E27FC236}">
                    <a16:creationId xmlns:a16="http://schemas.microsoft.com/office/drawing/2014/main" id="{7B8DE83F-B331-28B3-1A72-0DE65E2E8FE0}"/>
                  </a:ext>
                </a:extLst>
              </p:cNvPr>
              <p:cNvGraphicFramePr>
                <a:graphicFrameLocks noGrp="1"/>
              </p:cNvGraphicFramePr>
              <p:nvPr/>
            </p:nvGraphicFramePr>
            <p:xfrm>
              <a:off x="43756" y="2110234"/>
              <a:ext cx="6711969" cy="2802007"/>
            </p:xfrm>
            <a:graphic>
              <a:graphicData uri="http://schemas.openxmlformats.org/drawingml/2006/table">
                <a:tbl>
                  <a:tblPr firstRow="1" bandRow="1">
                    <a:tableStyleId>{5C22544A-7EE6-4342-B048-85BDC9FD1C3A}</a:tableStyleId>
                  </a:tblPr>
                  <a:tblGrid>
                    <a:gridCol w="827554">
                      <a:extLst>
                        <a:ext uri="{9D8B030D-6E8A-4147-A177-3AD203B41FA5}">
                          <a16:colId xmlns:a16="http://schemas.microsoft.com/office/drawing/2014/main" val="3124559182"/>
                        </a:ext>
                      </a:extLst>
                    </a:gridCol>
                    <a:gridCol w="1851390">
                      <a:extLst>
                        <a:ext uri="{9D8B030D-6E8A-4147-A177-3AD203B41FA5}">
                          <a16:colId xmlns:a16="http://schemas.microsoft.com/office/drawing/2014/main" val="1668930051"/>
                        </a:ext>
                      </a:extLst>
                    </a:gridCol>
                    <a:gridCol w="1981380">
                      <a:extLst>
                        <a:ext uri="{9D8B030D-6E8A-4147-A177-3AD203B41FA5}">
                          <a16:colId xmlns:a16="http://schemas.microsoft.com/office/drawing/2014/main" val="2873958374"/>
                        </a:ext>
                      </a:extLst>
                    </a:gridCol>
                    <a:gridCol w="2051645">
                      <a:extLst>
                        <a:ext uri="{9D8B030D-6E8A-4147-A177-3AD203B41FA5}">
                          <a16:colId xmlns:a16="http://schemas.microsoft.com/office/drawing/2014/main" val="2414775215"/>
                        </a:ext>
                      </a:extLst>
                    </a:gridCol>
                  </a:tblGrid>
                  <a:tr h="318153">
                    <a:tc>
                      <a:txBody>
                        <a:bodyPr/>
                        <a:lstStyle/>
                        <a:p>
                          <a:pPr algn="ctr"/>
                          <a:r>
                            <a:rPr lang="en-US" sz="1200" dirty="0">
                              <a:solidFill>
                                <a:schemeClr val="tx1"/>
                              </a:solidFill>
                            </a:rPr>
                            <a:t>Steps</a:t>
                          </a:r>
                          <a:endParaRPr lang="en-GB"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GB" sz="1200" b="1" dirty="0">
                              <a:solidFill>
                                <a:schemeClr val="tx1"/>
                              </a:solidFill>
                            </a:rPr>
                            <a:t>Calculate </a:t>
                          </a:r>
                          <a:r>
                            <a:rPr lang="en-GB" sz="1200" dirty="0">
                              <a:solidFill>
                                <a:schemeClr val="tx1"/>
                              </a:solidFill>
                            </a:rPr>
                            <a:t>the following, leave your answer in standard form.</a:t>
                          </a:r>
                          <a:endParaRPr lang="en-GB" sz="12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en-GB" sz="12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en-GB" sz="12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47329628"/>
                      </a:ext>
                    </a:extLst>
                  </a:tr>
                  <a:tr h="1103725">
                    <a:tc>
                      <a:txBody>
                        <a:bodyPr/>
                        <a:lstStyle/>
                        <a:p>
                          <a:pPr algn="ctr"/>
                          <a:r>
                            <a:rPr lang="en-US" sz="1200" b="0" dirty="0">
                              <a:solidFill>
                                <a:schemeClr val="tx1"/>
                              </a:solidFill>
                            </a:rPr>
                            <a:t>1) Convert</a:t>
                          </a:r>
                          <a:r>
                            <a:rPr lang="en-US" sz="1200" b="0" baseline="0" dirty="0">
                              <a:solidFill>
                                <a:schemeClr val="tx1"/>
                              </a:solidFill>
                            </a:rPr>
                            <a:t> both numbers to ordinary form.</a:t>
                          </a:r>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algn="l"/>
                          <a14:m>
                            <m:oMathPara xmlns:m="http://schemas.openxmlformats.org/officeDocument/2006/math">
                              <m:oMathParaPr>
                                <m:jc m:val="centerGroup"/>
                              </m:oMathParaPr>
                              <m:oMath xmlns:m="http://schemas.openxmlformats.org/officeDocument/2006/math">
                                <m:d>
                                  <m:dPr>
                                    <m:ctrlPr>
                                      <a:rPr lang="en-US" sz="1100" b="0" i="1" smtClean="0">
                                        <a:solidFill>
                                          <a:schemeClr val="tx1"/>
                                        </a:solidFill>
                                        <a:latin typeface="Cambria Math" panose="02040503050406030204" pitchFamily="18" charset="0"/>
                                      </a:rPr>
                                    </m:ctrlPr>
                                  </m:dPr>
                                  <m:e>
                                    <m:r>
                                      <a:rPr lang="en-US" sz="1100" b="0" i="1" smtClean="0">
                                        <a:solidFill>
                                          <a:schemeClr val="tx1"/>
                                        </a:solidFill>
                                        <a:latin typeface="Cambria Math" panose="02040503050406030204" pitchFamily="18" charset="0"/>
                                      </a:rPr>
                                      <m:t>5</m:t>
                                    </m:r>
                                    <m:r>
                                      <a:rPr lang="en-US" sz="1100" b="0" i="1" smtClean="0">
                                        <a:solidFill>
                                          <a:schemeClr val="tx1"/>
                                        </a:solidFill>
                                        <a:latin typeface="Cambria Math" panose="02040503050406030204" pitchFamily="18" charset="0"/>
                                        <a:ea typeface="Cambria Math" panose="02040503050406030204" pitchFamily="18" charset="0"/>
                                      </a:rPr>
                                      <m:t>×</m:t>
                                    </m:r>
                                    <m:sSup>
                                      <m:sSupPr>
                                        <m:ctrlPr>
                                          <a:rPr lang="en-US" sz="1100" b="0" i="1" smtClean="0">
                                            <a:solidFill>
                                              <a:schemeClr val="tx1"/>
                                            </a:solidFill>
                                            <a:latin typeface="Cambria Math" panose="02040503050406030204" pitchFamily="18" charset="0"/>
                                            <a:ea typeface="Cambria Math" panose="02040503050406030204" pitchFamily="18" charset="0"/>
                                          </a:rPr>
                                        </m:ctrlPr>
                                      </m:sSupPr>
                                      <m:e>
                                        <m:r>
                                          <a:rPr lang="en-US" sz="1100" b="0" i="1" smtClean="0">
                                            <a:solidFill>
                                              <a:schemeClr val="tx1"/>
                                            </a:solidFill>
                                            <a:latin typeface="Cambria Math" panose="02040503050406030204" pitchFamily="18" charset="0"/>
                                            <a:ea typeface="Cambria Math" panose="02040503050406030204" pitchFamily="18" charset="0"/>
                                          </a:rPr>
                                          <m:t>10</m:t>
                                        </m:r>
                                      </m:e>
                                      <m:sup>
                                        <m:r>
                                          <a:rPr lang="en-GB" sz="1100" b="0" i="1" smtClean="0">
                                            <a:solidFill>
                                              <a:schemeClr val="tx1"/>
                                            </a:solidFill>
                                            <a:latin typeface="Cambria Math" panose="02040503050406030204" pitchFamily="18" charset="0"/>
                                            <a:ea typeface="Cambria Math" panose="02040503050406030204" pitchFamily="18" charset="0"/>
                                          </a:rPr>
                                          <m:t>−2</m:t>
                                        </m:r>
                                      </m:sup>
                                    </m:sSup>
                                  </m:e>
                                </m:d>
                                <m:r>
                                  <a:rPr lang="en-GB" sz="1100" b="0" i="1" smtClean="0">
                                    <a:solidFill>
                                      <a:schemeClr val="tx1"/>
                                    </a:solidFill>
                                    <a:latin typeface="Cambria Math" panose="02040503050406030204" pitchFamily="18" charset="0"/>
                                    <a:ea typeface="Cambria Math" panose="02040503050406030204" pitchFamily="18" charset="0"/>
                                  </a:rPr>
                                  <m:t>+</m:t>
                                </m:r>
                                <m:r>
                                  <a:rPr lang="en-US" sz="1100" b="0" i="1" smtClean="0">
                                    <a:solidFill>
                                      <a:schemeClr val="tx1"/>
                                    </a:solidFill>
                                    <a:latin typeface="Cambria Math" panose="02040503050406030204" pitchFamily="18" charset="0"/>
                                    <a:ea typeface="Cambria Math" panose="02040503050406030204" pitchFamily="18" charset="0"/>
                                  </a:rPr>
                                  <m:t>(1.5 × </m:t>
                                </m:r>
                                <m:sSup>
                                  <m:sSupPr>
                                    <m:ctrlPr>
                                      <a:rPr lang="en-US" sz="1100" b="0" i="1" smtClean="0">
                                        <a:solidFill>
                                          <a:schemeClr val="tx1"/>
                                        </a:solidFill>
                                        <a:latin typeface="Cambria Math" panose="02040503050406030204" pitchFamily="18" charset="0"/>
                                        <a:ea typeface="Cambria Math" panose="02040503050406030204" pitchFamily="18" charset="0"/>
                                      </a:rPr>
                                    </m:ctrlPr>
                                  </m:sSupPr>
                                  <m:e>
                                    <m:r>
                                      <a:rPr lang="en-US" sz="1100" b="0" i="1" smtClean="0">
                                        <a:solidFill>
                                          <a:schemeClr val="tx1"/>
                                        </a:solidFill>
                                        <a:latin typeface="Cambria Math" panose="02040503050406030204" pitchFamily="18" charset="0"/>
                                        <a:ea typeface="Cambria Math" panose="02040503050406030204" pitchFamily="18" charset="0"/>
                                      </a:rPr>
                                      <m:t>10</m:t>
                                    </m:r>
                                  </m:e>
                                  <m:sup>
                                    <m:r>
                                      <a:rPr lang="en-GB" sz="1100" b="0" i="1" smtClean="0">
                                        <a:solidFill>
                                          <a:schemeClr val="tx1"/>
                                        </a:solidFill>
                                        <a:latin typeface="Cambria Math" panose="02040503050406030204" pitchFamily="18" charset="0"/>
                                        <a:ea typeface="Cambria Math" panose="02040503050406030204" pitchFamily="18" charset="0"/>
                                      </a:rPr>
                                      <m:t>−1</m:t>
                                    </m:r>
                                  </m:sup>
                                </m:sSup>
                                <m:r>
                                  <a:rPr lang="en-US" sz="1100" b="0" i="1" smtClean="0">
                                    <a:solidFill>
                                      <a:schemeClr val="tx1"/>
                                    </a:solidFill>
                                    <a:latin typeface="Cambria Math" panose="02040503050406030204" pitchFamily="18" charset="0"/>
                                    <a:ea typeface="Cambria Math" panose="02040503050406030204" pitchFamily="18" charset="0"/>
                                  </a:rPr>
                                  <m:t>)</m:t>
                                </m:r>
                              </m:oMath>
                            </m:oMathPara>
                          </a14:m>
                          <a:endParaRPr lang="en-GB"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a14:m>
                            <m:oMathPara xmlns:m="http://schemas.openxmlformats.org/officeDocument/2006/math">
                              <m:oMathParaPr>
                                <m:jc m:val="centerGroup"/>
                              </m:oMathParaPr>
                              <m:oMath xmlns:m="http://schemas.openxmlformats.org/officeDocument/2006/math">
                                <m:d>
                                  <m:dPr>
                                    <m:ctrlPr>
                                      <a:rPr lang="en-US" sz="1100" b="0" i="1" smtClean="0">
                                        <a:solidFill>
                                          <a:schemeClr val="tx1"/>
                                        </a:solidFill>
                                        <a:latin typeface="Cambria Math" panose="02040503050406030204" pitchFamily="18" charset="0"/>
                                      </a:rPr>
                                    </m:ctrlPr>
                                  </m:dPr>
                                  <m:e>
                                    <m:r>
                                      <a:rPr lang="en-US" sz="1100" b="0" i="1" smtClean="0">
                                        <a:solidFill>
                                          <a:schemeClr val="tx1"/>
                                        </a:solidFill>
                                        <a:latin typeface="Cambria Math" panose="02040503050406030204" pitchFamily="18" charset="0"/>
                                      </a:rPr>
                                      <m:t>2.5</m:t>
                                    </m:r>
                                    <m:r>
                                      <a:rPr lang="en-US" sz="1100" b="0" i="1" smtClean="0">
                                        <a:solidFill>
                                          <a:schemeClr val="tx1"/>
                                        </a:solidFill>
                                        <a:latin typeface="Cambria Math" panose="02040503050406030204" pitchFamily="18" charset="0"/>
                                        <a:ea typeface="Cambria Math" panose="02040503050406030204" pitchFamily="18" charset="0"/>
                                      </a:rPr>
                                      <m:t>×</m:t>
                                    </m:r>
                                    <m:sSup>
                                      <m:sSupPr>
                                        <m:ctrlPr>
                                          <a:rPr lang="en-US" sz="1100" b="0" i="1" smtClean="0">
                                            <a:solidFill>
                                              <a:schemeClr val="tx1"/>
                                            </a:solidFill>
                                            <a:latin typeface="Cambria Math" panose="02040503050406030204" pitchFamily="18" charset="0"/>
                                            <a:ea typeface="Cambria Math" panose="02040503050406030204" pitchFamily="18" charset="0"/>
                                          </a:rPr>
                                        </m:ctrlPr>
                                      </m:sSupPr>
                                      <m:e>
                                        <m:r>
                                          <a:rPr lang="en-US" sz="1100" b="0" i="1" smtClean="0">
                                            <a:solidFill>
                                              <a:schemeClr val="tx1"/>
                                            </a:solidFill>
                                            <a:latin typeface="Cambria Math" panose="02040503050406030204" pitchFamily="18" charset="0"/>
                                            <a:ea typeface="Cambria Math" panose="02040503050406030204" pitchFamily="18" charset="0"/>
                                          </a:rPr>
                                          <m:t>10</m:t>
                                        </m:r>
                                      </m:e>
                                      <m:sup>
                                        <m:r>
                                          <a:rPr lang="en-GB" sz="1100" b="0" i="1" smtClean="0">
                                            <a:solidFill>
                                              <a:schemeClr val="tx1"/>
                                            </a:solidFill>
                                            <a:latin typeface="Cambria Math" panose="02040503050406030204" pitchFamily="18" charset="0"/>
                                            <a:ea typeface="Cambria Math" panose="02040503050406030204" pitchFamily="18" charset="0"/>
                                          </a:rPr>
                                          <m:t>−2</m:t>
                                        </m:r>
                                      </m:sup>
                                    </m:sSup>
                                  </m:e>
                                </m:d>
                                <m:r>
                                  <a:rPr lang="en-US" sz="1100" b="0" i="1" smtClean="0">
                                    <a:solidFill>
                                      <a:schemeClr val="tx1"/>
                                    </a:solidFill>
                                    <a:latin typeface="Cambria Math" panose="02040503050406030204" pitchFamily="18" charset="0"/>
                                    <a:ea typeface="Cambria Math" panose="02040503050406030204" pitchFamily="18" charset="0"/>
                                  </a:rPr>
                                  <m:t>−(3.1×</m:t>
                                </m:r>
                                <m:sSup>
                                  <m:sSupPr>
                                    <m:ctrlPr>
                                      <a:rPr lang="en-US" sz="1100" b="0" i="1" smtClean="0">
                                        <a:solidFill>
                                          <a:schemeClr val="tx1"/>
                                        </a:solidFill>
                                        <a:latin typeface="Cambria Math" panose="02040503050406030204" pitchFamily="18" charset="0"/>
                                        <a:ea typeface="Cambria Math" panose="02040503050406030204" pitchFamily="18" charset="0"/>
                                      </a:rPr>
                                    </m:ctrlPr>
                                  </m:sSupPr>
                                  <m:e>
                                    <m:r>
                                      <a:rPr lang="en-US" sz="1100" b="0" i="1" smtClean="0">
                                        <a:solidFill>
                                          <a:schemeClr val="tx1"/>
                                        </a:solidFill>
                                        <a:latin typeface="Cambria Math" panose="02040503050406030204" pitchFamily="18" charset="0"/>
                                        <a:ea typeface="Cambria Math" panose="02040503050406030204" pitchFamily="18" charset="0"/>
                                      </a:rPr>
                                      <m:t>10</m:t>
                                    </m:r>
                                  </m:e>
                                  <m:sup>
                                    <m:r>
                                      <a:rPr lang="en-GB" sz="1100" b="0" i="1" smtClean="0">
                                        <a:solidFill>
                                          <a:schemeClr val="tx1"/>
                                        </a:solidFill>
                                        <a:latin typeface="Cambria Math" panose="02040503050406030204" pitchFamily="18" charset="0"/>
                                        <a:ea typeface="Cambria Math" panose="02040503050406030204" pitchFamily="18" charset="0"/>
                                      </a:rPr>
                                      <m:t>−3</m:t>
                                    </m:r>
                                  </m:sup>
                                </m:sSup>
                                <m:r>
                                  <a:rPr lang="en-US" sz="1100" b="0" i="1" smtClean="0">
                                    <a:solidFill>
                                      <a:schemeClr val="tx1"/>
                                    </a:solidFill>
                                    <a:latin typeface="Cambria Math" panose="02040503050406030204" pitchFamily="18" charset="0"/>
                                    <a:ea typeface="Cambria Math" panose="02040503050406030204" pitchFamily="18" charset="0"/>
                                  </a:rPr>
                                  <m:t>)</m:t>
                                </m:r>
                              </m:oMath>
                            </m:oMathPara>
                          </a14:m>
                          <a:endParaRPr lang="en-GB"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ctrlPr>
                                      <a:rPr lang="en-US" sz="1100" b="0" i="1" smtClean="0">
                                        <a:solidFill>
                                          <a:schemeClr val="tx1"/>
                                        </a:solidFill>
                                        <a:latin typeface="Cambria Math" panose="02040503050406030204" pitchFamily="18" charset="0"/>
                                      </a:rPr>
                                    </m:ctrlPr>
                                  </m:dPr>
                                  <m:e>
                                    <m:r>
                                      <a:rPr lang="en-GB" sz="1100" b="0" i="1" smtClean="0">
                                        <a:solidFill>
                                          <a:schemeClr val="tx1"/>
                                        </a:solidFill>
                                        <a:latin typeface="Cambria Math" panose="02040503050406030204" pitchFamily="18" charset="0"/>
                                      </a:rPr>
                                      <m:t>8.23</m:t>
                                    </m:r>
                                    <m:r>
                                      <a:rPr lang="en-US" sz="1100" b="0" i="1" smtClean="0">
                                        <a:solidFill>
                                          <a:schemeClr val="tx1"/>
                                        </a:solidFill>
                                        <a:latin typeface="Cambria Math" panose="02040503050406030204" pitchFamily="18" charset="0"/>
                                        <a:ea typeface="Cambria Math" panose="02040503050406030204" pitchFamily="18" charset="0"/>
                                      </a:rPr>
                                      <m:t>×</m:t>
                                    </m:r>
                                    <m:sSup>
                                      <m:sSupPr>
                                        <m:ctrlPr>
                                          <a:rPr lang="en-US" sz="1100" b="0" i="1" smtClean="0">
                                            <a:solidFill>
                                              <a:schemeClr val="tx1"/>
                                            </a:solidFill>
                                            <a:latin typeface="Cambria Math" panose="02040503050406030204" pitchFamily="18" charset="0"/>
                                            <a:ea typeface="Cambria Math" panose="02040503050406030204" pitchFamily="18" charset="0"/>
                                          </a:rPr>
                                        </m:ctrlPr>
                                      </m:sSupPr>
                                      <m:e>
                                        <m:r>
                                          <a:rPr lang="en-US" sz="1100" b="0" i="1" smtClean="0">
                                            <a:solidFill>
                                              <a:schemeClr val="tx1"/>
                                            </a:solidFill>
                                            <a:latin typeface="Cambria Math" panose="02040503050406030204" pitchFamily="18" charset="0"/>
                                            <a:ea typeface="Cambria Math" panose="02040503050406030204" pitchFamily="18" charset="0"/>
                                          </a:rPr>
                                          <m:t>10</m:t>
                                        </m:r>
                                      </m:e>
                                      <m:sup>
                                        <m:r>
                                          <a:rPr lang="en-GB" sz="1100" b="0" i="1" smtClean="0">
                                            <a:solidFill>
                                              <a:schemeClr val="tx1"/>
                                            </a:solidFill>
                                            <a:latin typeface="Cambria Math" panose="02040503050406030204" pitchFamily="18" charset="0"/>
                                            <a:ea typeface="Cambria Math" panose="02040503050406030204" pitchFamily="18" charset="0"/>
                                          </a:rPr>
                                          <m:t>−2</m:t>
                                        </m:r>
                                      </m:sup>
                                    </m:sSup>
                                  </m:e>
                                </m:d>
                                <m:r>
                                  <a:rPr lang="en-GB" sz="1100" b="0" i="1" smtClean="0">
                                    <a:solidFill>
                                      <a:schemeClr val="tx1"/>
                                    </a:solidFill>
                                    <a:latin typeface="Cambria Math" panose="02040503050406030204" pitchFamily="18" charset="0"/>
                                    <a:ea typeface="Cambria Math" panose="02040503050406030204" pitchFamily="18" charset="0"/>
                                  </a:rPr>
                                  <m:t>+</m:t>
                                </m:r>
                                <m:r>
                                  <a:rPr lang="en-US" sz="1100" b="0" i="1" smtClean="0">
                                    <a:solidFill>
                                      <a:schemeClr val="tx1"/>
                                    </a:solidFill>
                                    <a:latin typeface="Cambria Math" panose="02040503050406030204" pitchFamily="18" charset="0"/>
                                    <a:ea typeface="Cambria Math" panose="02040503050406030204" pitchFamily="18" charset="0"/>
                                  </a:rPr>
                                  <m:t>(2.1×</m:t>
                                </m:r>
                                <m:sSup>
                                  <m:sSupPr>
                                    <m:ctrlPr>
                                      <a:rPr lang="en-US" sz="1100" b="0" i="1" smtClean="0">
                                        <a:solidFill>
                                          <a:schemeClr val="tx1"/>
                                        </a:solidFill>
                                        <a:latin typeface="Cambria Math" panose="02040503050406030204" pitchFamily="18" charset="0"/>
                                        <a:ea typeface="Cambria Math" panose="02040503050406030204" pitchFamily="18" charset="0"/>
                                      </a:rPr>
                                    </m:ctrlPr>
                                  </m:sSupPr>
                                  <m:e>
                                    <m:r>
                                      <a:rPr lang="en-US" sz="1100" b="0" i="1" smtClean="0">
                                        <a:solidFill>
                                          <a:schemeClr val="tx1"/>
                                        </a:solidFill>
                                        <a:latin typeface="Cambria Math" panose="02040503050406030204" pitchFamily="18" charset="0"/>
                                        <a:ea typeface="Cambria Math" panose="02040503050406030204" pitchFamily="18" charset="0"/>
                                      </a:rPr>
                                      <m:t>10</m:t>
                                    </m:r>
                                  </m:e>
                                  <m:sup>
                                    <m:r>
                                      <a:rPr lang="en-GB" sz="1100" b="0" i="1" smtClean="0">
                                        <a:solidFill>
                                          <a:schemeClr val="tx1"/>
                                        </a:solidFill>
                                        <a:latin typeface="Cambria Math" panose="02040503050406030204" pitchFamily="18" charset="0"/>
                                        <a:ea typeface="Cambria Math" panose="02040503050406030204" pitchFamily="18" charset="0"/>
                                      </a:rPr>
                                      <m:t>−4</m:t>
                                    </m:r>
                                  </m:sup>
                                </m:sSup>
                                <m:r>
                                  <a:rPr lang="en-US" sz="1100" b="0" i="1" smtClean="0">
                                    <a:solidFill>
                                      <a:schemeClr val="tx1"/>
                                    </a:solidFill>
                                    <a:latin typeface="Cambria Math" panose="02040503050406030204" pitchFamily="18" charset="0"/>
                                    <a:ea typeface="Cambria Math" panose="02040503050406030204" pitchFamily="18" charset="0"/>
                                  </a:rPr>
                                  <m:t>)</m:t>
                                </m:r>
                              </m:oMath>
                            </m:oMathPara>
                          </a14:m>
                          <a:endParaRPr lang="en-GB" sz="1100" b="0" dirty="0">
                            <a:solidFill>
                              <a:schemeClr val="tx1"/>
                            </a:solidFill>
                          </a:endParaRPr>
                        </a:p>
                        <a:p>
                          <a:endParaRPr lang="en-GB"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41023978"/>
                      </a:ext>
                    </a:extLst>
                  </a:tr>
                  <a:tr h="472174">
                    <a:tc>
                      <a:txBody>
                        <a:bodyPr/>
                        <a:lstStyle/>
                        <a:p>
                          <a:pPr algn="ctr"/>
                          <a:r>
                            <a:rPr lang="en-US" sz="1200" b="0" dirty="0">
                              <a:solidFill>
                                <a:schemeClr val="tx1"/>
                              </a:solidFill>
                            </a:rPr>
                            <a:t>2) Add</a:t>
                          </a:r>
                          <a:r>
                            <a:rPr lang="en-US" sz="1200" b="0" baseline="0" dirty="0">
                              <a:solidFill>
                                <a:schemeClr val="tx1"/>
                              </a:solidFill>
                            </a:rPr>
                            <a:t> or Subtract. </a:t>
                          </a:r>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algn="ctr"/>
                          <a:endParaRPr lang="en-US" sz="1200" b="1"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0251944"/>
                      </a:ext>
                    </a:extLst>
                  </a:tr>
                  <a:tr h="629496">
                    <a:tc>
                      <a:txBody>
                        <a:bodyPr/>
                        <a:lstStyle/>
                        <a:p>
                          <a:pPr algn="ctr"/>
                          <a:r>
                            <a:rPr lang="en-US" sz="1200" b="0" dirty="0">
                              <a:solidFill>
                                <a:schemeClr val="tx1"/>
                              </a:solidFill>
                            </a:rPr>
                            <a:t>3) Convert</a:t>
                          </a:r>
                          <a:r>
                            <a:rPr lang="en-US" sz="1200" b="0" baseline="0" dirty="0">
                              <a:solidFill>
                                <a:schemeClr val="tx1"/>
                              </a:solidFill>
                            </a:rPr>
                            <a:t> back to standard form.</a:t>
                          </a:r>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60838638"/>
                      </a:ext>
                    </a:extLst>
                  </a:tr>
                </a:tbl>
              </a:graphicData>
            </a:graphic>
          </p:graphicFrame>
        </mc:Choice>
        <mc:Fallback xmlns="">
          <p:graphicFrame>
            <p:nvGraphicFramePr>
              <p:cNvPr id="25" name="Table 24">
                <a:extLst>
                  <a:ext uri="{FF2B5EF4-FFF2-40B4-BE49-F238E27FC236}">
                    <a16:creationId xmlns:a16="http://schemas.microsoft.com/office/drawing/2014/main" id="{7B8DE83F-B331-28B3-1A72-0DE65E2E8FE0}"/>
                  </a:ext>
                </a:extLst>
              </p:cNvPr>
              <p:cNvGraphicFramePr>
                <a:graphicFrameLocks noGrp="1"/>
              </p:cNvGraphicFramePr>
              <p:nvPr>
                <p:extLst>
                  <p:ext uri="{D42A27DB-BD31-4B8C-83A1-F6EECF244321}">
                    <p14:modId xmlns:p14="http://schemas.microsoft.com/office/powerpoint/2010/main" val="944721690"/>
                  </p:ext>
                </p:extLst>
              </p:nvPr>
            </p:nvGraphicFramePr>
            <p:xfrm>
              <a:off x="43756" y="2110234"/>
              <a:ext cx="6711969" cy="2802007"/>
            </p:xfrm>
            <a:graphic>
              <a:graphicData uri="http://schemas.openxmlformats.org/drawingml/2006/table">
                <a:tbl>
                  <a:tblPr firstRow="1" bandRow="1">
                    <a:tableStyleId>{5C22544A-7EE6-4342-B048-85BDC9FD1C3A}</a:tableStyleId>
                  </a:tblPr>
                  <a:tblGrid>
                    <a:gridCol w="827554">
                      <a:extLst>
                        <a:ext uri="{9D8B030D-6E8A-4147-A177-3AD203B41FA5}">
                          <a16:colId xmlns:a16="http://schemas.microsoft.com/office/drawing/2014/main" val="3124559182"/>
                        </a:ext>
                      </a:extLst>
                    </a:gridCol>
                    <a:gridCol w="1851390">
                      <a:extLst>
                        <a:ext uri="{9D8B030D-6E8A-4147-A177-3AD203B41FA5}">
                          <a16:colId xmlns:a16="http://schemas.microsoft.com/office/drawing/2014/main" val="1668930051"/>
                        </a:ext>
                      </a:extLst>
                    </a:gridCol>
                    <a:gridCol w="1981380">
                      <a:extLst>
                        <a:ext uri="{9D8B030D-6E8A-4147-A177-3AD203B41FA5}">
                          <a16:colId xmlns:a16="http://schemas.microsoft.com/office/drawing/2014/main" val="2873958374"/>
                        </a:ext>
                      </a:extLst>
                    </a:gridCol>
                    <a:gridCol w="2051645">
                      <a:extLst>
                        <a:ext uri="{9D8B030D-6E8A-4147-A177-3AD203B41FA5}">
                          <a16:colId xmlns:a16="http://schemas.microsoft.com/office/drawing/2014/main" val="2414775215"/>
                        </a:ext>
                      </a:extLst>
                    </a:gridCol>
                  </a:tblGrid>
                  <a:tr h="318153">
                    <a:tc>
                      <a:txBody>
                        <a:bodyPr/>
                        <a:lstStyle/>
                        <a:p>
                          <a:pPr algn="ctr"/>
                          <a:r>
                            <a:rPr lang="en-US" sz="1200" dirty="0">
                              <a:solidFill>
                                <a:schemeClr val="tx1"/>
                              </a:solidFill>
                            </a:rPr>
                            <a:t>Steps</a:t>
                          </a:r>
                          <a:endParaRPr lang="en-GB"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GB" sz="1200" b="1" dirty="0">
                              <a:solidFill>
                                <a:schemeClr val="tx1"/>
                              </a:solidFill>
                            </a:rPr>
                            <a:t>Calculate </a:t>
                          </a:r>
                          <a:r>
                            <a:rPr lang="en-GB" sz="1200" dirty="0">
                              <a:solidFill>
                                <a:schemeClr val="tx1"/>
                              </a:solidFill>
                            </a:rPr>
                            <a:t>the following, leave your answer in standard form.</a:t>
                          </a:r>
                          <a:endParaRPr lang="en-GB" sz="12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en-GB" sz="12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en-GB" sz="12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47329628"/>
                      </a:ext>
                    </a:extLst>
                  </a:tr>
                  <a:tr h="1188720">
                    <a:tc>
                      <a:txBody>
                        <a:bodyPr/>
                        <a:lstStyle/>
                        <a:p>
                          <a:pPr algn="ctr"/>
                          <a:r>
                            <a:rPr lang="en-US" sz="1200" b="0" dirty="0">
                              <a:solidFill>
                                <a:schemeClr val="tx1"/>
                              </a:solidFill>
                            </a:rPr>
                            <a:t>1) Convert</a:t>
                          </a:r>
                          <a:r>
                            <a:rPr lang="en-US" sz="1200" b="0" baseline="0" dirty="0">
                              <a:solidFill>
                                <a:schemeClr val="tx1"/>
                              </a:solidFill>
                            </a:rPr>
                            <a:t> both numbers to ordinary form.</a:t>
                          </a:r>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45066" t="-12990" r="-218421" b="-1961"/>
                          </a:stretch>
                        </a:blipFill>
                      </a:tcPr>
                    </a:tc>
                    <a:tc rowSpan="3">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35692" t="-12990" r="-104308" b="-1961"/>
                          </a:stretch>
                        </a:blipFill>
                      </a:tcPr>
                    </a:tc>
                    <a:tc rowSpan="3">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27300" t="-12990" r="-593" b="-1961"/>
                          </a:stretch>
                        </a:blipFill>
                      </a:tcPr>
                    </a:tc>
                    <a:extLst>
                      <a:ext uri="{0D108BD9-81ED-4DB2-BD59-A6C34878D82A}">
                        <a16:rowId xmlns:a16="http://schemas.microsoft.com/office/drawing/2014/main" val="1541023978"/>
                      </a:ext>
                    </a:extLst>
                  </a:tr>
                  <a:tr h="472174">
                    <a:tc>
                      <a:txBody>
                        <a:bodyPr/>
                        <a:lstStyle/>
                        <a:p>
                          <a:pPr algn="ctr"/>
                          <a:r>
                            <a:rPr lang="en-US" sz="1200" b="0" dirty="0">
                              <a:solidFill>
                                <a:schemeClr val="tx1"/>
                              </a:solidFill>
                            </a:rPr>
                            <a:t>2) Add</a:t>
                          </a:r>
                          <a:r>
                            <a:rPr lang="en-US" sz="1200" b="0" baseline="0" dirty="0">
                              <a:solidFill>
                                <a:schemeClr val="tx1"/>
                              </a:solidFill>
                            </a:rPr>
                            <a:t> or Subtract. </a:t>
                          </a:r>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algn="ctr"/>
                          <a:endParaRPr lang="en-US" sz="1200" b="1"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0251944"/>
                      </a:ext>
                    </a:extLst>
                  </a:tr>
                  <a:tr h="822960">
                    <a:tc>
                      <a:txBody>
                        <a:bodyPr/>
                        <a:lstStyle/>
                        <a:p>
                          <a:pPr algn="ctr"/>
                          <a:r>
                            <a:rPr lang="en-US" sz="1200" b="0" dirty="0">
                              <a:solidFill>
                                <a:schemeClr val="tx1"/>
                              </a:solidFill>
                            </a:rPr>
                            <a:t>3) Convert</a:t>
                          </a:r>
                          <a:r>
                            <a:rPr lang="en-US" sz="1200" b="0" baseline="0" dirty="0">
                              <a:solidFill>
                                <a:schemeClr val="tx1"/>
                              </a:solidFill>
                            </a:rPr>
                            <a:t> back to standard form.</a:t>
                          </a:r>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60838638"/>
                      </a:ext>
                    </a:extLst>
                  </a:tr>
                </a:tbl>
              </a:graphicData>
            </a:graphic>
          </p:graphicFrame>
        </mc:Fallback>
      </mc:AlternateContent>
      <p:sp>
        <p:nvSpPr>
          <p:cNvPr id="26" name="Rectangle 25">
            <a:extLst>
              <a:ext uri="{FF2B5EF4-FFF2-40B4-BE49-F238E27FC236}">
                <a16:creationId xmlns:a16="http://schemas.microsoft.com/office/drawing/2014/main" id="{831C9524-3765-E574-946A-A89971FA4733}"/>
              </a:ext>
            </a:extLst>
          </p:cNvPr>
          <p:cNvSpPr/>
          <p:nvPr/>
        </p:nvSpPr>
        <p:spPr>
          <a:xfrm>
            <a:off x="43757" y="4871538"/>
            <a:ext cx="1092246" cy="36999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a:t>INDEPENDENT PRACTICE</a:t>
            </a:r>
          </a:p>
        </p:txBody>
      </p:sp>
      <mc:AlternateContent xmlns:mc="http://schemas.openxmlformats.org/markup-compatibility/2006" xmlns:a14="http://schemas.microsoft.com/office/drawing/2010/main">
        <mc:Choice Requires="a14">
          <p:graphicFrame>
            <p:nvGraphicFramePr>
              <p:cNvPr id="27" name="Table 26">
                <a:extLst>
                  <a:ext uri="{FF2B5EF4-FFF2-40B4-BE49-F238E27FC236}">
                    <a16:creationId xmlns:a16="http://schemas.microsoft.com/office/drawing/2014/main" id="{9236FD98-063B-6AF2-8C38-D058FAAA9F90}"/>
                  </a:ext>
                </a:extLst>
              </p:cNvPr>
              <p:cNvGraphicFramePr>
                <a:graphicFrameLocks noGrp="1"/>
              </p:cNvGraphicFramePr>
              <p:nvPr/>
            </p:nvGraphicFramePr>
            <p:xfrm>
              <a:off x="91462" y="5272011"/>
              <a:ext cx="6664263" cy="4436790"/>
            </p:xfrm>
            <a:graphic>
              <a:graphicData uri="http://schemas.openxmlformats.org/drawingml/2006/table">
                <a:tbl>
                  <a:tblPr>
                    <a:tableStyleId>{5C22544A-7EE6-4342-B048-85BDC9FD1C3A}</a:tableStyleId>
                  </a:tblPr>
                  <a:tblGrid>
                    <a:gridCol w="2221421">
                      <a:extLst>
                        <a:ext uri="{9D8B030D-6E8A-4147-A177-3AD203B41FA5}">
                          <a16:colId xmlns:a16="http://schemas.microsoft.com/office/drawing/2014/main" val="3672653719"/>
                        </a:ext>
                      </a:extLst>
                    </a:gridCol>
                    <a:gridCol w="2221421">
                      <a:extLst>
                        <a:ext uri="{9D8B030D-6E8A-4147-A177-3AD203B41FA5}">
                          <a16:colId xmlns:a16="http://schemas.microsoft.com/office/drawing/2014/main" val="2224289815"/>
                        </a:ext>
                      </a:extLst>
                    </a:gridCol>
                    <a:gridCol w="2221421">
                      <a:extLst>
                        <a:ext uri="{9D8B030D-6E8A-4147-A177-3AD203B41FA5}">
                          <a16:colId xmlns:a16="http://schemas.microsoft.com/office/drawing/2014/main" val="1768508281"/>
                        </a:ext>
                      </a:extLst>
                    </a:gridCol>
                  </a:tblGrid>
                  <a:tr h="1478930">
                    <a:tc>
                      <a:txBody>
                        <a:bodyPr/>
                        <a:lstStyle/>
                        <a:p>
                          <a:r>
                            <a:rPr lang="en-GB" sz="1100" dirty="0"/>
                            <a:t>a)</a:t>
                          </a:r>
                          <a14:m>
                            <m:oMath xmlns:m="http://schemas.openxmlformats.org/officeDocument/2006/math">
                              <m:d>
                                <m:dPr>
                                  <m:ctrlPr>
                                    <a:rPr lang="en-US" sz="1100" b="1" i="1" smtClean="0">
                                      <a:latin typeface="Cambria Math" panose="02040503050406030204" pitchFamily="18" charset="0"/>
                                    </a:rPr>
                                  </m:ctrlPr>
                                </m:dPr>
                                <m:e>
                                  <m:r>
                                    <a:rPr lang="en-US" sz="1100" b="0" i="1" smtClean="0">
                                      <a:latin typeface="Cambria Math" panose="02040503050406030204" pitchFamily="18" charset="0"/>
                                    </a:rPr>
                                    <m:t>5</m:t>
                                  </m:r>
                                  <m:r>
                                    <a:rPr lang="en-US" sz="1100" b="0" i="1" smtClean="0">
                                      <a:latin typeface="Cambria Math" panose="02040503050406030204" pitchFamily="18" charset="0"/>
                                      <a:ea typeface="Cambria Math" panose="02040503050406030204" pitchFamily="18" charset="0"/>
                                    </a:rPr>
                                    <m:t>×</m:t>
                                  </m:r>
                                  <m:sSup>
                                    <m:sSupPr>
                                      <m:ctrlPr>
                                        <a:rPr lang="en-US" sz="1100" i="1" smtClean="0">
                                          <a:latin typeface="Cambria Math" panose="02040503050406030204" pitchFamily="18" charset="0"/>
                                          <a:ea typeface="Cambria Math" panose="02040503050406030204" pitchFamily="18" charset="0"/>
                                        </a:rPr>
                                      </m:ctrlPr>
                                    </m:sSupPr>
                                    <m:e>
                                      <m:r>
                                        <a:rPr lang="en-US" sz="1100" b="0" i="1" smtClean="0">
                                          <a:latin typeface="Cambria Math" panose="02040503050406030204" pitchFamily="18" charset="0"/>
                                          <a:ea typeface="Cambria Math" panose="02040503050406030204" pitchFamily="18" charset="0"/>
                                        </a:rPr>
                                        <m:t>10</m:t>
                                      </m:r>
                                    </m:e>
                                    <m:sup>
                                      <m:r>
                                        <a:rPr lang="en-US" sz="1100" b="0" i="1" smtClean="0">
                                          <a:latin typeface="Cambria Math" panose="02040503050406030204" pitchFamily="18" charset="0"/>
                                          <a:ea typeface="Cambria Math" panose="02040503050406030204" pitchFamily="18" charset="0"/>
                                        </a:rPr>
                                        <m:t>−4</m:t>
                                      </m:r>
                                    </m:sup>
                                  </m:sSup>
                                </m:e>
                              </m:d>
                              <m:r>
                                <a:rPr lang="en-US" sz="1100" b="0" i="1" smtClean="0">
                                  <a:latin typeface="Cambria Math" panose="02040503050406030204" pitchFamily="18" charset="0"/>
                                  <a:ea typeface="Cambria Math" panose="02040503050406030204" pitchFamily="18" charset="0"/>
                                </a:rPr>
                                <m:t>+(3×</m:t>
                              </m:r>
                              <m:sSup>
                                <m:sSupPr>
                                  <m:ctrlPr>
                                    <a:rPr lang="en-US" sz="1100" b="0" i="1" smtClean="0">
                                      <a:latin typeface="Cambria Math" panose="02040503050406030204" pitchFamily="18" charset="0"/>
                                      <a:ea typeface="Cambria Math" panose="02040503050406030204" pitchFamily="18" charset="0"/>
                                    </a:rPr>
                                  </m:ctrlPr>
                                </m:sSupPr>
                                <m:e>
                                  <m:r>
                                    <a:rPr lang="en-US" sz="1100" b="0" i="1" smtClean="0">
                                      <a:latin typeface="Cambria Math" panose="02040503050406030204" pitchFamily="18" charset="0"/>
                                      <a:ea typeface="Cambria Math" panose="02040503050406030204" pitchFamily="18" charset="0"/>
                                    </a:rPr>
                                    <m:t>10</m:t>
                                  </m:r>
                                </m:e>
                                <m:sup>
                                  <m:r>
                                    <a:rPr lang="en-US" sz="1100" b="0" i="1" smtClean="0">
                                      <a:latin typeface="Cambria Math" panose="02040503050406030204" pitchFamily="18" charset="0"/>
                                      <a:ea typeface="Cambria Math" panose="02040503050406030204" pitchFamily="18" charset="0"/>
                                    </a:rPr>
                                    <m:t>−3</m:t>
                                  </m:r>
                                </m:sup>
                              </m:sSup>
                              <m:r>
                                <a:rPr lang="en-US" sz="1100" b="0" i="1" smtClean="0">
                                  <a:latin typeface="Cambria Math" panose="02040503050406030204" pitchFamily="18" charset="0"/>
                                  <a:ea typeface="Cambria Math" panose="02040503050406030204" pitchFamily="18" charset="0"/>
                                </a:rPr>
                                <m:t>)</m:t>
                              </m:r>
                            </m:oMath>
                          </a14:m>
                          <a:endParaRPr lang="en-GB"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100" dirty="0"/>
                            <a:t>b)</a:t>
                          </a:r>
                          <a14:m>
                            <m:oMath xmlns:m="http://schemas.openxmlformats.org/officeDocument/2006/math">
                              <m:d>
                                <m:dPr>
                                  <m:ctrlPr>
                                    <a:rPr lang="en-US" sz="1100" b="1" i="1" smtClean="0">
                                      <a:latin typeface="Cambria Math" panose="02040503050406030204" pitchFamily="18" charset="0"/>
                                    </a:rPr>
                                  </m:ctrlPr>
                                </m:dPr>
                                <m:e>
                                  <m:r>
                                    <a:rPr lang="en-US" sz="1100" b="0" i="1" smtClean="0">
                                      <a:latin typeface="Cambria Math" panose="02040503050406030204" pitchFamily="18" charset="0"/>
                                    </a:rPr>
                                    <m:t>5.4</m:t>
                                  </m:r>
                                  <m:r>
                                    <a:rPr lang="en-US" sz="1100" b="0" i="1" smtClean="0">
                                      <a:latin typeface="Cambria Math" panose="02040503050406030204" pitchFamily="18" charset="0"/>
                                      <a:ea typeface="Cambria Math" panose="02040503050406030204" pitchFamily="18" charset="0"/>
                                    </a:rPr>
                                    <m:t>×</m:t>
                                  </m:r>
                                  <m:sSup>
                                    <m:sSupPr>
                                      <m:ctrlPr>
                                        <a:rPr lang="en-US" sz="1100" i="1" smtClean="0">
                                          <a:latin typeface="Cambria Math" panose="02040503050406030204" pitchFamily="18" charset="0"/>
                                          <a:ea typeface="Cambria Math" panose="02040503050406030204" pitchFamily="18" charset="0"/>
                                        </a:rPr>
                                      </m:ctrlPr>
                                    </m:sSupPr>
                                    <m:e>
                                      <m:r>
                                        <a:rPr lang="en-US" sz="1100" b="0" i="1" smtClean="0">
                                          <a:latin typeface="Cambria Math" panose="02040503050406030204" pitchFamily="18" charset="0"/>
                                          <a:ea typeface="Cambria Math" panose="02040503050406030204" pitchFamily="18" charset="0"/>
                                        </a:rPr>
                                        <m:t>10</m:t>
                                      </m:r>
                                    </m:e>
                                    <m:sup>
                                      <m:r>
                                        <a:rPr lang="en-US" sz="1100" b="0" i="1" smtClean="0">
                                          <a:latin typeface="Cambria Math" panose="02040503050406030204" pitchFamily="18" charset="0"/>
                                          <a:ea typeface="Cambria Math" panose="02040503050406030204" pitchFamily="18" charset="0"/>
                                        </a:rPr>
                                        <m:t>−2</m:t>
                                      </m:r>
                                    </m:sup>
                                  </m:sSup>
                                </m:e>
                              </m:d>
                              <m:r>
                                <a:rPr lang="en-US" sz="1100" b="0" i="1" smtClean="0">
                                  <a:latin typeface="Cambria Math" panose="02040503050406030204" pitchFamily="18" charset="0"/>
                                  <a:ea typeface="Cambria Math" panose="02040503050406030204" pitchFamily="18" charset="0"/>
                                </a:rPr>
                                <m:t>+(5.45×</m:t>
                              </m:r>
                              <m:sSup>
                                <m:sSupPr>
                                  <m:ctrlPr>
                                    <a:rPr lang="en-US" sz="1100" b="0" i="1" smtClean="0">
                                      <a:latin typeface="Cambria Math" panose="02040503050406030204" pitchFamily="18" charset="0"/>
                                      <a:ea typeface="Cambria Math" panose="02040503050406030204" pitchFamily="18" charset="0"/>
                                    </a:rPr>
                                  </m:ctrlPr>
                                </m:sSupPr>
                                <m:e>
                                  <m:r>
                                    <a:rPr lang="en-US" sz="1100" b="0" i="1" smtClean="0">
                                      <a:latin typeface="Cambria Math" panose="02040503050406030204" pitchFamily="18" charset="0"/>
                                      <a:ea typeface="Cambria Math" panose="02040503050406030204" pitchFamily="18" charset="0"/>
                                    </a:rPr>
                                    <m:t>10</m:t>
                                  </m:r>
                                </m:e>
                                <m:sup>
                                  <m:r>
                                    <a:rPr lang="en-US" sz="1100" b="0" i="1" smtClean="0">
                                      <a:latin typeface="Cambria Math" panose="02040503050406030204" pitchFamily="18" charset="0"/>
                                      <a:ea typeface="Cambria Math" panose="02040503050406030204" pitchFamily="18" charset="0"/>
                                    </a:rPr>
                                    <m:t>−3</m:t>
                                  </m:r>
                                </m:sup>
                              </m:sSup>
                              <m:r>
                                <a:rPr lang="en-US" sz="1100" b="0" i="1" smtClean="0">
                                  <a:latin typeface="Cambria Math" panose="02040503050406030204" pitchFamily="18" charset="0"/>
                                  <a:ea typeface="Cambria Math" panose="02040503050406030204" pitchFamily="18" charset="0"/>
                                </a:rPr>
                                <m:t>)</m:t>
                              </m:r>
                            </m:oMath>
                          </a14:m>
                          <a:endParaRPr lang="en-GB"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100" dirty="0"/>
                            <a:t>c) </a:t>
                          </a:r>
                          <a14:m>
                            <m:oMath xmlns:m="http://schemas.openxmlformats.org/officeDocument/2006/math">
                              <m:d>
                                <m:dPr>
                                  <m:ctrlPr>
                                    <a:rPr lang="en-US" sz="1100" b="1" i="1" smtClean="0">
                                      <a:latin typeface="Cambria Math" panose="02040503050406030204" pitchFamily="18" charset="0"/>
                                    </a:rPr>
                                  </m:ctrlPr>
                                </m:dPr>
                                <m:e>
                                  <m:r>
                                    <a:rPr lang="en-US" sz="1100" b="0" i="1" smtClean="0">
                                      <a:latin typeface="Cambria Math" panose="02040503050406030204" pitchFamily="18" charset="0"/>
                                    </a:rPr>
                                    <m:t>8</m:t>
                                  </m:r>
                                  <m:r>
                                    <a:rPr lang="en-US" sz="1100" b="0" i="1" smtClean="0">
                                      <a:latin typeface="Cambria Math" panose="02040503050406030204" pitchFamily="18" charset="0"/>
                                      <a:ea typeface="Cambria Math" panose="02040503050406030204" pitchFamily="18" charset="0"/>
                                    </a:rPr>
                                    <m:t>×</m:t>
                                  </m:r>
                                  <m:sSup>
                                    <m:sSupPr>
                                      <m:ctrlPr>
                                        <a:rPr lang="en-US" sz="1100" i="1" smtClean="0">
                                          <a:latin typeface="Cambria Math" panose="02040503050406030204" pitchFamily="18" charset="0"/>
                                          <a:ea typeface="Cambria Math" panose="02040503050406030204" pitchFamily="18" charset="0"/>
                                        </a:rPr>
                                      </m:ctrlPr>
                                    </m:sSupPr>
                                    <m:e>
                                      <m:r>
                                        <a:rPr lang="en-US" sz="1100" b="0" i="1" smtClean="0">
                                          <a:latin typeface="Cambria Math" panose="02040503050406030204" pitchFamily="18" charset="0"/>
                                          <a:ea typeface="Cambria Math" panose="02040503050406030204" pitchFamily="18" charset="0"/>
                                        </a:rPr>
                                        <m:t>10</m:t>
                                      </m:r>
                                    </m:e>
                                    <m:sup>
                                      <m:r>
                                        <a:rPr lang="en-GB" sz="1100" b="0" i="1" smtClean="0">
                                          <a:latin typeface="Cambria Math" panose="02040503050406030204" pitchFamily="18" charset="0"/>
                                          <a:ea typeface="Cambria Math" panose="02040503050406030204" pitchFamily="18" charset="0"/>
                                        </a:rPr>
                                        <m:t>−2</m:t>
                                      </m:r>
                                    </m:sup>
                                  </m:sSup>
                                </m:e>
                              </m:d>
                              <m:r>
                                <a:rPr lang="en-US" sz="1100" b="0" i="1" smtClean="0">
                                  <a:latin typeface="Cambria Math" panose="02040503050406030204" pitchFamily="18" charset="0"/>
                                  <a:ea typeface="Cambria Math" panose="02040503050406030204" pitchFamily="18" charset="0"/>
                                </a:rPr>
                                <m:t>−(3×</m:t>
                              </m:r>
                              <m:sSup>
                                <m:sSupPr>
                                  <m:ctrlPr>
                                    <a:rPr lang="en-US" sz="1100" b="0" i="1" smtClean="0">
                                      <a:latin typeface="Cambria Math" panose="02040503050406030204" pitchFamily="18" charset="0"/>
                                      <a:ea typeface="Cambria Math" panose="02040503050406030204" pitchFamily="18" charset="0"/>
                                    </a:rPr>
                                  </m:ctrlPr>
                                </m:sSupPr>
                                <m:e>
                                  <m:r>
                                    <a:rPr lang="en-US" sz="1100" b="0" i="1" smtClean="0">
                                      <a:latin typeface="Cambria Math" panose="02040503050406030204" pitchFamily="18" charset="0"/>
                                      <a:ea typeface="Cambria Math" panose="02040503050406030204" pitchFamily="18" charset="0"/>
                                    </a:rPr>
                                    <m:t>10</m:t>
                                  </m:r>
                                </m:e>
                                <m:sup>
                                  <m:r>
                                    <a:rPr lang="en-GB" sz="1100" b="0" i="1" smtClean="0">
                                      <a:latin typeface="Cambria Math" panose="02040503050406030204" pitchFamily="18" charset="0"/>
                                      <a:ea typeface="Cambria Math" panose="02040503050406030204" pitchFamily="18" charset="0"/>
                                    </a:rPr>
                                    <m:t>−3</m:t>
                                  </m:r>
                                </m:sup>
                              </m:sSup>
                              <m:r>
                                <a:rPr lang="en-US" sz="1100" b="0" i="1" smtClean="0">
                                  <a:latin typeface="Cambria Math" panose="02040503050406030204" pitchFamily="18" charset="0"/>
                                  <a:ea typeface="Cambria Math" panose="02040503050406030204" pitchFamily="18" charset="0"/>
                                </a:rPr>
                                <m:t>)</m:t>
                              </m:r>
                            </m:oMath>
                          </a14:m>
                          <a:endParaRPr lang="en-GB"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34545701"/>
                      </a:ext>
                    </a:extLst>
                  </a:tr>
                  <a:tr h="1478930">
                    <a:tc>
                      <a:txBody>
                        <a:bodyPr/>
                        <a:lstStyle/>
                        <a:p>
                          <a:r>
                            <a:rPr lang="en-GB" sz="1100" dirty="0"/>
                            <a:t>d)</a:t>
                          </a:r>
                          <a14:m>
                            <m:oMath xmlns:m="http://schemas.openxmlformats.org/officeDocument/2006/math">
                              <m:d>
                                <m:dPr>
                                  <m:ctrlPr>
                                    <a:rPr lang="en-US" sz="1100" b="1" i="1" smtClean="0">
                                      <a:latin typeface="Cambria Math" panose="02040503050406030204" pitchFamily="18" charset="0"/>
                                    </a:rPr>
                                  </m:ctrlPr>
                                </m:dPr>
                                <m:e>
                                  <m:r>
                                    <a:rPr lang="en-US" sz="1100" b="0" i="1" smtClean="0">
                                      <a:latin typeface="Cambria Math" panose="02040503050406030204" pitchFamily="18" charset="0"/>
                                    </a:rPr>
                                    <m:t>5.54</m:t>
                                  </m:r>
                                  <m:r>
                                    <a:rPr lang="en-US" sz="1100" b="0" i="1" smtClean="0">
                                      <a:latin typeface="Cambria Math" panose="02040503050406030204" pitchFamily="18" charset="0"/>
                                      <a:ea typeface="Cambria Math" panose="02040503050406030204" pitchFamily="18" charset="0"/>
                                    </a:rPr>
                                    <m:t>×</m:t>
                                  </m:r>
                                  <m:sSup>
                                    <m:sSupPr>
                                      <m:ctrlPr>
                                        <a:rPr lang="en-US" sz="1100" i="1" smtClean="0">
                                          <a:latin typeface="Cambria Math" panose="02040503050406030204" pitchFamily="18" charset="0"/>
                                          <a:ea typeface="Cambria Math" panose="02040503050406030204" pitchFamily="18" charset="0"/>
                                        </a:rPr>
                                      </m:ctrlPr>
                                    </m:sSupPr>
                                    <m:e>
                                      <m:r>
                                        <a:rPr lang="en-US" sz="1100" b="0" i="1" smtClean="0">
                                          <a:latin typeface="Cambria Math" panose="02040503050406030204" pitchFamily="18" charset="0"/>
                                          <a:ea typeface="Cambria Math" panose="02040503050406030204" pitchFamily="18" charset="0"/>
                                        </a:rPr>
                                        <m:t>10</m:t>
                                      </m:r>
                                    </m:e>
                                    <m:sup>
                                      <m:r>
                                        <a:rPr lang="en-US" sz="1100" b="0" i="1" smtClean="0">
                                          <a:latin typeface="Cambria Math" panose="02040503050406030204" pitchFamily="18" charset="0"/>
                                          <a:ea typeface="Cambria Math" panose="02040503050406030204" pitchFamily="18" charset="0"/>
                                        </a:rPr>
                                        <m:t>−2</m:t>
                                      </m:r>
                                    </m:sup>
                                  </m:sSup>
                                </m:e>
                              </m:d>
                              <m:r>
                                <a:rPr lang="en-US" sz="1100" b="0" i="1" smtClean="0">
                                  <a:latin typeface="Cambria Math" panose="02040503050406030204" pitchFamily="18" charset="0"/>
                                  <a:ea typeface="Cambria Math" panose="02040503050406030204" pitchFamily="18" charset="0"/>
                                </a:rPr>
                                <m:t>+(5×</m:t>
                              </m:r>
                              <m:sSup>
                                <m:sSupPr>
                                  <m:ctrlPr>
                                    <a:rPr lang="en-US" sz="1100" b="0" i="1" smtClean="0">
                                      <a:latin typeface="Cambria Math" panose="02040503050406030204" pitchFamily="18" charset="0"/>
                                      <a:ea typeface="Cambria Math" panose="02040503050406030204" pitchFamily="18" charset="0"/>
                                    </a:rPr>
                                  </m:ctrlPr>
                                </m:sSupPr>
                                <m:e>
                                  <m:r>
                                    <a:rPr lang="en-US" sz="1100" b="0" i="1" smtClean="0">
                                      <a:latin typeface="Cambria Math" panose="02040503050406030204" pitchFamily="18" charset="0"/>
                                      <a:ea typeface="Cambria Math" panose="02040503050406030204" pitchFamily="18" charset="0"/>
                                    </a:rPr>
                                    <m:t>10</m:t>
                                  </m:r>
                                </m:e>
                                <m:sup>
                                  <m:r>
                                    <a:rPr lang="en-GB" sz="1100" b="0" i="1" smtClean="0">
                                      <a:latin typeface="Cambria Math" panose="02040503050406030204" pitchFamily="18" charset="0"/>
                                      <a:ea typeface="Cambria Math" panose="02040503050406030204" pitchFamily="18" charset="0"/>
                                    </a:rPr>
                                    <m:t>−</m:t>
                                  </m:r>
                                  <m:r>
                                    <a:rPr lang="en-US" sz="1100" b="0" i="1" smtClean="0">
                                      <a:latin typeface="Cambria Math" panose="02040503050406030204" pitchFamily="18" charset="0"/>
                                      <a:ea typeface="Cambria Math" panose="02040503050406030204" pitchFamily="18" charset="0"/>
                                    </a:rPr>
                                    <m:t>1</m:t>
                                  </m:r>
                                </m:sup>
                              </m:sSup>
                              <m:r>
                                <a:rPr lang="en-US" sz="1100" b="0" i="1" smtClean="0">
                                  <a:latin typeface="Cambria Math" panose="02040503050406030204" pitchFamily="18" charset="0"/>
                                  <a:ea typeface="Cambria Math" panose="02040503050406030204" pitchFamily="18" charset="0"/>
                                </a:rPr>
                                <m:t>)</m:t>
                              </m:r>
                            </m:oMath>
                          </a14:m>
                          <a:endParaRPr lang="en-GB"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100" dirty="0"/>
                            <a:t>e)</a:t>
                          </a:r>
                          <a14:m>
                            <m:oMath xmlns:m="http://schemas.openxmlformats.org/officeDocument/2006/math">
                              <m:d>
                                <m:dPr>
                                  <m:ctrlPr>
                                    <a:rPr lang="en-US" sz="1100" b="1" i="1" smtClean="0">
                                      <a:latin typeface="Cambria Math" panose="02040503050406030204" pitchFamily="18" charset="0"/>
                                    </a:rPr>
                                  </m:ctrlPr>
                                </m:dPr>
                                <m:e>
                                  <m:r>
                                    <a:rPr lang="en-US" sz="1100" b="0" i="1" smtClean="0">
                                      <a:latin typeface="Cambria Math" panose="02040503050406030204" pitchFamily="18" charset="0"/>
                                    </a:rPr>
                                    <m:t>5</m:t>
                                  </m:r>
                                  <m:r>
                                    <a:rPr lang="en-US" sz="1100" b="0" i="1" smtClean="0">
                                      <a:latin typeface="Cambria Math" panose="02040503050406030204" pitchFamily="18" charset="0"/>
                                      <a:ea typeface="Cambria Math" panose="02040503050406030204" pitchFamily="18" charset="0"/>
                                    </a:rPr>
                                    <m:t>×</m:t>
                                  </m:r>
                                  <m:sSup>
                                    <m:sSupPr>
                                      <m:ctrlPr>
                                        <a:rPr lang="en-US" sz="1100" i="1" smtClean="0">
                                          <a:latin typeface="Cambria Math" panose="02040503050406030204" pitchFamily="18" charset="0"/>
                                          <a:ea typeface="Cambria Math" panose="02040503050406030204" pitchFamily="18" charset="0"/>
                                        </a:rPr>
                                      </m:ctrlPr>
                                    </m:sSupPr>
                                    <m:e>
                                      <m:r>
                                        <a:rPr lang="en-US" sz="1100" b="0" i="1" smtClean="0">
                                          <a:latin typeface="Cambria Math" panose="02040503050406030204" pitchFamily="18" charset="0"/>
                                          <a:ea typeface="Cambria Math" panose="02040503050406030204" pitchFamily="18" charset="0"/>
                                        </a:rPr>
                                        <m:t>10</m:t>
                                      </m:r>
                                    </m:e>
                                    <m:sup>
                                      <m:r>
                                        <a:rPr lang="en-US" sz="1100" b="0" i="1" smtClean="0">
                                          <a:latin typeface="Cambria Math" panose="02040503050406030204" pitchFamily="18" charset="0"/>
                                          <a:ea typeface="Cambria Math" panose="02040503050406030204" pitchFamily="18" charset="0"/>
                                        </a:rPr>
                                        <m:t>−3</m:t>
                                      </m:r>
                                    </m:sup>
                                  </m:sSup>
                                </m:e>
                              </m:d>
                              <m:r>
                                <a:rPr lang="en-US" sz="1100" b="0" i="1" smtClean="0">
                                  <a:latin typeface="Cambria Math" panose="02040503050406030204" pitchFamily="18" charset="0"/>
                                  <a:ea typeface="Cambria Math" panose="02040503050406030204" pitchFamily="18" charset="0"/>
                                </a:rPr>
                                <m:t>−(2.15×</m:t>
                              </m:r>
                              <m:sSup>
                                <m:sSupPr>
                                  <m:ctrlPr>
                                    <a:rPr lang="en-US" sz="1100" b="0" i="1" smtClean="0">
                                      <a:latin typeface="Cambria Math" panose="02040503050406030204" pitchFamily="18" charset="0"/>
                                      <a:ea typeface="Cambria Math" panose="02040503050406030204" pitchFamily="18" charset="0"/>
                                    </a:rPr>
                                  </m:ctrlPr>
                                </m:sSupPr>
                                <m:e>
                                  <m:r>
                                    <a:rPr lang="en-US" sz="1100" b="0" i="1" smtClean="0">
                                      <a:latin typeface="Cambria Math" panose="02040503050406030204" pitchFamily="18" charset="0"/>
                                      <a:ea typeface="Cambria Math" panose="02040503050406030204" pitchFamily="18" charset="0"/>
                                    </a:rPr>
                                    <m:t>10</m:t>
                                  </m:r>
                                </m:e>
                                <m:sup>
                                  <m:r>
                                    <a:rPr lang="en-US" sz="1100" b="0" i="1" smtClean="0">
                                      <a:latin typeface="Cambria Math" panose="02040503050406030204" pitchFamily="18" charset="0"/>
                                      <a:ea typeface="Cambria Math" panose="02040503050406030204" pitchFamily="18" charset="0"/>
                                    </a:rPr>
                                    <m:t>−3</m:t>
                                  </m:r>
                                </m:sup>
                              </m:sSup>
                              <m:r>
                                <a:rPr lang="en-US" sz="1100" b="0" i="1" smtClean="0">
                                  <a:latin typeface="Cambria Math" panose="02040503050406030204" pitchFamily="18" charset="0"/>
                                  <a:ea typeface="Cambria Math" panose="02040503050406030204" pitchFamily="18" charset="0"/>
                                </a:rPr>
                                <m:t>)</m:t>
                              </m:r>
                            </m:oMath>
                          </a14:m>
                          <a:endParaRPr lang="en-GB"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100" dirty="0"/>
                            <a:t>f)</a:t>
                          </a:r>
                          <a14:m>
                            <m:oMath xmlns:m="http://schemas.openxmlformats.org/officeDocument/2006/math">
                              <m:d>
                                <m:dPr>
                                  <m:ctrlPr>
                                    <a:rPr lang="en-US" sz="1100" b="1" i="1" smtClean="0">
                                      <a:latin typeface="Cambria Math" panose="02040503050406030204" pitchFamily="18" charset="0"/>
                                    </a:rPr>
                                  </m:ctrlPr>
                                </m:dPr>
                                <m:e>
                                  <m:r>
                                    <a:rPr lang="en-US" sz="1100" b="0" i="1" smtClean="0">
                                      <a:latin typeface="Cambria Math" panose="02040503050406030204" pitchFamily="18" charset="0"/>
                                    </a:rPr>
                                    <m:t>5.1</m:t>
                                  </m:r>
                                  <m:r>
                                    <a:rPr lang="en-US" sz="1100" b="0" i="1" smtClean="0">
                                      <a:latin typeface="Cambria Math" panose="02040503050406030204" pitchFamily="18" charset="0"/>
                                      <a:ea typeface="Cambria Math" panose="02040503050406030204" pitchFamily="18" charset="0"/>
                                    </a:rPr>
                                    <m:t>×</m:t>
                                  </m:r>
                                  <m:sSup>
                                    <m:sSupPr>
                                      <m:ctrlPr>
                                        <a:rPr lang="en-US" sz="1100" i="1" smtClean="0">
                                          <a:latin typeface="Cambria Math" panose="02040503050406030204" pitchFamily="18" charset="0"/>
                                          <a:ea typeface="Cambria Math" panose="02040503050406030204" pitchFamily="18" charset="0"/>
                                        </a:rPr>
                                      </m:ctrlPr>
                                    </m:sSupPr>
                                    <m:e>
                                      <m:r>
                                        <a:rPr lang="en-US" sz="1100" b="0" i="1" smtClean="0">
                                          <a:latin typeface="Cambria Math" panose="02040503050406030204" pitchFamily="18" charset="0"/>
                                          <a:ea typeface="Cambria Math" panose="02040503050406030204" pitchFamily="18" charset="0"/>
                                        </a:rPr>
                                        <m:t>10</m:t>
                                      </m:r>
                                    </m:e>
                                    <m:sup>
                                      <m:r>
                                        <a:rPr lang="en-US" sz="1100" b="0" i="1" smtClean="0">
                                          <a:latin typeface="Cambria Math" panose="02040503050406030204" pitchFamily="18" charset="0"/>
                                          <a:ea typeface="Cambria Math" panose="02040503050406030204" pitchFamily="18" charset="0"/>
                                        </a:rPr>
                                        <m:t>−</m:t>
                                      </m:r>
                                      <m:r>
                                        <a:rPr lang="en-GB" sz="1100" b="0" i="1" smtClean="0">
                                          <a:latin typeface="Cambria Math" panose="02040503050406030204" pitchFamily="18" charset="0"/>
                                          <a:ea typeface="Cambria Math" panose="02040503050406030204" pitchFamily="18" charset="0"/>
                                        </a:rPr>
                                        <m:t>1</m:t>
                                      </m:r>
                                    </m:sup>
                                  </m:sSup>
                                </m:e>
                              </m:d>
                              <m:r>
                                <a:rPr lang="en-US" sz="1100" b="0" i="1" smtClean="0">
                                  <a:latin typeface="Cambria Math" panose="02040503050406030204" pitchFamily="18" charset="0"/>
                                  <a:ea typeface="Cambria Math" panose="02040503050406030204" pitchFamily="18" charset="0"/>
                                </a:rPr>
                                <m:t>−(1.89×</m:t>
                              </m:r>
                              <m:sSup>
                                <m:sSupPr>
                                  <m:ctrlPr>
                                    <a:rPr lang="en-US" sz="1100" b="0" i="1" smtClean="0">
                                      <a:latin typeface="Cambria Math" panose="02040503050406030204" pitchFamily="18" charset="0"/>
                                      <a:ea typeface="Cambria Math" panose="02040503050406030204" pitchFamily="18" charset="0"/>
                                    </a:rPr>
                                  </m:ctrlPr>
                                </m:sSupPr>
                                <m:e>
                                  <m:r>
                                    <a:rPr lang="en-US" sz="1100" b="0" i="1" smtClean="0">
                                      <a:latin typeface="Cambria Math" panose="02040503050406030204" pitchFamily="18" charset="0"/>
                                      <a:ea typeface="Cambria Math" panose="02040503050406030204" pitchFamily="18" charset="0"/>
                                    </a:rPr>
                                    <m:t>10</m:t>
                                  </m:r>
                                </m:e>
                                <m:sup>
                                  <m:r>
                                    <a:rPr lang="en-US" sz="1100" b="0" i="1" smtClean="0">
                                      <a:latin typeface="Cambria Math" panose="02040503050406030204" pitchFamily="18" charset="0"/>
                                      <a:ea typeface="Cambria Math" panose="02040503050406030204" pitchFamily="18" charset="0"/>
                                    </a:rPr>
                                    <m:t>−2</m:t>
                                  </m:r>
                                </m:sup>
                              </m:sSup>
                              <m:r>
                                <a:rPr lang="en-US" sz="1100" b="0" i="1" smtClean="0">
                                  <a:latin typeface="Cambria Math" panose="02040503050406030204" pitchFamily="18" charset="0"/>
                                  <a:ea typeface="Cambria Math" panose="02040503050406030204" pitchFamily="18" charset="0"/>
                                </a:rPr>
                                <m:t>)</m:t>
                              </m:r>
                            </m:oMath>
                          </a14:m>
                          <a:endParaRPr lang="en-GB"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61443118"/>
                      </a:ext>
                    </a:extLst>
                  </a:tr>
                  <a:tr h="1478930">
                    <a:tc>
                      <a:txBody>
                        <a:bodyPr/>
                        <a:lstStyle/>
                        <a:p>
                          <a:r>
                            <a:rPr lang="en-GB" sz="1100" dirty="0"/>
                            <a:t>g)</a:t>
                          </a:r>
                          <a14:m>
                            <m:oMath xmlns:m="http://schemas.openxmlformats.org/officeDocument/2006/math">
                              <m:d>
                                <m:dPr>
                                  <m:ctrlPr>
                                    <a:rPr lang="en-US" sz="1100" b="1" i="1" smtClean="0">
                                      <a:latin typeface="Cambria Math" panose="02040503050406030204" pitchFamily="18" charset="0"/>
                                    </a:rPr>
                                  </m:ctrlPr>
                                </m:dPr>
                                <m:e>
                                  <m:r>
                                    <a:rPr lang="en-US" sz="1100" b="0" i="1" smtClean="0">
                                      <a:latin typeface="Cambria Math" panose="02040503050406030204" pitchFamily="18" charset="0"/>
                                    </a:rPr>
                                    <m:t>5.12</m:t>
                                  </m:r>
                                  <m:r>
                                    <a:rPr lang="en-US" sz="1100" b="0" i="1" smtClean="0">
                                      <a:latin typeface="Cambria Math" panose="02040503050406030204" pitchFamily="18" charset="0"/>
                                      <a:ea typeface="Cambria Math" panose="02040503050406030204" pitchFamily="18" charset="0"/>
                                    </a:rPr>
                                    <m:t>×</m:t>
                                  </m:r>
                                  <m:sSup>
                                    <m:sSupPr>
                                      <m:ctrlPr>
                                        <a:rPr lang="en-US" sz="1100" i="1" smtClean="0">
                                          <a:latin typeface="Cambria Math" panose="02040503050406030204" pitchFamily="18" charset="0"/>
                                          <a:ea typeface="Cambria Math" panose="02040503050406030204" pitchFamily="18" charset="0"/>
                                        </a:rPr>
                                      </m:ctrlPr>
                                    </m:sSupPr>
                                    <m:e>
                                      <m:r>
                                        <a:rPr lang="en-US" sz="1100" b="0" i="1" smtClean="0">
                                          <a:latin typeface="Cambria Math" panose="02040503050406030204" pitchFamily="18" charset="0"/>
                                          <a:ea typeface="Cambria Math" panose="02040503050406030204" pitchFamily="18" charset="0"/>
                                        </a:rPr>
                                        <m:t>10</m:t>
                                      </m:r>
                                    </m:e>
                                    <m:sup>
                                      <m:r>
                                        <a:rPr lang="en-US" sz="1100" b="0" i="1" smtClean="0">
                                          <a:latin typeface="Cambria Math" panose="02040503050406030204" pitchFamily="18" charset="0"/>
                                          <a:ea typeface="Cambria Math" panose="02040503050406030204" pitchFamily="18" charset="0"/>
                                        </a:rPr>
                                        <m:t>−4</m:t>
                                      </m:r>
                                    </m:sup>
                                  </m:sSup>
                                </m:e>
                              </m:d>
                              <m:r>
                                <a:rPr lang="en-US" sz="1100" b="0" i="1" smtClean="0">
                                  <a:latin typeface="Cambria Math" panose="02040503050406030204" pitchFamily="18" charset="0"/>
                                  <a:ea typeface="Cambria Math" panose="02040503050406030204" pitchFamily="18" charset="0"/>
                                </a:rPr>
                                <m:t>−(1.9×</m:t>
                              </m:r>
                              <m:sSup>
                                <m:sSupPr>
                                  <m:ctrlPr>
                                    <a:rPr lang="en-US" sz="1100" b="0" i="1" smtClean="0">
                                      <a:latin typeface="Cambria Math" panose="02040503050406030204" pitchFamily="18" charset="0"/>
                                      <a:ea typeface="Cambria Math" panose="02040503050406030204" pitchFamily="18" charset="0"/>
                                    </a:rPr>
                                  </m:ctrlPr>
                                </m:sSupPr>
                                <m:e>
                                  <m:r>
                                    <a:rPr lang="en-US" sz="1100" b="0" i="1" smtClean="0">
                                      <a:latin typeface="Cambria Math" panose="02040503050406030204" pitchFamily="18" charset="0"/>
                                      <a:ea typeface="Cambria Math" panose="02040503050406030204" pitchFamily="18" charset="0"/>
                                    </a:rPr>
                                    <m:t>10</m:t>
                                  </m:r>
                                </m:e>
                                <m:sup>
                                  <m:r>
                                    <a:rPr lang="en-US" sz="1100" b="0" i="1" smtClean="0">
                                      <a:latin typeface="Cambria Math" panose="02040503050406030204" pitchFamily="18" charset="0"/>
                                      <a:ea typeface="Cambria Math" panose="02040503050406030204" pitchFamily="18" charset="0"/>
                                    </a:rPr>
                                    <m:t>−3</m:t>
                                  </m:r>
                                </m:sup>
                              </m:sSup>
                              <m:r>
                                <a:rPr lang="en-US" sz="1100" b="0" i="1" smtClean="0">
                                  <a:latin typeface="Cambria Math" panose="02040503050406030204" pitchFamily="18" charset="0"/>
                                  <a:ea typeface="Cambria Math" panose="02040503050406030204" pitchFamily="18" charset="0"/>
                                </a:rPr>
                                <m:t>)</m:t>
                              </m:r>
                            </m:oMath>
                          </a14:m>
                          <a:endParaRPr lang="en-GB"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100" dirty="0"/>
                            <a:t>h)</a:t>
                          </a:r>
                          <a14:m>
                            <m:oMath xmlns:m="http://schemas.openxmlformats.org/officeDocument/2006/math">
                              <m:d>
                                <m:dPr>
                                  <m:ctrlPr>
                                    <a:rPr lang="en-US" sz="1100" b="1" i="1" smtClean="0">
                                      <a:latin typeface="Cambria Math" panose="02040503050406030204" pitchFamily="18" charset="0"/>
                                    </a:rPr>
                                  </m:ctrlPr>
                                </m:dPr>
                                <m:e>
                                  <m:r>
                                    <a:rPr lang="en-US" sz="1100" b="0" i="1" smtClean="0">
                                      <a:latin typeface="Cambria Math" panose="02040503050406030204" pitchFamily="18" charset="0"/>
                                    </a:rPr>
                                    <m:t>5</m:t>
                                  </m:r>
                                  <m:r>
                                    <a:rPr lang="en-US" sz="1100" b="0" i="1" smtClean="0">
                                      <a:latin typeface="Cambria Math" panose="02040503050406030204" pitchFamily="18" charset="0"/>
                                      <a:ea typeface="Cambria Math" panose="02040503050406030204" pitchFamily="18" charset="0"/>
                                    </a:rPr>
                                    <m:t>×</m:t>
                                  </m:r>
                                  <m:sSup>
                                    <m:sSupPr>
                                      <m:ctrlPr>
                                        <a:rPr lang="en-US" sz="1100" i="1" smtClean="0">
                                          <a:latin typeface="Cambria Math" panose="02040503050406030204" pitchFamily="18" charset="0"/>
                                          <a:ea typeface="Cambria Math" panose="02040503050406030204" pitchFamily="18" charset="0"/>
                                        </a:rPr>
                                      </m:ctrlPr>
                                    </m:sSupPr>
                                    <m:e>
                                      <m:r>
                                        <a:rPr lang="en-US" sz="1100" b="0" i="1" smtClean="0">
                                          <a:latin typeface="Cambria Math" panose="02040503050406030204" pitchFamily="18" charset="0"/>
                                          <a:ea typeface="Cambria Math" panose="02040503050406030204" pitchFamily="18" charset="0"/>
                                        </a:rPr>
                                        <m:t>10</m:t>
                                      </m:r>
                                    </m:e>
                                    <m:sup>
                                      <m:r>
                                        <a:rPr lang="en-US" sz="1100" b="0" i="1" smtClean="0">
                                          <a:latin typeface="Cambria Math" panose="02040503050406030204" pitchFamily="18" charset="0"/>
                                          <a:ea typeface="Cambria Math" panose="02040503050406030204" pitchFamily="18" charset="0"/>
                                        </a:rPr>
                                        <m:t>3</m:t>
                                      </m:r>
                                    </m:sup>
                                  </m:sSup>
                                </m:e>
                              </m:d>
                              <m:r>
                                <a:rPr lang="en-US" sz="1100" b="0" i="1" smtClean="0">
                                  <a:latin typeface="Cambria Math" panose="02040503050406030204" pitchFamily="18" charset="0"/>
                                  <a:ea typeface="Cambria Math" panose="02040503050406030204" pitchFamily="18" charset="0"/>
                                </a:rPr>
                                <m:t>−(5×</m:t>
                              </m:r>
                              <m:sSup>
                                <m:sSupPr>
                                  <m:ctrlPr>
                                    <a:rPr lang="en-US" sz="1100" b="0" i="1" smtClean="0">
                                      <a:latin typeface="Cambria Math" panose="02040503050406030204" pitchFamily="18" charset="0"/>
                                      <a:ea typeface="Cambria Math" panose="02040503050406030204" pitchFamily="18" charset="0"/>
                                    </a:rPr>
                                  </m:ctrlPr>
                                </m:sSupPr>
                                <m:e>
                                  <m:r>
                                    <a:rPr lang="en-US" sz="1100" b="0" i="1" smtClean="0">
                                      <a:latin typeface="Cambria Math" panose="02040503050406030204" pitchFamily="18" charset="0"/>
                                      <a:ea typeface="Cambria Math" panose="02040503050406030204" pitchFamily="18" charset="0"/>
                                    </a:rPr>
                                    <m:t>10</m:t>
                                  </m:r>
                                </m:e>
                                <m:sup>
                                  <m:r>
                                    <a:rPr lang="en-US" sz="1100" b="0" i="1" smtClean="0">
                                      <a:latin typeface="Cambria Math" panose="02040503050406030204" pitchFamily="18" charset="0"/>
                                      <a:ea typeface="Cambria Math" panose="02040503050406030204" pitchFamily="18" charset="0"/>
                                    </a:rPr>
                                    <m:t>−1</m:t>
                                  </m:r>
                                </m:sup>
                              </m:sSup>
                              <m:r>
                                <a:rPr lang="en-US" sz="1100" b="0" i="1" smtClean="0">
                                  <a:latin typeface="Cambria Math" panose="02040503050406030204" pitchFamily="18" charset="0"/>
                                  <a:ea typeface="Cambria Math" panose="02040503050406030204" pitchFamily="18" charset="0"/>
                                </a:rPr>
                                <m:t>)</m:t>
                              </m:r>
                            </m:oMath>
                          </a14:m>
                          <a:endParaRPr lang="en-GB"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100" dirty="0"/>
                            <a:t>i)</a:t>
                          </a:r>
                          <a14:m>
                            <m:oMath xmlns:m="http://schemas.openxmlformats.org/officeDocument/2006/math">
                              <m:d>
                                <m:dPr>
                                  <m:ctrlPr>
                                    <a:rPr lang="en-US" sz="1100" b="1" i="1" smtClean="0">
                                      <a:latin typeface="Cambria Math" panose="02040503050406030204" pitchFamily="18" charset="0"/>
                                    </a:rPr>
                                  </m:ctrlPr>
                                </m:dPr>
                                <m:e>
                                  <m:r>
                                    <a:rPr lang="en-US" sz="1100" b="0" i="1" smtClean="0">
                                      <a:latin typeface="Cambria Math" panose="02040503050406030204" pitchFamily="18" charset="0"/>
                                    </a:rPr>
                                    <m:t>2.12</m:t>
                                  </m:r>
                                  <m:r>
                                    <a:rPr lang="en-US" sz="1100" b="0" i="1" smtClean="0">
                                      <a:latin typeface="Cambria Math" panose="02040503050406030204" pitchFamily="18" charset="0"/>
                                      <a:ea typeface="Cambria Math" panose="02040503050406030204" pitchFamily="18" charset="0"/>
                                    </a:rPr>
                                    <m:t>×</m:t>
                                  </m:r>
                                  <m:sSup>
                                    <m:sSupPr>
                                      <m:ctrlPr>
                                        <a:rPr lang="en-US" sz="1100" i="1" smtClean="0">
                                          <a:latin typeface="Cambria Math" panose="02040503050406030204" pitchFamily="18" charset="0"/>
                                          <a:ea typeface="Cambria Math" panose="02040503050406030204" pitchFamily="18" charset="0"/>
                                        </a:rPr>
                                      </m:ctrlPr>
                                    </m:sSupPr>
                                    <m:e>
                                      <m:r>
                                        <a:rPr lang="en-US" sz="1100" b="0" i="1" smtClean="0">
                                          <a:latin typeface="Cambria Math" panose="02040503050406030204" pitchFamily="18" charset="0"/>
                                          <a:ea typeface="Cambria Math" panose="02040503050406030204" pitchFamily="18" charset="0"/>
                                        </a:rPr>
                                        <m:t>10</m:t>
                                      </m:r>
                                    </m:e>
                                    <m:sup>
                                      <m:r>
                                        <a:rPr lang="en-US" sz="1100" b="0" i="1" smtClean="0">
                                          <a:latin typeface="Cambria Math" panose="02040503050406030204" pitchFamily="18" charset="0"/>
                                          <a:ea typeface="Cambria Math" panose="02040503050406030204" pitchFamily="18" charset="0"/>
                                        </a:rPr>
                                        <m:t>−3</m:t>
                                      </m:r>
                                    </m:sup>
                                  </m:sSup>
                                </m:e>
                              </m:d>
                              <m:r>
                                <a:rPr lang="en-US" sz="1100" b="0" i="1" smtClean="0">
                                  <a:latin typeface="Cambria Math" panose="02040503050406030204" pitchFamily="18" charset="0"/>
                                  <a:ea typeface="Cambria Math" panose="02040503050406030204" pitchFamily="18" charset="0"/>
                                </a:rPr>
                                <m:t>−(5.1×</m:t>
                              </m:r>
                              <m:sSup>
                                <m:sSupPr>
                                  <m:ctrlPr>
                                    <a:rPr lang="en-US" sz="1100" b="0" i="1" smtClean="0">
                                      <a:latin typeface="Cambria Math" panose="02040503050406030204" pitchFamily="18" charset="0"/>
                                      <a:ea typeface="Cambria Math" panose="02040503050406030204" pitchFamily="18" charset="0"/>
                                    </a:rPr>
                                  </m:ctrlPr>
                                </m:sSupPr>
                                <m:e>
                                  <m:r>
                                    <a:rPr lang="en-US" sz="1100" b="0" i="1" smtClean="0">
                                      <a:latin typeface="Cambria Math" panose="02040503050406030204" pitchFamily="18" charset="0"/>
                                      <a:ea typeface="Cambria Math" panose="02040503050406030204" pitchFamily="18" charset="0"/>
                                    </a:rPr>
                                    <m:t>10</m:t>
                                  </m:r>
                                </m:e>
                                <m:sup>
                                  <m:r>
                                    <a:rPr lang="en-US" sz="1100" b="0" i="1" smtClean="0">
                                      <a:latin typeface="Cambria Math" panose="02040503050406030204" pitchFamily="18" charset="0"/>
                                      <a:ea typeface="Cambria Math" panose="02040503050406030204" pitchFamily="18" charset="0"/>
                                    </a:rPr>
                                    <m:t>−</m:t>
                                  </m:r>
                                  <m:r>
                                    <a:rPr lang="en-GB" sz="1100" b="0" i="1" smtClean="0">
                                      <a:latin typeface="Cambria Math" panose="02040503050406030204" pitchFamily="18" charset="0"/>
                                      <a:ea typeface="Cambria Math" panose="02040503050406030204" pitchFamily="18" charset="0"/>
                                    </a:rPr>
                                    <m:t>4</m:t>
                                  </m:r>
                                </m:sup>
                              </m:sSup>
                              <m:r>
                                <a:rPr lang="en-US" sz="1100" b="0" i="1" smtClean="0">
                                  <a:latin typeface="Cambria Math" panose="02040503050406030204" pitchFamily="18" charset="0"/>
                                  <a:ea typeface="Cambria Math" panose="02040503050406030204" pitchFamily="18" charset="0"/>
                                </a:rPr>
                                <m:t>)</m:t>
                              </m:r>
                            </m:oMath>
                          </a14:m>
                          <a:endParaRPr lang="en-GB"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43339003"/>
                      </a:ext>
                    </a:extLst>
                  </a:tr>
                </a:tbl>
              </a:graphicData>
            </a:graphic>
          </p:graphicFrame>
        </mc:Choice>
        <mc:Fallback xmlns="">
          <p:graphicFrame>
            <p:nvGraphicFramePr>
              <p:cNvPr id="27" name="Table 26">
                <a:extLst>
                  <a:ext uri="{FF2B5EF4-FFF2-40B4-BE49-F238E27FC236}">
                    <a16:creationId xmlns:a16="http://schemas.microsoft.com/office/drawing/2014/main" id="{9236FD98-063B-6AF2-8C38-D058FAAA9F90}"/>
                  </a:ext>
                </a:extLst>
              </p:cNvPr>
              <p:cNvGraphicFramePr>
                <a:graphicFrameLocks noGrp="1"/>
              </p:cNvGraphicFramePr>
              <p:nvPr>
                <p:extLst>
                  <p:ext uri="{D42A27DB-BD31-4B8C-83A1-F6EECF244321}">
                    <p14:modId xmlns:p14="http://schemas.microsoft.com/office/powerpoint/2010/main" val="3172506580"/>
                  </p:ext>
                </p:extLst>
              </p:nvPr>
            </p:nvGraphicFramePr>
            <p:xfrm>
              <a:off x="91462" y="5272011"/>
              <a:ext cx="6664263" cy="4436790"/>
            </p:xfrm>
            <a:graphic>
              <a:graphicData uri="http://schemas.openxmlformats.org/drawingml/2006/table">
                <a:tbl>
                  <a:tblPr>
                    <a:tableStyleId>{5C22544A-7EE6-4342-B048-85BDC9FD1C3A}</a:tableStyleId>
                  </a:tblPr>
                  <a:tblGrid>
                    <a:gridCol w="2221421">
                      <a:extLst>
                        <a:ext uri="{9D8B030D-6E8A-4147-A177-3AD203B41FA5}">
                          <a16:colId xmlns:a16="http://schemas.microsoft.com/office/drawing/2014/main" val="3672653719"/>
                        </a:ext>
                      </a:extLst>
                    </a:gridCol>
                    <a:gridCol w="2221421">
                      <a:extLst>
                        <a:ext uri="{9D8B030D-6E8A-4147-A177-3AD203B41FA5}">
                          <a16:colId xmlns:a16="http://schemas.microsoft.com/office/drawing/2014/main" val="2224289815"/>
                        </a:ext>
                      </a:extLst>
                    </a:gridCol>
                    <a:gridCol w="2221421">
                      <a:extLst>
                        <a:ext uri="{9D8B030D-6E8A-4147-A177-3AD203B41FA5}">
                          <a16:colId xmlns:a16="http://schemas.microsoft.com/office/drawing/2014/main" val="1768508281"/>
                        </a:ext>
                      </a:extLst>
                    </a:gridCol>
                  </a:tblGrid>
                  <a:tr h="147893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548" t="-412" r="-200274" b="-20082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00824" t="-412" r="-100824" b="-20082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200274" t="-412" r="-548" b="-200823"/>
                          </a:stretch>
                        </a:blipFill>
                      </a:tcPr>
                    </a:tc>
                    <a:extLst>
                      <a:ext uri="{0D108BD9-81ED-4DB2-BD59-A6C34878D82A}">
                        <a16:rowId xmlns:a16="http://schemas.microsoft.com/office/drawing/2014/main" val="1834545701"/>
                      </a:ext>
                    </a:extLst>
                  </a:tr>
                  <a:tr h="147893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548" t="-100412" r="-200274" b="-10082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00824" t="-100412" r="-100824" b="-10082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200274" t="-100412" r="-548" b="-100823"/>
                          </a:stretch>
                        </a:blipFill>
                      </a:tcPr>
                    </a:tc>
                    <a:extLst>
                      <a:ext uri="{0D108BD9-81ED-4DB2-BD59-A6C34878D82A}">
                        <a16:rowId xmlns:a16="http://schemas.microsoft.com/office/drawing/2014/main" val="2761443118"/>
                      </a:ext>
                    </a:extLst>
                  </a:tr>
                  <a:tr h="147893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548" t="-200412" r="-200274" b="-82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00824" t="-200412" r="-100824" b="-82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200274" t="-200412" r="-548" b="-823"/>
                          </a:stretch>
                        </a:blipFill>
                      </a:tcPr>
                    </a:tc>
                    <a:extLst>
                      <a:ext uri="{0D108BD9-81ED-4DB2-BD59-A6C34878D82A}">
                        <a16:rowId xmlns:a16="http://schemas.microsoft.com/office/drawing/2014/main" val="2343339003"/>
                      </a:ext>
                    </a:extLst>
                  </a:tr>
                </a:tbl>
              </a:graphicData>
            </a:graphic>
          </p:graphicFrame>
        </mc:Fallback>
      </mc:AlternateContent>
      <p:sp>
        <p:nvSpPr>
          <p:cNvPr id="38" name="Slide Number Placeholder 37">
            <a:extLst>
              <a:ext uri="{FF2B5EF4-FFF2-40B4-BE49-F238E27FC236}">
                <a16:creationId xmlns:a16="http://schemas.microsoft.com/office/drawing/2014/main" id="{1D422EEC-C069-9183-5B23-EC8865DACEDC}"/>
              </a:ext>
            </a:extLst>
          </p:cNvPr>
          <p:cNvSpPr>
            <a:spLocks noGrp="1"/>
          </p:cNvSpPr>
          <p:nvPr>
            <p:ph type="sldNum" sz="quarter" idx="12"/>
          </p:nvPr>
        </p:nvSpPr>
        <p:spPr/>
        <p:txBody>
          <a:bodyPr/>
          <a:lstStyle/>
          <a:p>
            <a:fld id="{DFE403A4-BF53-4A18-A219-2FCD9C5F3F46}" type="slidenum">
              <a:rPr lang="en-GB" smtClean="0"/>
              <a:t>79</a:t>
            </a:fld>
            <a:endParaRPr lang="en-GB"/>
          </a:p>
        </p:txBody>
      </p:sp>
    </p:spTree>
    <p:extLst>
      <p:ext uri="{BB962C8B-B14F-4D97-AF65-F5344CB8AC3E}">
        <p14:creationId xmlns:p14="http://schemas.microsoft.com/office/powerpoint/2010/main" val="194323517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13" name="Table 13">
                <a:extLst>
                  <a:ext uri="{FF2B5EF4-FFF2-40B4-BE49-F238E27FC236}">
                    <a16:creationId xmlns:a16="http://schemas.microsoft.com/office/drawing/2014/main" id="{E3BC5F05-166F-0694-6EF5-E8C23BBBB793}"/>
                  </a:ext>
                </a:extLst>
              </p:cNvPr>
              <p:cNvGraphicFramePr>
                <a:graphicFrameLocks noGrp="1"/>
              </p:cNvGraphicFramePr>
              <p:nvPr/>
            </p:nvGraphicFramePr>
            <p:xfrm>
              <a:off x="86360" y="139992"/>
              <a:ext cx="6685280" cy="9514996"/>
            </p:xfrm>
            <a:graphic>
              <a:graphicData uri="http://schemas.openxmlformats.org/drawingml/2006/table">
                <a:tbl>
                  <a:tblPr>
                    <a:tableStyleId>{5C22544A-7EE6-4342-B048-85BDC9FD1C3A}</a:tableStyleId>
                  </a:tblPr>
                  <a:tblGrid>
                    <a:gridCol w="3342640">
                      <a:extLst>
                        <a:ext uri="{9D8B030D-6E8A-4147-A177-3AD203B41FA5}">
                          <a16:colId xmlns:a16="http://schemas.microsoft.com/office/drawing/2014/main" val="4263687104"/>
                        </a:ext>
                      </a:extLst>
                    </a:gridCol>
                    <a:gridCol w="3342640">
                      <a:extLst>
                        <a:ext uri="{9D8B030D-6E8A-4147-A177-3AD203B41FA5}">
                          <a16:colId xmlns:a16="http://schemas.microsoft.com/office/drawing/2014/main" val="3528231941"/>
                        </a:ext>
                      </a:extLst>
                    </a:gridCol>
                  </a:tblGrid>
                  <a:tr h="5217108">
                    <a:tc>
                      <a:txBody>
                        <a:bodyPr/>
                        <a:lstStyle/>
                        <a:p>
                          <a:pPr marL="228600" indent="-228600">
                            <a:buAutoNum type="arabicPeriod" startAt="5"/>
                          </a:pPr>
                          <a:r>
                            <a:rPr lang="en-GB" sz="1200" dirty="0"/>
                            <a:t>If </a:t>
                          </a:r>
                          <a14:m>
                            <m:oMath xmlns:m="http://schemas.openxmlformats.org/officeDocument/2006/math">
                              <m:r>
                                <m:rPr>
                                  <m:sty m:val="p"/>
                                </m:rPr>
                                <a:rPr lang="en-GB" sz="1200" b="0" i="0" smtClean="0">
                                  <a:latin typeface="Cambria Math" panose="02040503050406030204" pitchFamily="18" charset="0"/>
                                </a:rPr>
                                <m:t>A</m:t>
                              </m:r>
                              <m:r>
                                <a:rPr lang="en-GB" sz="1200" b="0" i="0" smtClean="0">
                                  <a:latin typeface="Cambria Math" panose="02040503050406030204" pitchFamily="18" charset="0"/>
                                </a:rPr>
                                <m:t>=</m:t>
                              </m:r>
                              <m:r>
                                <a:rPr lang="en-GB" sz="1200" b="0" i="1" smtClean="0">
                                  <a:latin typeface="Cambria Math" panose="02040503050406030204" pitchFamily="18" charset="0"/>
                                </a:rPr>
                                <m:t>2.4</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GB" sz="1200" b="0" i="1" smtClean="0">
                                      <a:latin typeface="Cambria Math" panose="02040503050406030204" pitchFamily="18" charset="0"/>
                                      <a:ea typeface="Cambria Math" panose="02040503050406030204" pitchFamily="18" charset="0"/>
                                    </a:rPr>
                                    <m:t>5</m:t>
                                  </m:r>
                                </m:sup>
                              </m:sSup>
                            </m:oMath>
                          </a14:m>
                          <a:r>
                            <a:rPr lang="en-GB" sz="1200" dirty="0"/>
                            <a:t> and </a:t>
                          </a:r>
                          <a14:m>
                            <m:oMath xmlns:m="http://schemas.openxmlformats.org/officeDocument/2006/math">
                              <m:r>
                                <m:rPr>
                                  <m:sty m:val="p"/>
                                </m:rPr>
                                <a:rPr lang="en-GB" sz="1200" b="0" i="0" smtClean="0">
                                  <a:latin typeface="Cambria Math" panose="02040503050406030204" pitchFamily="18" charset="0"/>
                                </a:rPr>
                                <m:t>B</m:t>
                              </m:r>
                              <m:r>
                                <a:rPr lang="en-GB" sz="1200" b="0" i="0" smtClean="0">
                                  <a:latin typeface="Cambria Math" panose="02040503050406030204" pitchFamily="18" charset="0"/>
                                </a:rPr>
                                <m:t>=</m:t>
                              </m:r>
                              <m:r>
                                <a:rPr lang="en-GB" sz="1200" b="0" i="1" smtClean="0">
                                  <a:latin typeface="Cambria Math" panose="02040503050406030204" pitchFamily="18" charset="0"/>
                                </a:rPr>
                                <m:t>5.8</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GB" sz="1200" b="0" i="1" smtClean="0">
                                      <a:latin typeface="Cambria Math" panose="02040503050406030204" pitchFamily="18" charset="0"/>
                                      <a:ea typeface="Cambria Math" panose="02040503050406030204" pitchFamily="18" charset="0"/>
                                    </a:rPr>
                                    <m:t>6</m:t>
                                  </m:r>
                                </m:sup>
                              </m:sSup>
                            </m:oMath>
                          </a14:m>
                          <a:endParaRPr lang="en-GB" sz="1200" dirty="0"/>
                        </a:p>
                        <a:p>
                          <a:pPr marL="228600" indent="-228600">
                            <a:buAutoNum type="arabicPeriod" startAt="5"/>
                          </a:pPr>
                          <a:endParaRPr lang="en-GB" sz="1200" dirty="0"/>
                        </a:p>
                        <a:p>
                          <a:pPr marL="228600" indent="-228600">
                            <a:buAutoNum type="alphaLcParenR"/>
                          </a:pPr>
                          <a:r>
                            <a:rPr lang="en-GB" sz="1200" dirty="0"/>
                            <a:t>Determine the value of A + B in standard form.</a:t>
                          </a:r>
                        </a:p>
                        <a:p>
                          <a:pPr marL="228600" indent="-228600">
                            <a:buAutoNum type="alphaLcParenR"/>
                          </a:pPr>
                          <a:endParaRPr lang="en-GB" sz="1200" dirty="0"/>
                        </a:p>
                        <a:p>
                          <a:pPr marL="228600" indent="-228600">
                            <a:buAutoNum type="alphaLcParenR"/>
                          </a:pPr>
                          <a:endParaRPr lang="en-GB" sz="1200" dirty="0"/>
                        </a:p>
                        <a:p>
                          <a:pPr marL="228600" indent="-228600">
                            <a:buAutoNum type="alphaLcParenR"/>
                          </a:pPr>
                          <a:endParaRPr lang="en-GB" sz="1200" dirty="0"/>
                        </a:p>
                        <a:p>
                          <a:pPr marL="228600" indent="-228600">
                            <a:buAutoNum type="alphaLcParenR"/>
                          </a:pPr>
                          <a:endParaRPr lang="en-GB" sz="1200" dirty="0"/>
                        </a:p>
                        <a:p>
                          <a:pPr marL="228600" indent="-228600">
                            <a:buAutoNum type="alphaLcParenR"/>
                          </a:pPr>
                          <a:endParaRPr lang="en-GB" sz="1200" dirty="0"/>
                        </a:p>
                        <a:p>
                          <a:pPr marL="228600" indent="-228600">
                            <a:buAutoNum type="alphaLcParenR"/>
                          </a:pPr>
                          <a:endParaRPr lang="en-GB" sz="1200" dirty="0"/>
                        </a:p>
                        <a:p>
                          <a:pPr marL="228600" indent="-228600">
                            <a:buAutoNum type="alphaLcParenR"/>
                          </a:pPr>
                          <a:endParaRPr lang="en-GB" sz="1200" dirty="0"/>
                        </a:p>
                        <a:p>
                          <a:pPr marL="228600" indent="-228600">
                            <a:buAutoNum type="alphaLcParenR"/>
                          </a:pPr>
                          <a:endParaRPr lang="en-GB" sz="1200" dirty="0"/>
                        </a:p>
                        <a:p>
                          <a:pPr marL="228600" indent="-228600">
                            <a:buAutoNum type="alphaLcParenR"/>
                          </a:pPr>
                          <a:r>
                            <a:rPr lang="en-GB" sz="1200" dirty="0"/>
                            <a:t>Determine the value of B – A in standard form.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6. Here are the populations of three European cities:</a:t>
                          </a:r>
                        </a:p>
                        <a:p>
                          <a:endParaRPr lang="en-GB" sz="1200" dirty="0"/>
                        </a:p>
                        <a:p>
                          <a:endParaRPr lang="en-GB" sz="1200" dirty="0"/>
                        </a:p>
                        <a:p>
                          <a:endParaRPr lang="en-GB" sz="1200" dirty="0"/>
                        </a:p>
                        <a:p>
                          <a:endParaRPr lang="en-GB" sz="1200" dirty="0"/>
                        </a:p>
                        <a:p>
                          <a:endParaRPr lang="en-GB" sz="1200" dirty="0"/>
                        </a:p>
                        <a:p>
                          <a:endParaRPr lang="en-GB" sz="1200" dirty="0"/>
                        </a:p>
                        <a:p>
                          <a:pPr marL="228600" indent="-228600">
                            <a:buAutoNum type="alphaLcParenR"/>
                          </a:pPr>
                          <a:r>
                            <a:rPr lang="en-GB" sz="1200" dirty="0"/>
                            <a:t>What is the total population of Paris and Rome? Write your answer as an ordinary number to 3 significant figures.</a:t>
                          </a:r>
                        </a:p>
                        <a:p>
                          <a:pPr marL="228600" indent="-228600">
                            <a:buAutoNum type="alphaLcParenR"/>
                          </a:pPr>
                          <a:endParaRPr lang="en-GB" sz="1200" dirty="0"/>
                        </a:p>
                        <a:p>
                          <a:pPr marL="228600" indent="-228600">
                            <a:buAutoNum type="alphaLcParenR"/>
                          </a:pPr>
                          <a:endParaRPr lang="en-GB" sz="1200" dirty="0"/>
                        </a:p>
                        <a:p>
                          <a:pPr marL="228600" indent="-228600">
                            <a:buAutoNum type="alphaLcParenR"/>
                          </a:pPr>
                          <a:endParaRPr lang="en-GB" sz="1200" dirty="0"/>
                        </a:p>
                        <a:p>
                          <a:pPr marL="228600" indent="-228600">
                            <a:buAutoNum type="alphaLcParenR"/>
                          </a:pPr>
                          <a:endParaRPr lang="en-GB" sz="1200" dirty="0"/>
                        </a:p>
                        <a:p>
                          <a:pPr marL="228600" indent="-228600">
                            <a:buAutoNum type="alphaLcParenR"/>
                          </a:pPr>
                          <a:endParaRPr lang="en-GB" sz="1200" dirty="0"/>
                        </a:p>
                        <a:p>
                          <a:pPr marL="228600" indent="-228600">
                            <a:buAutoNum type="alphaLcParenR"/>
                          </a:pPr>
                          <a:endParaRPr lang="en-GB" sz="1200" dirty="0"/>
                        </a:p>
                        <a:p>
                          <a:pPr marL="228600" indent="-228600">
                            <a:buAutoNum type="alphaLcParenR"/>
                          </a:pPr>
                          <a:r>
                            <a:rPr lang="en-GB" sz="1200" dirty="0"/>
                            <a:t>What is the difference in population between Paris and Athens? Write your answer in standard form, to 2 significant figures.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2852238"/>
                      </a:ext>
                    </a:extLst>
                  </a:tr>
                  <a:tr h="4297888">
                    <a:tc>
                      <a:txBody>
                        <a:bodyPr/>
                        <a:lstStyle/>
                        <a:p>
                          <a:r>
                            <a:rPr lang="en-GB" sz="1200" dirty="0"/>
                            <a:t>7. The UK has an area of approximately </a:t>
                          </a:r>
                        </a:p>
                        <a:p>
                          <a:pPr/>
                          <a14:m>
                            <m:oMathPara xmlns:m="http://schemas.openxmlformats.org/officeDocument/2006/math">
                              <m:oMathParaPr>
                                <m:jc m:val="centerGroup"/>
                              </m:oMathParaPr>
                              <m:oMath xmlns:m="http://schemas.openxmlformats.org/officeDocument/2006/math">
                                <m:r>
                                  <a:rPr lang="en-GB" sz="1200" b="0" i="1" smtClean="0">
                                    <a:latin typeface="Cambria Math" panose="02040503050406030204" pitchFamily="18" charset="0"/>
                                  </a:rPr>
                                  <m:t>2.4</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GB" sz="1200" b="0" i="1" smtClean="0">
                                        <a:latin typeface="Cambria Math" panose="02040503050406030204" pitchFamily="18" charset="0"/>
                                        <a:ea typeface="Cambria Math" panose="02040503050406030204" pitchFamily="18" charset="0"/>
                                      </a:rPr>
                                      <m:t>5</m:t>
                                    </m:r>
                                  </m:sup>
                                </m:sSup>
                                <m:sSup>
                                  <m:sSupPr>
                                    <m:ctrlPr>
                                      <a:rPr lang="en-US" sz="1200" i="1" smtClean="0">
                                        <a:latin typeface="Cambria Math" panose="02040503050406030204" pitchFamily="18" charset="0"/>
                                        <a:ea typeface="Cambria Math" panose="02040503050406030204" pitchFamily="18" charset="0"/>
                                      </a:rPr>
                                    </m:ctrlPr>
                                  </m:sSupPr>
                                  <m:e>
                                    <m:r>
                                      <a:rPr lang="en-GB" sz="1200" b="0" i="1" smtClean="0">
                                        <a:latin typeface="Cambria Math" panose="02040503050406030204" pitchFamily="18" charset="0"/>
                                        <a:ea typeface="Cambria Math" panose="02040503050406030204" pitchFamily="18" charset="0"/>
                                      </a:rPr>
                                      <m:t>𝑘𝑚</m:t>
                                    </m:r>
                                  </m:e>
                                  <m:sup>
                                    <m:r>
                                      <a:rPr lang="en-GB" sz="1200" b="0" i="1" smtClean="0">
                                        <a:latin typeface="Cambria Math" panose="02040503050406030204" pitchFamily="18" charset="0"/>
                                        <a:ea typeface="Cambria Math" panose="02040503050406030204" pitchFamily="18" charset="0"/>
                                      </a:rPr>
                                      <m:t>2</m:t>
                                    </m:r>
                                  </m:sup>
                                </m:sSup>
                              </m:oMath>
                            </m:oMathPara>
                          </a14:m>
                          <a:endParaRPr lang="en-GB" sz="1200" b="0" dirty="0">
                            <a:ea typeface="Cambria Math" panose="02040503050406030204" pitchFamily="18" charset="0"/>
                          </a:endParaRPr>
                        </a:p>
                        <a:p>
                          <a:r>
                            <a:rPr lang="en-GB" sz="1200" dirty="0"/>
                            <a:t>The USA has an area of approximately </a:t>
                          </a:r>
                        </a:p>
                        <a:p>
                          <a:pPr/>
                          <a14:m>
                            <m:oMathPara xmlns:m="http://schemas.openxmlformats.org/officeDocument/2006/math">
                              <m:oMathParaPr>
                                <m:jc m:val="centerGroup"/>
                              </m:oMathParaPr>
                              <m:oMath xmlns:m="http://schemas.openxmlformats.org/officeDocument/2006/math">
                                <m:r>
                                  <a:rPr lang="en-GB" sz="1200" b="0" i="1" smtClean="0">
                                    <a:latin typeface="Cambria Math" panose="02040503050406030204" pitchFamily="18" charset="0"/>
                                  </a:rPr>
                                  <m:t>9.8</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GB" sz="1200" b="0" i="1" smtClean="0">
                                        <a:latin typeface="Cambria Math" panose="02040503050406030204" pitchFamily="18" charset="0"/>
                                        <a:ea typeface="Cambria Math" panose="02040503050406030204" pitchFamily="18" charset="0"/>
                                      </a:rPr>
                                      <m:t>6</m:t>
                                    </m:r>
                                  </m:sup>
                                </m:sSup>
                                <m:sSup>
                                  <m:sSupPr>
                                    <m:ctrlPr>
                                      <a:rPr lang="en-US" sz="1200" i="1" smtClean="0">
                                        <a:latin typeface="Cambria Math" panose="02040503050406030204" pitchFamily="18" charset="0"/>
                                        <a:ea typeface="Cambria Math" panose="02040503050406030204" pitchFamily="18" charset="0"/>
                                      </a:rPr>
                                    </m:ctrlPr>
                                  </m:sSupPr>
                                  <m:e>
                                    <m:r>
                                      <a:rPr lang="en-GB" sz="1200" b="0" i="1" smtClean="0">
                                        <a:latin typeface="Cambria Math" panose="02040503050406030204" pitchFamily="18" charset="0"/>
                                        <a:ea typeface="Cambria Math" panose="02040503050406030204" pitchFamily="18" charset="0"/>
                                      </a:rPr>
                                      <m:t>𝑘𝑚</m:t>
                                    </m:r>
                                  </m:e>
                                  <m:sup>
                                    <m:r>
                                      <a:rPr lang="en-GB" sz="1200" b="0" i="1" smtClean="0">
                                        <a:latin typeface="Cambria Math" panose="02040503050406030204" pitchFamily="18" charset="0"/>
                                        <a:ea typeface="Cambria Math" panose="02040503050406030204" pitchFamily="18" charset="0"/>
                                      </a:rPr>
                                      <m:t>2</m:t>
                                    </m:r>
                                  </m:sup>
                                </m:sSup>
                              </m:oMath>
                            </m:oMathPara>
                          </a14:m>
                          <a:endParaRPr lang="en-GB" sz="1200" dirty="0"/>
                        </a:p>
                        <a:p>
                          <a:pPr marL="228600" indent="-228600">
                            <a:buAutoNum type="alphaLcParenR"/>
                          </a:pPr>
                          <a:r>
                            <a:rPr lang="en-GB" sz="1200" dirty="0"/>
                            <a:t>What is the combined area of the two countries? Give your answer in standard form.</a:t>
                          </a:r>
                        </a:p>
                        <a:p>
                          <a:pPr marL="228600" indent="-228600">
                            <a:buAutoNum type="alphaLcParenR"/>
                          </a:pPr>
                          <a:endParaRPr lang="en-GB" sz="1200" dirty="0"/>
                        </a:p>
                        <a:p>
                          <a:pPr marL="228600" indent="-228600">
                            <a:buAutoNum type="alphaLcParenR"/>
                          </a:pPr>
                          <a:endParaRPr lang="en-GB" sz="1200" dirty="0"/>
                        </a:p>
                        <a:p>
                          <a:pPr marL="228600" indent="-228600">
                            <a:buAutoNum type="alphaLcParenR"/>
                          </a:pPr>
                          <a:endParaRPr lang="en-GB" sz="1200" dirty="0"/>
                        </a:p>
                        <a:p>
                          <a:pPr marL="228600" indent="-228600">
                            <a:buAutoNum type="alphaLcParenR"/>
                          </a:pPr>
                          <a:endParaRPr lang="en-GB" sz="1200" dirty="0"/>
                        </a:p>
                        <a:p>
                          <a:pPr marL="228600" indent="-228600">
                            <a:buAutoNum type="alphaLcParenR"/>
                          </a:pPr>
                          <a:endParaRPr lang="en-GB" sz="1200" dirty="0"/>
                        </a:p>
                        <a:p>
                          <a:pPr marL="228600" indent="-228600">
                            <a:buAutoNum type="alphaLcParenR"/>
                          </a:pPr>
                          <a:endParaRPr lang="en-GB" sz="1200" dirty="0"/>
                        </a:p>
                        <a:p>
                          <a:pPr marL="228600" indent="-228600">
                            <a:buAutoNum type="alphaLcParenR"/>
                          </a:pPr>
                          <a:endParaRPr lang="en-GB" sz="1200" dirty="0"/>
                        </a:p>
                        <a:p>
                          <a:pPr marL="228600" marR="0" lvl="0" indent="-228600" algn="l" defTabSz="685800" rtl="0" eaLnBrk="1" fontAlgn="auto" latinLnBrk="0" hangingPunct="1">
                            <a:lnSpc>
                              <a:spcPct val="100000"/>
                            </a:lnSpc>
                            <a:spcBef>
                              <a:spcPts val="0"/>
                            </a:spcBef>
                            <a:spcAft>
                              <a:spcPts val="0"/>
                            </a:spcAft>
                            <a:buClrTx/>
                            <a:buSzTx/>
                            <a:buFontTx/>
                            <a:buAutoNum type="alphaLcParenR"/>
                            <a:tabLst/>
                            <a:defRPr/>
                          </a:pPr>
                          <a:r>
                            <a:rPr lang="en-GB" sz="1200" dirty="0"/>
                            <a:t>What is the difference in the area of the two countries? Give your answer in standard form.</a:t>
                          </a:r>
                        </a:p>
                        <a:p>
                          <a:pPr marL="0" indent="0">
                            <a:buNone/>
                          </a:pPr>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8. A rectangle has a length </a:t>
                          </a:r>
                          <a14:m>
                            <m:oMath xmlns:m="http://schemas.openxmlformats.org/officeDocument/2006/math">
                              <m:d>
                                <m:dPr>
                                  <m:ctrlPr>
                                    <a:rPr lang="en-US" sz="1200" b="0" i="1" smtClean="0">
                                      <a:latin typeface="Cambria Math" panose="02040503050406030204" pitchFamily="18" charset="0"/>
                                    </a:rPr>
                                  </m:ctrlPr>
                                </m:dPr>
                                <m:e>
                                  <m:r>
                                    <a:rPr lang="en-US" sz="1200" b="0" i="1" smtClean="0">
                                      <a:latin typeface="Cambria Math" panose="02040503050406030204" pitchFamily="18" charset="0"/>
                                    </a:rPr>
                                    <m:t>3</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4</m:t>
                                      </m:r>
                                    </m:sup>
                                  </m:sSup>
                                </m:e>
                              </m:d>
                              <m:r>
                                <a:rPr lang="en-US" sz="1200" b="0" i="1" smtClean="0">
                                  <a:latin typeface="Cambria Math" panose="02040503050406030204" pitchFamily="18" charset="0"/>
                                  <a:ea typeface="Cambria Math" panose="02040503050406030204" pitchFamily="18" charset="0"/>
                                </a:rPr>
                                <m:t>𝑚</m:t>
                              </m:r>
                              <m:r>
                                <a:rPr lang="en-US" sz="1200" b="0" i="1" smtClean="0">
                                  <a:latin typeface="Cambria Math" panose="02040503050406030204" pitchFamily="18" charset="0"/>
                                  <a:ea typeface="Cambria Math" panose="02040503050406030204" pitchFamily="18" charset="0"/>
                                </a:rPr>
                                <m:t> </m:t>
                              </m:r>
                            </m:oMath>
                          </a14:m>
                          <a:r>
                            <a:rPr lang="en-GB" sz="1200" dirty="0"/>
                            <a:t> and a width of </a:t>
                          </a:r>
                          <a14:m>
                            <m:oMath xmlns:m="http://schemas.openxmlformats.org/officeDocument/2006/math">
                              <m:r>
                                <a:rPr lang="en-US" sz="1200" b="0" i="1" smtClean="0">
                                  <a:latin typeface="Cambria Math" panose="02040503050406030204" pitchFamily="18" charset="0"/>
                                </a:rPr>
                                <m:t>(1.8</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3</m:t>
                                  </m:r>
                                </m:sup>
                              </m:sSup>
                              <m:r>
                                <a:rPr lang="en-US" sz="1200" b="0" i="1" smtClean="0">
                                  <a:latin typeface="Cambria Math" panose="02040503050406030204" pitchFamily="18" charset="0"/>
                                  <a:ea typeface="Cambria Math" panose="02040503050406030204" pitchFamily="18" charset="0"/>
                                </a:rPr>
                                <m:t>)</m:t>
                              </m:r>
                            </m:oMath>
                          </a14:m>
                          <a:r>
                            <a:rPr lang="en-GB" sz="1200" dirty="0"/>
                            <a:t>m</a:t>
                          </a:r>
                        </a:p>
                        <a:p>
                          <a:endParaRPr lang="en-GB" sz="1200" dirty="0"/>
                        </a:p>
                        <a:p>
                          <a:endParaRPr lang="en-GB" sz="1200" dirty="0"/>
                        </a:p>
                        <a:p>
                          <a:endParaRPr lang="en-GB" sz="1200" dirty="0"/>
                        </a:p>
                        <a:p>
                          <a:endParaRPr lang="en-GB" sz="1200" dirty="0"/>
                        </a:p>
                        <a:p>
                          <a:endParaRPr lang="en-GB" sz="1200" dirty="0"/>
                        </a:p>
                        <a:p>
                          <a:endParaRPr lang="en-GB" sz="1200" dirty="0"/>
                        </a:p>
                        <a:p>
                          <a:endParaRPr lang="en-GB" sz="1200" dirty="0"/>
                        </a:p>
                        <a:p>
                          <a:endParaRPr lang="en-GB" sz="1200" dirty="0"/>
                        </a:p>
                        <a:p>
                          <a:r>
                            <a:rPr lang="en-US" sz="1200" dirty="0"/>
                            <a:t>Work out the perimeter of the rectangle, giving your answer in standard form.</a:t>
                          </a:r>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60979206"/>
                      </a:ext>
                    </a:extLst>
                  </a:tr>
                </a:tbl>
              </a:graphicData>
            </a:graphic>
          </p:graphicFrame>
        </mc:Choice>
        <mc:Fallback xmlns="">
          <p:graphicFrame>
            <p:nvGraphicFramePr>
              <p:cNvPr id="13" name="Table 13">
                <a:extLst>
                  <a:ext uri="{FF2B5EF4-FFF2-40B4-BE49-F238E27FC236}">
                    <a16:creationId xmlns:a16="http://schemas.microsoft.com/office/drawing/2014/main" id="{E3BC5F05-166F-0694-6EF5-E8C23BBBB793}"/>
                  </a:ext>
                </a:extLst>
              </p:cNvPr>
              <p:cNvGraphicFramePr>
                <a:graphicFrameLocks noGrp="1"/>
              </p:cNvGraphicFramePr>
              <p:nvPr>
                <p:extLst>
                  <p:ext uri="{D42A27DB-BD31-4B8C-83A1-F6EECF244321}">
                    <p14:modId xmlns:p14="http://schemas.microsoft.com/office/powerpoint/2010/main" val="4154311333"/>
                  </p:ext>
                </p:extLst>
              </p:nvPr>
            </p:nvGraphicFramePr>
            <p:xfrm>
              <a:off x="86360" y="139992"/>
              <a:ext cx="6685280" cy="9514996"/>
            </p:xfrm>
            <a:graphic>
              <a:graphicData uri="http://schemas.openxmlformats.org/drawingml/2006/table">
                <a:tbl>
                  <a:tblPr>
                    <a:tableStyleId>{5C22544A-7EE6-4342-B048-85BDC9FD1C3A}</a:tableStyleId>
                  </a:tblPr>
                  <a:tblGrid>
                    <a:gridCol w="3342640">
                      <a:extLst>
                        <a:ext uri="{9D8B030D-6E8A-4147-A177-3AD203B41FA5}">
                          <a16:colId xmlns:a16="http://schemas.microsoft.com/office/drawing/2014/main" val="4263687104"/>
                        </a:ext>
                      </a:extLst>
                    </a:gridCol>
                    <a:gridCol w="3342640">
                      <a:extLst>
                        <a:ext uri="{9D8B030D-6E8A-4147-A177-3AD203B41FA5}">
                          <a16:colId xmlns:a16="http://schemas.microsoft.com/office/drawing/2014/main" val="3528231941"/>
                        </a:ext>
                      </a:extLst>
                    </a:gridCol>
                  </a:tblGrid>
                  <a:tr h="5217108">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82" t="-117" r="-100182" b="-82710"/>
                          </a:stretch>
                        </a:blipFill>
                      </a:tcPr>
                    </a:tc>
                    <a:tc>
                      <a:txBody>
                        <a:bodyPr/>
                        <a:lstStyle/>
                        <a:p>
                          <a:r>
                            <a:rPr lang="en-GB" sz="1200" dirty="0"/>
                            <a:t>6. Here are the populations of three European cities:</a:t>
                          </a:r>
                        </a:p>
                        <a:p>
                          <a:endParaRPr lang="en-GB" sz="1200" dirty="0"/>
                        </a:p>
                        <a:p>
                          <a:endParaRPr lang="en-GB" sz="1200" dirty="0"/>
                        </a:p>
                        <a:p>
                          <a:endParaRPr lang="en-GB" sz="1200" dirty="0"/>
                        </a:p>
                        <a:p>
                          <a:endParaRPr lang="en-GB" sz="1200" dirty="0"/>
                        </a:p>
                        <a:p>
                          <a:endParaRPr lang="en-GB" sz="1200" dirty="0"/>
                        </a:p>
                        <a:p>
                          <a:endParaRPr lang="en-GB" sz="1200" dirty="0"/>
                        </a:p>
                        <a:p>
                          <a:pPr marL="228600" indent="-228600">
                            <a:buAutoNum type="alphaLcParenR"/>
                          </a:pPr>
                          <a:r>
                            <a:rPr lang="en-GB" sz="1200" dirty="0"/>
                            <a:t>What is the total population of Paris and Rome? Write your answer as an ordinary number to 3 significant figures.</a:t>
                          </a:r>
                        </a:p>
                        <a:p>
                          <a:pPr marL="228600" indent="-228600">
                            <a:buAutoNum type="alphaLcParenR"/>
                          </a:pPr>
                          <a:endParaRPr lang="en-GB" sz="1200" dirty="0"/>
                        </a:p>
                        <a:p>
                          <a:pPr marL="228600" indent="-228600">
                            <a:buAutoNum type="alphaLcParenR"/>
                          </a:pPr>
                          <a:endParaRPr lang="en-GB" sz="1200" dirty="0"/>
                        </a:p>
                        <a:p>
                          <a:pPr marL="228600" indent="-228600">
                            <a:buAutoNum type="alphaLcParenR"/>
                          </a:pPr>
                          <a:endParaRPr lang="en-GB" sz="1200" dirty="0"/>
                        </a:p>
                        <a:p>
                          <a:pPr marL="228600" indent="-228600">
                            <a:buAutoNum type="alphaLcParenR"/>
                          </a:pPr>
                          <a:endParaRPr lang="en-GB" sz="1200" dirty="0"/>
                        </a:p>
                        <a:p>
                          <a:pPr marL="228600" indent="-228600">
                            <a:buAutoNum type="alphaLcParenR"/>
                          </a:pPr>
                          <a:endParaRPr lang="en-GB" sz="1200" dirty="0"/>
                        </a:p>
                        <a:p>
                          <a:pPr marL="228600" indent="-228600">
                            <a:buAutoNum type="alphaLcParenR"/>
                          </a:pPr>
                          <a:endParaRPr lang="en-GB" sz="1200" dirty="0"/>
                        </a:p>
                        <a:p>
                          <a:pPr marL="228600" indent="-228600">
                            <a:buAutoNum type="alphaLcParenR"/>
                          </a:pPr>
                          <a:r>
                            <a:rPr lang="en-GB" sz="1200" dirty="0"/>
                            <a:t>What is the difference in population between Paris and Athens? Write your answer in standard form, to 2 significant figures.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2852238"/>
                      </a:ext>
                    </a:extLst>
                  </a:tr>
                  <a:tr h="4297888">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82" t="-121388" r="-100182" b="-28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365" t="-121388" r="-365" b="-283"/>
                          </a:stretch>
                        </a:blipFill>
                      </a:tcPr>
                    </a:tc>
                    <a:extLst>
                      <a:ext uri="{0D108BD9-81ED-4DB2-BD59-A6C34878D82A}">
                        <a16:rowId xmlns:a16="http://schemas.microsoft.com/office/drawing/2014/main" val="3260979206"/>
                      </a:ext>
                    </a:extLst>
                  </a:tr>
                </a:tbl>
              </a:graphicData>
            </a:graphic>
          </p:graphicFrame>
        </mc:Fallback>
      </mc:AlternateContent>
      <p:pic>
        <p:nvPicPr>
          <p:cNvPr id="6" name="Picture 5">
            <a:extLst>
              <a:ext uri="{FF2B5EF4-FFF2-40B4-BE49-F238E27FC236}">
                <a16:creationId xmlns:a16="http://schemas.microsoft.com/office/drawing/2014/main" id="{43DF0CDA-C0DE-57A2-3FE3-A046401E9EFC}"/>
              </a:ext>
            </a:extLst>
          </p:cNvPr>
          <p:cNvPicPr>
            <a:picLocks noChangeAspect="1"/>
          </p:cNvPicPr>
          <p:nvPr/>
        </p:nvPicPr>
        <p:blipFill>
          <a:blip r:embed="rId3"/>
          <a:stretch>
            <a:fillRect/>
          </a:stretch>
        </p:blipFill>
        <p:spPr>
          <a:xfrm>
            <a:off x="4024710" y="604065"/>
            <a:ext cx="1746170" cy="1012485"/>
          </a:xfrm>
          <a:prstGeom prst="rect">
            <a:avLst/>
          </a:prstGeom>
        </p:spPr>
      </p:pic>
      <p:sp>
        <p:nvSpPr>
          <p:cNvPr id="9" name="Rectangle 8">
            <a:extLst>
              <a:ext uri="{FF2B5EF4-FFF2-40B4-BE49-F238E27FC236}">
                <a16:creationId xmlns:a16="http://schemas.microsoft.com/office/drawing/2014/main" id="{0293E7FC-8A7C-DE11-F991-2A8BEAF0D5D9}"/>
              </a:ext>
            </a:extLst>
          </p:cNvPr>
          <p:cNvSpPr/>
          <p:nvPr/>
        </p:nvSpPr>
        <p:spPr>
          <a:xfrm>
            <a:off x="3836225" y="5906189"/>
            <a:ext cx="1473937" cy="817885"/>
          </a:xfrm>
          <a:prstGeom prst="rect">
            <a:avLst/>
          </a:prstGeom>
          <a:solidFill>
            <a:schemeClr val="accent1">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CAA0ECA4-D94C-C997-8CA7-3A2A5B28FF52}"/>
                  </a:ext>
                </a:extLst>
              </p:cNvPr>
              <p:cNvSpPr txBox="1"/>
              <p:nvPr/>
            </p:nvSpPr>
            <p:spPr>
              <a:xfrm>
                <a:off x="5269869" y="6176043"/>
                <a:ext cx="1608881" cy="307777"/>
              </a:xfrm>
              <a:prstGeom prst="rect">
                <a:avLst/>
              </a:prstGeom>
              <a:noFill/>
            </p:spPr>
            <p:txBody>
              <a:bodyPr wrap="square" rtlCol="0">
                <a:spAutoFit/>
              </a:bodyPr>
              <a:lstStyle/>
              <a:p>
                <a14:m>
                  <m:oMath xmlns:m="http://schemas.openxmlformats.org/officeDocument/2006/math">
                    <m:r>
                      <a:rPr lang="en-US" sz="1400" b="0" i="1" smtClean="0">
                        <a:latin typeface="Cambria Math" panose="02040503050406030204" pitchFamily="18" charset="0"/>
                      </a:rPr>
                      <m:t>(1.8</m:t>
                    </m:r>
                    <m:r>
                      <a:rPr lang="en-US" sz="1400" b="0" i="1" smtClean="0">
                        <a:latin typeface="Cambria Math" panose="02040503050406030204" pitchFamily="18" charset="0"/>
                        <a:ea typeface="Cambria Math" panose="02040503050406030204" pitchFamily="18" charset="0"/>
                      </a:rPr>
                      <m:t>×</m:t>
                    </m:r>
                    <m:sSup>
                      <m:sSupPr>
                        <m:ctrlPr>
                          <a:rPr lang="en-US" sz="1400" b="0" i="1" smtClean="0">
                            <a:latin typeface="Cambria Math" panose="02040503050406030204" pitchFamily="18" charset="0"/>
                            <a:ea typeface="Cambria Math" panose="02040503050406030204" pitchFamily="18" charset="0"/>
                          </a:rPr>
                        </m:ctrlPr>
                      </m:sSupPr>
                      <m:e>
                        <m:r>
                          <a:rPr lang="en-US" sz="1400" b="0" i="1" smtClean="0">
                            <a:latin typeface="Cambria Math" panose="02040503050406030204" pitchFamily="18" charset="0"/>
                            <a:ea typeface="Cambria Math" panose="02040503050406030204" pitchFamily="18" charset="0"/>
                          </a:rPr>
                          <m:t>10</m:t>
                        </m:r>
                      </m:e>
                      <m:sup>
                        <m:r>
                          <a:rPr lang="en-US" sz="1400" b="0" i="1" smtClean="0">
                            <a:latin typeface="Cambria Math" panose="02040503050406030204" pitchFamily="18" charset="0"/>
                            <a:ea typeface="Cambria Math" panose="02040503050406030204" pitchFamily="18" charset="0"/>
                          </a:rPr>
                          <m:t>3</m:t>
                        </m:r>
                      </m:sup>
                    </m:sSup>
                    <m:r>
                      <a:rPr lang="en-US" sz="1400" b="0" i="1" smtClean="0">
                        <a:latin typeface="Cambria Math" panose="02040503050406030204" pitchFamily="18" charset="0"/>
                        <a:ea typeface="Cambria Math" panose="02040503050406030204" pitchFamily="18" charset="0"/>
                      </a:rPr>
                      <m:t>)</m:t>
                    </m:r>
                  </m:oMath>
                </a14:m>
                <a:r>
                  <a:rPr lang="en-GB" sz="1400" dirty="0"/>
                  <a:t>m</a:t>
                </a:r>
              </a:p>
            </p:txBody>
          </p:sp>
        </mc:Choice>
        <mc:Fallback xmlns="">
          <p:sp>
            <p:nvSpPr>
              <p:cNvPr id="10" name="TextBox 9">
                <a:extLst>
                  <a:ext uri="{FF2B5EF4-FFF2-40B4-BE49-F238E27FC236}">
                    <a16:creationId xmlns:a16="http://schemas.microsoft.com/office/drawing/2014/main" id="{CAA0ECA4-D94C-C997-8CA7-3A2A5B28FF52}"/>
                  </a:ext>
                </a:extLst>
              </p:cNvPr>
              <p:cNvSpPr txBox="1">
                <a:spLocks noRot="1" noChangeAspect="1" noMove="1" noResize="1" noEditPoints="1" noAdjustHandles="1" noChangeArrowheads="1" noChangeShapeType="1" noTextEdit="1"/>
              </p:cNvSpPr>
              <p:nvPr/>
            </p:nvSpPr>
            <p:spPr>
              <a:xfrm>
                <a:off x="5269869" y="6176043"/>
                <a:ext cx="1608881" cy="307777"/>
              </a:xfrm>
              <a:prstGeom prst="rect">
                <a:avLst/>
              </a:prstGeom>
              <a:blipFill>
                <a:blip r:embed="rId4"/>
                <a:stretch>
                  <a:fillRect t="-1961" b="-2156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62EB1199-85D6-5DE5-282F-396BE9369E6C}"/>
                  </a:ext>
                </a:extLst>
              </p:cNvPr>
              <p:cNvSpPr txBox="1"/>
              <p:nvPr/>
            </p:nvSpPr>
            <p:spPr>
              <a:xfrm>
                <a:off x="3963579" y="6724074"/>
                <a:ext cx="1608881" cy="307777"/>
              </a:xfrm>
              <a:prstGeom prst="rect">
                <a:avLst/>
              </a:prstGeom>
              <a:noFill/>
            </p:spPr>
            <p:txBody>
              <a:bodyPr wrap="square" rtlCol="0">
                <a:spAutoFit/>
              </a:bodyPr>
              <a:lstStyle/>
              <a:p>
                <a14:m>
                  <m:oMath xmlns:m="http://schemas.openxmlformats.org/officeDocument/2006/math">
                    <m:r>
                      <a:rPr lang="en-US" sz="1400" b="0" i="1" smtClean="0">
                        <a:latin typeface="Cambria Math" panose="02040503050406030204" pitchFamily="18" charset="0"/>
                      </a:rPr>
                      <m:t>(3.6</m:t>
                    </m:r>
                    <m:r>
                      <a:rPr lang="en-US" sz="1400" b="0" i="1" smtClean="0">
                        <a:latin typeface="Cambria Math" panose="02040503050406030204" pitchFamily="18" charset="0"/>
                        <a:ea typeface="Cambria Math" panose="02040503050406030204" pitchFamily="18" charset="0"/>
                      </a:rPr>
                      <m:t>×</m:t>
                    </m:r>
                    <m:sSup>
                      <m:sSupPr>
                        <m:ctrlPr>
                          <a:rPr lang="en-US" sz="1400" b="0" i="1" smtClean="0">
                            <a:latin typeface="Cambria Math" panose="02040503050406030204" pitchFamily="18" charset="0"/>
                            <a:ea typeface="Cambria Math" panose="02040503050406030204" pitchFamily="18" charset="0"/>
                          </a:rPr>
                        </m:ctrlPr>
                      </m:sSupPr>
                      <m:e>
                        <m:r>
                          <a:rPr lang="en-US" sz="1400" b="0" i="1" smtClean="0">
                            <a:latin typeface="Cambria Math" panose="02040503050406030204" pitchFamily="18" charset="0"/>
                            <a:ea typeface="Cambria Math" panose="02040503050406030204" pitchFamily="18" charset="0"/>
                          </a:rPr>
                          <m:t>10</m:t>
                        </m:r>
                      </m:e>
                      <m:sup>
                        <m:r>
                          <a:rPr lang="en-US" sz="1400" b="0" i="1" smtClean="0">
                            <a:latin typeface="Cambria Math" panose="02040503050406030204" pitchFamily="18" charset="0"/>
                            <a:ea typeface="Cambria Math" panose="02040503050406030204" pitchFamily="18" charset="0"/>
                          </a:rPr>
                          <m:t>4</m:t>
                        </m:r>
                      </m:sup>
                    </m:sSup>
                    <m:r>
                      <a:rPr lang="en-US" sz="1400" b="0" i="1" smtClean="0">
                        <a:latin typeface="Cambria Math" panose="02040503050406030204" pitchFamily="18" charset="0"/>
                        <a:ea typeface="Cambria Math" panose="02040503050406030204" pitchFamily="18" charset="0"/>
                      </a:rPr>
                      <m:t>)</m:t>
                    </m:r>
                  </m:oMath>
                </a14:m>
                <a:r>
                  <a:rPr lang="en-GB" sz="1400" dirty="0"/>
                  <a:t>m</a:t>
                </a:r>
              </a:p>
            </p:txBody>
          </p:sp>
        </mc:Choice>
        <mc:Fallback xmlns="">
          <p:sp>
            <p:nvSpPr>
              <p:cNvPr id="11" name="TextBox 10">
                <a:extLst>
                  <a:ext uri="{FF2B5EF4-FFF2-40B4-BE49-F238E27FC236}">
                    <a16:creationId xmlns:a16="http://schemas.microsoft.com/office/drawing/2014/main" id="{62EB1199-85D6-5DE5-282F-396BE9369E6C}"/>
                  </a:ext>
                </a:extLst>
              </p:cNvPr>
              <p:cNvSpPr txBox="1">
                <a:spLocks noRot="1" noChangeAspect="1" noMove="1" noResize="1" noEditPoints="1" noAdjustHandles="1" noChangeArrowheads="1" noChangeShapeType="1" noTextEdit="1"/>
              </p:cNvSpPr>
              <p:nvPr/>
            </p:nvSpPr>
            <p:spPr>
              <a:xfrm>
                <a:off x="3963579" y="6724074"/>
                <a:ext cx="1608881" cy="307777"/>
              </a:xfrm>
              <a:prstGeom prst="rect">
                <a:avLst/>
              </a:prstGeom>
              <a:blipFill>
                <a:blip r:embed="rId5"/>
                <a:stretch>
                  <a:fillRect t="-1961" b="-21569"/>
                </a:stretch>
              </a:blipFill>
            </p:spPr>
            <p:txBody>
              <a:bodyPr/>
              <a:lstStyle/>
              <a:p>
                <a:r>
                  <a:rPr lang="en-GB">
                    <a:noFill/>
                  </a:rPr>
                  <a:t> </a:t>
                </a:r>
              </a:p>
            </p:txBody>
          </p:sp>
        </mc:Fallback>
      </mc:AlternateContent>
      <p:sp>
        <p:nvSpPr>
          <p:cNvPr id="15" name="Slide Number Placeholder 14">
            <a:extLst>
              <a:ext uri="{FF2B5EF4-FFF2-40B4-BE49-F238E27FC236}">
                <a16:creationId xmlns:a16="http://schemas.microsoft.com/office/drawing/2014/main" id="{29A963FE-4D99-3E3F-5EF8-E5AC959FB5A9}"/>
              </a:ext>
            </a:extLst>
          </p:cNvPr>
          <p:cNvSpPr>
            <a:spLocks noGrp="1"/>
          </p:cNvSpPr>
          <p:nvPr>
            <p:ph type="sldNum" sz="quarter" idx="12"/>
          </p:nvPr>
        </p:nvSpPr>
        <p:spPr/>
        <p:txBody>
          <a:bodyPr/>
          <a:lstStyle/>
          <a:p>
            <a:fld id="{DFE403A4-BF53-4A18-A219-2FCD9C5F3F46}" type="slidenum">
              <a:rPr lang="en-GB" smtClean="0"/>
              <a:t>80</a:t>
            </a:fld>
            <a:endParaRPr lang="en-GB"/>
          </a:p>
        </p:txBody>
      </p:sp>
    </p:spTree>
    <p:extLst>
      <p:ext uri="{BB962C8B-B14F-4D97-AF65-F5344CB8AC3E}">
        <p14:creationId xmlns:p14="http://schemas.microsoft.com/office/powerpoint/2010/main" val="221624898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A657E6EB-954B-37B4-76EF-2122D46E848E}"/>
              </a:ext>
            </a:extLst>
          </p:cNvPr>
          <p:cNvGraphicFramePr>
            <a:graphicFrameLocks noGrp="1"/>
          </p:cNvGraphicFramePr>
          <p:nvPr/>
        </p:nvGraphicFramePr>
        <p:xfrm>
          <a:off x="75609" y="4396740"/>
          <a:ext cx="6728805" cy="5295900"/>
        </p:xfrm>
        <a:graphic>
          <a:graphicData uri="http://schemas.openxmlformats.org/drawingml/2006/table">
            <a:tbl>
              <a:tblPr>
                <a:tableStyleId>{5C22544A-7EE6-4342-B048-85BDC9FD1C3A}</a:tableStyleId>
              </a:tblPr>
              <a:tblGrid>
                <a:gridCol w="2242935">
                  <a:extLst>
                    <a:ext uri="{9D8B030D-6E8A-4147-A177-3AD203B41FA5}">
                      <a16:colId xmlns:a16="http://schemas.microsoft.com/office/drawing/2014/main" val="2276465341"/>
                    </a:ext>
                  </a:extLst>
                </a:gridCol>
                <a:gridCol w="2242935">
                  <a:extLst>
                    <a:ext uri="{9D8B030D-6E8A-4147-A177-3AD203B41FA5}">
                      <a16:colId xmlns:a16="http://schemas.microsoft.com/office/drawing/2014/main" val="1611199635"/>
                    </a:ext>
                  </a:extLst>
                </a:gridCol>
                <a:gridCol w="2242935">
                  <a:extLst>
                    <a:ext uri="{9D8B030D-6E8A-4147-A177-3AD203B41FA5}">
                      <a16:colId xmlns:a16="http://schemas.microsoft.com/office/drawing/2014/main" val="232246237"/>
                    </a:ext>
                  </a:extLst>
                </a:gridCol>
              </a:tblGrid>
              <a:tr h="1765300">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51001232"/>
                  </a:ext>
                </a:extLst>
              </a:tr>
              <a:tr h="1765300">
                <a:tc>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3788269"/>
                  </a:ext>
                </a:extLst>
              </a:tr>
              <a:tr h="1765300">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95764158"/>
                  </a:ext>
                </a:extLst>
              </a:tr>
            </a:tbl>
          </a:graphicData>
        </a:graphic>
      </p:graphicFrame>
      <p:sp>
        <p:nvSpPr>
          <p:cNvPr id="60" name="TextBox 59">
            <a:extLst>
              <a:ext uri="{FF2B5EF4-FFF2-40B4-BE49-F238E27FC236}">
                <a16:creationId xmlns:a16="http://schemas.microsoft.com/office/drawing/2014/main" id="{7B6957D8-4884-BC45-A5B0-7A45F0A34D3C}"/>
              </a:ext>
            </a:extLst>
          </p:cNvPr>
          <p:cNvSpPr txBox="1"/>
          <p:nvPr/>
        </p:nvSpPr>
        <p:spPr>
          <a:xfrm>
            <a:off x="42957" y="27126"/>
            <a:ext cx="2013693" cy="307777"/>
          </a:xfrm>
          <a:prstGeom prst="rect">
            <a:avLst/>
          </a:prstGeom>
          <a:solidFill>
            <a:schemeClr val="accent1">
              <a:lumMod val="75000"/>
            </a:schemeClr>
          </a:solidFill>
        </p:spPr>
        <p:txBody>
          <a:bodyPr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prstClr val="white"/>
                </a:solidFill>
                <a:effectLst/>
                <a:uLnTx/>
                <a:uFillTx/>
                <a:latin typeface="Calibri" panose="020F0502020204030204"/>
                <a:ea typeface="+mn-ea"/>
                <a:cs typeface="+mn-cs"/>
              </a:rPr>
              <a:t>Multiplying and Dividing</a:t>
            </a:r>
          </a:p>
        </p:txBody>
      </p:sp>
      <mc:AlternateContent xmlns:mc="http://schemas.openxmlformats.org/markup-compatibility/2006" xmlns:a14="http://schemas.microsoft.com/office/drawing/2010/main">
        <mc:Choice Requires="a14">
          <p:sp>
            <p:nvSpPr>
              <p:cNvPr id="90" name="Rectangle 89"/>
              <p:cNvSpPr/>
              <p:nvPr/>
            </p:nvSpPr>
            <p:spPr>
              <a:xfrm>
                <a:off x="1422603" y="592915"/>
                <a:ext cx="3429000" cy="276999"/>
              </a:xfrm>
              <a:prstGeom prst="rect">
                <a:avLst/>
              </a:prstGeom>
            </p:spPr>
            <p:txBody>
              <a:bodyPr>
                <a:spAutoFit/>
              </a:bodyPr>
              <a:lstStyle/>
              <a:p>
                <a:r>
                  <a:rPr lang="en-US" sz="1200" dirty="0">
                    <a:solidFill>
                      <a:schemeClr val="bg1"/>
                    </a:solidFill>
                  </a:rPr>
                  <a:t>Calculate </a:t>
                </a:r>
                <a14:m>
                  <m:oMath xmlns:m="http://schemas.openxmlformats.org/officeDocument/2006/math">
                    <m:d>
                      <m:dPr>
                        <m:ctrlPr>
                          <a:rPr lang="en-US" sz="1200" i="1">
                            <a:solidFill>
                              <a:schemeClr val="bg1"/>
                            </a:solidFill>
                            <a:latin typeface="Cambria Math" panose="02040503050406030204" pitchFamily="18" charset="0"/>
                          </a:rPr>
                        </m:ctrlPr>
                      </m:dPr>
                      <m:e>
                        <m:r>
                          <a:rPr lang="en-US" sz="1200" i="1">
                            <a:solidFill>
                              <a:schemeClr val="bg1"/>
                            </a:solidFill>
                            <a:latin typeface="Cambria Math" panose="02040503050406030204" pitchFamily="18" charset="0"/>
                          </a:rPr>
                          <m:t>2.4×</m:t>
                        </m:r>
                        <m:sSup>
                          <m:sSupPr>
                            <m:ctrlPr>
                              <a:rPr lang="en-US" sz="1200" i="1">
                                <a:solidFill>
                                  <a:schemeClr val="bg1"/>
                                </a:solidFill>
                                <a:latin typeface="Cambria Math" panose="02040503050406030204" pitchFamily="18" charset="0"/>
                              </a:rPr>
                            </m:ctrlPr>
                          </m:sSupPr>
                          <m:e>
                            <m:r>
                              <a:rPr lang="en-US" sz="1200" i="1">
                                <a:solidFill>
                                  <a:schemeClr val="bg1"/>
                                </a:solidFill>
                                <a:latin typeface="Cambria Math" panose="02040503050406030204" pitchFamily="18" charset="0"/>
                              </a:rPr>
                              <m:t>10</m:t>
                            </m:r>
                          </m:e>
                          <m:sup>
                            <m:r>
                              <a:rPr lang="en-US" sz="1200" i="1">
                                <a:solidFill>
                                  <a:schemeClr val="bg1"/>
                                </a:solidFill>
                                <a:latin typeface="Cambria Math" panose="02040503050406030204" pitchFamily="18" charset="0"/>
                              </a:rPr>
                              <m:t>4</m:t>
                            </m:r>
                          </m:sup>
                        </m:sSup>
                      </m:e>
                    </m:d>
                    <m:r>
                      <a:rPr lang="en-US" sz="1200" i="1">
                        <a:solidFill>
                          <a:schemeClr val="bg1"/>
                        </a:solidFill>
                        <a:latin typeface="Cambria Math" panose="02040503050406030204" pitchFamily="18" charset="0"/>
                      </a:rPr>
                      <m:t>+(1.6×</m:t>
                    </m:r>
                    <m:sSup>
                      <m:sSupPr>
                        <m:ctrlPr>
                          <a:rPr lang="en-US" sz="1200" i="1">
                            <a:solidFill>
                              <a:schemeClr val="bg1"/>
                            </a:solidFill>
                            <a:latin typeface="Cambria Math" panose="02040503050406030204" pitchFamily="18" charset="0"/>
                          </a:rPr>
                        </m:ctrlPr>
                      </m:sSupPr>
                      <m:e>
                        <m:r>
                          <a:rPr lang="en-US" sz="1200" i="1">
                            <a:solidFill>
                              <a:schemeClr val="bg1"/>
                            </a:solidFill>
                            <a:latin typeface="Cambria Math" panose="02040503050406030204" pitchFamily="18" charset="0"/>
                          </a:rPr>
                          <m:t>10</m:t>
                        </m:r>
                      </m:e>
                      <m:sup>
                        <m:r>
                          <a:rPr lang="en-US" sz="1200" i="1">
                            <a:solidFill>
                              <a:schemeClr val="bg1"/>
                            </a:solidFill>
                            <a:latin typeface="Cambria Math" panose="02040503050406030204" pitchFamily="18" charset="0"/>
                          </a:rPr>
                          <m:t>2</m:t>
                        </m:r>
                      </m:sup>
                    </m:sSup>
                    <m:r>
                      <a:rPr lang="en-US" sz="1200" i="1">
                        <a:solidFill>
                          <a:schemeClr val="bg1"/>
                        </a:solidFill>
                        <a:latin typeface="Cambria Math" panose="02040503050406030204" pitchFamily="18" charset="0"/>
                      </a:rPr>
                      <m:t>)</m:t>
                    </m:r>
                  </m:oMath>
                </a14:m>
                <a:endParaRPr lang="en-GB" sz="1200" dirty="0">
                  <a:solidFill>
                    <a:schemeClr val="bg1"/>
                  </a:solidFill>
                </a:endParaRPr>
              </a:p>
            </p:txBody>
          </p:sp>
        </mc:Choice>
        <mc:Fallback xmlns="">
          <p:sp>
            <p:nvSpPr>
              <p:cNvPr id="90" name="Rectangle 89"/>
              <p:cNvSpPr>
                <a:spLocks noRot="1" noChangeAspect="1" noMove="1" noResize="1" noEditPoints="1" noAdjustHandles="1" noChangeArrowheads="1" noChangeShapeType="1" noTextEdit="1"/>
              </p:cNvSpPr>
              <p:nvPr/>
            </p:nvSpPr>
            <p:spPr>
              <a:xfrm>
                <a:off x="1422603" y="592915"/>
                <a:ext cx="3429000" cy="276999"/>
              </a:xfrm>
              <a:prstGeom prst="rect">
                <a:avLst/>
              </a:prstGeom>
              <a:blipFill>
                <a:blip r:embed="rId2"/>
                <a:stretch>
                  <a:fillRect b="-17391"/>
                </a:stretch>
              </a:blipFill>
            </p:spPr>
            <p:txBody>
              <a:bodyPr/>
              <a:lstStyle/>
              <a:p>
                <a:r>
                  <a:rPr lang="en-GB">
                    <a:noFill/>
                  </a:rPr>
                  <a:t> </a:t>
                </a:r>
              </a:p>
            </p:txBody>
          </p:sp>
        </mc:Fallback>
      </mc:AlternateContent>
      <p:sp>
        <p:nvSpPr>
          <p:cNvPr id="93" name="TextBox 92">
            <a:extLst>
              <a:ext uri="{FF2B5EF4-FFF2-40B4-BE49-F238E27FC236}">
                <a16:creationId xmlns:a16="http://schemas.microsoft.com/office/drawing/2014/main" id="{88BE26D3-BD12-8F4B-9608-3EB6530361A1}"/>
              </a:ext>
            </a:extLst>
          </p:cNvPr>
          <p:cNvSpPr txBox="1"/>
          <p:nvPr/>
        </p:nvSpPr>
        <p:spPr>
          <a:xfrm>
            <a:off x="1489002" y="374316"/>
            <a:ext cx="1387409" cy="276999"/>
          </a:xfrm>
          <a:prstGeom prst="rect">
            <a:avLst/>
          </a:prstGeom>
          <a:noFill/>
          <a:ln>
            <a:noFill/>
          </a:ln>
        </p:spPr>
        <p:txBody>
          <a:bodyPr wrap="square" rtlCol="0">
            <a:spAutoFit/>
          </a:bodyPr>
          <a:lstStyle/>
          <a:p>
            <a:r>
              <a:rPr lang="en-GB" sz="1200" b="1" i="1" dirty="0">
                <a:solidFill>
                  <a:srgbClr val="FF0000"/>
                </a:solidFill>
              </a:rPr>
              <a:t>Example 10 - I do…</a:t>
            </a:r>
          </a:p>
        </p:txBody>
      </p:sp>
      <p:sp>
        <p:nvSpPr>
          <p:cNvPr id="94" name="TextBox 93">
            <a:extLst>
              <a:ext uri="{FF2B5EF4-FFF2-40B4-BE49-F238E27FC236}">
                <a16:creationId xmlns:a16="http://schemas.microsoft.com/office/drawing/2014/main" id="{12910BCB-308B-9841-AF03-2F9D2E6E678C}"/>
              </a:ext>
            </a:extLst>
          </p:cNvPr>
          <p:cNvSpPr txBox="1"/>
          <p:nvPr/>
        </p:nvSpPr>
        <p:spPr>
          <a:xfrm>
            <a:off x="3254524" y="375428"/>
            <a:ext cx="1597079" cy="276999"/>
          </a:xfrm>
          <a:prstGeom prst="rect">
            <a:avLst/>
          </a:prstGeom>
          <a:noFill/>
          <a:ln>
            <a:noFill/>
          </a:ln>
        </p:spPr>
        <p:txBody>
          <a:bodyPr wrap="square" rtlCol="0">
            <a:spAutoFit/>
          </a:bodyPr>
          <a:lstStyle/>
          <a:p>
            <a:r>
              <a:rPr lang="en-GB" sz="1200" b="1" i="1" dirty="0">
                <a:solidFill>
                  <a:schemeClr val="accent2"/>
                </a:solidFill>
              </a:rPr>
              <a:t>Example 11 – We do…</a:t>
            </a:r>
          </a:p>
        </p:txBody>
      </p:sp>
      <p:sp>
        <p:nvSpPr>
          <p:cNvPr id="95" name="TextBox 94">
            <a:extLst>
              <a:ext uri="{FF2B5EF4-FFF2-40B4-BE49-F238E27FC236}">
                <a16:creationId xmlns:a16="http://schemas.microsoft.com/office/drawing/2014/main" id="{12910BCB-308B-9841-AF03-2F9D2E6E678C}"/>
              </a:ext>
            </a:extLst>
          </p:cNvPr>
          <p:cNvSpPr txBox="1"/>
          <p:nvPr/>
        </p:nvSpPr>
        <p:spPr>
          <a:xfrm>
            <a:off x="5109559" y="374316"/>
            <a:ext cx="1621486" cy="274468"/>
          </a:xfrm>
          <a:prstGeom prst="rect">
            <a:avLst/>
          </a:prstGeom>
          <a:noFill/>
          <a:ln>
            <a:noFill/>
          </a:ln>
        </p:spPr>
        <p:txBody>
          <a:bodyPr wrap="square" rtlCol="0">
            <a:spAutoFit/>
          </a:bodyPr>
          <a:lstStyle/>
          <a:p>
            <a:r>
              <a:rPr lang="en-GB" sz="1200" b="1" i="1" dirty="0">
                <a:solidFill>
                  <a:srgbClr val="00B050"/>
                </a:solidFill>
              </a:rPr>
              <a:t>Example 12 – You do…</a:t>
            </a:r>
          </a:p>
        </p:txBody>
      </p:sp>
      <p:sp>
        <p:nvSpPr>
          <p:cNvPr id="100" name="TextBox 99">
            <a:extLst>
              <a:ext uri="{FF2B5EF4-FFF2-40B4-BE49-F238E27FC236}">
                <a16:creationId xmlns:a16="http://schemas.microsoft.com/office/drawing/2014/main" id="{CE9FBB5A-1D0D-CA46-A58D-FF02AAE81564}"/>
              </a:ext>
            </a:extLst>
          </p:cNvPr>
          <p:cNvSpPr txBox="1"/>
          <p:nvPr/>
        </p:nvSpPr>
        <p:spPr>
          <a:xfrm>
            <a:off x="1248720" y="4005906"/>
            <a:ext cx="4061112" cy="276999"/>
          </a:xfrm>
          <a:prstGeom prst="rect">
            <a:avLst/>
          </a:prstGeom>
          <a:noFill/>
        </p:spPr>
        <p:txBody>
          <a:bodyPr wrap="none" lIns="91440" tIns="45720" rIns="91440" bIns="45720" rtlCol="0" anchor="t">
            <a:spAutoFit/>
          </a:bodyPr>
          <a:lstStyle/>
          <a:p>
            <a:r>
              <a:rPr lang="en-GB" sz="1200" dirty="0"/>
              <a:t>9. Calculate the following, give your answers in standard form.</a:t>
            </a:r>
          </a:p>
        </p:txBody>
      </p:sp>
      <mc:AlternateContent xmlns:mc="http://schemas.openxmlformats.org/markup-compatibility/2006" xmlns:a14="http://schemas.microsoft.com/office/drawing/2010/main">
        <mc:Choice Requires="a14">
          <p:graphicFrame>
            <p:nvGraphicFramePr>
              <p:cNvPr id="8" name="Table 7"/>
              <p:cNvGraphicFramePr>
                <a:graphicFrameLocks noGrp="1"/>
              </p:cNvGraphicFramePr>
              <p:nvPr/>
            </p:nvGraphicFramePr>
            <p:xfrm>
              <a:off x="102680" y="680417"/>
              <a:ext cx="6701735" cy="3226738"/>
            </p:xfrm>
            <a:graphic>
              <a:graphicData uri="http://schemas.openxmlformats.org/drawingml/2006/table">
                <a:tbl>
                  <a:tblPr firstRow="1" bandRow="1">
                    <a:tableStyleId>{5C22544A-7EE6-4342-B048-85BDC9FD1C3A}</a:tableStyleId>
                  </a:tblPr>
                  <a:tblGrid>
                    <a:gridCol w="1156277">
                      <a:extLst>
                        <a:ext uri="{9D8B030D-6E8A-4147-A177-3AD203B41FA5}">
                          <a16:colId xmlns:a16="http://schemas.microsoft.com/office/drawing/2014/main" val="2581865204"/>
                        </a:ext>
                      </a:extLst>
                    </a:gridCol>
                    <a:gridCol w="1848486">
                      <a:extLst>
                        <a:ext uri="{9D8B030D-6E8A-4147-A177-3AD203B41FA5}">
                          <a16:colId xmlns:a16="http://schemas.microsoft.com/office/drawing/2014/main" val="752551682"/>
                        </a:ext>
                      </a:extLst>
                    </a:gridCol>
                    <a:gridCol w="1848486">
                      <a:extLst>
                        <a:ext uri="{9D8B030D-6E8A-4147-A177-3AD203B41FA5}">
                          <a16:colId xmlns:a16="http://schemas.microsoft.com/office/drawing/2014/main" val="2867986263"/>
                        </a:ext>
                      </a:extLst>
                    </a:gridCol>
                    <a:gridCol w="1848486">
                      <a:extLst>
                        <a:ext uri="{9D8B030D-6E8A-4147-A177-3AD203B41FA5}">
                          <a16:colId xmlns:a16="http://schemas.microsoft.com/office/drawing/2014/main" val="4164757680"/>
                        </a:ext>
                      </a:extLst>
                    </a:gridCol>
                  </a:tblGrid>
                  <a:tr h="309547">
                    <a:tc>
                      <a:txBody>
                        <a:bodyPr/>
                        <a:lstStyle/>
                        <a:p>
                          <a:pPr algn="ctr"/>
                          <a:r>
                            <a:rPr lang="en-US" sz="1200" b="1" dirty="0">
                              <a:solidFill>
                                <a:schemeClr val="tx1"/>
                              </a:solidFill>
                            </a:rPr>
                            <a:t>Steps</a:t>
                          </a:r>
                          <a:endParaRPr lang="en-GB" sz="12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100" b="1" dirty="0">
                              <a:solidFill>
                                <a:schemeClr val="tx1"/>
                              </a:solidFill>
                            </a:rPr>
                            <a:t> Calculate the following, leave your answer in standard form.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GB"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GB"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11226856"/>
                      </a:ext>
                    </a:extLst>
                  </a:tr>
                  <a:tr h="905511">
                    <a:tc>
                      <a:txBody>
                        <a:bodyPr/>
                        <a:lstStyle/>
                        <a:p>
                          <a:r>
                            <a:rPr lang="en-GB" sz="1200" dirty="0">
                              <a:solidFill>
                                <a:schemeClr val="tx1"/>
                              </a:solidFill>
                            </a:rPr>
                            <a:t>1) Use the associative law to regroup the calculation.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a14:m>
                            <m:oMathPara xmlns:m="http://schemas.openxmlformats.org/officeDocument/2006/math">
                              <m:oMathParaPr>
                                <m:jc m:val="centerGroup"/>
                              </m:oMathParaPr>
                              <m:oMath xmlns:m="http://schemas.openxmlformats.org/officeDocument/2006/math">
                                <m:d>
                                  <m:dPr>
                                    <m:ctrlPr>
                                      <a:rPr lang="en-US" sz="1200" b="0" i="1" baseline="0" smtClean="0">
                                        <a:solidFill>
                                          <a:schemeClr val="tx1"/>
                                        </a:solidFill>
                                        <a:latin typeface="Cambria Math" panose="02040503050406030204" pitchFamily="18" charset="0"/>
                                      </a:rPr>
                                    </m:ctrlPr>
                                  </m:dPr>
                                  <m:e>
                                    <m:r>
                                      <a:rPr lang="en-US" sz="1200" b="0" i="1" baseline="0" smtClean="0">
                                        <a:solidFill>
                                          <a:schemeClr val="tx1"/>
                                        </a:solidFill>
                                        <a:latin typeface="Cambria Math" panose="02040503050406030204" pitchFamily="18" charset="0"/>
                                      </a:rPr>
                                      <m:t>2</m:t>
                                    </m:r>
                                    <m:r>
                                      <a:rPr lang="en-US" sz="1200" b="0" i="1" baseline="0" smtClean="0">
                                        <a:solidFill>
                                          <a:schemeClr val="tx1"/>
                                        </a:solidFill>
                                        <a:latin typeface="Cambria Math" panose="02040503050406030204" pitchFamily="18" charset="0"/>
                                        <a:ea typeface="Cambria Math" panose="02040503050406030204" pitchFamily="18" charset="0"/>
                                      </a:rPr>
                                      <m:t>×</m:t>
                                    </m:r>
                                    <m:sSup>
                                      <m:sSupPr>
                                        <m:ctrlPr>
                                          <a:rPr lang="en-US" sz="1200" b="0" i="1" baseline="0" smtClean="0">
                                            <a:solidFill>
                                              <a:schemeClr val="tx1"/>
                                            </a:solidFill>
                                            <a:latin typeface="Cambria Math" panose="02040503050406030204" pitchFamily="18" charset="0"/>
                                            <a:ea typeface="Cambria Math" panose="02040503050406030204" pitchFamily="18" charset="0"/>
                                          </a:rPr>
                                        </m:ctrlPr>
                                      </m:sSupPr>
                                      <m:e>
                                        <m:r>
                                          <a:rPr lang="en-US" sz="1200" b="0" i="1" baseline="0" smtClean="0">
                                            <a:solidFill>
                                              <a:schemeClr val="tx1"/>
                                            </a:solidFill>
                                            <a:latin typeface="Cambria Math" panose="02040503050406030204" pitchFamily="18" charset="0"/>
                                            <a:ea typeface="Cambria Math" panose="02040503050406030204" pitchFamily="18" charset="0"/>
                                          </a:rPr>
                                          <m:t>10</m:t>
                                        </m:r>
                                      </m:e>
                                      <m:sup>
                                        <m:r>
                                          <a:rPr lang="en-US" sz="1200" b="0" i="1" baseline="0" smtClean="0">
                                            <a:solidFill>
                                              <a:schemeClr val="tx1"/>
                                            </a:solidFill>
                                            <a:latin typeface="Cambria Math" panose="02040503050406030204" pitchFamily="18" charset="0"/>
                                            <a:ea typeface="Cambria Math" panose="02040503050406030204" pitchFamily="18" charset="0"/>
                                          </a:rPr>
                                          <m:t>2</m:t>
                                        </m:r>
                                      </m:sup>
                                    </m:sSup>
                                  </m:e>
                                </m:d>
                                <m:r>
                                  <a:rPr lang="en-US" sz="1200" b="0" i="1" baseline="0" smtClean="0">
                                    <a:solidFill>
                                      <a:schemeClr val="tx1"/>
                                    </a:solidFill>
                                    <a:latin typeface="Cambria Math" panose="02040503050406030204" pitchFamily="18" charset="0"/>
                                    <a:ea typeface="Cambria Math" panose="02040503050406030204" pitchFamily="18" charset="0"/>
                                  </a:rPr>
                                  <m:t>×</m:t>
                                </m:r>
                                <m:d>
                                  <m:dPr>
                                    <m:ctrlPr>
                                      <a:rPr lang="en-US" sz="1200" b="0" i="1" baseline="0" smtClean="0">
                                        <a:solidFill>
                                          <a:schemeClr val="tx1"/>
                                        </a:solidFill>
                                        <a:latin typeface="Cambria Math" panose="02040503050406030204" pitchFamily="18" charset="0"/>
                                        <a:ea typeface="Cambria Math" panose="02040503050406030204" pitchFamily="18" charset="0"/>
                                      </a:rPr>
                                    </m:ctrlPr>
                                  </m:dPr>
                                  <m:e>
                                    <m:r>
                                      <a:rPr lang="en-US" sz="1200" b="0" i="1" baseline="0" smtClean="0">
                                        <a:solidFill>
                                          <a:schemeClr val="tx1"/>
                                        </a:solidFill>
                                        <a:latin typeface="Cambria Math" panose="02040503050406030204" pitchFamily="18" charset="0"/>
                                        <a:ea typeface="Cambria Math" panose="02040503050406030204" pitchFamily="18" charset="0"/>
                                      </a:rPr>
                                      <m:t>3×</m:t>
                                    </m:r>
                                    <m:sSup>
                                      <m:sSupPr>
                                        <m:ctrlPr>
                                          <a:rPr lang="en-US" sz="1200" b="0" i="1" baseline="0" smtClean="0">
                                            <a:solidFill>
                                              <a:schemeClr val="tx1"/>
                                            </a:solidFill>
                                            <a:latin typeface="Cambria Math" panose="02040503050406030204" pitchFamily="18" charset="0"/>
                                            <a:ea typeface="Cambria Math" panose="02040503050406030204" pitchFamily="18" charset="0"/>
                                          </a:rPr>
                                        </m:ctrlPr>
                                      </m:sSupPr>
                                      <m:e>
                                        <m:r>
                                          <a:rPr lang="en-US" sz="1200" b="0" i="1" baseline="0" smtClean="0">
                                            <a:solidFill>
                                              <a:schemeClr val="tx1"/>
                                            </a:solidFill>
                                            <a:latin typeface="Cambria Math" panose="02040503050406030204" pitchFamily="18" charset="0"/>
                                            <a:ea typeface="Cambria Math" panose="02040503050406030204" pitchFamily="18" charset="0"/>
                                          </a:rPr>
                                          <m:t>10</m:t>
                                        </m:r>
                                      </m:e>
                                      <m:sup>
                                        <m:r>
                                          <a:rPr lang="en-US" sz="1200" b="0" i="1" baseline="0" smtClean="0">
                                            <a:solidFill>
                                              <a:schemeClr val="tx1"/>
                                            </a:solidFill>
                                            <a:latin typeface="Cambria Math" panose="02040503050406030204" pitchFamily="18" charset="0"/>
                                            <a:ea typeface="Cambria Math" panose="02040503050406030204" pitchFamily="18" charset="0"/>
                                          </a:rPr>
                                          <m:t>4</m:t>
                                        </m:r>
                                      </m:sup>
                                    </m:sSup>
                                  </m:e>
                                </m:d>
                              </m:oMath>
                            </m:oMathPara>
                          </a14:m>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a14:m>
                            <m:oMathPara xmlns:m="http://schemas.openxmlformats.org/officeDocument/2006/math">
                              <m:oMathParaPr>
                                <m:jc m:val="centerGroup"/>
                              </m:oMathParaPr>
                              <m:oMath xmlns:m="http://schemas.openxmlformats.org/officeDocument/2006/math">
                                <m:d>
                                  <m:dPr>
                                    <m:ctrlPr>
                                      <a:rPr lang="en-US" sz="1200" b="0" i="1" baseline="0" smtClean="0">
                                        <a:solidFill>
                                          <a:schemeClr val="tx1"/>
                                        </a:solidFill>
                                        <a:latin typeface="Cambria Math" panose="02040503050406030204" pitchFamily="18" charset="0"/>
                                      </a:rPr>
                                    </m:ctrlPr>
                                  </m:dPr>
                                  <m:e>
                                    <m:r>
                                      <a:rPr lang="en-GB" sz="1200" b="0" i="1" baseline="0" smtClean="0">
                                        <a:solidFill>
                                          <a:schemeClr val="tx1"/>
                                        </a:solidFill>
                                        <a:latin typeface="Cambria Math" panose="02040503050406030204" pitchFamily="18" charset="0"/>
                                      </a:rPr>
                                      <m:t>2.5</m:t>
                                    </m:r>
                                    <m:r>
                                      <a:rPr lang="en-US" sz="1200" b="0" i="1" baseline="0" smtClean="0">
                                        <a:solidFill>
                                          <a:schemeClr val="tx1"/>
                                        </a:solidFill>
                                        <a:latin typeface="Cambria Math" panose="02040503050406030204" pitchFamily="18" charset="0"/>
                                        <a:ea typeface="Cambria Math" panose="02040503050406030204" pitchFamily="18" charset="0"/>
                                      </a:rPr>
                                      <m:t>×</m:t>
                                    </m:r>
                                    <m:sSup>
                                      <m:sSupPr>
                                        <m:ctrlPr>
                                          <a:rPr lang="en-US" sz="1200" b="0" i="1" baseline="0" smtClean="0">
                                            <a:solidFill>
                                              <a:schemeClr val="tx1"/>
                                            </a:solidFill>
                                            <a:latin typeface="Cambria Math" panose="02040503050406030204" pitchFamily="18" charset="0"/>
                                            <a:ea typeface="Cambria Math" panose="02040503050406030204" pitchFamily="18" charset="0"/>
                                          </a:rPr>
                                        </m:ctrlPr>
                                      </m:sSupPr>
                                      <m:e>
                                        <m:r>
                                          <a:rPr lang="en-US" sz="1200" b="0" i="1" baseline="0" smtClean="0">
                                            <a:solidFill>
                                              <a:schemeClr val="tx1"/>
                                            </a:solidFill>
                                            <a:latin typeface="Cambria Math" panose="02040503050406030204" pitchFamily="18" charset="0"/>
                                            <a:ea typeface="Cambria Math" panose="02040503050406030204" pitchFamily="18" charset="0"/>
                                          </a:rPr>
                                          <m:t>10</m:t>
                                        </m:r>
                                      </m:e>
                                      <m:sup>
                                        <m:r>
                                          <a:rPr lang="en-US" sz="1200" b="0" i="1" baseline="0" smtClean="0">
                                            <a:solidFill>
                                              <a:schemeClr val="tx1"/>
                                            </a:solidFill>
                                            <a:latin typeface="Cambria Math" panose="02040503050406030204" pitchFamily="18" charset="0"/>
                                            <a:ea typeface="Cambria Math" panose="02040503050406030204" pitchFamily="18" charset="0"/>
                                          </a:rPr>
                                          <m:t>2</m:t>
                                        </m:r>
                                      </m:sup>
                                    </m:sSup>
                                  </m:e>
                                </m:d>
                                <m:r>
                                  <a:rPr lang="en-US" sz="1200" b="0" i="1" baseline="0" smtClean="0">
                                    <a:solidFill>
                                      <a:schemeClr val="tx1"/>
                                    </a:solidFill>
                                    <a:latin typeface="Cambria Math" panose="02040503050406030204" pitchFamily="18" charset="0"/>
                                    <a:ea typeface="Cambria Math" panose="02040503050406030204" pitchFamily="18" charset="0"/>
                                  </a:rPr>
                                  <m:t>×</m:t>
                                </m:r>
                                <m:d>
                                  <m:dPr>
                                    <m:ctrlPr>
                                      <a:rPr lang="en-US" sz="1200" b="0" i="1" baseline="0" smtClean="0">
                                        <a:solidFill>
                                          <a:schemeClr val="tx1"/>
                                        </a:solidFill>
                                        <a:latin typeface="Cambria Math" panose="02040503050406030204" pitchFamily="18" charset="0"/>
                                        <a:ea typeface="Cambria Math" panose="02040503050406030204" pitchFamily="18" charset="0"/>
                                      </a:rPr>
                                    </m:ctrlPr>
                                  </m:dPr>
                                  <m:e>
                                    <m:r>
                                      <a:rPr lang="en-GB" sz="1200" b="0" i="1" baseline="0" smtClean="0">
                                        <a:solidFill>
                                          <a:schemeClr val="tx1"/>
                                        </a:solidFill>
                                        <a:latin typeface="Cambria Math" panose="02040503050406030204" pitchFamily="18" charset="0"/>
                                        <a:ea typeface="Cambria Math" panose="02040503050406030204" pitchFamily="18" charset="0"/>
                                      </a:rPr>
                                      <m:t>2</m:t>
                                    </m:r>
                                    <m:r>
                                      <a:rPr lang="en-US" sz="1200" b="0" i="1" baseline="0" smtClean="0">
                                        <a:solidFill>
                                          <a:schemeClr val="tx1"/>
                                        </a:solidFill>
                                        <a:latin typeface="Cambria Math" panose="02040503050406030204" pitchFamily="18" charset="0"/>
                                        <a:ea typeface="Cambria Math" panose="02040503050406030204" pitchFamily="18" charset="0"/>
                                      </a:rPr>
                                      <m:t>×</m:t>
                                    </m:r>
                                    <m:sSup>
                                      <m:sSupPr>
                                        <m:ctrlPr>
                                          <a:rPr lang="en-US" sz="1200" b="0" i="1" baseline="0" smtClean="0">
                                            <a:solidFill>
                                              <a:schemeClr val="tx1"/>
                                            </a:solidFill>
                                            <a:latin typeface="Cambria Math" panose="02040503050406030204" pitchFamily="18" charset="0"/>
                                            <a:ea typeface="Cambria Math" panose="02040503050406030204" pitchFamily="18" charset="0"/>
                                          </a:rPr>
                                        </m:ctrlPr>
                                      </m:sSupPr>
                                      <m:e>
                                        <m:r>
                                          <a:rPr lang="en-US" sz="1200" b="0" i="1" baseline="0" smtClean="0">
                                            <a:solidFill>
                                              <a:schemeClr val="tx1"/>
                                            </a:solidFill>
                                            <a:latin typeface="Cambria Math" panose="02040503050406030204" pitchFamily="18" charset="0"/>
                                            <a:ea typeface="Cambria Math" panose="02040503050406030204" pitchFamily="18" charset="0"/>
                                          </a:rPr>
                                          <m:t>10</m:t>
                                        </m:r>
                                      </m:e>
                                      <m:sup>
                                        <m:r>
                                          <a:rPr lang="en-US" sz="1200" b="0" i="1" baseline="0" smtClean="0">
                                            <a:solidFill>
                                              <a:schemeClr val="tx1"/>
                                            </a:solidFill>
                                            <a:latin typeface="Cambria Math" panose="02040503050406030204" pitchFamily="18" charset="0"/>
                                            <a:ea typeface="Cambria Math" panose="02040503050406030204" pitchFamily="18" charset="0"/>
                                          </a:rPr>
                                          <m:t>4</m:t>
                                        </m:r>
                                      </m:sup>
                                    </m:sSup>
                                  </m:e>
                                </m:d>
                              </m:oMath>
                            </m:oMathPara>
                          </a14:m>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a14:m>
                            <m:oMathPara xmlns:m="http://schemas.openxmlformats.org/officeDocument/2006/math">
                              <m:oMathParaPr>
                                <m:jc m:val="centerGroup"/>
                              </m:oMathParaPr>
                              <m:oMath xmlns:m="http://schemas.openxmlformats.org/officeDocument/2006/math">
                                <m:d>
                                  <m:dPr>
                                    <m:ctrlPr>
                                      <a:rPr lang="en-US" sz="1200" b="0" i="1" baseline="0" smtClean="0">
                                        <a:solidFill>
                                          <a:schemeClr val="tx1"/>
                                        </a:solidFill>
                                        <a:latin typeface="Cambria Math" panose="02040503050406030204" pitchFamily="18" charset="0"/>
                                      </a:rPr>
                                    </m:ctrlPr>
                                  </m:dPr>
                                  <m:e>
                                    <m:r>
                                      <a:rPr lang="en-US" sz="1200" b="0" i="1" baseline="0" smtClean="0">
                                        <a:solidFill>
                                          <a:schemeClr val="tx1"/>
                                        </a:solidFill>
                                        <a:latin typeface="Cambria Math" panose="02040503050406030204" pitchFamily="18" charset="0"/>
                                      </a:rPr>
                                      <m:t>2</m:t>
                                    </m:r>
                                    <m:r>
                                      <a:rPr lang="en-US" sz="1200" b="0" i="1" baseline="0" smtClean="0">
                                        <a:solidFill>
                                          <a:schemeClr val="tx1"/>
                                        </a:solidFill>
                                        <a:latin typeface="Cambria Math" panose="02040503050406030204" pitchFamily="18" charset="0"/>
                                        <a:ea typeface="Cambria Math" panose="02040503050406030204" pitchFamily="18" charset="0"/>
                                      </a:rPr>
                                      <m:t>×</m:t>
                                    </m:r>
                                    <m:sSup>
                                      <m:sSupPr>
                                        <m:ctrlPr>
                                          <a:rPr lang="en-US" sz="1200" b="0" i="1" baseline="0" smtClean="0">
                                            <a:solidFill>
                                              <a:schemeClr val="tx1"/>
                                            </a:solidFill>
                                            <a:latin typeface="Cambria Math" panose="02040503050406030204" pitchFamily="18" charset="0"/>
                                            <a:ea typeface="Cambria Math" panose="02040503050406030204" pitchFamily="18" charset="0"/>
                                          </a:rPr>
                                        </m:ctrlPr>
                                      </m:sSupPr>
                                      <m:e>
                                        <m:r>
                                          <a:rPr lang="en-US" sz="1200" b="0" i="1" baseline="0" smtClean="0">
                                            <a:solidFill>
                                              <a:schemeClr val="tx1"/>
                                            </a:solidFill>
                                            <a:latin typeface="Cambria Math" panose="02040503050406030204" pitchFamily="18" charset="0"/>
                                            <a:ea typeface="Cambria Math" panose="02040503050406030204" pitchFamily="18" charset="0"/>
                                          </a:rPr>
                                          <m:t>10</m:t>
                                        </m:r>
                                      </m:e>
                                      <m:sup>
                                        <m:r>
                                          <a:rPr lang="en-US" sz="1200" b="0" i="1" baseline="0" smtClean="0">
                                            <a:solidFill>
                                              <a:schemeClr val="tx1"/>
                                            </a:solidFill>
                                            <a:latin typeface="Cambria Math" panose="02040503050406030204" pitchFamily="18" charset="0"/>
                                            <a:ea typeface="Cambria Math" panose="02040503050406030204" pitchFamily="18" charset="0"/>
                                          </a:rPr>
                                          <m:t>2</m:t>
                                        </m:r>
                                      </m:sup>
                                    </m:sSup>
                                  </m:e>
                                </m:d>
                                <m:r>
                                  <a:rPr lang="en-US" sz="1200" b="0" i="1" baseline="0" smtClean="0">
                                    <a:solidFill>
                                      <a:schemeClr val="tx1"/>
                                    </a:solidFill>
                                    <a:latin typeface="Cambria Math" panose="02040503050406030204" pitchFamily="18" charset="0"/>
                                    <a:ea typeface="Cambria Math" panose="02040503050406030204" pitchFamily="18" charset="0"/>
                                  </a:rPr>
                                  <m:t>×</m:t>
                                </m:r>
                                <m:d>
                                  <m:dPr>
                                    <m:ctrlPr>
                                      <a:rPr lang="en-US" sz="1200" b="0" i="1" baseline="0" smtClean="0">
                                        <a:solidFill>
                                          <a:schemeClr val="tx1"/>
                                        </a:solidFill>
                                        <a:latin typeface="Cambria Math" panose="02040503050406030204" pitchFamily="18" charset="0"/>
                                        <a:ea typeface="Cambria Math" panose="02040503050406030204" pitchFamily="18" charset="0"/>
                                      </a:rPr>
                                    </m:ctrlPr>
                                  </m:dPr>
                                  <m:e>
                                    <m:r>
                                      <a:rPr lang="en-US" sz="1200" b="0" i="1" baseline="0" smtClean="0">
                                        <a:solidFill>
                                          <a:schemeClr val="tx1"/>
                                        </a:solidFill>
                                        <a:latin typeface="Cambria Math" panose="02040503050406030204" pitchFamily="18" charset="0"/>
                                        <a:ea typeface="Cambria Math" panose="02040503050406030204" pitchFamily="18" charset="0"/>
                                      </a:rPr>
                                      <m:t>4×</m:t>
                                    </m:r>
                                    <m:sSup>
                                      <m:sSupPr>
                                        <m:ctrlPr>
                                          <a:rPr lang="en-US" sz="1200" b="0" i="1" baseline="0" smtClean="0">
                                            <a:solidFill>
                                              <a:schemeClr val="tx1"/>
                                            </a:solidFill>
                                            <a:latin typeface="Cambria Math" panose="02040503050406030204" pitchFamily="18" charset="0"/>
                                            <a:ea typeface="Cambria Math" panose="02040503050406030204" pitchFamily="18" charset="0"/>
                                          </a:rPr>
                                        </m:ctrlPr>
                                      </m:sSupPr>
                                      <m:e>
                                        <m:r>
                                          <a:rPr lang="en-US" sz="1200" b="0" i="1" baseline="0" smtClean="0">
                                            <a:solidFill>
                                              <a:schemeClr val="tx1"/>
                                            </a:solidFill>
                                            <a:latin typeface="Cambria Math" panose="02040503050406030204" pitchFamily="18" charset="0"/>
                                            <a:ea typeface="Cambria Math" panose="02040503050406030204" pitchFamily="18" charset="0"/>
                                          </a:rPr>
                                          <m:t>10</m:t>
                                        </m:r>
                                      </m:e>
                                      <m:sup>
                                        <m:r>
                                          <a:rPr lang="en-US" sz="1200" b="0" i="1" baseline="0" smtClean="0">
                                            <a:solidFill>
                                              <a:schemeClr val="tx1"/>
                                            </a:solidFill>
                                            <a:latin typeface="Cambria Math" panose="02040503050406030204" pitchFamily="18" charset="0"/>
                                            <a:ea typeface="Cambria Math" panose="02040503050406030204" pitchFamily="18" charset="0"/>
                                          </a:rPr>
                                          <m:t>4</m:t>
                                        </m:r>
                                      </m:sup>
                                    </m:sSup>
                                  </m:e>
                                </m:d>
                              </m:oMath>
                            </m:oMathPara>
                          </a14:m>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57307370"/>
                      </a:ext>
                    </a:extLst>
                  </a:tr>
                  <a:tr h="734471">
                    <a:tc>
                      <a:txBody>
                        <a:bodyPr/>
                        <a:lstStyle/>
                        <a:p>
                          <a:r>
                            <a:rPr lang="en-US" sz="1200" dirty="0">
                              <a:solidFill>
                                <a:schemeClr val="tx1"/>
                              </a:solidFill>
                            </a:rPr>
                            <a:t>2) Multiply the numbers without the indices and the powers of 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39134286"/>
                      </a:ext>
                    </a:extLst>
                  </a:tr>
                  <a:tr h="970276">
                    <a:tc>
                      <a:txBody>
                        <a:bodyPr/>
                        <a:lstStyle/>
                        <a:p>
                          <a:r>
                            <a:rPr lang="en-GB" sz="1200" dirty="0">
                              <a:solidFill>
                                <a:schemeClr val="tx1"/>
                              </a:solidFill>
                            </a:rPr>
                            <a:t>3) Check if the answer is in standard form and adjust if necessary.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24983379"/>
                      </a:ext>
                    </a:extLst>
                  </a:tr>
                </a:tbl>
              </a:graphicData>
            </a:graphic>
          </p:graphicFrame>
        </mc:Choice>
        <mc:Fallback xmlns="">
          <p:graphicFrame>
            <p:nvGraphicFramePr>
              <p:cNvPr id="8" name="Table 7"/>
              <p:cNvGraphicFramePr>
                <a:graphicFrameLocks noGrp="1"/>
              </p:cNvGraphicFramePr>
              <p:nvPr>
                <p:extLst>
                  <p:ext uri="{D42A27DB-BD31-4B8C-83A1-F6EECF244321}">
                    <p14:modId xmlns:p14="http://schemas.microsoft.com/office/powerpoint/2010/main" val="27930257"/>
                  </p:ext>
                </p:extLst>
              </p:nvPr>
            </p:nvGraphicFramePr>
            <p:xfrm>
              <a:off x="102680" y="680417"/>
              <a:ext cx="6701735" cy="3226738"/>
            </p:xfrm>
            <a:graphic>
              <a:graphicData uri="http://schemas.openxmlformats.org/drawingml/2006/table">
                <a:tbl>
                  <a:tblPr firstRow="1" bandRow="1">
                    <a:tableStyleId>{5C22544A-7EE6-4342-B048-85BDC9FD1C3A}</a:tableStyleId>
                  </a:tblPr>
                  <a:tblGrid>
                    <a:gridCol w="1156277">
                      <a:extLst>
                        <a:ext uri="{9D8B030D-6E8A-4147-A177-3AD203B41FA5}">
                          <a16:colId xmlns:a16="http://schemas.microsoft.com/office/drawing/2014/main" val="2581865204"/>
                        </a:ext>
                      </a:extLst>
                    </a:gridCol>
                    <a:gridCol w="1848486">
                      <a:extLst>
                        <a:ext uri="{9D8B030D-6E8A-4147-A177-3AD203B41FA5}">
                          <a16:colId xmlns:a16="http://schemas.microsoft.com/office/drawing/2014/main" val="752551682"/>
                        </a:ext>
                      </a:extLst>
                    </a:gridCol>
                    <a:gridCol w="1848486">
                      <a:extLst>
                        <a:ext uri="{9D8B030D-6E8A-4147-A177-3AD203B41FA5}">
                          <a16:colId xmlns:a16="http://schemas.microsoft.com/office/drawing/2014/main" val="2867986263"/>
                        </a:ext>
                      </a:extLst>
                    </a:gridCol>
                    <a:gridCol w="1848486">
                      <a:extLst>
                        <a:ext uri="{9D8B030D-6E8A-4147-A177-3AD203B41FA5}">
                          <a16:colId xmlns:a16="http://schemas.microsoft.com/office/drawing/2014/main" val="4164757680"/>
                        </a:ext>
                      </a:extLst>
                    </a:gridCol>
                  </a:tblGrid>
                  <a:tr h="309547">
                    <a:tc>
                      <a:txBody>
                        <a:bodyPr/>
                        <a:lstStyle/>
                        <a:p>
                          <a:pPr algn="ctr"/>
                          <a:r>
                            <a:rPr lang="en-US" sz="1200" b="1" dirty="0">
                              <a:solidFill>
                                <a:schemeClr val="tx1"/>
                              </a:solidFill>
                            </a:rPr>
                            <a:t>Steps</a:t>
                          </a:r>
                          <a:endParaRPr lang="en-GB" sz="12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100" b="1" dirty="0">
                              <a:solidFill>
                                <a:schemeClr val="tx1"/>
                              </a:solidFill>
                            </a:rPr>
                            <a:t> Calculate the following, leave your answer in standard form.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endParaRPr lang="en-GB"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endParaRPr lang="en-GB"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11226856"/>
                      </a:ext>
                    </a:extLst>
                  </a:tr>
                  <a:tr h="905511">
                    <a:tc>
                      <a:txBody>
                        <a:bodyPr/>
                        <a:lstStyle/>
                        <a:p>
                          <a:r>
                            <a:rPr lang="en-GB" sz="1200" dirty="0">
                              <a:solidFill>
                                <a:schemeClr val="tx1"/>
                              </a:solidFill>
                            </a:rPr>
                            <a:t>1) Use the associative law to regroup the calculation.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62829" t="-10856" r="-200329" b="-1670"/>
                          </a:stretch>
                        </a:blipFill>
                      </a:tcPr>
                    </a:tc>
                    <a:tc rowSpan="3">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63366" t="-10856" r="-100990" b="-1670"/>
                          </a:stretch>
                        </a:blipFill>
                      </a:tcPr>
                    </a:tc>
                    <a:tc rowSpan="3">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62500" t="-10856" r="-658" b="-1670"/>
                          </a:stretch>
                        </a:blipFill>
                      </a:tcPr>
                    </a:tc>
                    <a:extLst>
                      <a:ext uri="{0D108BD9-81ED-4DB2-BD59-A6C34878D82A}">
                        <a16:rowId xmlns:a16="http://schemas.microsoft.com/office/drawing/2014/main" val="2657307370"/>
                      </a:ext>
                    </a:extLst>
                  </a:tr>
                  <a:tr h="1005840">
                    <a:tc>
                      <a:txBody>
                        <a:bodyPr/>
                        <a:lstStyle/>
                        <a:p>
                          <a:r>
                            <a:rPr lang="en-US" sz="1200" dirty="0">
                              <a:solidFill>
                                <a:schemeClr val="tx1"/>
                              </a:solidFill>
                            </a:rPr>
                            <a:t>2) Multiply the numbers without the indices and the powers of 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39134286"/>
                      </a:ext>
                    </a:extLst>
                  </a:tr>
                  <a:tr h="1005840">
                    <a:tc>
                      <a:txBody>
                        <a:bodyPr/>
                        <a:lstStyle/>
                        <a:p>
                          <a:r>
                            <a:rPr lang="en-GB" sz="1200" dirty="0">
                              <a:solidFill>
                                <a:schemeClr val="tx1"/>
                              </a:solidFill>
                            </a:rPr>
                            <a:t>3) Check if the answer is in standard form and adjust if necessary.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24983379"/>
                      </a:ext>
                    </a:extLst>
                  </a:tr>
                </a:tbl>
              </a:graphicData>
            </a:graphic>
          </p:graphicFrame>
        </mc:Fallback>
      </mc:AlternateContent>
      <mc:AlternateContent xmlns:mc="http://schemas.openxmlformats.org/markup-compatibility/2006" xmlns:a14="http://schemas.microsoft.com/office/drawing/2010/main">
        <mc:Choice Requires="a14">
          <p:sp>
            <p:nvSpPr>
              <p:cNvPr id="9" name="TextBox 8"/>
              <p:cNvSpPr txBox="1"/>
              <p:nvPr/>
            </p:nvSpPr>
            <p:spPr>
              <a:xfrm>
                <a:off x="130627" y="4414621"/>
                <a:ext cx="1821781" cy="276999"/>
              </a:xfrm>
              <a:prstGeom prst="rect">
                <a:avLst/>
              </a:prstGeom>
              <a:noFill/>
            </p:spPr>
            <p:txBody>
              <a:bodyPr wrap="none" rtlCol="0">
                <a:spAutoFit/>
              </a:bodyPr>
              <a:lstStyle/>
              <a:p>
                <a:r>
                  <a:rPr lang="en-US" sz="1200" dirty="0"/>
                  <a:t>a) </a:t>
                </a:r>
                <a14:m>
                  <m:oMath xmlns:m="http://schemas.openxmlformats.org/officeDocument/2006/math">
                    <m:d>
                      <m:dPr>
                        <m:ctrlPr>
                          <a:rPr lang="en-US" sz="1200" i="1">
                            <a:latin typeface="Cambria Math" panose="02040503050406030204" pitchFamily="18" charset="0"/>
                          </a:rPr>
                        </m:ctrlPr>
                      </m:dPr>
                      <m:e>
                        <m:r>
                          <a:rPr lang="en-US" sz="1200" i="1">
                            <a:latin typeface="Cambria Math" panose="02040503050406030204" pitchFamily="18" charset="0"/>
                          </a:rPr>
                          <m:t>2</m:t>
                        </m:r>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10</m:t>
                            </m:r>
                          </m:e>
                          <m:sup>
                            <m:r>
                              <a:rPr lang="en-US" sz="1200" i="1">
                                <a:latin typeface="Cambria Math" panose="02040503050406030204" pitchFamily="18" charset="0"/>
                                <a:ea typeface="Cambria Math" panose="02040503050406030204" pitchFamily="18" charset="0"/>
                              </a:rPr>
                              <m:t>2</m:t>
                            </m:r>
                          </m:sup>
                        </m:sSup>
                      </m:e>
                    </m:d>
                    <m:r>
                      <a:rPr lang="en-US" sz="1200" i="1">
                        <a:latin typeface="Cambria Math" panose="02040503050406030204" pitchFamily="18" charset="0"/>
                        <a:ea typeface="Cambria Math" panose="02040503050406030204" pitchFamily="18" charset="0"/>
                      </a:rPr>
                      <m:t>×</m:t>
                    </m:r>
                    <m:d>
                      <m:dPr>
                        <m:ctrlPr>
                          <a:rPr lang="en-US" sz="1200" i="1">
                            <a:latin typeface="Cambria Math" panose="02040503050406030204" pitchFamily="18" charset="0"/>
                            <a:ea typeface="Cambria Math" panose="02040503050406030204" pitchFamily="18" charset="0"/>
                          </a:rPr>
                        </m:ctrlPr>
                      </m:dPr>
                      <m:e>
                        <m:r>
                          <a:rPr lang="en-US" sz="1200" i="1">
                            <a:latin typeface="Cambria Math" panose="02040503050406030204" pitchFamily="18" charset="0"/>
                            <a:ea typeface="Cambria Math" panose="02040503050406030204" pitchFamily="18" charset="0"/>
                          </a:rPr>
                          <m:t>3×</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10</m:t>
                            </m:r>
                          </m:e>
                          <m:sup>
                            <m:r>
                              <a:rPr lang="en-US" sz="1200" i="1">
                                <a:latin typeface="Cambria Math" panose="02040503050406030204" pitchFamily="18" charset="0"/>
                                <a:ea typeface="Cambria Math" panose="02040503050406030204" pitchFamily="18" charset="0"/>
                              </a:rPr>
                              <m:t>4</m:t>
                            </m:r>
                          </m:sup>
                        </m:sSup>
                      </m:e>
                    </m:d>
                  </m:oMath>
                </a14:m>
                <a:r>
                  <a:rPr lang="en-US" sz="1200" dirty="0"/>
                  <a:t> </a:t>
                </a:r>
                <a:endParaRPr lang="en-GB" sz="1200" dirty="0"/>
              </a:p>
            </p:txBody>
          </p:sp>
        </mc:Choice>
        <mc:Fallback xmlns="">
          <p:sp>
            <p:nvSpPr>
              <p:cNvPr id="9" name="TextBox 8"/>
              <p:cNvSpPr txBox="1">
                <a:spLocks noRot="1" noChangeAspect="1" noMove="1" noResize="1" noEditPoints="1" noAdjustHandles="1" noChangeArrowheads="1" noChangeShapeType="1" noTextEdit="1"/>
              </p:cNvSpPr>
              <p:nvPr/>
            </p:nvSpPr>
            <p:spPr>
              <a:xfrm>
                <a:off x="130627" y="4414621"/>
                <a:ext cx="1821781" cy="276999"/>
              </a:xfrm>
              <a:prstGeom prst="rect">
                <a:avLst/>
              </a:prstGeom>
              <a:blipFill>
                <a:blip r:embed="rId4"/>
                <a:stretch>
                  <a:fillRect b="-1739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4" name="TextBox 43"/>
              <p:cNvSpPr txBox="1"/>
              <p:nvPr/>
            </p:nvSpPr>
            <p:spPr>
              <a:xfrm>
                <a:off x="2541137" y="4414621"/>
                <a:ext cx="1828193" cy="276999"/>
              </a:xfrm>
              <a:prstGeom prst="rect">
                <a:avLst/>
              </a:prstGeom>
              <a:noFill/>
            </p:spPr>
            <p:txBody>
              <a:bodyPr wrap="none" rtlCol="0">
                <a:spAutoFit/>
              </a:bodyPr>
              <a:lstStyle/>
              <a:p>
                <a:r>
                  <a:rPr lang="en-US" sz="1200" dirty="0"/>
                  <a:t>b) </a:t>
                </a:r>
                <a14:m>
                  <m:oMath xmlns:m="http://schemas.openxmlformats.org/officeDocument/2006/math">
                    <m:d>
                      <m:dPr>
                        <m:ctrlPr>
                          <a:rPr lang="en-US" sz="1200" i="1">
                            <a:latin typeface="Cambria Math" panose="02040503050406030204" pitchFamily="18" charset="0"/>
                          </a:rPr>
                        </m:ctrlPr>
                      </m:dPr>
                      <m:e>
                        <m:r>
                          <a:rPr lang="en-US" sz="1200" b="0" i="1" smtClean="0">
                            <a:latin typeface="Cambria Math" panose="02040503050406030204" pitchFamily="18" charset="0"/>
                          </a:rPr>
                          <m:t>3</m:t>
                        </m:r>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10</m:t>
                            </m:r>
                          </m:e>
                          <m:sup>
                            <m:r>
                              <a:rPr lang="en-US" sz="1200" i="1">
                                <a:latin typeface="Cambria Math" panose="02040503050406030204" pitchFamily="18" charset="0"/>
                                <a:ea typeface="Cambria Math" panose="02040503050406030204" pitchFamily="18" charset="0"/>
                              </a:rPr>
                              <m:t>2</m:t>
                            </m:r>
                          </m:sup>
                        </m:sSup>
                      </m:e>
                    </m:d>
                    <m:r>
                      <a:rPr lang="en-US" sz="1200" i="1">
                        <a:latin typeface="Cambria Math" panose="02040503050406030204" pitchFamily="18" charset="0"/>
                        <a:ea typeface="Cambria Math" panose="02040503050406030204" pitchFamily="18" charset="0"/>
                      </a:rPr>
                      <m:t>×</m:t>
                    </m:r>
                    <m:d>
                      <m:dPr>
                        <m:ctrlPr>
                          <a:rPr lang="en-US" sz="1200" i="1">
                            <a:latin typeface="Cambria Math" panose="02040503050406030204" pitchFamily="18" charset="0"/>
                            <a:ea typeface="Cambria Math" panose="02040503050406030204" pitchFamily="18" charset="0"/>
                          </a:rPr>
                        </m:ctrlPr>
                      </m:dPr>
                      <m:e>
                        <m:r>
                          <a:rPr lang="en-US" sz="1200" i="1">
                            <a:latin typeface="Cambria Math" panose="02040503050406030204" pitchFamily="18" charset="0"/>
                            <a:ea typeface="Cambria Math" panose="02040503050406030204" pitchFamily="18" charset="0"/>
                          </a:rPr>
                          <m:t>3×</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10</m:t>
                            </m:r>
                          </m:e>
                          <m:sup>
                            <m:r>
                              <a:rPr lang="en-US" sz="1200" i="1">
                                <a:latin typeface="Cambria Math" panose="02040503050406030204" pitchFamily="18" charset="0"/>
                                <a:ea typeface="Cambria Math" panose="02040503050406030204" pitchFamily="18" charset="0"/>
                              </a:rPr>
                              <m:t>4</m:t>
                            </m:r>
                          </m:sup>
                        </m:sSup>
                      </m:e>
                    </m:d>
                  </m:oMath>
                </a14:m>
                <a:r>
                  <a:rPr lang="en-US" sz="1200" dirty="0"/>
                  <a:t> </a:t>
                </a:r>
                <a:endParaRPr lang="en-GB" sz="1200" dirty="0"/>
              </a:p>
            </p:txBody>
          </p:sp>
        </mc:Choice>
        <mc:Fallback xmlns="">
          <p:sp>
            <p:nvSpPr>
              <p:cNvPr id="44" name="TextBox 43"/>
              <p:cNvSpPr txBox="1">
                <a:spLocks noRot="1" noChangeAspect="1" noMove="1" noResize="1" noEditPoints="1" noAdjustHandles="1" noChangeArrowheads="1" noChangeShapeType="1" noTextEdit="1"/>
              </p:cNvSpPr>
              <p:nvPr/>
            </p:nvSpPr>
            <p:spPr>
              <a:xfrm>
                <a:off x="2541137" y="4414621"/>
                <a:ext cx="1828193" cy="276999"/>
              </a:xfrm>
              <a:prstGeom prst="rect">
                <a:avLst/>
              </a:prstGeom>
              <a:blipFill>
                <a:blip r:embed="rId5"/>
                <a:stretch>
                  <a:fillRect l="-333" b="-1739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6" name="TextBox 45"/>
              <p:cNvSpPr txBox="1"/>
              <p:nvPr/>
            </p:nvSpPr>
            <p:spPr>
              <a:xfrm>
                <a:off x="4925887" y="4414621"/>
                <a:ext cx="1813766" cy="276999"/>
              </a:xfrm>
              <a:prstGeom prst="rect">
                <a:avLst/>
              </a:prstGeom>
              <a:noFill/>
            </p:spPr>
            <p:txBody>
              <a:bodyPr wrap="none" rtlCol="0">
                <a:spAutoFit/>
              </a:bodyPr>
              <a:lstStyle/>
              <a:p>
                <a:r>
                  <a:rPr lang="en-US" sz="1200" dirty="0"/>
                  <a:t>c) </a:t>
                </a:r>
                <a14:m>
                  <m:oMath xmlns:m="http://schemas.openxmlformats.org/officeDocument/2006/math">
                    <m:d>
                      <m:dPr>
                        <m:ctrlPr>
                          <a:rPr lang="en-US" sz="1200" i="1">
                            <a:latin typeface="Cambria Math" panose="02040503050406030204" pitchFamily="18" charset="0"/>
                          </a:rPr>
                        </m:ctrlPr>
                      </m:dPr>
                      <m:e>
                        <m:r>
                          <a:rPr lang="en-US" sz="1200" i="1">
                            <a:latin typeface="Cambria Math" panose="02040503050406030204" pitchFamily="18" charset="0"/>
                          </a:rPr>
                          <m:t>2</m:t>
                        </m:r>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10</m:t>
                            </m:r>
                          </m:e>
                          <m:sup>
                            <m:r>
                              <a:rPr lang="en-US" sz="1200" i="1">
                                <a:latin typeface="Cambria Math" panose="02040503050406030204" pitchFamily="18" charset="0"/>
                                <a:ea typeface="Cambria Math" panose="02040503050406030204" pitchFamily="18" charset="0"/>
                              </a:rPr>
                              <m:t>2</m:t>
                            </m:r>
                          </m:sup>
                        </m:sSup>
                      </m:e>
                    </m:d>
                    <m:r>
                      <a:rPr lang="en-US" sz="1200" i="1">
                        <a:latin typeface="Cambria Math" panose="02040503050406030204" pitchFamily="18" charset="0"/>
                        <a:ea typeface="Cambria Math" panose="02040503050406030204" pitchFamily="18" charset="0"/>
                      </a:rPr>
                      <m:t>×</m:t>
                    </m:r>
                    <m:d>
                      <m:dPr>
                        <m:ctrlPr>
                          <a:rPr lang="en-US" sz="1200" i="1">
                            <a:latin typeface="Cambria Math" panose="02040503050406030204" pitchFamily="18" charset="0"/>
                            <a:ea typeface="Cambria Math" panose="02040503050406030204" pitchFamily="18" charset="0"/>
                          </a:rPr>
                        </m:ctrlPr>
                      </m:dPr>
                      <m:e>
                        <m:r>
                          <a:rPr lang="en-US" sz="1200" b="0" i="1" smtClean="0">
                            <a:latin typeface="Cambria Math" panose="02040503050406030204" pitchFamily="18" charset="0"/>
                            <a:ea typeface="Cambria Math" panose="02040503050406030204" pitchFamily="18" charset="0"/>
                          </a:rPr>
                          <m:t>2</m:t>
                        </m:r>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10</m:t>
                            </m:r>
                          </m:e>
                          <m:sup>
                            <m:r>
                              <a:rPr lang="en-US" sz="1200" i="1">
                                <a:latin typeface="Cambria Math" panose="02040503050406030204" pitchFamily="18" charset="0"/>
                                <a:ea typeface="Cambria Math" panose="02040503050406030204" pitchFamily="18" charset="0"/>
                              </a:rPr>
                              <m:t>4</m:t>
                            </m:r>
                          </m:sup>
                        </m:sSup>
                      </m:e>
                    </m:d>
                  </m:oMath>
                </a14:m>
                <a:r>
                  <a:rPr lang="en-US" sz="1200" dirty="0"/>
                  <a:t> </a:t>
                </a:r>
                <a:endParaRPr lang="en-GB" sz="1200" dirty="0"/>
              </a:p>
            </p:txBody>
          </p:sp>
        </mc:Choice>
        <mc:Fallback xmlns="">
          <p:sp>
            <p:nvSpPr>
              <p:cNvPr id="46" name="TextBox 45"/>
              <p:cNvSpPr txBox="1">
                <a:spLocks noRot="1" noChangeAspect="1" noMove="1" noResize="1" noEditPoints="1" noAdjustHandles="1" noChangeArrowheads="1" noChangeShapeType="1" noTextEdit="1"/>
              </p:cNvSpPr>
              <p:nvPr/>
            </p:nvSpPr>
            <p:spPr>
              <a:xfrm>
                <a:off x="4925887" y="4414621"/>
                <a:ext cx="1813766" cy="276999"/>
              </a:xfrm>
              <a:prstGeom prst="rect">
                <a:avLst/>
              </a:prstGeom>
              <a:blipFill>
                <a:blip r:embed="rId6"/>
                <a:stretch>
                  <a:fillRect b="-1739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8" name="TextBox 47"/>
              <p:cNvSpPr txBox="1"/>
              <p:nvPr/>
            </p:nvSpPr>
            <p:spPr>
              <a:xfrm>
                <a:off x="110609" y="6183062"/>
                <a:ext cx="1828193" cy="276999"/>
              </a:xfrm>
              <a:prstGeom prst="rect">
                <a:avLst/>
              </a:prstGeom>
              <a:noFill/>
            </p:spPr>
            <p:txBody>
              <a:bodyPr wrap="none" rtlCol="0">
                <a:spAutoFit/>
              </a:bodyPr>
              <a:lstStyle/>
              <a:p>
                <a:r>
                  <a:rPr lang="en-US" sz="1200" dirty="0"/>
                  <a:t>d) </a:t>
                </a:r>
                <a14:m>
                  <m:oMath xmlns:m="http://schemas.openxmlformats.org/officeDocument/2006/math">
                    <m:d>
                      <m:dPr>
                        <m:ctrlPr>
                          <a:rPr lang="en-US" sz="1200" i="1">
                            <a:latin typeface="Cambria Math" panose="02040503050406030204" pitchFamily="18" charset="0"/>
                          </a:rPr>
                        </m:ctrlPr>
                      </m:dPr>
                      <m:e>
                        <m:r>
                          <a:rPr lang="en-US" sz="1200" i="1">
                            <a:latin typeface="Cambria Math" panose="02040503050406030204" pitchFamily="18" charset="0"/>
                          </a:rPr>
                          <m:t>2</m:t>
                        </m:r>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7</m:t>
                            </m:r>
                          </m:sup>
                        </m:sSup>
                      </m:e>
                    </m:d>
                    <m:r>
                      <a:rPr lang="en-US" sz="1200" i="1">
                        <a:latin typeface="Cambria Math" panose="02040503050406030204" pitchFamily="18" charset="0"/>
                        <a:ea typeface="Cambria Math" panose="02040503050406030204" pitchFamily="18" charset="0"/>
                      </a:rPr>
                      <m:t>×</m:t>
                    </m:r>
                    <m:d>
                      <m:dPr>
                        <m:ctrlPr>
                          <a:rPr lang="en-US" sz="1200" i="1">
                            <a:latin typeface="Cambria Math" panose="02040503050406030204" pitchFamily="18" charset="0"/>
                            <a:ea typeface="Cambria Math" panose="02040503050406030204" pitchFamily="18" charset="0"/>
                          </a:rPr>
                        </m:ctrlPr>
                      </m:dPr>
                      <m:e>
                        <m:r>
                          <a:rPr lang="en-US" sz="1200" b="0" i="1" smtClean="0">
                            <a:latin typeface="Cambria Math" panose="02040503050406030204" pitchFamily="18" charset="0"/>
                            <a:ea typeface="Cambria Math" panose="02040503050406030204" pitchFamily="18" charset="0"/>
                          </a:rPr>
                          <m:t>4</m:t>
                        </m:r>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10</m:t>
                            </m:r>
                          </m:e>
                          <m:sup>
                            <m:r>
                              <a:rPr lang="en-US" sz="1200" i="1">
                                <a:latin typeface="Cambria Math" panose="02040503050406030204" pitchFamily="18" charset="0"/>
                                <a:ea typeface="Cambria Math" panose="02040503050406030204" pitchFamily="18" charset="0"/>
                              </a:rPr>
                              <m:t>4</m:t>
                            </m:r>
                          </m:sup>
                        </m:sSup>
                      </m:e>
                    </m:d>
                  </m:oMath>
                </a14:m>
                <a:r>
                  <a:rPr lang="en-US" sz="1200" dirty="0"/>
                  <a:t> </a:t>
                </a:r>
                <a:endParaRPr lang="en-GB" sz="1200" dirty="0"/>
              </a:p>
            </p:txBody>
          </p:sp>
        </mc:Choice>
        <mc:Fallback xmlns="">
          <p:sp>
            <p:nvSpPr>
              <p:cNvPr id="48" name="TextBox 47"/>
              <p:cNvSpPr txBox="1">
                <a:spLocks noRot="1" noChangeAspect="1" noMove="1" noResize="1" noEditPoints="1" noAdjustHandles="1" noChangeArrowheads="1" noChangeShapeType="1" noTextEdit="1"/>
              </p:cNvSpPr>
              <p:nvPr/>
            </p:nvSpPr>
            <p:spPr>
              <a:xfrm>
                <a:off x="110609" y="6183062"/>
                <a:ext cx="1828193" cy="276999"/>
              </a:xfrm>
              <a:prstGeom prst="rect">
                <a:avLst/>
              </a:prstGeom>
              <a:blipFill>
                <a:blip r:embed="rId7"/>
                <a:stretch>
                  <a:fillRect b="-1739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0" name="TextBox 49"/>
              <p:cNvSpPr txBox="1"/>
              <p:nvPr/>
            </p:nvSpPr>
            <p:spPr>
              <a:xfrm>
                <a:off x="2366782" y="6183063"/>
                <a:ext cx="1942006" cy="276999"/>
              </a:xfrm>
              <a:prstGeom prst="rect">
                <a:avLst/>
              </a:prstGeom>
              <a:noFill/>
            </p:spPr>
            <p:txBody>
              <a:bodyPr wrap="none" rtlCol="0">
                <a:spAutoFit/>
              </a:bodyPr>
              <a:lstStyle/>
              <a:p>
                <a:r>
                  <a:rPr lang="en-US" sz="1200" dirty="0"/>
                  <a:t>e) </a:t>
                </a:r>
                <a14:m>
                  <m:oMath xmlns:m="http://schemas.openxmlformats.org/officeDocument/2006/math">
                    <m:d>
                      <m:dPr>
                        <m:ctrlPr>
                          <a:rPr lang="en-US" sz="1200" i="1">
                            <a:latin typeface="Cambria Math" panose="02040503050406030204" pitchFamily="18" charset="0"/>
                          </a:rPr>
                        </m:ctrlPr>
                      </m:dPr>
                      <m:e>
                        <m:r>
                          <a:rPr lang="en-GB" sz="1200" b="0" i="1" smtClean="0">
                            <a:latin typeface="Cambria Math" panose="02040503050406030204" pitchFamily="18" charset="0"/>
                          </a:rPr>
                          <m:t>1.5</m:t>
                        </m:r>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10</m:t>
                            </m:r>
                          </m:e>
                          <m:sup>
                            <m:r>
                              <a:rPr lang="en-US" sz="1200" i="1">
                                <a:latin typeface="Cambria Math" panose="02040503050406030204" pitchFamily="18" charset="0"/>
                                <a:ea typeface="Cambria Math" panose="02040503050406030204" pitchFamily="18" charset="0"/>
                              </a:rPr>
                              <m:t>2</m:t>
                            </m:r>
                          </m:sup>
                        </m:sSup>
                      </m:e>
                    </m:d>
                    <m:r>
                      <a:rPr lang="en-US" sz="1200" i="1">
                        <a:latin typeface="Cambria Math" panose="02040503050406030204" pitchFamily="18" charset="0"/>
                        <a:ea typeface="Cambria Math" panose="02040503050406030204" pitchFamily="18" charset="0"/>
                      </a:rPr>
                      <m:t>×</m:t>
                    </m:r>
                    <m:d>
                      <m:dPr>
                        <m:ctrlPr>
                          <a:rPr lang="en-US" sz="1200" i="1">
                            <a:latin typeface="Cambria Math" panose="02040503050406030204" pitchFamily="18" charset="0"/>
                            <a:ea typeface="Cambria Math" panose="02040503050406030204" pitchFamily="18" charset="0"/>
                          </a:rPr>
                        </m:ctrlPr>
                      </m:dPr>
                      <m:e>
                        <m:r>
                          <a:rPr lang="en-GB" sz="1200" b="0" i="1" smtClean="0">
                            <a:latin typeface="Cambria Math" panose="02040503050406030204" pitchFamily="18" charset="0"/>
                            <a:ea typeface="Cambria Math" panose="02040503050406030204" pitchFamily="18" charset="0"/>
                          </a:rPr>
                          <m:t>2</m:t>
                        </m:r>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10</m:t>
                            </m:r>
                          </m:e>
                          <m:sup>
                            <m:r>
                              <a:rPr lang="en-US" sz="1200" i="1">
                                <a:latin typeface="Cambria Math" panose="02040503050406030204" pitchFamily="18" charset="0"/>
                                <a:ea typeface="Cambria Math" panose="02040503050406030204" pitchFamily="18" charset="0"/>
                              </a:rPr>
                              <m:t>4</m:t>
                            </m:r>
                          </m:sup>
                        </m:sSup>
                      </m:e>
                    </m:d>
                  </m:oMath>
                </a14:m>
                <a:r>
                  <a:rPr lang="en-US" sz="1200" dirty="0"/>
                  <a:t> </a:t>
                </a:r>
                <a:endParaRPr lang="en-GB" sz="1200" dirty="0"/>
              </a:p>
            </p:txBody>
          </p:sp>
        </mc:Choice>
        <mc:Fallback xmlns="">
          <p:sp>
            <p:nvSpPr>
              <p:cNvPr id="50" name="TextBox 49"/>
              <p:cNvSpPr txBox="1">
                <a:spLocks noRot="1" noChangeAspect="1" noMove="1" noResize="1" noEditPoints="1" noAdjustHandles="1" noChangeArrowheads="1" noChangeShapeType="1" noTextEdit="1"/>
              </p:cNvSpPr>
              <p:nvPr/>
            </p:nvSpPr>
            <p:spPr>
              <a:xfrm>
                <a:off x="2366782" y="6183063"/>
                <a:ext cx="1942006" cy="276999"/>
              </a:xfrm>
              <a:prstGeom prst="rect">
                <a:avLst/>
              </a:prstGeom>
              <a:blipFill>
                <a:blip r:embed="rId8"/>
                <a:stretch>
                  <a:fillRect b="-1739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2" name="TextBox 51"/>
              <p:cNvSpPr txBox="1"/>
              <p:nvPr/>
            </p:nvSpPr>
            <p:spPr>
              <a:xfrm>
                <a:off x="4884893" y="6182717"/>
                <a:ext cx="1862498" cy="279115"/>
              </a:xfrm>
              <a:prstGeom prst="rect">
                <a:avLst/>
              </a:prstGeom>
              <a:noFill/>
            </p:spPr>
            <p:txBody>
              <a:bodyPr wrap="none" rtlCol="0">
                <a:spAutoFit/>
              </a:bodyPr>
              <a:lstStyle/>
              <a:p>
                <a:r>
                  <a:rPr lang="en-US" sz="1200" dirty="0"/>
                  <a:t>f) </a:t>
                </a:r>
                <a14:m>
                  <m:oMath xmlns:m="http://schemas.openxmlformats.org/officeDocument/2006/math">
                    <m:d>
                      <m:dPr>
                        <m:ctrlPr>
                          <a:rPr lang="en-US" sz="1200" i="1">
                            <a:latin typeface="Cambria Math" panose="02040503050406030204" pitchFamily="18" charset="0"/>
                          </a:rPr>
                        </m:ctrlPr>
                      </m:dPr>
                      <m:e>
                        <m:r>
                          <a:rPr lang="en-US" sz="1200" i="1">
                            <a:latin typeface="Cambria Math" panose="02040503050406030204" pitchFamily="18" charset="0"/>
                          </a:rPr>
                          <m:t>2</m:t>
                        </m:r>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10</m:t>
                            </m:r>
                          </m:e>
                          <m:sup>
                            <m:r>
                              <a:rPr lang="en-US" sz="1200" i="1">
                                <a:latin typeface="Cambria Math" panose="02040503050406030204" pitchFamily="18" charset="0"/>
                                <a:ea typeface="Cambria Math" panose="02040503050406030204" pitchFamily="18" charset="0"/>
                              </a:rPr>
                              <m:t>2</m:t>
                            </m:r>
                          </m:sup>
                        </m:sSup>
                      </m:e>
                    </m:d>
                    <m:r>
                      <a:rPr lang="en-US" sz="1200" i="1">
                        <a:latin typeface="Cambria Math" panose="02040503050406030204" pitchFamily="18" charset="0"/>
                        <a:ea typeface="Cambria Math" panose="02040503050406030204" pitchFamily="18" charset="0"/>
                      </a:rPr>
                      <m:t>×</m:t>
                    </m:r>
                    <m:d>
                      <m:dPr>
                        <m:ctrlPr>
                          <a:rPr lang="en-US" sz="1200" i="1">
                            <a:latin typeface="Cambria Math" panose="02040503050406030204" pitchFamily="18" charset="0"/>
                            <a:ea typeface="Cambria Math" panose="02040503050406030204" pitchFamily="18" charset="0"/>
                          </a:rPr>
                        </m:ctrlPr>
                      </m:dPr>
                      <m:e>
                        <m:r>
                          <a:rPr lang="en-GB" sz="1200" b="0" i="1" smtClean="0">
                            <a:latin typeface="Cambria Math" panose="02040503050406030204" pitchFamily="18" charset="0"/>
                            <a:ea typeface="Cambria Math" panose="02040503050406030204" pitchFamily="18" charset="0"/>
                          </a:rPr>
                          <m:t>3</m:t>
                        </m:r>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10</m:t>
                            </m:r>
                          </m:e>
                          <m:sup>
                            <m:r>
                              <a:rPr lang="en-GB" sz="1200" b="0" i="1" smtClean="0">
                                <a:latin typeface="Cambria Math" panose="02040503050406030204" pitchFamily="18" charset="0"/>
                                <a:ea typeface="Cambria Math" panose="02040503050406030204" pitchFamily="18" charset="0"/>
                              </a:rPr>
                              <m:t>5</m:t>
                            </m:r>
                          </m:sup>
                        </m:sSup>
                      </m:e>
                    </m:d>
                  </m:oMath>
                </a14:m>
                <a:r>
                  <a:rPr lang="en-US" sz="1200" dirty="0"/>
                  <a:t> </a:t>
                </a:r>
                <a:endParaRPr lang="en-GB" sz="1200" dirty="0"/>
              </a:p>
            </p:txBody>
          </p:sp>
        </mc:Choice>
        <mc:Fallback xmlns="">
          <p:sp>
            <p:nvSpPr>
              <p:cNvPr id="52" name="TextBox 51"/>
              <p:cNvSpPr txBox="1">
                <a:spLocks noRot="1" noChangeAspect="1" noMove="1" noResize="1" noEditPoints="1" noAdjustHandles="1" noChangeArrowheads="1" noChangeShapeType="1" noTextEdit="1"/>
              </p:cNvSpPr>
              <p:nvPr/>
            </p:nvSpPr>
            <p:spPr>
              <a:xfrm>
                <a:off x="4884893" y="6182717"/>
                <a:ext cx="1862498" cy="279115"/>
              </a:xfrm>
              <a:prstGeom prst="rect">
                <a:avLst/>
              </a:prstGeom>
              <a:blipFill>
                <a:blip r:embed="rId9"/>
                <a:stretch>
                  <a:fillRect b="-1739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5" name="TextBox 24"/>
              <p:cNvSpPr txBox="1"/>
              <p:nvPr/>
            </p:nvSpPr>
            <p:spPr>
              <a:xfrm>
                <a:off x="110609" y="7952930"/>
                <a:ext cx="1945213" cy="276999"/>
              </a:xfrm>
              <a:prstGeom prst="rect">
                <a:avLst/>
              </a:prstGeom>
              <a:noFill/>
            </p:spPr>
            <p:txBody>
              <a:bodyPr wrap="none" rtlCol="0">
                <a:spAutoFit/>
              </a:bodyPr>
              <a:lstStyle/>
              <a:p>
                <a:r>
                  <a:rPr lang="en-US" sz="1200" dirty="0"/>
                  <a:t>d) </a:t>
                </a:r>
                <a14:m>
                  <m:oMath xmlns:m="http://schemas.openxmlformats.org/officeDocument/2006/math">
                    <m:d>
                      <m:dPr>
                        <m:ctrlPr>
                          <a:rPr lang="en-US" sz="1200" i="1">
                            <a:latin typeface="Cambria Math" panose="02040503050406030204" pitchFamily="18" charset="0"/>
                          </a:rPr>
                        </m:ctrlPr>
                      </m:dPr>
                      <m:e>
                        <m:r>
                          <a:rPr lang="en-GB" sz="1200" b="0" i="1" smtClean="0">
                            <a:latin typeface="Cambria Math" panose="02040503050406030204" pitchFamily="18" charset="0"/>
                          </a:rPr>
                          <m:t>2.5</m:t>
                        </m:r>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10</m:t>
                            </m:r>
                          </m:e>
                          <m:sup>
                            <m:r>
                              <a:rPr lang="en-GB" sz="1200" b="0" i="1" smtClean="0">
                                <a:latin typeface="Cambria Math" panose="02040503050406030204" pitchFamily="18" charset="0"/>
                                <a:ea typeface="Cambria Math" panose="02040503050406030204" pitchFamily="18" charset="0"/>
                              </a:rPr>
                              <m:t>8</m:t>
                            </m:r>
                          </m:sup>
                        </m:sSup>
                      </m:e>
                    </m:d>
                    <m:r>
                      <a:rPr lang="en-US" sz="1200" i="1">
                        <a:latin typeface="Cambria Math" panose="02040503050406030204" pitchFamily="18" charset="0"/>
                        <a:ea typeface="Cambria Math" panose="02040503050406030204" pitchFamily="18" charset="0"/>
                      </a:rPr>
                      <m:t>×</m:t>
                    </m:r>
                    <m:d>
                      <m:dPr>
                        <m:ctrlPr>
                          <a:rPr lang="en-US" sz="1200" i="1">
                            <a:latin typeface="Cambria Math" panose="02040503050406030204" pitchFamily="18" charset="0"/>
                            <a:ea typeface="Cambria Math" panose="02040503050406030204" pitchFamily="18" charset="0"/>
                          </a:rPr>
                        </m:ctrlPr>
                      </m:dPr>
                      <m:e>
                        <m:r>
                          <a:rPr lang="en-GB" sz="1200" b="0" i="1" smtClean="0">
                            <a:latin typeface="Cambria Math" panose="02040503050406030204" pitchFamily="18" charset="0"/>
                            <a:ea typeface="Cambria Math" panose="02040503050406030204" pitchFamily="18" charset="0"/>
                          </a:rPr>
                          <m:t>2</m:t>
                        </m:r>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10</m:t>
                            </m:r>
                          </m:e>
                          <m:sup>
                            <m:r>
                              <a:rPr lang="en-US" sz="1200" i="1">
                                <a:latin typeface="Cambria Math" panose="02040503050406030204" pitchFamily="18" charset="0"/>
                                <a:ea typeface="Cambria Math" panose="02040503050406030204" pitchFamily="18" charset="0"/>
                              </a:rPr>
                              <m:t>4</m:t>
                            </m:r>
                          </m:sup>
                        </m:sSup>
                      </m:e>
                    </m:d>
                  </m:oMath>
                </a14:m>
                <a:r>
                  <a:rPr lang="en-US" sz="1200" dirty="0"/>
                  <a:t> </a:t>
                </a:r>
                <a:endParaRPr lang="en-GB" sz="1200" dirty="0"/>
              </a:p>
            </p:txBody>
          </p:sp>
        </mc:Choice>
        <mc:Fallback xmlns="">
          <p:sp>
            <p:nvSpPr>
              <p:cNvPr id="25" name="TextBox 24"/>
              <p:cNvSpPr txBox="1">
                <a:spLocks noRot="1" noChangeAspect="1" noMove="1" noResize="1" noEditPoints="1" noAdjustHandles="1" noChangeArrowheads="1" noChangeShapeType="1" noTextEdit="1"/>
              </p:cNvSpPr>
              <p:nvPr/>
            </p:nvSpPr>
            <p:spPr>
              <a:xfrm>
                <a:off x="110609" y="7952930"/>
                <a:ext cx="1945213" cy="276999"/>
              </a:xfrm>
              <a:prstGeom prst="rect">
                <a:avLst/>
              </a:prstGeom>
              <a:blipFill>
                <a:blip r:embed="rId10"/>
                <a:stretch>
                  <a:fillRect b="-20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7" name="TextBox 26"/>
              <p:cNvSpPr txBox="1"/>
              <p:nvPr/>
            </p:nvSpPr>
            <p:spPr>
              <a:xfrm>
                <a:off x="2521119" y="7952930"/>
                <a:ext cx="1942006" cy="276999"/>
              </a:xfrm>
              <a:prstGeom prst="rect">
                <a:avLst/>
              </a:prstGeom>
              <a:noFill/>
            </p:spPr>
            <p:txBody>
              <a:bodyPr wrap="none" rtlCol="0">
                <a:spAutoFit/>
              </a:bodyPr>
              <a:lstStyle/>
              <a:p>
                <a:r>
                  <a:rPr lang="en-US" sz="1200" dirty="0"/>
                  <a:t>e) </a:t>
                </a:r>
                <a14:m>
                  <m:oMath xmlns:m="http://schemas.openxmlformats.org/officeDocument/2006/math">
                    <m:d>
                      <m:dPr>
                        <m:ctrlPr>
                          <a:rPr lang="en-US" sz="1200" i="1">
                            <a:latin typeface="Cambria Math" panose="02040503050406030204" pitchFamily="18" charset="0"/>
                          </a:rPr>
                        </m:ctrlPr>
                      </m:dPr>
                      <m:e>
                        <m:r>
                          <a:rPr lang="en-US" sz="1200" b="0" i="1" smtClean="0">
                            <a:latin typeface="Cambria Math" panose="02040503050406030204" pitchFamily="18" charset="0"/>
                          </a:rPr>
                          <m:t>3.2</m:t>
                        </m:r>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10</m:t>
                            </m:r>
                          </m:e>
                          <m:sup>
                            <m:r>
                              <a:rPr lang="en-GB" sz="1200" b="0" i="1" smtClean="0">
                                <a:latin typeface="Cambria Math" panose="02040503050406030204" pitchFamily="18" charset="0"/>
                                <a:ea typeface="Cambria Math" panose="02040503050406030204" pitchFamily="18" charset="0"/>
                              </a:rPr>
                              <m:t>5</m:t>
                            </m:r>
                          </m:sup>
                        </m:sSup>
                      </m:e>
                    </m:d>
                    <m:r>
                      <a:rPr lang="en-US" sz="1200" i="1">
                        <a:latin typeface="Cambria Math" panose="02040503050406030204" pitchFamily="18" charset="0"/>
                        <a:ea typeface="Cambria Math" panose="02040503050406030204" pitchFamily="18" charset="0"/>
                      </a:rPr>
                      <m:t>×</m:t>
                    </m:r>
                    <m:d>
                      <m:dPr>
                        <m:ctrlPr>
                          <a:rPr lang="en-US" sz="1200" i="1">
                            <a:latin typeface="Cambria Math" panose="02040503050406030204" pitchFamily="18" charset="0"/>
                            <a:ea typeface="Cambria Math" panose="02040503050406030204" pitchFamily="18" charset="0"/>
                          </a:rPr>
                        </m:ctrlPr>
                      </m:dPr>
                      <m:e>
                        <m:r>
                          <a:rPr lang="en-US" sz="1200" b="0" i="1" smtClean="0">
                            <a:latin typeface="Cambria Math" panose="02040503050406030204" pitchFamily="18" charset="0"/>
                            <a:ea typeface="Cambria Math" panose="02040503050406030204" pitchFamily="18" charset="0"/>
                          </a:rPr>
                          <m:t>2</m:t>
                        </m:r>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10</m:t>
                            </m:r>
                          </m:e>
                          <m:sup>
                            <m:r>
                              <a:rPr lang="en-GB" sz="1200" b="0" i="1" smtClean="0">
                                <a:latin typeface="Cambria Math" panose="02040503050406030204" pitchFamily="18" charset="0"/>
                                <a:ea typeface="Cambria Math" panose="02040503050406030204" pitchFamily="18" charset="0"/>
                              </a:rPr>
                              <m:t>6</m:t>
                            </m:r>
                          </m:sup>
                        </m:sSup>
                      </m:e>
                    </m:d>
                  </m:oMath>
                </a14:m>
                <a:r>
                  <a:rPr lang="en-US" sz="1200" dirty="0"/>
                  <a:t> </a:t>
                </a:r>
                <a:endParaRPr lang="en-GB" sz="1200" dirty="0"/>
              </a:p>
            </p:txBody>
          </p:sp>
        </mc:Choice>
        <mc:Fallback xmlns="">
          <p:sp>
            <p:nvSpPr>
              <p:cNvPr id="27" name="TextBox 26"/>
              <p:cNvSpPr txBox="1">
                <a:spLocks noRot="1" noChangeAspect="1" noMove="1" noResize="1" noEditPoints="1" noAdjustHandles="1" noChangeArrowheads="1" noChangeShapeType="1" noTextEdit="1"/>
              </p:cNvSpPr>
              <p:nvPr/>
            </p:nvSpPr>
            <p:spPr>
              <a:xfrm>
                <a:off x="2521119" y="7952930"/>
                <a:ext cx="1942006" cy="276999"/>
              </a:xfrm>
              <a:prstGeom prst="rect">
                <a:avLst/>
              </a:prstGeom>
              <a:blipFill>
                <a:blip r:embed="rId11"/>
                <a:stretch>
                  <a:fillRect l="-314" b="-20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9" name="TextBox 28"/>
              <p:cNvSpPr txBox="1"/>
              <p:nvPr/>
            </p:nvSpPr>
            <p:spPr>
              <a:xfrm>
                <a:off x="4867679" y="7952930"/>
                <a:ext cx="1913794" cy="276999"/>
              </a:xfrm>
              <a:prstGeom prst="rect">
                <a:avLst/>
              </a:prstGeom>
              <a:noFill/>
            </p:spPr>
            <p:txBody>
              <a:bodyPr wrap="none" rtlCol="0">
                <a:spAutoFit/>
              </a:bodyPr>
              <a:lstStyle/>
              <a:p>
                <a:r>
                  <a:rPr lang="en-US" sz="1200" dirty="0"/>
                  <a:t>f) </a:t>
                </a:r>
                <a14:m>
                  <m:oMath xmlns:m="http://schemas.openxmlformats.org/officeDocument/2006/math">
                    <m:d>
                      <m:dPr>
                        <m:ctrlPr>
                          <a:rPr lang="en-US" sz="1200" i="1">
                            <a:latin typeface="Cambria Math" panose="02040503050406030204" pitchFamily="18" charset="0"/>
                          </a:rPr>
                        </m:ctrlPr>
                      </m:dPr>
                      <m:e>
                        <m:r>
                          <a:rPr lang="en-US" sz="1200" i="1">
                            <a:latin typeface="Cambria Math" panose="02040503050406030204" pitchFamily="18" charset="0"/>
                          </a:rPr>
                          <m:t>2</m:t>
                        </m:r>
                        <m:r>
                          <a:rPr lang="en-US" sz="1200" b="0" i="1" smtClean="0">
                            <a:latin typeface="Cambria Math" panose="02040503050406030204" pitchFamily="18" charset="0"/>
                          </a:rPr>
                          <m:t>.8</m:t>
                        </m:r>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10</m:t>
                            </m:r>
                          </m:e>
                          <m:sup>
                            <m:r>
                              <a:rPr lang="en-GB" sz="1200" b="0" i="1" smtClean="0">
                                <a:latin typeface="Cambria Math" panose="02040503050406030204" pitchFamily="18" charset="0"/>
                                <a:ea typeface="Cambria Math" panose="02040503050406030204" pitchFamily="18" charset="0"/>
                              </a:rPr>
                              <m:t>4</m:t>
                            </m:r>
                          </m:sup>
                        </m:sSup>
                      </m:e>
                    </m:d>
                    <m:r>
                      <a:rPr lang="en-US" sz="1200" i="1">
                        <a:latin typeface="Cambria Math" panose="02040503050406030204" pitchFamily="18" charset="0"/>
                        <a:ea typeface="Cambria Math" panose="02040503050406030204" pitchFamily="18" charset="0"/>
                      </a:rPr>
                      <m:t>×</m:t>
                    </m:r>
                    <m:d>
                      <m:dPr>
                        <m:ctrlPr>
                          <a:rPr lang="en-US" sz="1200" i="1">
                            <a:latin typeface="Cambria Math" panose="02040503050406030204" pitchFamily="18" charset="0"/>
                            <a:ea typeface="Cambria Math" panose="02040503050406030204" pitchFamily="18" charset="0"/>
                          </a:rPr>
                        </m:ctrlPr>
                      </m:dPr>
                      <m:e>
                        <m:r>
                          <a:rPr lang="en-US" sz="1200" b="0" i="1" smtClean="0">
                            <a:latin typeface="Cambria Math" panose="02040503050406030204" pitchFamily="18" charset="0"/>
                            <a:ea typeface="Cambria Math" panose="02040503050406030204" pitchFamily="18" charset="0"/>
                          </a:rPr>
                          <m:t>2</m:t>
                        </m:r>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10</m:t>
                            </m:r>
                          </m:e>
                          <m:sup>
                            <m:r>
                              <a:rPr lang="en-GB" sz="1200" b="0" i="1" smtClean="0">
                                <a:latin typeface="Cambria Math" panose="02040503050406030204" pitchFamily="18" charset="0"/>
                                <a:ea typeface="Cambria Math" panose="02040503050406030204" pitchFamily="18" charset="0"/>
                              </a:rPr>
                              <m:t>9</m:t>
                            </m:r>
                          </m:sup>
                        </m:sSup>
                      </m:e>
                    </m:d>
                  </m:oMath>
                </a14:m>
                <a:r>
                  <a:rPr lang="en-US" sz="1200" dirty="0"/>
                  <a:t> </a:t>
                </a:r>
                <a:endParaRPr lang="en-GB" sz="1200" dirty="0"/>
              </a:p>
            </p:txBody>
          </p:sp>
        </mc:Choice>
        <mc:Fallback xmlns="">
          <p:sp>
            <p:nvSpPr>
              <p:cNvPr id="29" name="TextBox 28"/>
              <p:cNvSpPr txBox="1">
                <a:spLocks noRot="1" noChangeAspect="1" noMove="1" noResize="1" noEditPoints="1" noAdjustHandles="1" noChangeArrowheads="1" noChangeShapeType="1" noTextEdit="1"/>
              </p:cNvSpPr>
              <p:nvPr/>
            </p:nvSpPr>
            <p:spPr>
              <a:xfrm>
                <a:off x="4867679" y="7952930"/>
                <a:ext cx="1913794" cy="276999"/>
              </a:xfrm>
              <a:prstGeom prst="rect">
                <a:avLst/>
              </a:prstGeom>
              <a:blipFill>
                <a:blip r:embed="rId12"/>
                <a:stretch>
                  <a:fillRect l="-319" b="-20000"/>
                </a:stretch>
              </a:blipFill>
            </p:spPr>
            <p:txBody>
              <a:bodyPr/>
              <a:lstStyle/>
              <a:p>
                <a:r>
                  <a:rPr lang="en-GB">
                    <a:noFill/>
                  </a:rPr>
                  <a:t> </a:t>
                </a:r>
              </a:p>
            </p:txBody>
          </p:sp>
        </mc:Fallback>
      </mc:AlternateContent>
      <p:sp>
        <p:nvSpPr>
          <p:cNvPr id="3" name="Rectangle 2">
            <a:extLst>
              <a:ext uri="{FF2B5EF4-FFF2-40B4-BE49-F238E27FC236}">
                <a16:creationId xmlns:a16="http://schemas.microsoft.com/office/drawing/2014/main" id="{70284EE1-11E3-EF12-998B-CB486577D970}"/>
              </a:ext>
            </a:extLst>
          </p:cNvPr>
          <p:cNvSpPr/>
          <p:nvPr/>
        </p:nvSpPr>
        <p:spPr>
          <a:xfrm>
            <a:off x="105968" y="3915101"/>
            <a:ext cx="1072592" cy="431249"/>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100" dirty="0"/>
              <a:t>INDEPENDENT PRACTICE</a:t>
            </a:r>
          </a:p>
        </p:txBody>
      </p:sp>
      <p:sp>
        <p:nvSpPr>
          <p:cNvPr id="7" name="Slide Number Placeholder 6">
            <a:extLst>
              <a:ext uri="{FF2B5EF4-FFF2-40B4-BE49-F238E27FC236}">
                <a16:creationId xmlns:a16="http://schemas.microsoft.com/office/drawing/2014/main" id="{55F840E3-81EC-A47E-B3A9-CC9167BD7C09}"/>
              </a:ext>
            </a:extLst>
          </p:cNvPr>
          <p:cNvSpPr>
            <a:spLocks noGrp="1"/>
          </p:cNvSpPr>
          <p:nvPr>
            <p:ph type="sldNum" sz="quarter" idx="12"/>
          </p:nvPr>
        </p:nvSpPr>
        <p:spPr/>
        <p:txBody>
          <a:bodyPr/>
          <a:lstStyle/>
          <a:p>
            <a:fld id="{DFE403A4-BF53-4A18-A219-2FCD9C5F3F46}" type="slidenum">
              <a:rPr lang="en-GB" smtClean="0"/>
              <a:t>81</a:t>
            </a:fld>
            <a:endParaRPr lang="en-GB"/>
          </a:p>
        </p:txBody>
      </p:sp>
    </p:spTree>
    <p:extLst>
      <p:ext uri="{BB962C8B-B14F-4D97-AF65-F5344CB8AC3E}">
        <p14:creationId xmlns:p14="http://schemas.microsoft.com/office/powerpoint/2010/main" val="362423375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A657E6EB-954B-37B4-76EF-2122D46E848E}"/>
              </a:ext>
            </a:extLst>
          </p:cNvPr>
          <p:cNvGraphicFramePr>
            <a:graphicFrameLocks noGrp="1"/>
          </p:cNvGraphicFramePr>
          <p:nvPr/>
        </p:nvGraphicFramePr>
        <p:xfrm>
          <a:off x="75609" y="4224430"/>
          <a:ext cx="6728805" cy="5468211"/>
        </p:xfrm>
        <a:graphic>
          <a:graphicData uri="http://schemas.openxmlformats.org/drawingml/2006/table">
            <a:tbl>
              <a:tblPr>
                <a:tableStyleId>{5C22544A-7EE6-4342-B048-85BDC9FD1C3A}</a:tableStyleId>
              </a:tblPr>
              <a:tblGrid>
                <a:gridCol w="2242935">
                  <a:extLst>
                    <a:ext uri="{9D8B030D-6E8A-4147-A177-3AD203B41FA5}">
                      <a16:colId xmlns:a16="http://schemas.microsoft.com/office/drawing/2014/main" val="2276465341"/>
                    </a:ext>
                  </a:extLst>
                </a:gridCol>
                <a:gridCol w="2242935">
                  <a:extLst>
                    <a:ext uri="{9D8B030D-6E8A-4147-A177-3AD203B41FA5}">
                      <a16:colId xmlns:a16="http://schemas.microsoft.com/office/drawing/2014/main" val="1611199635"/>
                    </a:ext>
                  </a:extLst>
                </a:gridCol>
                <a:gridCol w="2242935">
                  <a:extLst>
                    <a:ext uri="{9D8B030D-6E8A-4147-A177-3AD203B41FA5}">
                      <a16:colId xmlns:a16="http://schemas.microsoft.com/office/drawing/2014/main" val="232246237"/>
                    </a:ext>
                  </a:extLst>
                </a:gridCol>
              </a:tblGrid>
              <a:tr h="1822737">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51001232"/>
                  </a:ext>
                </a:extLst>
              </a:tr>
              <a:tr h="1822737">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3788269"/>
                  </a:ext>
                </a:extLst>
              </a:tr>
              <a:tr h="1822737">
                <a:tc>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95764158"/>
                  </a:ext>
                </a:extLst>
              </a:tr>
            </a:tbl>
          </a:graphicData>
        </a:graphic>
      </p:graphicFrame>
      <mc:AlternateContent xmlns:mc="http://schemas.openxmlformats.org/markup-compatibility/2006" xmlns:a14="http://schemas.microsoft.com/office/drawing/2010/main">
        <mc:Choice Requires="a14">
          <p:sp>
            <p:nvSpPr>
              <p:cNvPr id="90" name="Rectangle 89"/>
              <p:cNvSpPr/>
              <p:nvPr/>
            </p:nvSpPr>
            <p:spPr>
              <a:xfrm>
                <a:off x="1422603" y="298275"/>
                <a:ext cx="3429000" cy="276999"/>
              </a:xfrm>
              <a:prstGeom prst="rect">
                <a:avLst/>
              </a:prstGeom>
            </p:spPr>
            <p:txBody>
              <a:bodyPr>
                <a:spAutoFit/>
              </a:bodyPr>
              <a:lstStyle/>
              <a:p>
                <a:r>
                  <a:rPr lang="en-US" sz="1200" dirty="0">
                    <a:solidFill>
                      <a:schemeClr val="bg1"/>
                    </a:solidFill>
                  </a:rPr>
                  <a:t>Calculate </a:t>
                </a:r>
                <a14:m>
                  <m:oMath xmlns:m="http://schemas.openxmlformats.org/officeDocument/2006/math">
                    <m:d>
                      <m:dPr>
                        <m:ctrlPr>
                          <a:rPr lang="en-US" sz="1200" i="1">
                            <a:solidFill>
                              <a:schemeClr val="bg1"/>
                            </a:solidFill>
                            <a:latin typeface="Cambria Math" panose="02040503050406030204" pitchFamily="18" charset="0"/>
                          </a:rPr>
                        </m:ctrlPr>
                      </m:dPr>
                      <m:e>
                        <m:r>
                          <a:rPr lang="en-US" sz="1200" i="1">
                            <a:solidFill>
                              <a:schemeClr val="bg1"/>
                            </a:solidFill>
                            <a:latin typeface="Cambria Math" panose="02040503050406030204" pitchFamily="18" charset="0"/>
                          </a:rPr>
                          <m:t>2.4×</m:t>
                        </m:r>
                        <m:sSup>
                          <m:sSupPr>
                            <m:ctrlPr>
                              <a:rPr lang="en-US" sz="1200" i="1">
                                <a:solidFill>
                                  <a:schemeClr val="bg1"/>
                                </a:solidFill>
                                <a:latin typeface="Cambria Math" panose="02040503050406030204" pitchFamily="18" charset="0"/>
                              </a:rPr>
                            </m:ctrlPr>
                          </m:sSupPr>
                          <m:e>
                            <m:r>
                              <a:rPr lang="en-US" sz="1200" i="1">
                                <a:solidFill>
                                  <a:schemeClr val="bg1"/>
                                </a:solidFill>
                                <a:latin typeface="Cambria Math" panose="02040503050406030204" pitchFamily="18" charset="0"/>
                              </a:rPr>
                              <m:t>10</m:t>
                            </m:r>
                          </m:e>
                          <m:sup>
                            <m:r>
                              <a:rPr lang="en-US" sz="1200" i="1">
                                <a:solidFill>
                                  <a:schemeClr val="bg1"/>
                                </a:solidFill>
                                <a:latin typeface="Cambria Math" panose="02040503050406030204" pitchFamily="18" charset="0"/>
                              </a:rPr>
                              <m:t>4</m:t>
                            </m:r>
                          </m:sup>
                        </m:sSup>
                      </m:e>
                    </m:d>
                    <m:r>
                      <a:rPr lang="en-US" sz="1200" i="1">
                        <a:solidFill>
                          <a:schemeClr val="bg1"/>
                        </a:solidFill>
                        <a:latin typeface="Cambria Math" panose="02040503050406030204" pitchFamily="18" charset="0"/>
                      </a:rPr>
                      <m:t>+(1.6×</m:t>
                    </m:r>
                    <m:sSup>
                      <m:sSupPr>
                        <m:ctrlPr>
                          <a:rPr lang="en-US" sz="1200" i="1">
                            <a:solidFill>
                              <a:schemeClr val="bg1"/>
                            </a:solidFill>
                            <a:latin typeface="Cambria Math" panose="02040503050406030204" pitchFamily="18" charset="0"/>
                          </a:rPr>
                        </m:ctrlPr>
                      </m:sSupPr>
                      <m:e>
                        <m:r>
                          <a:rPr lang="en-US" sz="1200" i="1">
                            <a:solidFill>
                              <a:schemeClr val="bg1"/>
                            </a:solidFill>
                            <a:latin typeface="Cambria Math" panose="02040503050406030204" pitchFamily="18" charset="0"/>
                          </a:rPr>
                          <m:t>10</m:t>
                        </m:r>
                      </m:e>
                      <m:sup>
                        <m:r>
                          <a:rPr lang="en-US" sz="1200" i="1">
                            <a:solidFill>
                              <a:schemeClr val="bg1"/>
                            </a:solidFill>
                            <a:latin typeface="Cambria Math" panose="02040503050406030204" pitchFamily="18" charset="0"/>
                          </a:rPr>
                          <m:t>2</m:t>
                        </m:r>
                      </m:sup>
                    </m:sSup>
                    <m:r>
                      <a:rPr lang="en-US" sz="1200" i="1">
                        <a:solidFill>
                          <a:schemeClr val="bg1"/>
                        </a:solidFill>
                        <a:latin typeface="Cambria Math" panose="02040503050406030204" pitchFamily="18" charset="0"/>
                      </a:rPr>
                      <m:t>)</m:t>
                    </m:r>
                  </m:oMath>
                </a14:m>
                <a:endParaRPr lang="en-GB" sz="1200" dirty="0">
                  <a:solidFill>
                    <a:schemeClr val="bg1"/>
                  </a:solidFill>
                </a:endParaRPr>
              </a:p>
            </p:txBody>
          </p:sp>
        </mc:Choice>
        <mc:Fallback xmlns="">
          <p:sp>
            <p:nvSpPr>
              <p:cNvPr id="90" name="Rectangle 89"/>
              <p:cNvSpPr>
                <a:spLocks noRot="1" noChangeAspect="1" noMove="1" noResize="1" noEditPoints="1" noAdjustHandles="1" noChangeArrowheads="1" noChangeShapeType="1" noTextEdit="1"/>
              </p:cNvSpPr>
              <p:nvPr/>
            </p:nvSpPr>
            <p:spPr>
              <a:xfrm>
                <a:off x="1422603" y="298275"/>
                <a:ext cx="3429000" cy="276999"/>
              </a:xfrm>
              <a:prstGeom prst="rect">
                <a:avLst/>
              </a:prstGeom>
              <a:blipFill>
                <a:blip r:embed="rId2"/>
                <a:stretch>
                  <a:fillRect b="-20000"/>
                </a:stretch>
              </a:blipFill>
            </p:spPr>
            <p:txBody>
              <a:bodyPr/>
              <a:lstStyle/>
              <a:p>
                <a:r>
                  <a:rPr lang="en-GB">
                    <a:noFill/>
                  </a:rPr>
                  <a:t> </a:t>
                </a:r>
              </a:p>
            </p:txBody>
          </p:sp>
        </mc:Fallback>
      </mc:AlternateContent>
      <p:sp>
        <p:nvSpPr>
          <p:cNvPr id="93" name="TextBox 92">
            <a:extLst>
              <a:ext uri="{FF2B5EF4-FFF2-40B4-BE49-F238E27FC236}">
                <a16:creationId xmlns:a16="http://schemas.microsoft.com/office/drawing/2014/main" id="{88BE26D3-BD12-8F4B-9608-3EB6530361A1}"/>
              </a:ext>
            </a:extLst>
          </p:cNvPr>
          <p:cNvSpPr txBox="1"/>
          <p:nvPr/>
        </p:nvSpPr>
        <p:spPr>
          <a:xfrm>
            <a:off x="1489002" y="79676"/>
            <a:ext cx="1387409" cy="276999"/>
          </a:xfrm>
          <a:prstGeom prst="rect">
            <a:avLst/>
          </a:prstGeom>
          <a:noFill/>
          <a:ln>
            <a:noFill/>
          </a:ln>
        </p:spPr>
        <p:txBody>
          <a:bodyPr wrap="square" rtlCol="0">
            <a:spAutoFit/>
          </a:bodyPr>
          <a:lstStyle/>
          <a:p>
            <a:r>
              <a:rPr lang="en-GB" sz="1200" b="1" i="1" dirty="0">
                <a:solidFill>
                  <a:srgbClr val="FF0000"/>
                </a:solidFill>
              </a:rPr>
              <a:t>Example 13 - I do…</a:t>
            </a:r>
          </a:p>
        </p:txBody>
      </p:sp>
      <p:sp>
        <p:nvSpPr>
          <p:cNvPr id="94" name="TextBox 93">
            <a:extLst>
              <a:ext uri="{FF2B5EF4-FFF2-40B4-BE49-F238E27FC236}">
                <a16:creationId xmlns:a16="http://schemas.microsoft.com/office/drawing/2014/main" id="{12910BCB-308B-9841-AF03-2F9D2E6E678C}"/>
              </a:ext>
            </a:extLst>
          </p:cNvPr>
          <p:cNvSpPr txBox="1"/>
          <p:nvPr/>
        </p:nvSpPr>
        <p:spPr>
          <a:xfrm>
            <a:off x="3254524" y="80788"/>
            <a:ext cx="1597079" cy="276999"/>
          </a:xfrm>
          <a:prstGeom prst="rect">
            <a:avLst/>
          </a:prstGeom>
          <a:noFill/>
          <a:ln>
            <a:noFill/>
          </a:ln>
        </p:spPr>
        <p:txBody>
          <a:bodyPr wrap="square" rtlCol="0">
            <a:spAutoFit/>
          </a:bodyPr>
          <a:lstStyle/>
          <a:p>
            <a:r>
              <a:rPr lang="en-GB" sz="1200" b="1" i="1" dirty="0">
                <a:solidFill>
                  <a:schemeClr val="accent2"/>
                </a:solidFill>
              </a:rPr>
              <a:t>Example 14 – We do…</a:t>
            </a:r>
          </a:p>
        </p:txBody>
      </p:sp>
      <p:sp>
        <p:nvSpPr>
          <p:cNvPr id="95" name="TextBox 94">
            <a:extLst>
              <a:ext uri="{FF2B5EF4-FFF2-40B4-BE49-F238E27FC236}">
                <a16:creationId xmlns:a16="http://schemas.microsoft.com/office/drawing/2014/main" id="{12910BCB-308B-9841-AF03-2F9D2E6E678C}"/>
              </a:ext>
            </a:extLst>
          </p:cNvPr>
          <p:cNvSpPr txBox="1"/>
          <p:nvPr/>
        </p:nvSpPr>
        <p:spPr>
          <a:xfrm>
            <a:off x="5109559" y="79676"/>
            <a:ext cx="1621486" cy="274468"/>
          </a:xfrm>
          <a:prstGeom prst="rect">
            <a:avLst/>
          </a:prstGeom>
          <a:noFill/>
          <a:ln>
            <a:noFill/>
          </a:ln>
        </p:spPr>
        <p:txBody>
          <a:bodyPr wrap="square" rtlCol="0">
            <a:spAutoFit/>
          </a:bodyPr>
          <a:lstStyle/>
          <a:p>
            <a:r>
              <a:rPr lang="en-GB" sz="1200" b="1" i="1" dirty="0">
                <a:solidFill>
                  <a:srgbClr val="00B050"/>
                </a:solidFill>
              </a:rPr>
              <a:t>Example 15 – You do…</a:t>
            </a:r>
          </a:p>
        </p:txBody>
      </p:sp>
      <p:sp>
        <p:nvSpPr>
          <p:cNvPr id="100" name="TextBox 99">
            <a:extLst>
              <a:ext uri="{FF2B5EF4-FFF2-40B4-BE49-F238E27FC236}">
                <a16:creationId xmlns:a16="http://schemas.microsoft.com/office/drawing/2014/main" id="{CE9FBB5A-1D0D-CA46-A58D-FF02AAE81564}"/>
              </a:ext>
            </a:extLst>
          </p:cNvPr>
          <p:cNvSpPr txBox="1"/>
          <p:nvPr/>
        </p:nvSpPr>
        <p:spPr>
          <a:xfrm>
            <a:off x="1248720" y="3883986"/>
            <a:ext cx="4139659" cy="276999"/>
          </a:xfrm>
          <a:prstGeom prst="rect">
            <a:avLst/>
          </a:prstGeom>
          <a:noFill/>
        </p:spPr>
        <p:txBody>
          <a:bodyPr wrap="none" lIns="91440" tIns="45720" rIns="91440" bIns="45720" rtlCol="0" anchor="t">
            <a:spAutoFit/>
          </a:bodyPr>
          <a:lstStyle/>
          <a:p>
            <a:r>
              <a:rPr lang="en-GB" sz="1200" dirty="0"/>
              <a:t>10. Calculate the following, give your answers in standard form.</a:t>
            </a:r>
          </a:p>
        </p:txBody>
      </p:sp>
      <mc:AlternateContent xmlns:mc="http://schemas.openxmlformats.org/markup-compatibility/2006" xmlns:a14="http://schemas.microsoft.com/office/drawing/2010/main">
        <mc:Choice Requires="a14">
          <p:graphicFrame>
            <p:nvGraphicFramePr>
              <p:cNvPr id="8" name="Table 7"/>
              <p:cNvGraphicFramePr>
                <a:graphicFrameLocks noGrp="1"/>
              </p:cNvGraphicFramePr>
              <p:nvPr/>
            </p:nvGraphicFramePr>
            <p:xfrm>
              <a:off x="102680" y="385777"/>
              <a:ext cx="6701735" cy="3226738"/>
            </p:xfrm>
            <a:graphic>
              <a:graphicData uri="http://schemas.openxmlformats.org/drawingml/2006/table">
                <a:tbl>
                  <a:tblPr firstRow="1" bandRow="1">
                    <a:tableStyleId>{5C22544A-7EE6-4342-B048-85BDC9FD1C3A}</a:tableStyleId>
                  </a:tblPr>
                  <a:tblGrid>
                    <a:gridCol w="1156277">
                      <a:extLst>
                        <a:ext uri="{9D8B030D-6E8A-4147-A177-3AD203B41FA5}">
                          <a16:colId xmlns:a16="http://schemas.microsoft.com/office/drawing/2014/main" val="2581865204"/>
                        </a:ext>
                      </a:extLst>
                    </a:gridCol>
                    <a:gridCol w="1848486">
                      <a:extLst>
                        <a:ext uri="{9D8B030D-6E8A-4147-A177-3AD203B41FA5}">
                          <a16:colId xmlns:a16="http://schemas.microsoft.com/office/drawing/2014/main" val="752551682"/>
                        </a:ext>
                      </a:extLst>
                    </a:gridCol>
                    <a:gridCol w="1848486">
                      <a:extLst>
                        <a:ext uri="{9D8B030D-6E8A-4147-A177-3AD203B41FA5}">
                          <a16:colId xmlns:a16="http://schemas.microsoft.com/office/drawing/2014/main" val="2867986263"/>
                        </a:ext>
                      </a:extLst>
                    </a:gridCol>
                    <a:gridCol w="1848486">
                      <a:extLst>
                        <a:ext uri="{9D8B030D-6E8A-4147-A177-3AD203B41FA5}">
                          <a16:colId xmlns:a16="http://schemas.microsoft.com/office/drawing/2014/main" val="4164757680"/>
                        </a:ext>
                      </a:extLst>
                    </a:gridCol>
                  </a:tblGrid>
                  <a:tr h="309547">
                    <a:tc>
                      <a:txBody>
                        <a:bodyPr/>
                        <a:lstStyle/>
                        <a:p>
                          <a:pPr algn="ctr"/>
                          <a:r>
                            <a:rPr lang="en-US" sz="1200" b="1" dirty="0">
                              <a:solidFill>
                                <a:schemeClr val="tx1"/>
                              </a:solidFill>
                            </a:rPr>
                            <a:t>Steps</a:t>
                          </a:r>
                          <a:endParaRPr lang="en-GB" sz="12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100" b="1" dirty="0">
                              <a:solidFill>
                                <a:schemeClr val="tx1"/>
                              </a:solidFill>
                            </a:rPr>
                            <a:t> Calculate the following, leave your answer in standard form.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GB"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GB"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11226856"/>
                      </a:ext>
                    </a:extLst>
                  </a:tr>
                  <a:tr h="905511">
                    <a:tc>
                      <a:txBody>
                        <a:bodyPr/>
                        <a:lstStyle/>
                        <a:p>
                          <a:r>
                            <a:rPr lang="en-GB" sz="1200" dirty="0">
                              <a:solidFill>
                                <a:schemeClr val="tx1"/>
                              </a:solidFill>
                            </a:rPr>
                            <a:t>1) Use the associative law to regroup the calculation.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a14:m>
                            <m:oMathPara xmlns:m="http://schemas.openxmlformats.org/officeDocument/2006/math">
                              <m:oMathParaPr>
                                <m:jc m:val="centerGroup"/>
                              </m:oMathParaPr>
                              <m:oMath xmlns:m="http://schemas.openxmlformats.org/officeDocument/2006/math">
                                <m:d>
                                  <m:dPr>
                                    <m:ctrlPr>
                                      <a:rPr lang="en-US" sz="1200" b="0" i="1" baseline="0" smtClean="0">
                                        <a:solidFill>
                                          <a:schemeClr val="tx1"/>
                                        </a:solidFill>
                                        <a:latin typeface="Cambria Math" panose="02040503050406030204" pitchFamily="18" charset="0"/>
                                      </a:rPr>
                                    </m:ctrlPr>
                                  </m:dPr>
                                  <m:e>
                                    <m:r>
                                      <a:rPr lang="en-US" sz="1200" b="0" i="1" baseline="0" smtClean="0">
                                        <a:solidFill>
                                          <a:schemeClr val="tx1"/>
                                        </a:solidFill>
                                        <a:latin typeface="Cambria Math" panose="02040503050406030204" pitchFamily="18" charset="0"/>
                                      </a:rPr>
                                      <m:t>2</m:t>
                                    </m:r>
                                    <m:r>
                                      <a:rPr lang="en-US" sz="1200" b="0" i="1" baseline="0" smtClean="0">
                                        <a:solidFill>
                                          <a:schemeClr val="tx1"/>
                                        </a:solidFill>
                                        <a:latin typeface="Cambria Math" panose="02040503050406030204" pitchFamily="18" charset="0"/>
                                        <a:ea typeface="Cambria Math" panose="02040503050406030204" pitchFamily="18" charset="0"/>
                                      </a:rPr>
                                      <m:t>×</m:t>
                                    </m:r>
                                    <m:sSup>
                                      <m:sSupPr>
                                        <m:ctrlPr>
                                          <a:rPr lang="en-US" sz="1200" b="0" i="1" baseline="0" smtClean="0">
                                            <a:solidFill>
                                              <a:schemeClr val="tx1"/>
                                            </a:solidFill>
                                            <a:latin typeface="Cambria Math" panose="02040503050406030204" pitchFamily="18" charset="0"/>
                                            <a:ea typeface="Cambria Math" panose="02040503050406030204" pitchFamily="18" charset="0"/>
                                          </a:rPr>
                                        </m:ctrlPr>
                                      </m:sSupPr>
                                      <m:e>
                                        <m:r>
                                          <a:rPr lang="en-US" sz="1200" b="0" i="1" baseline="0" smtClean="0">
                                            <a:solidFill>
                                              <a:schemeClr val="tx1"/>
                                            </a:solidFill>
                                            <a:latin typeface="Cambria Math" panose="02040503050406030204" pitchFamily="18" charset="0"/>
                                            <a:ea typeface="Cambria Math" panose="02040503050406030204" pitchFamily="18" charset="0"/>
                                          </a:rPr>
                                          <m:t>10</m:t>
                                        </m:r>
                                      </m:e>
                                      <m:sup>
                                        <m:r>
                                          <a:rPr lang="en-US" sz="1200" b="0" i="1" baseline="0" smtClean="0">
                                            <a:solidFill>
                                              <a:schemeClr val="tx1"/>
                                            </a:solidFill>
                                            <a:latin typeface="Cambria Math" panose="02040503050406030204" pitchFamily="18" charset="0"/>
                                            <a:ea typeface="Cambria Math" panose="02040503050406030204" pitchFamily="18" charset="0"/>
                                          </a:rPr>
                                          <m:t>2</m:t>
                                        </m:r>
                                      </m:sup>
                                    </m:sSup>
                                  </m:e>
                                </m:d>
                                <m:r>
                                  <a:rPr lang="en-US" sz="1200" b="0" i="1" baseline="0" smtClean="0">
                                    <a:solidFill>
                                      <a:schemeClr val="tx1"/>
                                    </a:solidFill>
                                    <a:latin typeface="Cambria Math" panose="02040503050406030204" pitchFamily="18" charset="0"/>
                                    <a:ea typeface="Cambria Math" panose="02040503050406030204" pitchFamily="18" charset="0"/>
                                  </a:rPr>
                                  <m:t>×</m:t>
                                </m:r>
                                <m:d>
                                  <m:dPr>
                                    <m:ctrlPr>
                                      <a:rPr lang="en-US" sz="1200" b="0" i="1" baseline="0" smtClean="0">
                                        <a:solidFill>
                                          <a:schemeClr val="tx1"/>
                                        </a:solidFill>
                                        <a:latin typeface="Cambria Math" panose="02040503050406030204" pitchFamily="18" charset="0"/>
                                        <a:ea typeface="Cambria Math" panose="02040503050406030204" pitchFamily="18" charset="0"/>
                                      </a:rPr>
                                    </m:ctrlPr>
                                  </m:dPr>
                                  <m:e>
                                    <m:r>
                                      <a:rPr lang="en-GB" sz="1200" b="0" i="1" baseline="0" smtClean="0">
                                        <a:solidFill>
                                          <a:schemeClr val="tx1"/>
                                        </a:solidFill>
                                        <a:latin typeface="Cambria Math" panose="02040503050406030204" pitchFamily="18" charset="0"/>
                                        <a:ea typeface="Cambria Math" panose="02040503050406030204" pitchFamily="18" charset="0"/>
                                      </a:rPr>
                                      <m:t>1.5</m:t>
                                    </m:r>
                                    <m:r>
                                      <a:rPr lang="en-US" sz="1200" b="0" i="1" baseline="0" smtClean="0">
                                        <a:solidFill>
                                          <a:schemeClr val="tx1"/>
                                        </a:solidFill>
                                        <a:latin typeface="Cambria Math" panose="02040503050406030204" pitchFamily="18" charset="0"/>
                                        <a:ea typeface="Cambria Math" panose="02040503050406030204" pitchFamily="18" charset="0"/>
                                      </a:rPr>
                                      <m:t>×</m:t>
                                    </m:r>
                                    <m:sSup>
                                      <m:sSupPr>
                                        <m:ctrlPr>
                                          <a:rPr lang="en-US" sz="1200" b="0" i="1" baseline="0" smtClean="0">
                                            <a:solidFill>
                                              <a:schemeClr val="tx1"/>
                                            </a:solidFill>
                                            <a:latin typeface="Cambria Math" panose="02040503050406030204" pitchFamily="18" charset="0"/>
                                            <a:ea typeface="Cambria Math" panose="02040503050406030204" pitchFamily="18" charset="0"/>
                                          </a:rPr>
                                        </m:ctrlPr>
                                      </m:sSupPr>
                                      <m:e>
                                        <m:r>
                                          <a:rPr lang="en-US" sz="1200" b="0" i="1" baseline="0" smtClean="0">
                                            <a:solidFill>
                                              <a:schemeClr val="tx1"/>
                                            </a:solidFill>
                                            <a:latin typeface="Cambria Math" panose="02040503050406030204" pitchFamily="18" charset="0"/>
                                            <a:ea typeface="Cambria Math" panose="02040503050406030204" pitchFamily="18" charset="0"/>
                                          </a:rPr>
                                          <m:t>10</m:t>
                                        </m:r>
                                      </m:e>
                                      <m:sup>
                                        <m:r>
                                          <a:rPr lang="en-US" sz="1200" b="0" i="1" baseline="0" smtClean="0">
                                            <a:solidFill>
                                              <a:schemeClr val="tx1"/>
                                            </a:solidFill>
                                            <a:latin typeface="Cambria Math" panose="02040503050406030204" pitchFamily="18" charset="0"/>
                                            <a:ea typeface="Cambria Math" panose="02040503050406030204" pitchFamily="18" charset="0"/>
                                          </a:rPr>
                                          <m:t>−4</m:t>
                                        </m:r>
                                      </m:sup>
                                    </m:sSup>
                                  </m:e>
                                </m:d>
                              </m:oMath>
                            </m:oMathPara>
                          </a14:m>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a14:m>
                            <m:oMathPara xmlns:m="http://schemas.openxmlformats.org/officeDocument/2006/math">
                              <m:oMathParaPr>
                                <m:jc m:val="centerGroup"/>
                              </m:oMathParaPr>
                              <m:oMath xmlns:m="http://schemas.openxmlformats.org/officeDocument/2006/math">
                                <m:d>
                                  <m:dPr>
                                    <m:ctrlPr>
                                      <a:rPr lang="en-US" sz="1200" b="0" i="1" baseline="0" smtClean="0">
                                        <a:solidFill>
                                          <a:schemeClr val="tx1"/>
                                        </a:solidFill>
                                        <a:latin typeface="Cambria Math" panose="02040503050406030204" pitchFamily="18" charset="0"/>
                                      </a:rPr>
                                    </m:ctrlPr>
                                  </m:dPr>
                                  <m:e>
                                    <m:r>
                                      <a:rPr lang="en-US" sz="1200" b="0" i="1" baseline="0" smtClean="0">
                                        <a:solidFill>
                                          <a:schemeClr val="tx1"/>
                                        </a:solidFill>
                                        <a:latin typeface="Cambria Math" panose="02040503050406030204" pitchFamily="18" charset="0"/>
                                      </a:rPr>
                                      <m:t>3</m:t>
                                    </m:r>
                                    <m:r>
                                      <a:rPr lang="en-US" sz="1200" b="0" i="1" baseline="0" smtClean="0">
                                        <a:solidFill>
                                          <a:schemeClr val="tx1"/>
                                        </a:solidFill>
                                        <a:latin typeface="Cambria Math" panose="02040503050406030204" pitchFamily="18" charset="0"/>
                                        <a:ea typeface="Cambria Math" panose="02040503050406030204" pitchFamily="18" charset="0"/>
                                      </a:rPr>
                                      <m:t>×</m:t>
                                    </m:r>
                                    <m:sSup>
                                      <m:sSupPr>
                                        <m:ctrlPr>
                                          <a:rPr lang="en-US" sz="1200" b="0" i="1" baseline="0" smtClean="0">
                                            <a:solidFill>
                                              <a:schemeClr val="tx1"/>
                                            </a:solidFill>
                                            <a:latin typeface="Cambria Math" panose="02040503050406030204" pitchFamily="18" charset="0"/>
                                            <a:ea typeface="Cambria Math" panose="02040503050406030204" pitchFamily="18" charset="0"/>
                                          </a:rPr>
                                        </m:ctrlPr>
                                      </m:sSupPr>
                                      <m:e>
                                        <m:r>
                                          <a:rPr lang="en-US" sz="1200" b="0" i="1" baseline="0" smtClean="0">
                                            <a:solidFill>
                                              <a:schemeClr val="tx1"/>
                                            </a:solidFill>
                                            <a:latin typeface="Cambria Math" panose="02040503050406030204" pitchFamily="18" charset="0"/>
                                            <a:ea typeface="Cambria Math" panose="02040503050406030204" pitchFamily="18" charset="0"/>
                                          </a:rPr>
                                          <m:t>10</m:t>
                                        </m:r>
                                      </m:e>
                                      <m:sup>
                                        <m:r>
                                          <a:rPr lang="en-US" sz="1200" b="0" i="1" baseline="0" smtClean="0">
                                            <a:solidFill>
                                              <a:schemeClr val="tx1"/>
                                            </a:solidFill>
                                            <a:latin typeface="Cambria Math" panose="02040503050406030204" pitchFamily="18" charset="0"/>
                                            <a:ea typeface="Cambria Math" panose="02040503050406030204" pitchFamily="18" charset="0"/>
                                          </a:rPr>
                                          <m:t>−2</m:t>
                                        </m:r>
                                      </m:sup>
                                    </m:sSup>
                                  </m:e>
                                </m:d>
                                <m:r>
                                  <a:rPr lang="en-US" sz="1200" b="0" i="1" baseline="0" smtClean="0">
                                    <a:solidFill>
                                      <a:schemeClr val="tx1"/>
                                    </a:solidFill>
                                    <a:latin typeface="Cambria Math" panose="02040503050406030204" pitchFamily="18" charset="0"/>
                                    <a:ea typeface="Cambria Math" panose="02040503050406030204" pitchFamily="18" charset="0"/>
                                  </a:rPr>
                                  <m:t>×</m:t>
                                </m:r>
                                <m:d>
                                  <m:dPr>
                                    <m:ctrlPr>
                                      <a:rPr lang="en-US" sz="1200" b="0" i="1" baseline="0" smtClean="0">
                                        <a:solidFill>
                                          <a:schemeClr val="tx1"/>
                                        </a:solidFill>
                                        <a:latin typeface="Cambria Math" panose="02040503050406030204" pitchFamily="18" charset="0"/>
                                        <a:ea typeface="Cambria Math" panose="02040503050406030204" pitchFamily="18" charset="0"/>
                                      </a:rPr>
                                    </m:ctrlPr>
                                  </m:dPr>
                                  <m:e>
                                    <m:r>
                                      <a:rPr lang="en-US" sz="1200" b="0" i="1" baseline="0" smtClean="0">
                                        <a:solidFill>
                                          <a:schemeClr val="tx1"/>
                                        </a:solidFill>
                                        <a:latin typeface="Cambria Math" panose="02040503050406030204" pitchFamily="18" charset="0"/>
                                        <a:ea typeface="Cambria Math" panose="02040503050406030204" pitchFamily="18" charset="0"/>
                                      </a:rPr>
                                      <m:t>3×</m:t>
                                    </m:r>
                                    <m:sSup>
                                      <m:sSupPr>
                                        <m:ctrlPr>
                                          <a:rPr lang="en-US" sz="1200" b="0" i="1" baseline="0" smtClean="0">
                                            <a:solidFill>
                                              <a:schemeClr val="tx1"/>
                                            </a:solidFill>
                                            <a:latin typeface="Cambria Math" panose="02040503050406030204" pitchFamily="18" charset="0"/>
                                            <a:ea typeface="Cambria Math" panose="02040503050406030204" pitchFamily="18" charset="0"/>
                                          </a:rPr>
                                        </m:ctrlPr>
                                      </m:sSupPr>
                                      <m:e>
                                        <m:r>
                                          <a:rPr lang="en-US" sz="1200" b="0" i="1" baseline="0" smtClean="0">
                                            <a:solidFill>
                                              <a:schemeClr val="tx1"/>
                                            </a:solidFill>
                                            <a:latin typeface="Cambria Math" panose="02040503050406030204" pitchFamily="18" charset="0"/>
                                            <a:ea typeface="Cambria Math" panose="02040503050406030204" pitchFamily="18" charset="0"/>
                                          </a:rPr>
                                          <m:t>10</m:t>
                                        </m:r>
                                      </m:e>
                                      <m:sup>
                                        <m:r>
                                          <a:rPr lang="en-GB" sz="1200" b="0" i="1" baseline="0" smtClean="0">
                                            <a:solidFill>
                                              <a:schemeClr val="tx1"/>
                                            </a:solidFill>
                                            <a:latin typeface="Cambria Math" panose="02040503050406030204" pitchFamily="18" charset="0"/>
                                            <a:ea typeface="Cambria Math" panose="02040503050406030204" pitchFamily="18" charset="0"/>
                                          </a:rPr>
                                          <m:t>6</m:t>
                                        </m:r>
                                      </m:sup>
                                    </m:sSup>
                                  </m:e>
                                </m:d>
                              </m:oMath>
                            </m:oMathPara>
                          </a14:m>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a14:m>
                            <m:oMathPara xmlns:m="http://schemas.openxmlformats.org/officeDocument/2006/math">
                              <m:oMathParaPr>
                                <m:jc m:val="centerGroup"/>
                              </m:oMathParaPr>
                              <m:oMath xmlns:m="http://schemas.openxmlformats.org/officeDocument/2006/math">
                                <m:d>
                                  <m:dPr>
                                    <m:ctrlPr>
                                      <a:rPr lang="en-US" sz="1200" b="0" i="1" baseline="0" smtClean="0">
                                        <a:solidFill>
                                          <a:schemeClr val="tx1"/>
                                        </a:solidFill>
                                        <a:latin typeface="Cambria Math" panose="02040503050406030204" pitchFamily="18" charset="0"/>
                                      </a:rPr>
                                    </m:ctrlPr>
                                  </m:dPr>
                                  <m:e>
                                    <m:r>
                                      <a:rPr lang="en-US" sz="1200" b="0" i="1" baseline="0" smtClean="0">
                                        <a:solidFill>
                                          <a:schemeClr val="tx1"/>
                                        </a:solidFill>
                                        <a:latin typeface="Cambria Math" panose="02040503050406030204" pitchFamily="18" charset="0"/>
                                      </a:rPr>
                                      <m:t>2</m:t>
                                    </m:r>
                                    <m:r>
                                      <a:rPr lang="en-US" sz="1200" b="0" i="1" baseline="0" smtClean="0">
                                        <a:solidFill>
                                          <a:schemeClr val="tx1"/>
                                        </a:solidFill>
                                        <a:latin typeface="Cambria Math" panose="02040503050406030204" pitchFamily="18" charset="0"/>
                                        <a:ea typeface="Cambria Math" panose="02040503050406030204" pitchFamily="18" charset="0"/>
                                      </a:rPr>
                                      <m:t>×</m:t>
                                    </m:r>
                                    <m:sSup>
                                      <m:sSupPr>
                                        <m:ctrlPr>
                                          <a:rPr lang="en-US" sz="1200" b="0" i="1" baseline="0" smtClean="0">
                                            <a:solidFill>
                                              <a:schemeClr val="tx1"/>
                                            </a:solidFill>
                                            <a:latin typeface="Cambria Math" panose="02040503050406030204" pitchFamily="18" charset="0"/>
                                            <a:ea typeface="Cambria Math" panose="02040503050406030204" pitchFamily="18" charset="0"/>
                                          </a:rPr>
                                        </m:ctrlPr>
                                      </m:sSupPr>
                                      <m:e>
                                        <m:r>
                                          <a:rPr lang="en-US" sz="1200" b="0" i="1" baseline="0" smtClean="0">
                                            <a:solidFill>
                                              <a:schemeClr val="tx1"/>
                                            </a:solidFill>
                                            <a:latin typeface="Cambria Math" panose="02040503050406030204" pitchFamily="18" charset="0"/>
                                            <a:ea typeface="Cambria Math" panose="02040503050406030204" pitchFamily="18" charset="0"/>
                                          </a:rPr>
                                          <m:t>10</m:t>
                                        </m:r>
                                      </m:e>
                                      <m:sup>
                                        <m:r>
                                          <a:rPr lang="en-US" sz="1200" b="0" i="1" baseline="0" smtClean="0">
                                            <a:solidFill>
                                              <a:schemeClr val="tx1"/>
                                            </a:solidFill>
                                            <a:latin typeface="Cambria Math" panose="02040503050406030204" pitchFamily="18" charset="0"/>
                                            <a:ea typeface="Cambria Math" panose="02040503050406030204" pitchFamily="18" charset="0"/>
                                          </a:rPr>
                                          <m:t>−3</m:t>
                                        </m:r>
                                      </m:sup>
                                    </m:sSup>
                                  </m:e>
                                </m:d>
                                <m:r>
                                  <a:rPr lang="en-US" sz="1200" b="0" i="1" baseline="0" smtClean="0">
                                    <a:solidFill>
                                      <a:schemeClr val="tx1"/>
                                    </a:solidFill>
                                    <a:latin typeface="Cambria Math" panose="02040503050406030204" pitchFamily="18" charset="0"/>
                                    <a:ea typeface="Cambria Math" panose="02040503050406030204" pitchFamily="18" charset="0"/>
                                  </a:rPr>
                                  <m:t>×</m:t>
                                </m:r>
                                <m:d>
                                  <m:dPr>
                                    <m:ctrlPr>
                                      <a:rPr lang="en-US" sz="1200" b="0" i="1" baseline="0" smtClean="0">
                                        <a:solidFill>
                                          <a:schemeClr val="tx1"/>
                                        </a:solidFill>
                                        <a:latin typeface="Cambria Math" panose="02040503050406030204" pitchFamily="18" charset="0"/>
                                        <a:ea typeface="Cambria Math" panose="02040503050406030204" pitchFamily="18" charset="0"/>
                                      </a:rPr>
                                    </m:ctrlPr>
                                  </m:dPr>
                                  <m:e>
                                    <m:r>
                                      <a:rPr lang="en-US" sz="1200" b="0" i="1" baseline="0" smtClean="0">
                                        <a:solidFill>
                                          <a:schemeClr val="tx1"/>
                                        </a:solidFill>
                                        <a:latin typeface="Cambria Math" panose="02040503050406030204" pitchFamily="18" charset="0"/>
                                        <a:ea typeface="Cambria Math" panose="02040503050406030204" pitchFamily="18" charset="0"/>
                                      </a:rPr>
                                      <m:t>4×</m:t>
                                    </m:r>
                                    <m:sSup>
                                      <m:sSupPr>
                                        <m:ctrlPr>
                                          <a:rPr lang="en-US" sz="1200" b="0" i="1" baseline="0" smtClean="0">
                                            <a:solidFill>
                                              <a:schemeClr val="tx1"/>
                                            </a:solidFill>
                                            <a:latin typeface="Cambria Math" panose="02040503050406030204" pitchFamily="18" charset="0"/>
                                            <a:ea typeface="Cambria Math" panose="02040503050406030204" pitchFamily="18" charset="0"/>
                                          </a:rPr>
                                        </m:ctrlPr>
                                      </m:sSupPr>
                                      <m:e>
                                        <m:r>
                                          <a:rPr lang="en-US" sz="1200" b="0" i="1" baseline="0" smtClean="0">
                                            <a:solidFill>
                                              <a:schemeClr val="tx1"/>
                                            </a:solidFill>
                                            <a:latin typeface="Cambria Math" panose="02040503050406030204" pitchFamily="18" charset="0"/>
                                            <a:ea typeface="Cambria Math" panose="02040503050406030204" pitchFamily="18" charset="0"/>
                                          </a:rPr>
                                          <m:t>10</m:t>
                                        </m:r>
                                      </m:e>
                                      <m:sup>
                                        <m:r>
                                          <a:rPr lang="en-US" sz="1200" b="0" i="1" baseline="0" smtClean="0">
                                            <a:solidFill>
                                              <a:schemeClr val="tx1"/>
                                            </a:solidFill>
                                            <a:latin typeface="Cambria Math" panose="02040503050406030204" pitchFamily="18" charset="0"/>
                                            <a:ea typeface="Cambria Math" panose="02040503050406030204" pitchFamily="18" charset="0"/>
                                          </a:rPr>
                                          <m:t>5</m:t>
                                        </m:r>
                                      </m:sup>
                                    </m:sSup>
                                  </m:e>
                                </m:d>
                              </m:oMath>
                            </m:oMathPara>
                          </a14:m>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57307370"/>
                      </a:ext>
                    </a:extLst>
                  </a:tr>
                  <a:tr h="734471">
                    <a:tc>
                      <a:txBody>
                        <a:bodyPr/>
                        <a:lstStyle/>
                        <a:p>
                          <a:r>
                            <a:rPr lang="en-US" sz="1200" dirty="0">
                              <a:solidFill>
                                <a:schemeClr val="tx1"/>
                              </a:solidFill>
                            </a:rPr>
                            <a:t>2) Multiply the numbers without the indices and the powers of 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39134286"/>
                      </a:ext>
                    </a:extLst>
                  </a:tr>
                  <a:tr h="970276">
                    <a:tc>
                      <a:txBody>
                        <a:bodyPr/>
                        <a:lstStyle/>
                        <a:p>
                          <a:r>
                            <a:rPr lang="en-GB" sz="1200" dirty="0">
                              <a:solidFill>
                                <a:schemeClr val="tx1"/>
                              </a:solidFill>
                            </a:rPr>
                            <a:t>3) Check if the answer is in standard form and adjust if necessary.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24983379"/>
                      </a:ext>
                    </a:extLst>
                  </a:tr>
                </a:tbl>
              </a:graphicData>
            </a:graphic>
          </p:graphicFrame>
        </mc:Choice>
        <mc:Fallback xmlns="">
          <p:graphicFrame>
            <p:nvGraphicFramePr>
              <p:cNvPr id="8" name="Table 7"/>
              <p:cNvGraphicFramePr>
                <a:graphicFrameLocks noGrp="1"/>
              </p:cNvGraphicFramePr>
              <p:nvPr>
                <p:extLst>
                  <p:ext uri="{D42A27DB-BD31-4B8C-83A1-F6EECF244321}">
                    <p14:modId xmlns:p14="http://schemas.microsoft.com/office/powerpoint/2010/main" val="3311660675"/>
                  </p:ext>
                </p:extLst>
              </p:nvPr>
            </p:nvGraphicFramePr>
            <p:xfrm>
              <a:off x="102680" y="385777"/>
              <a:ext cx="6701735" cy="3226738"/>
            </p:xfrm>
            <a:graphic>
              <a:graphicData uri="http://schemas.openxmlformats.org/drawingml/2006/table">
                <a:tbl>
                  <a:tblPr firstRow="1" bandRow="1">
                    <a:tableStyleId>{5C22544A-7EE6-4342-B048-85BDC9FD1C3A}</a:tableStyleId>
                  </a:tblPr>
                  <a:tblGrid>
                    <a:gridCol w="1156277">
                      <a:extLst>
                        <a:ext uri="{9D8B030D-6E8A-4147-A177-3AD203B41FA5}">
                          <a16:colId xmlns:a16="http://schemas.microsoft.com/office/drawing/2014/main" val="2581865204"/>
                        </a:ext>
                      </a:extLst>
                    </a:gridCol>
                    <a:gridCol w="1848486">
                      <a:extLst>
                        <a:ext uri="{9D8B030D-6E8A-4147-A177-3AD203B41FA5}">
                          <a16:colId xmlns:a16="http://schemas.microsoft.com/office/drawing/2014/main" val="752551682"/>
                        </a:ext>
                      </a:extLst>
                    </a:gridCol>
                    <a:gridCol w="1848486">
                      <a:extLst>
                        <a:ext uri="{9D8B030D-6E8A-4147-A177-3AD203B41FA5}">
                          <a16:colId xmlns:a16="http://schemas.microsoft.com/office/drawing/2014/main" val="2867986263"/>
                        </a:ext>
                      </a:extLst>
                    </a:gridCol>
                    <a:gridCol w="1848486">
                      <a:extLst>
                        <a:ext uri="{9D8B030D-6E8A-4147-A177-3AD203B41FA5}">
                          <a16:colId xmlns:a16="http://schemas.microsoft.com/office/drawing/2014/main" val="4164757680"/>
                        </a:ext>
                      </a:extLst>
                    </a:gridCol>
                  </a:tblGrid>
                  <a:tr h="309547">
                    <a:tc>
                      <a:txBody>
                        <a:bodyPr/>
                        <a:lstStyle/>
                        <a:p>
                          <a:pPr algn="ctr"/>
                          <a:r>
                            <a:rPr lang="en-US" sz="1200" b="1" dirty="0">
                              <a:solidFill>
                                <a:schemeClr val="tx1"/>
                              </a:solidFill>
                            </a:rPr>
                            <a:t>Steps</a:t>
                          </a:r>
                          <a:endParaRPr lang="en-GB" sz="12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100" b="1" dirty="0">
                              <a:solidFill>
                                <a:schemeClr val="tx1"/>
                              </a:solidFill>
                            </a:rPr>
                            <a:t> Calculate the following, leave your answer in standard form.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GB"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GB"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11226856"/>
                      </a:ext>
                    </a:extLst>
                  </a:tr>
                  <a:tr h="905511">
                    <a:tc>
                      <a:txBody>
                        <a:bodyPr/>
                        <a:lstStyle/>
                        <a:p>
                          <a:r>
                            <a:rPr lang="en-GB" sz="1200" dirty="0">
                              <a:solidFill>
                                <a:schemeClr val="tx1"/>
                              </a:solidFill>
                            </a:rPr>
                            <a:t>1) Use the associative law to regroup the calculation.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62829" t="-10856" r="-200329" b="-1670"/>
                          </a:stretch>
                        </a:blipFill>
                      </a:tcPr>
                    </a:tc>
                    <a:tc rowSpan="3">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63366" t="-10856" r="-100990" b="-1670"/>
                          </a:stretch>
                        </a:blipFill>
                      </a:tcPr>
                    </a:tc>
                    <a:tc rowSpan="3">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62500" t="-10856" r="-658" b="-1670"/>
                          </a:stretch>
                        </a:blipFill>
                      </a:tcPr>
                    </a:tc>
                    <a:extLst>
                      <a:ext uri="{0D108BD9-81ED-4DB2-BD59-A6C34878D82A}">
                        <a16:rowId xmlns:a16="http://schemas.microsoft.com/office/drawing/2014/main" val="2657307370"/>
                      </a:ext>
                    </a:extLst>
                  </a:tr>
                  <a:tr h="1005840">
                    <a:tc>
                      <a:txBody>
                        <a:bodyPr/>
                        <a:lstStyle/>
                        <a:p>
                          <a:r>
                            <a:rPr lang="en-US" sz="1200" dirty="0">
                              <a:solidFill>
                                <a:schemeClr val="tx1"/>
                              </a:solidFill>
                            </a:rPr>
                            <a:t>2) Multiply the numbers without the indices and the powers of 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39134286"/>
                      </a:ext>
                    </a:extLst>
                  </a:tr>
                  <a:tr h="1005840">
                    <a:tc>
                      <a:txBody>
                        <a:bodyPr/>
                        <a:lstStyle/>
                        <a:p>
                          <a:r>
                            <a:rPr lang="en-GB" sz="1200" dirty="0">
                              <a:solidFill>
                                <a:schemeClr val="tx1"/>
                              </a:solidFill>
                            </a:rPr>
                            <a:t>3) Check if the answer is in standard form and adjust if necessary.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24983379"/>
                      </a:ext>
                    </a:extLst>
                  </a:tr>
                </a:tbl>
              </a:graphicData>
            </a:graphic>
          </p:graphicFrame>
        </mc:Fallback>
      </mc:AlternateContent>
      <p:sp>
        <p:nvSpPr>
          <p:cNvPr id="3" name="Rectangle 2">
            <a:extLst>
              <a:ext uri="{FF2B5EF4-FFF2-40B4-BE49-F238E27FC236}">
                <a16:creationId xmlns:a16="http://schemas.microsoft.com/office/drawing/2014/main" id="{70284EE1-11E3-EF12-998B-CB486577D970}"/>
              </a:ext>
            </a:extLst>
          </p:cNvPr>
          <p:cNvSpPr/>
          <p:nvPr/>
        </p:nvSpPr>
        <p:spPr>
          <a:xfrm>
            <a:off x="105968" y="3793181"/>
            <a:ext cx="1072592" cy="431249"/>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100" dirty="0"/>
              <a:t>INDEPENDENT PRACTICE</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0F383BE-CCAF-4315-36FF-0EAAF8346D95}"/>
                  </a:ext>
                </a:extLst>
              </p:cNvPr>
              <p:cNvSpPr txBox="1"/>
              <p:nvPr/>
            </p:nvSpPr>
            <p:spPr>
              <a:xfrm>
                <a:off x="91612" y="4250895"/>
                <a:ext cx="1903534" cy="276999"/>
              </a:xfrm>
              <a:prstGeom prst="rect">
                <a:avLst/>
              </a:prstGeom>
              <a:noFill/>
            </p:spPr>
            <p:txBody>
              <a:bodyPr wrap="none" rtlCol="0">
                <a:spAutoFit/>
              </a:bodyPr>
              <a:lstStyle/>
              <a:p>
                <a:r>
                  <a:rPr lang="en-US" sz="1200" dirty="0"/>
                  <a:t>a) </a:t>
                </a:r>
                <a14:m>
                  <m:oMath xmlns:m="http://schemas.openxmlformats.org/officeDocument/2006/math">
                    <m:d>
                      <m:dPr>
                        <m:ctrlPr>
                          <a:rPr lang="en-US" sz="1200" i="1">
                            <a:latin typeface="Cambria Math" panose="02040503050406030204" pitchFamily="18" charset="0"/>
                          </a:rPr>
                        </m:ctrlPr>
                      </m:dPr>
                      <m:e>
                        <m:r>
                          <a:rPr lang="en-US" sz="1200" i="1">
                            <a:latin typeface="Cambria Math" panose="02040503050406030204" pitchFamily="18" charset="0"/>
                          </a:rPr>
                          <m:t>2</m:t>
                        </m:r>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m:t>
                            </m:r>
                            <m:r>
                              <a:rPr lang="en-US" sz="1200" i="1">
                                <a:latin typeface="Cambria Math" panose="02040503050406030204" pitchFamily="18" charset="0"/>
                                <a:ea typeface="Cambria Math" panose="02040503050406030204" pitchFamily="18" charset="0"/>
                              </a:rPr>
                              <m:t>2</m:t>
                            </m:r>
                          </m:sup>
                        </m:sSup>
                      </m:e>
                    </m:d>
                    <m:r>
                      <a:rPr lang="en-US" sz="1200" i="1">
                        <a:latin typeface="Cambria Math" panose="02040503050406030204" pitchFamily="18" charset="0"/>
                        <a:ea typeface="Cambria Math" panose="02040503050406030204" pitchFamily="18" charset="0"/>
                      </a:rPr>
                      <m:t>×</m:t>
                    </m:r>
                    <m:d>
                      <m:dPr>
                        <m:ctrlPr>
                          <a:rPr lang="en-US" sz="1200" i="1">
                            <a:latin typeface="Cambria Math" panose="02040503050406030204" pitchFamily="18" charset="0"/>
                            <a:ea typeface="Cambria Math" panose="02040503050406030204" pitchFamily="18" charset="0"/>
                          </a:rPr>
                        </m:ctrlPr>
                      </m:dPr>
                      <m:e>
                        <m:r>
                          <a:rPr lang="en-US" sz="1200" i="1">
                            <a:latin typeface="Cambria Math" panose="02040503050406030204" pitchFamily="18" charset="0"/>
                            <a:ea typeface="Cambria Math" panose="02040503050406030204" pitchFamily="18" charset="0"/>
                          </a:rPr>
                          <m:t>3×</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10</m:t>
                            </m:r>
                          </m:e>
                          <m:sup>
                            <m:r>
                              <a:rPr lang="en-US" sz="1200" i="1">
                                <a:latin typeface="Cambria Math" panose="02040503050406030204" pitchFamily="18" charset="0"/>
                                <a:ea typeface="Cambria Math" panose="02040503050406030204" pitchFamily="18" charset="0"/>
                              </a:rPr>
                              <m:t>4</m:t>
                            </m:r>
                          </m:sup>
                        </m:sSup>
                      </m:e>
                    </m:d>
                  </m:oMath>
                </a14:m>
                <a:r>
                  <a:rPr lang="en-US" sz="1200" dirty="0"/>
                  <a:t> </a:t>
                </a:r>
                <a:endParaRPr lang="en-GB" sz="1200" dirty="0"/>
              </a:p>
            </p:txBody>
          </p:sp>
        </mc:Choice>
        <mc:Fallback xmlns="">
          <p:sp>
            <p:nvSpPr>
              <p:cNvPr id="6" name="TextBox 5">
                <a:extLst>
                  <a:ext uri="{FF2B5EF4-FFF2-40B4-BE49-F238E27FC236}">
                    <a16:creationId xmlns:a16="http://schemas.microsoft.com/office/drawing/2014/main" id="{70F383BE-CCAF-4315-36FF-0EAAF8346D95}"/>
                  </a:ext>
                </a:extLst>
              </p:cNvPr>
              <p:cNvSpPr txBox="1">
                <a:spLocks noRot="1" noChangeAspect="1" noMove="1" noResize="1" noEditPoints="1" noAdjustHandles="1" noChangeArrowheads="1" noChangeShapeType="1" noTextEdit="1"/>
              </p:cNvSpPr>
              <p:nvPr/>
            </p:nvSpPr>
            <p:spPr>
              <a:xfrm>
                <a:off x="91612" y="4250895"/>
                <a:ext cx="1903534" cy="276999"/>
              </a:xfrm>
              <a:prstGeom prst="rect">
                <a:avLst/>
              </a:prstGeom>
              <a:blipFill>
                <a:blip r:embed="rId4"/>
                <a:stretch>
                  <a:fillRect b="-1739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E3681EE-00EA-D82C-D609-AAA72764227F}"/>
                  </a:ext>
                </a:extLst>
              </p:cNvPr>
              <p:cNvSpPr txBox="1"/>
              <p:nvPr/>
            </p:nvSpPr>
            <p:spPr>
              <a:xfrm>
                <a:off x="2502122" y="4250895"/>
                <a:ext cx="1909946" cy="276999"/>
              </a:xfrm>
              <a:prstGeom prst="rect">
                <a:avLst/>
              </a:prstGeom>
              <a:noFill/>
            </p:spPr>
            <p:txBody>
              <a:bodyPr wrap="none" rtlCol="0">
                <a:spAutoFit/>
              </a:bodyPr>
              <a:lstStyle/>
              <a:p>
                <a:r>
                  <a:rPr lang="en-US" sz="1200" dirty="0"/>
                  <a:t>b) </a:t>
                </a:r>
                <a14:m>
                  <m:oMath xmlns:m="http://schemas.openxmlformats.org/officeDocument/2006/math">
                    <m:d>
                      <m:dPr>
                        <m:ctrlPr>
                          <a:rPr lang="en-US" sz="1200" i="1">
                            <a:latin typeface="Cambria Math" panose="02040503050406030204" pitchFamily="18" charset="0"/>
                          </a:rPr>
                        </m:ctrlPr>
                      </m:dPr>
                      <m:e>
                        <m:r>
                          <a:rPr lang="en-US" sz="1200" b="0" i="1" smtClean="0">
                            <a:latin typeface="Cambria Math" panose="02040503050406030204" pitchFamily="18" charset="0"/>
                          </a:rPr>
                          <m:t>3</m:t>
                        </m:r>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m:t>
                            </m:r>
                            <m:r>
                              <a:rPr lang="en-US" sz="1200" i="1">
                                <a:latin typeface="Cambria Math" panose="02040503050406030204" pitchFamily="18" charset="0"/>
                                <a:ea typeface="Cambria Math" panose="02040503050406030204" pitchFamily="18" charset="0"/>
                              </a:rPr>
                              <m:t>2</m:t>
                            </m:r>
                          </m:sup>
                        </m:sSup>
                      </m:e>
                    </m:d>
                    <m:r>
                      <a:rPr lang="en-US" sz="1200" i="1">
                        <a:latin typeface="Cambria Math" panose="02040503050406030204" pitchFamily="18" charset="0"/>
                        <a:ea typeface="Cambria Math" panose="02040503050406030204" pitchFamily="18" charset="0"/>
                      </a:rPr>
                      <m:t>×</m:t>
                    </m:r>
                    <m:d>
                      <m:dPr>
                        <m:ctrlPr>
                          <a:rPr lang="en-US" sz="1200" i="1">
                            <a:latin typeface="Cambria Math" panose="02040503050406030204" pitchFamily="18" charset="0"/>
                            <a:ea typeface="Cambria Math" panose="02040503050406030204" pitchFamily="18" charset="0"/>
                          </a:rPr>
                        </m:ctrlPr>
                      </m:dPr>
                      <m:e>
                        <m:r>
                          <a:rPr lang="en-US" sz="1200" i="1">
                            <a:latin typeface="Cambria Math" panose="02040503050406030204" pitchFamily="18" charset="0"/>
                            <a:ea typeface="Cambria Math" panose="02040503050406030204" pitchFamily="18" charset="0"/>
                          </a:rPr>
                          <m:t>3×</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10</m:t>
                            </m:r>
                          </m:e>
                          <m:sup>
                            <m:r>
                              <a:rPr lang="en-US" sz="1200" i="1">
                                <a:latin typeface="Cambria Math" panose="02040503050406030204" pitchFamily="18" charset="0"/>
                                <a:ea typeface="Cambria Math" panose="02040503050406030204" pitchFamily="18" charset="0"/>
                              </a:rPr>
                              <m:t>4</m:t>
                            </m:r>
                          </m:sup>
                        </m:sSup>
                      </m:e>
                    </m:d>
                  </m:oMath>
                </a14:m>
                <a:r>
                  <a:rPr lang="en-US" sz="1200" dirty="0"/>
                  <a:t> </a:t>
                </a:r>
                <a:endParaRPr lang="en-GB" sz="1200" dirty="0"/>
              </a:p>
            </p:txBody>
          </p:sp>
        </mc:Choice>
        <mc:Fallback xmlns="">
          <p:sp>
            <p:nvSpPr>
              <p:cNvPr id="7" name="TextBox 6">
                <a:extLst>
                  <a:ext uri="{FF2B5EF4-FFF2-40B4-BE49-F238E27FC236}">
                    <a16:creationId xmlns:a16="http://schemas.microsoft.com/office/drawing/2014/main" id="{EE3681EE-00EA-D82C-D609-AAA72764227F}"/>
                  </a:ext>
                </a:extLst>
              </p:cNvPr>
              <p:cNvSpPr txBox="1">
                <a:spLocks noRot="1" noChangeAspect="1" noMove="1" noResize="1" noEditPoints="1" noAdjustHandles="1" noChangeArrowheads="1" noChangeShapeType="1" noTextEdit="1"/>
              </p:cNvSpPr>
              <p:nvPr/>
            </p:nvSpPr>
            <p:spPr>
              <a:xfrm>
                <a:off x="2502122" y="4250895"/>
                <a:ext cx="1909946" cy="276999"/>
              </a:xfrm>
              <a:prstGeom prst="rect">
                <a:avLst/>
              </a:prstGeom>
              <a:blipFill>
                <a:blip r:embed="rId5"/>
                <a:stretch>
                  <a:fillRect b="-1739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CD49DE6-40A2-13D2-87F6-B98ACCABA8CE}"/>
                  </a:ext>
                </a:extLst>
              </p:cNvPr>
              <p:cNvSpPr txBox="1"/>
              <p:nvPr/>
            </p:nvSpPr>
            <p:spPr>
              <a:xfrm>
                <a:off x="4886872" y="4250895"/>
                <a:ext cx="1895519" cy="276999"/>
              </a:xfrm>
              <a:prstGeom prst="rect">
                <a:avLst/>
              </a:prstGeom>
              <a:noFill/>
            </p:spPr>
            <p:txBody>
              <a:bodyPr wrap="none" rtlCol="0">
                <a:spAutoFit/>
              </a:bodyPr>
              <a:lstStyle/>
              <a:p>
                <a:r>
                  <a:rPr lang="en-US" sz="1200" dirty="0"/>
                  <a:t>c) </a:t>
                </a:r>
                <a14:m>
                  <m:oMath xmlns:m="http://schemas.openxmlformats.org/officeDocument/2006/math">
                    <m:d>
                      <m:dPr>
                        <m:ctrlPr>
                          <a:rPr lang="en-US" sz="1200" i="1">
                            <a:latin typeface="Cambria Math" panose="02040503050406030204" pitchFamily="18" charset="0"/>
                          </a:rPr>
                        </m:ctrlPr>
                      </m:dPr>
                      <m:e>
                        <m:r>
                          <a:rPr lang="en-US" sz="1200" i="1">
                            <a:latin typeface="Cambria Math" panose="02040503050406030204" pitchFamily="18" charset="0"/>
                          </a:rPr>
                          <m:t>2</m:t>
                        </m:r>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m:t>
                            </m:r>
                            <m:r>
                              <a:rPr lang="en-GB" sz="1200" b="0" i="1" smtClean="0">
                                <a:latin typeface="Cambria Math" panose="02040503050406030204" pitchFamily="18" charset="0"/>
                                <a:ea typeface="Cambria Math" panose="02040503050406030204" pitchFamily="18" charset="0"/>
                              </a:rPr>
                              <m:t>3</m:t>
                            </m:r>
                          </m:sup>
                        </m:sSup>
                      </m:e>
                    </m:d>
                    <m:r>
                      <a:rPr lang="en-US" sz="1200" i="1">
                        <a:latin typeface="Cambria Math" panose="02040503050406030204" pitchFamily="18" charset="0"/>
                        <a:ea typeface="Cambria Math" panose="02040503050406030204" pitchFamily="18" charset="0"/>
                      </a:rPr>
                      <m:t>×</m:t>
                    </m:r>
                    <m:d>
                      <m:dPr>
                        <m:ctrlPr>
                          <a:rPr lang="en-US" sz="1200" i="1">
                            <a:latin typeface="Cambria Math" panose="02040503050406030204" pitchFamily="18" charset="0"/>
                            <a:ea typeface="Cambria Math" panose="02040503050406030204" pitchFamily="18" charset="0"/>
                          </a:rPr>
                        </m:ctrlPr>
                      </m:dPr>
                      <m:e>
                        <m:r>
                          <a:rPr lang="en-US" sz="1200" b="0" i="1" smtClean="0">
                            <a:latin typeface="Cambria Math" panose="02040503050406030204" pitchFamily="18" charset="0"/>
                            <a:ea typeface="Cambria Math" panose="02040503050406030204" pitchFamily="18" charset="0"/>
                          </a:rPr>
                          <m:t>2</m:t>
                        </m:r>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10</m:t>
                            </m:r>
                          </m:e>
                          <m:sup>
                            <m:r>
                              <a:rPr lang="en-GB" sz="1200" b="0" i="1" smtClean="0">
                                <a:latin typeface="Cambria Math" panose="02040503050406030204" pitchFamily="18" charset="0"/>
                                <a:ea typeface="Cambria Math" panose="02040503050406030204" pitchFamily="18" charset="0"/>
                              </a:rPr>
                              <m:t>7</m:t>
                            </m:r>
                          </m:sup>
                        </m:sSup>
                      </m:e>
                    </m:d>
                  </m:oMath>
                </a14:m>
                <a:r>
                  <a:rPr lang="en-US" sz="1200" dirty="0"/>
                  <a:t> </a:t>
                </a:r>
                <a:endParaRPr lang="en-GB" sz="1200" dirty="0"/>
              </a:p>
            </p:txBody>
          </p:sp>
        </mc:Choice>
        <mc:Fallback xmlns="">
          <p:sp>
            <p:nvSpPr>
              <p:cNvPr id="10" name="TextBox 9">
                <a:extLst>
                  <a:ext uri="{FF2B5EF4-FFF2-40B4-BE49-F238E27FC236}">
                    <a16:creationId xmlns:a16="http://schemas.microsoft.com/office/drawing/2014/main" id="{1CD49DE6-40A2-13D2-87F6-B98ACCABA8CE}"/>
                  </a:ext>
                </a:extLst>
              </p:cNvPr>
              <p:cNvSpPr txBox="1">
                <a:spLocks noRot="1" noChangeAspect="1" noMove="1" noResize="1" noEditPoints="1" noAdjustHandles="1" noChangeArrowheads="1" noChangeShapeType="1" noTextEdit="1"/>
              </p:cNvSpPr>
              <p:nvPr/>
            </p:nvSpPr>
            <p:spPr>
              <a:xfrm>
                <a:off x="4886872" y="4250895"/>
                <a:ext cx="1895519" cy="276999"/>
              </a:xfrm>
              <a:prstGeom prst="rect">
                <a:avLst/>
              </a:prstGeom>
              <a:blipFill>
                <a:blip r:embed="rId6"/>
                <a:stretch>
                  <a:fillRect l="-322" b="-1739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6486606-CD1E-11AD-2356-396985880CEB}"/>
                  </a:ext>
                </a:extLst>
              </p:cNvPr>
              <p:cNvSpPr txBox="1"/>
              <p:nvPr/>
            </p:nvSpPr>
            <p:spPr>
              <a:xfrm>
                <a:off x="75609" y="6061688"/>
                <a:ext cx="1909946" cy="276999"/>
              </a:xfrm>
              <a:prstGeom prst="rect">
                <a:avLst/>
              </a:prstGeom>
              <a:noFill/>
            </p:spPr>
            <p:txBody>
              <a:bodyPr wrap="none" rtlCol="0">
                <a:spAutoFit/>
              </a:bodyPr>
              <a:lstStyle/>
              <a:p>
                <a:r>
                  <a:rPr lang="en-US" sz="1200" dirty="0"/>
                  <a:t>d) </a:t>
                </a:r>
                <a14:m>
                  <m:oMath xmlns:m="http://schemas.openxmlformats.org/officeDocument/2006/math">
                    <m:d>
                      <m:dPr>
                        <m:ctrlPr>
                          <a:rPr lang="en-US" sz="1200" i="1">
                            <a:latin typeface="Cambria Math" panose="02040503050406030204" pitchFamily="18" charset="0"/>
                          </a:rPr>
                        </m:ctrlPr>
                      </m:dPr>
                      <m:e>
                        <m:r>
                          <a:rPr lang="en-US" sz="1200" i="1">
                            <a:latin typeface="Cambria Math" panose="02040503050406030204" pitchFamily="18" charset="0"/>
                          </a:rPr>
                          <m:t>2</m:t>
                        </m:r>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7</m:t>
                            </m:r>
                          </m:sup>
                        </m:sSup>
                      </m:e>
                    </m:d>
                    <m:r>
                      <a:rPr lang="en-US" sz="1200" i="1">
                        <a:latin typeface="Cambria Math" panose="02040503050406030204" pitchFamily="18" charset="0"/>
                        <a:ea typeface="Cambria Math" panose="02040503050406030204" pitchFamily="18" charset="0"/>
                      </a:rPr>
                      <m:t>×</m:t>
                    </m:r>
                    <m:d>
                      <m:dPr>
                        <m:ctrlPr>
                          <a:rPr lang="en-US" sz="1200" i="1">
                            <a:latin typeface="Cambria Math" panose="02040503050406030204" pitchFamily="18" charset="0"/>
                            <a:ea typeface="Cambria Math" panose="02040503050406030204" pitchFamily="18" charset="0"/>
                          </a:rPr>
                        </m:ctrlPr>
                      </m:dPr>
                      <m:e>
                        <m:r>
                          <a:rPr lang="en-US" sz="1200" b="0" i="1" smtClean="0">
                            <a:latin typeface="Cambria Math" panose="02040503050406030204" pitchFamily="18" charset="0"/>
                            <a:ea typeface="Cambria Math" panose="02040503050406030204" pitchFamily="18" charset="0"/>
                          </a:rPr>
                          <m:t>4</m:t>
                        </m:r>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m:t>
                            </m:r>
                            <m:r>
                              <a:rPr lang="en-US" sz="1200" i="1">
                                <a:latin typeface="Cambria Math" panose="02040503050406030204" pitchFamily="18" charset="0"/>
                                <a:ea typeface="Cambria Math" panose="02040503050406030204" pitchFamily="18" charset="0"/>
                              </a:rPr>
                              <m:t>4</m:t>
                            </m:r>
                          </m:sup>
                        </m:sSup>
                      </m:e>
                    </m:d>
                  </m:oMath>
                </a14:m>
                <a:r>
                  <a:rPr lang="en-US" sz="1200" dirty="0"/>
                  <a:t> </a:t>
                </a:r>
                <a:endParaRPr lang="en-GB" sz="1200" dirty="0"/>
              </a:p>
            </p:txBody>
          </p:sp>
        </mc:Choice>
        <mc:Fallback xmlns="">
          <p:sp>
            <p:nvSpPr>
              <p:cNvPr id="11" name="TextBox 10">
                <a:extLst>
                  <a:ext uri="{FF2B5EF4-FFF2-40B4-BE49-F238E27FC236}">
                    <a16:creationId xmlns:a16="http://schemas.microsoft.com/office/drawing/2014/main" id="{E6486606-CD1E-11AD-2356-396985880CEB}"/>
                  </a:ext>
                </a:extLst>
              </p:cNvPr>
              <p:cNvSpPr txBox="1">
                <a:spLocks noRot="1" noChangeAspect="1" noMove="1" noResize="1" noEditPoints="1" noAdjustHandles="1" noChangeArrowheads="1" noChangeShapeType="1" noTextEdit="1"/>
              </p:cNvSpPr>
              <p:nvPr/>
            </p:nvSpPr>
            <p:spPr>
              <a:xfrm>
                <a:off x="75609" y="6061688"/>
                <a:ext cx="1909946" cy="276999"/>
              </a:xfrm>
              <a:prstGeom prst="rect">
                <a:avLst/>
              </a:prstGeom>
              <a:blipFill>
                <a:blip r:embed="rId7"/>
                <a:stretch>
                  <a:fillRect b="-1739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0FB67278-BC01-0D2C-EA48-09F94B2547F0}"/>
                  </a:ext>
                </a:extLst>
              </p:cNvPr>
              <p:cNvSpPr txBox="1"/>
              <p:nvPr/>
            </p:nvSpPr>
            <p:spPr>
              <a:xfrm>
                <a:off x="2486119" y="6061688"/>
                <a:ext cx="1906740" cy="276999"/>
              </a:xfrm>
              <a:prstGeom prst="rect">
                <a:avLst/>
              </a:prstGeom>
              <a:noFill/>
            </p:spPr>
            <p:txBody>
              <a:bodyPr wrap="none" rtlCol="0">
                <a:spAutoFit/>
              </a:bodyPr>
              <a:lstStyle/>
              <a:p>
                <a:r>
                  <a:rPr lang="en-US" sz="1200" dirty="0"/>
                  <a:t>e) </a:t>
                </a:r>
                <a14:m>
                  <m:oMath xmlns:m="http://schemas.openxmlformats.org/officeDocument/2006/math">
                    <m:d>
                      <m:dPr>
                        <m:ctrlPr>
                          <a:rPr lang="en-US" sz="1200" i="1">
                            <a:latin typeface="Cambria Math" panose="02040503050406030204" pitchFamily="18" charset="0"/>
                          </a:rPr>
                        </m:ctrlPr>
                      </m:dPr>
                      <m:e>
                        <m:r>
                          <a:rPr lang="en-US" sz="1200" b="0" i="1" smtClean="0">
                            <a:latin typeface="Cambria Math" panose="02040503050406030204" pitchFamily="18" charset="0"/>
                          </a:rPr>
                          <m:t>3</m:t>
                        </m:r>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10</m:t>
                            </m:r>
                          </m:e>
                          <m:sup>
                            <m:r>
                              <a:rPr lang="en-US" sz="1200" i="1">
                                <a:latin typeface="Cambria Math" panose="02040503050406030204" pitchFamily="18" charset="0"/>
                                <a:ea typeface="Cambria Math" panose="02040503050406030204" pitchFamily="18" charset="0"/>
                              </a:rPr>
                              <m:t>2</m:t>
                            </m:r>
                          </m:sup>
                        </m:sSup>
                      </m:e>
                    </m:d>
                    <m:r>
                      <a:rPr lang="en-US" sz="1200" i="1">
                        <a:latin typeface="Cambria Math" panose="02040503050406030204" pitchFamily="18" charset="0"/>
                        <a:ea typeface="Cambria Math" panose="02040503050406030204" pitchFamily="18" charset="0"/>
                      </a:rPr>
                      <m:t>×</m:t>
                    </m:r>
                    <m:d>
                      <m:dPr>
                        <m:ctrlPr>
                          <a:rPr lang="en-US" sz="1200" i="1">
                            <a:latin typeface="Cambria Math" panose="02040503050406030204" pitchFamily="18" charset="0"/>
                            <a:ea typeface="Cambria Math" panose="02040503050406030204" pitchFamily="18" charset="0"/>
                          </a:rPr>
                        </m:ctrlPr>
                      </m:dPr>
                      <m:e>
                        <m:r>
                          <a:rPr lang="en-US" sz="1200" i="1">
                            <a:latin typeface="Cambria Math" panose="02040503050406030204" pitchFamily="18" charset="0"/>
                            <a:ea typeface="Cambria Math" panose="02040503050406030204" pitchFamily="18" charset="0"/>
                          </a:rPr>
                          <m:t>3×</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m:t>
                            </m:r>
                            <m:r>
                              <a:rPr lang="en-US" sz="1200" i="1">
                                <a:latin typeface="Cambria Math" panose="02040503050406030204" pitchFamily="18" charset="0"/>
                                <a:ea typeface="Cambria Math" panose="02040503050406030204" pitchFamily="18" charset="0"/>
                              </a:rPr>
                              <m:t>4</m:t>
                            </m:r>
                          </m:sup>
                        </m:sSup>
                      </m:e>
                    </m:d>
                  </m:oMath>
                </a14:m>
                <a:r>
                  <a:rPr lang="en-US" sz="1200" dirty="0"/>
                  <a:t> </a:t>
                </a:r>
                <a:endParaRPr lang="en-GB" sz="1200" dirty="0"/>
              </a:p>
            </p:txBody>
          </p:sp>
        </mc:Choice>
        <mc:Fallback xmlns="">
          <p:sp>
            <p:nvSpPr>
              <p:cNvPr id="12" name="TextBox 11">
                <a:extLst>
                  <a:ext uri="{FF2B5EF4-FFF2-40B4-BE49-F238E27FC236}">
                    <a16:creationId xmlns:a16="http://schemas.microsoft.com/office/drawing/2014/main" id="{0FB67278-BC01-0D2C-EA48-09F94B2547F0}"/>
                  </a:ext>
                </a:extLst>
              </p:cNvPr>
              <p:cNvSpPr txBox="1">
                <a:spLocks noRot="1" noChangeAspect="1" noMove="1" noResize="1" noEditPoints="1" noAdjustHandles="1" noChangeArrowheads="1" noChangeShapeType="1" noTextEdit="1"/>
              </p:cNvSpPr>
              <p:nvPr/>
            </p:nvSpPr>
            <p:spPr>
              <a:xfrm>
                <a:off x="2486119" y="6061688"/>
                <a:ext cx="1906740" cy="276999"/>
              </a:xfrm>
              <a:prstGeom prst="rect">
                <a:avLst/>
              </a:prstGeom>
              <a:blipFill>
                <a:blip r:embed="rId8"/>
                <a:stretch>
                  <a:fillRect l="-319" b="-1739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9405D442-5A1D-19E2-4FBE-5C24B3D4EC75}"/>
                  </a:ext>
                </a:extLst>
              </p:cNvPr>
              <p:cNvSpPr txBox="1"/>
              <p:nvPr/>
            </p:nvSpPr>
            <p:spPr>
              <a:xfrm>
                <a:off x="4870869" y="6061688"/>
                <a:ext cx="1960280" cy="276999"/>
              </a:xfrm>
              <a:prstGeom prst="rect">
                <a:avLst/>
              </a:prstGeom>
              <a:noFill/>
            </p:spPr>
            <p:txBody>
              <a:bodyPr wrap="none" rtlCol="0">
                <a:spAutoFit/>
              </a:bodyPr>
              <a:lstStyle/>
              <a:p>
                <a:r>
                  <a:rPr lang="en-US" sz="1200" dirty="0"/>
                  <a:t>f) </a:t>
                </a:r>
                <a14:m>
                  <m:oMath xmlns:m="http://schemas.openxmlformats.org/officeDocument/2006/math">
                    <m:d>
                      <m:dPr>
                        <m:ctrlPr>
                          <a:rPr lang="en-US" sz="1200" i="1">
                            <a:latin typeface="Cambria Math" panose="02040503050406030204" pitchFamily="18" charset="0"/>
                          </a:rPr>
                        </m:ctrlPr>
                      </m:dPr>
                      <m:e>
                        <m:r>
                          <a:rPr lang="en-US" sz="1200" i="1">
                            <a:latin typeface="Cambria Math" panose="02040503050406030204" pitchFamily="18" charset="0"/>
                          </a:rPr>
                          <m:t>2</m:t>
                        </m:r>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10</m:t>
                            </m:r>
                          </m:e>
                          <m:sup>
                            <m:r>
                              <a:rPr lang="en-GB" sz="1200" b="0" i="1" smtClean="0">
                                <a:latin typeface="Cambria Math" panose="02040503050406030204" pitchFamily="18" charset="0"/>
                                <a:ea typeface="Cambria Math" panose="02040503050406030204" pitchFamily="18" charset="0"/>
                              </a:rPr>
                              <m:t>−</m:t>
                            </m:r>
                            <m:r>
                              <a:rPr lang="en-US" sz="1200" i="1">
                                <a:latin typeface="Cambria Math" panose="02040503050406030204" pitchFamily="18" charset="0"/>
                                <a:ea typeface="Cambria Math" panose="02040503050406030204" pitchFamily="18" charset="0"/>
                              </a:rPr>
                              <m:t>2</m:t>
                            </m:r>
                          </m:sup>
                        </m:sSup>
                      </m:e>
                    </m:d>
                    <m:r>
                      <a:rPr lang="en-US" sz="1200" i="1">
                        <a:latin typeface="Cambria Math" panose="02040503050406030204" pitchFamily="18" charset="0"/>
                        <a:ea typeface="Cambria Math" panose="02040503050406030204" pitchFamily="18" charset="0"/>
                      </a:rPr>
                      <m:t>×</m:t>
                    </m:r>
                    <m:d>
                      <m:dPr>
                        <m:ctrlPr>
                          <a:rPr lang="en-US" sz="1200" i="1">
                            <a:latin typeface="Cambria Math" panose="02040503050406030204" pitchFamily="18" charset="0"/>
                            <a:ea typeface="Cambria Math" panose="02040503050406030204" pitchFamily="18" charset="0"/>
                          </a:rPr>
                        </m:ctrlPr>
                      </m:dPr>
                      <m:e>
                        <m:r>
                          <a:rPr lang="en-US" sz="1200" b="0" i="1" smtClean="0">
                            <a:latin typeface="Cambria Math" panose="02040503050406030204" pitchFamily="18" charset="0"/>
                            <a:ea typeface="Cambria Math" panose="02040503050406030204" pitchFamily="18" charset="0"/>
                          </a:rPr>
                          <m:t>2</m:t>
                        </m:r>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m:t>
                            </m:r>
                            <m:r>
                              <a:rPr lang="en-GB" sz="1200" b="0" i="1" smtClean="0">
                                <a:latin typeface="Cambria Math" panose="02040503050406030204" pitchFamily="18" charset="0"/>
                                <a:ea typeface="Cambria Math" panose="02040503050406030204" pitchFamily="18" charset="0"/>
                              </a:rPr>
                              <m:t>5</m:t>
                            </m:r>
                          </m:sup>
                        </m:sSup>
                      </m:e>
                    </m:d>
                  </m:oMath>
                </a14:m>
                <a:r>
                  <a:rPr lang="en-US" sz="1200" dirty="0"/>
                  <a:t> </a:t>
                </a:r>
                <a:endParaRPr lang="en-GB" sz="1200" dirty="0"/>
              </a:p>
            </p:txBody>
          </p:sp>
        </mc:Choice>
        <mc:Fallback xmlns="">
          <p:sp>
            <p:nvSpPr>
              <p:cNvPr id="13" name="TextBox 12">
                <a:extLst>
                  <a:ext uri="{FF2B5EF4-FFF2-40B4-BE49-F238E27FC236}">
                    <a16:creationId xmlns:a16="http://schemas.microsoft.com/office/drawing/2014/main" id="{9405D442-5A1D-19E2-4FBE-5C24B3D4EC75}"/>
                  </a:ext>
                </a:extLst>
              </p:cNvPr>
              <p:cNvSpPr txBox="1">
                <a:spLocks noRot="1" noChangeAspect="1" noMove="1" noResize="1" noEditPoints="1" noAdjustHandles="1" noChangeArrowheads="1" noChangeShapeType="1" noTextEdit="1"/>
              </p:cNvSpPr>
              <p:nvPr/>
            </p:nvSpPr>
            <p:spPr>
              <a:xfrm>
                <a:off x="4870869" y="6061688"/>
                <a:ext cx="1960280" cy="276999"/>
              </a:xfrm>
              <a:prstGeom prst="rect">
                <a:avLst/>
              </a:prstGeom>
              <a:blipFill>
                <a:blip r:embed="rId9"/>
                <a:stretch>
                  <a:fillRect b="-1739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4D26B73-CA6C-138C-3D7C-4EEEAEF12D2D}"/>
                  </a:ext>
                </a:extLst>
              </p:cNvPr>
              <p:cNvSpPr txBox="1"/>
              <p:nvPr/>
            </p:nvSpPr>
            <p:spPr>
              <a:xfrm>
                <a:off x="75609" y="7927374"/>
                <a:ext cx="1991699" cy="279115"/>
              </a:xfrm>
              <a:prstGeom prst="rect">
                <a:avLst/>
              </a:prstGeom>
              <a:noFill/>
            </p:spPr>
            <p:txBody>
              <a:bodyPr wrap="none" rtlCol="0">
                <a:spAutoFit/>
              </a:bodyPr>
              <a:lstStyle/>
              <a:p>
                <a:r>
                  <a:rPr lang="en-US" sz="1200" dirty="0"/>
                  <a:t>d) </a:t>
                </a:r>
                <a14:m>
                  <m:oMath xmlns:m="http://schemas.openxmlformats.org/officeDocument/2006/math">
                    <m:d>
                      <m:dPr>
                        <m:ctrlPr>
                          <a:rPr lang="en-US" sz="1200" i="1">
                            <a:latin typeface="Cambria Math" panose="02040503050406030204" pitchFamily="18" charset="0"/>
                          </a:rPr>
                        </m:ctrlPr>
                      </m:dPr>
                      <m:e>
                        <m:r>
                          <a:rPr lang="en-US" sz="1200" i="1">
                            <a:latin typeface="Cambria Math" panose="02040503050406030204" pitchFamily="18" charset="0"/>
                          </a:rPr>
                          <m:t>2</m:t>
                        </m:r>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−5</m:t>
                            </m:r>
                          </m:sup>
                        </m:sSup>
                      </m:e>
                    </m:d>
                    <m:r>
                      <a:rPr lang="en-US" sz="1200" i="1">
                        <a:latin typeface="Cambria Math" panose="02040503050406030204" pitchFamily="18" charset="0"/>
                        <a:ea typeface="Cambria Math" panose="02040503050406030204" pitchFamily="18" charset="0"/>
                      </a:rPr>
                      <m:t>×</m:t>
                    </m:r>
                    <m:d>
                      <m:dPr>
                        <m:ctrlPr>
                          <a:rPr lang="en-US" sz="1200" i="1">
                            <a:latin typeface="Cambria Math" panose="02040503050406030204" pitchFamily="18" charset="0"/>
                            <a:ea typeface="Cambria Math" panose="02040503050406030204" pitchFamily="18" charset="0"/>
                          </a:rPr>
                        </m:ctrlPr>
                      </m:dPr>
                      <m:e>
                        <m:r>
                          <a:rPr lang="en-US" sz="1200" b="0" i="1" smtClean="0">
                            <a:latin typeface="Cambria Math" panose="02040503050406030204" pitchFamily="18" charset="0"/>
                            <a:ea typeface="Cambria Math" panose="02040503050406030204" pitchFamily="18" charset="0"/>
                          </a:rPr>
                          <m:t>4</m:t>
                        </m:r>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−3</m:t>
                            </m:r>
                          </m:sup>
                        </m:sSup>
                      </m:e>
                    </m:d>
                  </m:oMath>
                </a14:m>
                <a:r>
                  <a:rPr lang="en-US" sz="1200" dirty="0"/>
                  <a:t> </a:t>
                </a:r>
                <a:endParaRPr lang="en-GB" sz="1200" dirty="0"/>
              </a:p>
            </p:txBody>
          </p:sp>
        </mc:Choice>
        <mc:Fallback xmlns="">
          <p:sp>
            <p:nvSpPr>
              <p:cNvPr id="14" name="TextBox 13">
                <a:extLst>
                  <a:ext uri="{FF2B5EF4-FFF2-40B4-BE49-F238E27FC236}">
                    <a16:creationId xmlns:a16="http://schemas.microsoft.com/office/drawing/2014/main" id="{44D26B73-CA6C-138C-3D7C-4EEEAEF12D2D}"/>
                  </a:ext>
                </a:extLst>
              </p:cNvPr>
              <p:cNvSpPr txBox="1">
                <a:spLocks noRot="1" noChangeAspect="1" noMove="1" noResize="1" noEditPoints="1" noAdjustHandles="1" noChangeArrowheads="1" noChangeShapeType="1" noTextEdit="1"/>
              </p:cNvSpPr>
              <p:nvPr/>
            </p:nvSpPr>
            <p:spPr>
              <a:xfrm>
                <a:off x="75609" y="7927374"/>
                <a:ext cx="1991699" cy="279115"/>
              </a:xfrm>
              <a:prstGeom prst="rect">
                <a:avLst/>
              </a:prstGeom>
              <a:blipFill>
                <a:blip r:embed="rId10"/>
                <a:stretch>
                  <a:fillRect b="-1739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6545C1CB-A764-BDCC-3F8C-D9941F2E6B4A}"/>
                  </a:ext>
                </a:extLst>
              </p:cNvPr>
              <p:cNvSpPr txBox="1"/>
              <p:nvPr/>
            </p:nvSpPr>
            <p:spPr>
              <a:xfrm>
                <a:off x="2486119" y="7927374"/>
                <a:ext cx="2105513" cy="276999"/>
              </a:xfrm>
              <a:prstGeom prst="rect">
                <a:avLst/>
              </a:prstGeom>
              <a:noFill/>
            </p:spPr>
            <p:txBody>
              <a:bodyPr wrap="none" rtlCol="0">
                <a:spAutoFit/>
              </a:bodyPr>
              <a:lstStyle/>
              <a:p>
                <a:r>
                  <a:rPr lang="en-US" sz="1200" dirty="0"/>
                  <a:t>e) </a:t>
                </a:r>
                <a14:m>
                  <m:oMath xmlns:m="http://schemas.openxmlformats.org/officeDocument/2006/math">
                    <m:d>
                      <m:dPr>
                        <m:ctrlPr>
                          <a:rPr lang="en-US" sz="1200" i="1">
                            <a:latin typeface="Cambria Math" panose="02040503050406030204" pitchFamily="18" charset="0"/>
                          </a:rPr>
                        </m:ctrlPr>
                      </m:dPr>
                      <m:e>
                        <m:r>
                          <a:rPr lang="en-GB" sz="1200" b="0" i="1" smtClean="0">
                            <a:latin typeface="Cambria Math" panose="02040503050406030204" pitchFamily="18" charset="0"/>
                          </a:rPr>
                          <m:t>2</m:t>
                        </m:r>
                        <m:r>
                          <a:rPr lang="en-US" sz="1200" b="0" i="1" smtClean="0">
                            <a:latin typeface="Cambria Math" panose="02040503050406030204" pitchFamily="18" charset="0"/>
                          </a:rPr>
                          <m:t>.1</m:t>
                        </m:r>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m:t>
                            </m:r>
                            <m:r>
                              <a:rPr lang="en-US" sz="1200" i="1">
                                <a:latin typeface="Cambria Math" panose="02040503050406030204" pitchFamily="18" charset="0"/>
                                <a:ea typeface="Cambria Math" panose="02040503050406030204" pitchFamily="18" charset="0"/>
                              </a:rPr>
                              <m:t>2</m:t>
                            </m:r>
                          </m:sup>
                        </m:sSup>
                      </m:e>
                    </m:d>
                    <m:r>
                      <a:rPr lang="en-US" sz="1200" i="1">
                        <a:latin typeface="Cambria Math" panose="02040503050406030204" pitchFamily="18" charset="0"/>
                        <a:ea typeface="Cambria Math" panose="02040503050406030204" pitchFamily="18" charset="0"/>
                      </a:rPr>
                      <m:t>×</m:t>
                    </m:r>
                    <m:d>
                      <m:dPr>
                        <m:ctrlPr>
                          <a:rPr lang="en-US" sz="1200" i="1">
                            <a:latin typeface="Cambria Math" panose="02040503050406030204" pitchFamily="18" charset="0"/>
                            <a:ea typeface="Cambria Math" panose="02040503050406030204" pitchFamily="18" charset="0"/>
                          </a:rPr>
                        </m:ctrlPr>
                      </m:dPr>
                      <m:e>
                        <m:r>
                          <a:rPr lang="en-US" sz="1200" b="0" i="1" smtClean="0">
                            <a:latin typeface="Cambria Math" panose="02040503050406030204" pitchFamily="18" charset="0"/>
                            <a:ea typeface="Cambria Math" panose="02040503050406030204" pitchFamily="18" charset="0"/>
                          </a:rPr>
                          <m:t>2</m:t>
                        </m:r>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m:t>
                            </m:r>
                            <m:r>
                              <a:rPr lang="en-US" sz="1200" i="1">
                                <a:latin typeface="Cambria Math" panose="02040503050406030204" pitchFamily="18" charset="0"/>
                                <a:ea typeface="Cambria Math" panose="02040503050406030204" pitchFamily="18" charset="0"/>
                              </a:rPr>
                              <m:t>4</m:t>
                            </m:r>
                          </m:sup>
                        </m:sSup>
                      </m:e>
                    </m:d>
                  </m:oMath>
                </a14:m>
                <a:r>
                  <a:rPr lang="en-US" sz="1200" dirty="0"/>
                  <a:t> </a:t>
                </a:r>
                <a:endParaRPr lang="en-GB" sz="1200" dirty="0"/>
              </a:p>
            </p:txBody>
          </p:sp>
        </mc:Choice>
        <mc:Fallback xmlns="">
          <p:sp>
            <p:nvSpPr>
              <p:cNvPr id="15" name="TextBox 14">
                <a:extLst>
                  <a:ext uri="{FF2B5EF4-FFF2-40B4-BE49-F238E27FC236}">
                    <a16:creationId xmlns:a16="http://schemas.microsoft.com/office/drawing/2014/main" id="{6545C1CB-A764-BDCC-3F8C-D9941F2E6B4A}"/>
                  </a:ext>
                </a:extLst>
              </p:cNvPr>
              <p:cNvSpPr txBox="1">
                <a:spLocks noRot="1" noChangeAspect="1" noMove="1" noResize="1" noEditPoints="1" noAdjustHandles="1" noChangeArrowheads="1" noChangeShapeType="1" noTextEdit="1"/>
              </p:cNvSpPr>
              <p:nvPr/>
            </p:nvSpPr>
            <p:spPr>
              <a:xfrm>
                <a:off x="2486119" y="7927374"/>
                <a:ext cx="2105513" cy="276999"/>
              </a:xfrm>
              <a:prstGeom prst="rect">
                <a:avLst/>
              </a:prstGeom>
              <a:blipFill>
                <a:blip r:embed="rId11"/>
                <a:stretch>
                  <a:fillRect l="-290" b="-1739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7D0DC89E-7CBE-3CE8-8BDE-4222AE96E530}"/>
                  </a:ext>
                </a:extLst>
              </p:cNvPr>
              <p:cNvSpPr txBox="1"/>
              <p:nvPr/>
            </p:nvSpPr>
            <p:spPr>
              <a:xfrm>
                <a:off x="4832679" y="7927374"/>
                <a:ext cx="2077300" cy="276999"/>
              </a:xfrm>
              <a:prstGeom prst="rect">
                <a:avLst/>
              </a:prstGeom>
              <a:noFill/>
            </p:spPr>
            <p:txBody>
              <a:bodyPr wrap="none" rtlCol="0">
                <a:spAutoFit/>
              </a:bodyPr>
              <a:lstStyle/>
              <a:p>
                <a:r>
                  <a:rPr lang="en-US" sz="1200" dirty="0"/>
                  <a:t>f) </a:t>
                </a:r>
                <a14:m>
                  <m:oMath xmlns:m="http://schemas.openxmlformats.org/officeDocument/2006/math">
                    <m:d>
                      <m:dPr>
                        <m:ctrlPr>
                          <a:rPr lang="en-US" sz="1200" i="1">
                            <a:latin typeface="Cambria Math" panose="02040503050406030204" pitchFamily="18" charset="0"/>
                          </a:rPr>
                        </m:ctrlPr>
                      </m:dPr>
                      <m:e>
                        <m:r>
                          <a:rPr lang="en-US" sz="1200" i="1">
                            <a:latin typeface="Cambria Math" panose="02040503050406030204" pitchFamily="18" charset="0"/>
                          </a:rPr>
                          <m:t>2</m:t>
                        </m:r>
                        <m:r>
                          <a:rPr lang="en-US" sz="1200" b="0" i="1" smtClean="0">
                            <a:latin typeface="Cambria Math" panose="02040503050406030204" pitchFamily="18" charset="0"/>
                          </a:rPr>
                          <m:t>.8</m:t>
                        </m:r>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m:t>
                            </m:r>
                            <m:r>
                              <a:rPr lang="en-US" sz="1200" i="1">
                                <a:latin typeface="Cambria Math" panose="02040503050406030204" pitchFamily="18" charset="0"/>
                                <a:ea typeface="Cambria Math" panose="02040503050406030204" pitchFamily="18" charset="0"/>
                              </a:rPr>
                              <m:t>2</m:t>
                            </m:r>
                          </m:sup>
                        </m:sSup>
                      </m:e>
                    </m:d>
                    <m:r>
                      <a:rPr lang="en-US" sz="1200" i="1">
                        <a:latin typeface="Cambria Math" panose="02040503050406030204" pitchFamily="18" charset="0"/>
                        <a:ea typeface="Cambria Math" panose="02040503050406030204" pitchFamily="18" charset="0"/>
                      </a:rPr>
                      <m:t>×</m:t>
                    </m:r>
                    <m:d>
                      <m:dPr>
                        <m:ctrlPr>
                          <a:rPr lang="en-US" sz="1200" i="1">
                            <a:latin typeface="Cambria Math" panose="02040503050406030204" pitchFamily="18" charset="0"/>
                            <a:ea typeface="Cambria Math" panose="02040503050406030204" pitchFamily="18" charset="0"/>
                          </a:rPr>
                        </m:ctrlPr>
                      </m:dPr>
                      <m:e>
                        <m:r>
                          <a:rPr lang="en-US" sz="1200" b="0" i="1" smtClean="0">
                            <a:latin typeface="Cambria Math" panose="02040503050406030204" pitchFamily="18" charset="0"/>
                            <a:ea typeface="Cambria Math" panose="02040503050406030204" pitchFamily="18" charset="0"/>
                          </a:rPr>
                          <m:t>3</m:t>
                        </m:r>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m:t>
                            </m:r>
                            <m:r>
                              <a:rPr lang="en-US" sz="1200" i="1">
                                <a:latin typeface="Cambria Math" panose="02040503050406030204" pitchFamily="18" charset="0"/>
                                <a:ea typeface="Cambria Math" panose="02040503050406030204" pitchFamily="18" charset="0"/>
                              </a:rPr>
                              <m:t>4</m:t>
                            </m:r>
                          </m:sup>
                        </m:sSup>
                      </m:e>
                    </m:d>
                  </m:oMath>
                </a14:m>
                <a:r>
                  <a:rPr lang="en-US" sz="1200" dirty="0"/>
                  <a:t> </a:t>
                </a:r>
                <a:endParaRPr lang="en-GB" sz="1200" dirty="0"/>
              </a:p>
            </p:txBody>
          </p:sp>
        </mc:Choice>
        <mc:Fallback xmlns="">
          <p:sp>
            <p:nvSpPr>
              <p:cNvPr id="16" name="TextBox 15">
                <a:extLst>
                  <a:ext uri="{FF2B5EF4-FFF2-40B4-BE49-F238E27FC236}">
                    <a16:creationId xmlns:a16="http://schemas.microsoft.com/office/drawing/2014/main" id="{7D0DC89E-7CBE-3CE8-8BDE-4222AE96E530}"/>
                  </a:ext>
                </a:extLst>
              </p:cNvPr>
              <p:cNvSpPr txBox="1">
                <a:spLocks noRot="1" noChangeAspect="1" noMove="1" noResize="1" noEditPoints="1" noAdjustHandles="1" noChangeArrowheads="1" noChangeShapeType="1" noTextEdit="1"/>
              </p:cNvSpPr>
              <p:nvPr/>
            </p:nvSpPr>
            <p:spPr>
              <a:xfrm>
                <a:off x="4832679" y="7927374"/>
                <a:ext cx="2077300" cy="276999"/>
              </a:xfrm>
              <a:prstGeom prst="rect">
                <a:avLst/>
              </a:prstGeom>
              <a:blipFill>
                <a:blip r:embed="rId12"/>
                <a:stretch>
                  <a:fillRect l="-293" b="-17391"/>
                </a:stretch>
              </a:blipFill>
            </p:spPr>
            <p:txBody>
              <a:bodyPr/>
              <a:lstStyle/>
              <a:p>
                <a:r>
                  <a:rPr lang="en-GB">
                    <a:noFill/>
                  </a:rPr>
                  <a:t> </a:t>
                </a:r>
              </a:p>
            </p:txBody>
          </p:sp>
        </mc:Fallback>
      </mc:AlternateContent>
      <p:sp>
        <p:nvSpPr>
          <p:cNvPr id="19" name="Slide Number Placeholder 18">
            <a:extLst>
              <a:ext uri="{FF2B5EF4-FFF2-40B4-BE49-F238E27FC236}">
                <a16:creationId xmlns:a16="http://schemas.microsoft.com/office/drawing/2014/main" id="{2590DF81-2D71-7E44-A733-1D0988D3DA89}"/>
              </a:ext>
            </a:extLst>
          </p:cNvPr>
          <p:cNvSpPr>
            <a:spLocks noGrp="1"/>
          </p:cNvSpPr>
          <p:nvPr>
            <p:ph type="sldNum" sz="quarter" idx="12"/>
          </p:nvPr>
        </p:nvSpPr>
        <p:spPr/>
        <p:txBody>
          <a:bodyPr/>
          <a:lstStyle/>
          <a:p>
            <a:fld id="{DFE403A4-BF53-4A18-A219-2FCD9C5F3F46}" type="slidenum">
              <a:rPr lang="en-GB" smtClean="0"/>
              <a:t>82</a:t>
            </a:fld>
            <a:endParaRPr lang="en-GB"/>
          </a:p>
        </p:txBody>
      </p:sp>
    </p:spTree>
    <p:extLst>
      <p:ext uri="{BB962C8B-B14F-4D97-AF65-F5344CB8AC3E}">
        <p14:creationId xmlns:p14="http://schemas.microsoft.com/office/powerpoint/2010/main" val="212807645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A657E6EB-954B-37B4-76EF-2122D46E848E}"/>
              </a:ext>
            </a:extLst>
          </p:cNvPr>
          <p:cNvGraphicFramePr>
            <a:graphicFrameLocks noGrp="1"/>
          </p:cNvGraphicFramePr>
          <p:nvPr/>
        </p:nvGraphicFramePr>
        <p:xfrm>
          <a:off x="75609" y="3960272"/>
          <a:ext cx="6728805" cy="5762848"/>
        </p:xfrm>
        <a:graphic>
          <a:graphicData uri="http://schemas.openxmlformats.org/drawingml/2006/table">
            <a:tbl>
              <a:tblPr>
                <a:tableStyleId>{5C22544A-7EE6-4342-B048-85BDC9FD1C3A}</a:tableStyleId>
              </a:tblPr>
              <a:tblGrid>
                <a:gridCol w="2242935">
                  <a:extLst>
                    <a:ext uri="{9D8B030D-6E8A-4147-A177-3AD203B41FA5}">
                      <a16:colId xmlns:a16="http://schemas.microsoft.com/office/drawing/2014/main" val="2276465341"/>
                    </a:ext>
                  </a:extLst>
                </a:gridCol>
                <a:gridCol w="2242935">
                  <a:extLst>
                    <a:ext uri="{9D8B030D-6E8A-4147-A177-3AD203B41FA5}">
                      <a16:colId xmlns:a16="http://schemas.microsoft.com/office/drawing/2014/main" val="1611199635"/>
                    </a:ext>
                  </a:extLst>
                </a:gridCol>
                <a:gridCol w="2242935">
                  <a:extLst>
                    <a:ext uri="{9D8B030D-6E8A-4147-A177-3AD203B41FA5}">
                      <a16:colId xmlns:a16="http://schemas.microsoft.com/office/drawing/2014/main" val="232246237"/>
                    </a:ext>
                  </a:extLst>
                </a:gridCol>
              </a:tblGrid>
              <a:tr h="1440712">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51001232"/>
                  </a:ext>
                </a:extLst>
              </a:tr>
              <a:tr h="1440712">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3788269"/>
                  </a:ext>
                </a:extLst>
              </a:tr>
              <a:tr h="1440712">
                <a:tc>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95764158"/>
                  </a:ext>
                </a:extLst>
              </a:tr>
              <a:tr h="1440712">
                <a:tc>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55644147"/>
                  </a:ext>
                </a:extLst>
              </a:tr>
            </a:tbl>
          </a:graphicData>
        </a:graphic>
      </p:graphicFrame>
      <mc:AlternateContent xmlns:mc="http://schemas.openxmlformats.org/markup-compatibility/2006" xmlns:a14="http://schemas.microsoft.com/office/drawing/2010/main">
        <mc:Choice Requires="a14">
          <p:sp>
            <p:nvSpPr>
              <p:cNvPr id="90" name="Rectangle 89"/>
              <p:cNvSpPr/>
              <p:nvPr/>
            </p:nvSpPr>
            <p:spPr>
              <a:xfrm>
                <a:off x="1422602" y="266119"/>
                <a:ext cx="3429000" cy="276999"/>
              </a:xfrm>
              <a:prstGeom prst="rect">
                <a:avLst/>
              </a:prstGeom>
            </p:spPr>
            <p:txBody>
              <a:bodyPr>
                <a:spAutoFit/>
              </a:bodyPr>
              <a:lstStyle/>
              <a:p>
                <a:r>
                  <a:rPr lang="en-US" sz="1200" dirty="0">
                    <a:solidFill>
                      <a:schemeClr val="bg1"/>
                    </a:solidFill>
                  </a:rPr>
                  <a:t>Calculate </a:t>
                </a:r>
                <a14:m>
                  <m:oMath xmlns:m="http://schemas.openxmlformats.org/officeDocument/2006/math">
                    <m:d>
                      <m:dPr>
                        <m:ctrlPr>
                          <a:rPr lang="en-US" sz="1200" i="1">
                            <a:solidFill>
                              <a:schemeClr val="bg1"/>
                            </a:solidFill>
                            <a:latin typeface="Cambria Math" panose="02040503050406030204" pitchFamily="18" charset="0"/>
                          </a:rPr>
                        </m:ctrlPr>
                      </m:dPr>
                      <m:e>
                        <m:r>
                          <a:rPr lang="en-US" sz="1200" i="1">
                            <a:solidFill>
                              <a:schemeClr val="bg1"/>
                            </a:solidFill>
                            <a:latin typeface="Cambria Math" panose="02040503050406030204" pitchFamily="18" charset="0"/>
                          </a:rPr>
                          <m:t>2.4×</m:t>
                        </m:r>
                        <m:sSup>
                          <m:sSupPr>
                            <m:ctrlPr>
                              <a:rPr lang="en-US" sz="1200" i="1">
                                <a:solidFill>
                                  <a:schemeClr val="bg1"/>
                                </a:solidFill>
                                <a:latin typeface="Cambria Math" panose="02040503050406030204" pitchFamily="18" charset="0"/>
                              </a:rPr>
                            </m:ctrlPr>
                          </m:sSupPr>
                          <m:e>
                            <m:r>
                              <a:rPr lang="en-US" sz="1200" i="1">
                                <a:solidFill>
                                  <a:schemeClr val="bg1"/>
                                </a:solidFill>
                                <a:latin typeface="Cambria Math" panose="02040503050406030204" pitchFamily="18" charset="0"/>
                              </a:rPr>
                              <m:t>10</m:t>
                            </m:r>
                          </m:e>
                          <m:sup>
                            <m:r>
                              <a:rPr lang="en-US" sz="1200" i="1">
                                <a:solidFill>
                                  <a:schemeClr val="bg1"/>
                                </a:solidFill>
                                <a:latin typeface="Cambria Math" panose="02040503050406030204" pitchFamily="18" charset="0"/>
                              </a:rPr>
                              <m:t>4</m:t>
                            </m:r>
                          </m:sup>
                        </m:sSup>
                      </m:e>
                    </m:d>
                    <m:r>
                      <a:rPr lang="en-US" sz="1200" i="1">
                        <a:solidFill>
                          <a:schemeClr val="bg1"/>
                        </a:solidFill>
                        <a:latin typeface="Cambria Math" panose="02040503050406030204" pitchFamily="18" charset="0"/>
                      </a:rPr>
                      <m:t>+(1.6×</m:t>
                    </m:r>
                    <m:sSup>
                      <m:sSupPr>
                        <m:ctrlPr>
                          <a:rPr lang="en-US" sz="1200" i="1">
                            <a:solidFill>
                              <a:schemeClr val="bg1"/>
                            </a:solidFill>
                            <a:latin typeface="Cambria Math" panose="02040503050406030204" pitchFamily="18" charset="0"/>
                          </a:rPr>
                        </m:ctrlPr>
                      </m:sSupPr>
                      <m:e>
                        <m:r>
                          <a:rPr lang="en-US" sz="1200" i="1">
                            <a:solidFill>
                              <a:schemeClr val="bg1"/>
                            </a:solidFill>
                            <a:latin typeface="Cambria Math" panose="02040503050406030204" pitchFamily="18" charset="0"/>
                          </a:rPr>
                          <m:t>10</m:t>
                        </m:r>
                      </m:e>
                      <m:sup>
                        <m:r>
                          <a:rPr lang="en-US" sz="1200" i="1">
                            <a:solidFill>
                              <a:schemeClr val="bg1"/>
                            </a:solidFill>
                            <a:latin typeface="Cambria Math" panose="02040503050406030204" pitchFamily="18" charset="0"/>
                          </a:rPr>
                          <m:t>2</m:t>
                        </m:r>
                      </m:sup>
                    </m:sSup>
                    <m:r>
                      <a:rPr lang="en-US" sz="1200" i="1">
                        <a:solidFill>
                          <a:schemeClr val="bg1"/>
                        </a:solidFill>
                        <a:latin typeface="Cambria Math" panose="02040503050406030204" pitchFamily="18" charset="0"/>
                      </a:rPr>
                      <m:t>)</m:t>
                    </m:r>
                  </m:oMath>
                </a14:m>
                <a:endParaRPr lang="en-GB" sz="1200" dirty="0">
                  <a:solidFill>
                    <a:schemeClr val="bg1"/>
                  </a:solidFill>
                </a:endParaRPr>
              </a:p>
            </p:txBody>
          </p:sp>
        </mc:Choice>
        <mc:Fallback xmlns="">
          <p:sp>
            <p:nvSpPr>
              <p:cNvPr id="90" name="Rectangle 89"/>
              <p:cNvSpPr>
                <a:spLocks noRot="1" noChangeAspect="1" noMove="1" noResize="1" noEditPoints="1" noAdjustHandles="1" noChangeArrowheads="1" noChangeShapeType="1" noTextEdit="1"/>
              </p:cNvSpPr>
              <p:nvPr/>
            </p:nvSpPr>
            <p:spPr>
              <a:xfrm>
                <a:off x="1422602" y="266119"/>
                <a:ext cx="3429000" cy="276999"/>
              </a:xfrm>
              <a:prstGeom prst="rect">
                <a:avLst/>
              </a:prstGeom>
              <a:blipFill>
                <a:blip r:embed="rId2"/>
                <a:stretch>
                  <a:fillRect b="-20000"/>
                </a:stretch>
              </a:blipFill>
            </p:spPr>
            <p:txBody>
              <a:bodyPr/>
              <a:lstStyle/>
              <a:p>
                <a:r>
                  <a:rPr lang="en-GB">
                    <a:noFill/>
                  </a:rPr>
                  <a:t> </a:t>
                </a:r>
              </a:p>
            </p:txBody>
          </p:sp>
        </mc:Fallback>
      </mc:AlternateContent>
      <p:sp>
        <p:nvSpPr>
          <p:cNvPr id="93" name="TextBox 92">
            <a:extLst>
              <a:ext uri="{FF2B5EF4-FFF2-40B4-BE49-F238E27FC236}">
                <a16:creationId xmlns:a16="http://schemas.microsoft.com/office/drawing/2014/main" id="{88BE26D3-BD12-8F4B-9608-3EB6530361A1}"/>
              </a:ext>
            </a:extLst>
          </p:cNvPr>
          <p:cNvSpPr txBox="1"/>
          <p:nvPr/>
        </p:nvSpPr>
        <p:spPr>
          <a:xfrm>
            <a:off x="1489001" y="47520"/>
            <a:ext cx="1387409" cy="276999"/>
          </a:xfrm>
          <a:prstGeom prst="rect">
            <a:avLst/>
          </a:prstGeom>
          <a:noFill/>
          <a:ln>
            <a:noFill/>
          </a:ln>
        </p:spPr>
        <p:txBody>
          <a:bodyPr wrap="square" rtlCol="0">
            <a:spAutoFit/>
          </a:bodyPr>
          <a:lstStyle/>
          <a:p>
            <a:r>
              <a:rPr lang="en-GB" sz="1200" b="1" i="1" dirty="0">
                <a:solidFill>
                  <a:srgbClr val="FF0000"/>
                </a:solidFill>
              </a:rPr>
              <a:t>Example 16 - I do…</a:t>
            </a:r>
          </a:p>
        </p:txBody>
      </p:sp>
      <p:sp>
        <p:nvSpPr>
          <p:cNvPr id="94" name="TextBox 93">
            <a:extLst>
              <a:ext uri="{FF2B5EF4-FFF2-40B4-BE49-F238E27FC236}">
                <a16:creationId xmlns:a16="http://schemas.microsoft.com/office/drawing/2014/main" id="{12910BCB-308B-9841-AF03-2F9D2E6E678C}"/>
              </a:ext>
            </a:extLst>
          </p:cNvPr>
          <p:cNvSpPr txBox="1"/>
          <p:nvPr/>
        </p:nvSpPr>
        <p:spPr>
          <a:xfrm>
            <a:off x="3254523" y="48632"/>
            <a:ext cx="1597079" cy="276999"/>
          </a:xfrm>
          <a:prstGeom prst="rect">
            <a:avLst/>
          </a:prstGeom>
          <a:noFill/>
          <a:ln>
            <a:noFill/>
          </a:ln>
        </p:spPr>
        <p:txBody>
          <a:bodyPr wrap="square" rtlCol="0">
            <a:spAutoFit/>
          </a:bodyPr>
          <a:lstStyle/>
          <a:p>
            <a:r>
              <a:rPr lang="en-GB" sz="1200" b="1" i="1" dirty="0">
                <a:solidFill>
                  <a:schemeClr val="accent2"/>
                </a:solidFill>
              </a:rPr>
              <a:t>Example 17 – We do…</a:t>
            </a:r>
          </a:p>
        </p:txBody>
      </p:sp>
      <p:sp>
        <p:nvSpPr>
          <p:cNvPr id="95" name="TextBox 94">
            <a:extLst>
              <a:ext uri="{FF2B5EF4-FFF2-40B4-BE49-F238E27FC236}">
                <a16:creationId xmlns:a16="http://schemas.microsoft.com/office/drawing/2014/main" id="{12910BCB-308B-9841-AF03-2F9D2E6E678C}"/>
              </a:ext>
            </a:extLst>
          </p:cNvPr>
          <p:cNvSpPr txBox="1"/>
          <p:nvPr/>
        </p:nvSpPr>
        <p:spPr>
          <a:xfrm>
            <a:off x="5109558" y="47520"/>
            <a:ext cx="1621486" cy="274468"/>
          </a:xfrm>
          <a:prstGeom prst="rect">
            <a:avLst/>
          </a:prstGeom>
          <a:noFill/>
          <a:ln>
            <a:noFill/>
          </a:ln>
        </p:spPr>
        <p:txBody>
          <a:bodyPr wrap="square" rtlCol="0">
            <a:spAutoFit/>
          </a:bodyPr>
          <a:lstStyle/>
          <a:p>
            <a:r>
              <a:rPr lang="en-GB" sz="1200" b="1" i="1" dirty="0">
                <a:solidFill>
                  <a:srgbClr val="00B050"/>
                </a:solidFill>
              </a:rPr>
              <a:t>Example 18 – You do…</a:t>
            </a:r>
          </a:p>
        </p:txBody>
      </p:sp>
      <p:sp>
        <p:nvSpPr>
          <p:cNvPr id="100" name="TextBox 99">
            <a:extLst>
              <a:ext uri="{FF2B5EF4-FFF2-40B4-BE49-F238E27FC236}">
                <a16:creationId xmlns:a16="http://schemas.microsoft.com/office/drawing/2014/main" id="{CE9FBB5A-1D0D-CA46-A58D-FF02AAE81564}"/>
              </a:ext>
            </a:extLst>
          </p:cNvPr>
          <p:cNvSpPr txBox="1"/>
          <p:nvPr/>
        </p:nvSpPr>
        <p:spPr>
          <a:xfrm>
            <a:off x="1218361" y="3686770"/>
            <a:ext cx="4139659" cy="276999"/>
          </a:xfrm>
          <a:prstGeom prst="rect">
            <a:avLst/>
          </a:prstGeom>
          <a:noFill/>
        </p:spPr>
        <p:txBody>
          <a:bodyPr wrap="none" lIns="91440" tIns="45720" rIns="91440" bIns="45720" rtlCol="0" anchor="t">
            <a:spAutoFit/>
          </a:bodyPr>
          <a:lstStyle/>
          <a:p>
            <a:r>
              <a:rPr lang="en-GB" sz="1200" dirty="0"/>
              <a:t>11. Calculate the following, give your answers in standard form.</a:t>
            </a:r>
          </a:p>
        </p:txBody>
      </p:sp>
      <mc:AlternateContent xmlns:mc="http://schemas.openxmlformats.org/markup-compatibility/2006" xmlns:a14="http://schemas.microsoft.com/office/drawing/2010/main">
        <mc:Choice Requires="a14">
          <p:graphicFrame>
            <p:nvGraphicFramePr>
              <p:cNvPr id="8" name="Table 7"/>
              <p:cNvGraphicFramePr>
                <a:graphicFrameLocks noGrp="1"/>
              </p:cNvGraphicFramePr>
              <p:nvPr/>
            </p:nvGraphicFramePr>
            <p:xfrm>
              <a:off x="102679" y="353621"/>
              <a:ext cx="6701735" cy="3226738"/>
            </p:xfrm>
            <a:graphic>
              <a:graphicData uri="http://schemas.openxmlformats.org/drawingml/2006/table">
                <a:tbl>
                  <a:tblPr firstRow="1" bandRow="1">
                    <a:tableStyleId>{5C22544A-7EE6-4342-B048-85BDC9FD1C3A}</a:tableStyleId>
                  </a:tblPr>
                  <a:tblGrid>
                    <a:gridCol w="1156277">
                      <a:extLst>
                        <a:ext uri="{9D8B030D-6E8A-4147-A177-3AD203B41FA5}">
                          <a16:colId xmlns:a16="http://schemas.microsoft.com/office/drawing/2014/main" val="2581865204"/>
                        </a:ext>
                      </a:extLst>
                    </a:gridCol>
                    <a:gridCol w="1848486">
                      <a:extLst>
                        <a:ext uri="{9D8B030D-6E8A-4147-A177-3AD203B41FA5}">
                          <a16:colId xmlns:a16="http://schemas.microsoft.com/office/drawing/2014/main" val="752551682"/>
                        </a:ext>
                      </a:extLst>
                    </a:gridCol>
                    <a:gridCol w="1848486">
                      <a:extLst>
                        <a:ext uri="{9D8B030D-6E8A-4147-A177-3AD203B41FA5}">
                          <a16:colId xmlns:a16="http://schemas.microsoft.com/office/drawing/2014/main" val="2867986263"/>
                        </a:ext>
                      </a:extLst>
                    </a:gridCol>
                    <a:gridCol w="1848486">
                      <a:extLst>
                        <a:ext uri="{9D8B030D-6E8A-4147-A177-3AD203B41FA5}">
                          <a16:colId xmlns:a16="http://schemas.microsoft.com/office/drawing/2014/main" val="4164757680"/>
                        </a:ext>
                      </a:extLst>
                    </a:gridCol>
                  </a:tblGrid>
                  <a:tr h="309547">
                    <a:tc>
                      <a:txBody>
                        <a:bodyPr/>
                        <a:lstStyle/>
                        <a:p>
                          <a:pPr algn="ctr"/>
                          <a:r>
                            <a:rPr lang="en-US" sz="1200" b="1" dirty="0">
                              <a:solidFill>
                                <a:schemeClr val="tx1"/>
                              </a:solidFill>
                            </a:rPr>
                            <a:t>Steps</a:t>
                          </a:r>
                          <a:endParaRPr lang="en-GB" sz="12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100" b="1" dirty="0">
                              <a:solidFill>
                                <a:schemeClr val="tx1"/>
                              </a:solidFill>
                            </a:rPr>
                            <a:t> Calculate the following, leave your answer in standard form.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GB"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GB"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11226856"/>
                      </a:ext>
                    </a:extLst>
                  </a:tr>
                  <a:tr h="905511">
                    <a:tc>
                      <a:txBody>
                        <a:bodyPr/>
                        <a:lstStyle/>
                        <a:p>
                          <a:r>
                            <a:rPr lang="en-GB" sz="1200" dirty="0">
                              <a:solidFill>
                                <a:schemeClr val="tx1"/>
                              </a:solidFill>
                            </a:rPr>
                            <a:t>1) Use the associative law to regroup the calculation.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a14:m>
                            <m:oMathPara xmlns:m="http://schemas.openxmlformats.org/officeDocument/2006/math">
                              <m:oMathParaPr>
                                <m:jc m:val="centerGroup"/>
                              </m:oMathParaPr>
                              <m:oMath xmlns:m="http://schemas.openxmlformats.org/officeDocument/2006/math">
                                <m:d>
                                  <m:dPr>
                                    <m:ctrlPr>
                                      <a:rPr lang="en-US" sz="1200" b="0" i="1" baseline="0" smtClean="0">
                                        <a:solidFill>
                                          <a:schemeClr val="tx1"/>
                                        </a:solidFill>
                                        <a:latin typeface="Cambria Math" panose="02040503050406030204" pitchFamily="18" charset="0"/>
                                      </a:rPr>
                                    </m:ctrlPr>
                                  </m:dPr>
                                  <m:e>
                                    <m:r>
                                      <a:rPr lang="en-US" sz="1200" b="0" i="1" baseline="0" smtClean="0">
                                        <a:solidFill>
                                          <a:schemeClr val="tx1"/>
                                        </a:solidFill>
                                        <a:latin typeface="Cambria Math" panose="02040503050406030204" pitchFamily="18" charset="0"/>
                                      </a:rPr>
                                      <m:t>2</m:t>
                                    </m:r>
                                    <m:r>
                                      <a:rPr lang="en-US" sz="1200" b="0" i="1" baseline="0" smtClean="0">
                                        <a:solidFill>
                                          <a:schemeClr val="tx1"/>
                                        </a:solidFill>
                                        <a:latin typeface="Cambria Math" panose="02040503050406030204" pitchFamily="18" charset="0"/>
                                        <a:ea typeface="Cambria Math" panose="02040503050406030204" pitchFamily="18" charset="0"/>
                                      </a:rPr>
                                      <m:t>×</m:t>
                                    </m:r>
                                    <m:sSup>
                                      <m:sSupPr>
                                        <m:ctrlPr>
                                          <a:rPr lang="en-US" sz="1200" b="0" i="1" baseline="0" smtClean="0">
                                            <a:solidFill>
                                              <a:schemeClr val="tx1"/>
                                            </a:solidFill>
                                            <a:latin typeface="Cambria Math" panose="02040503050406030204" pitchFamily="18" charset="0"/>
                                            <a:ea typeface="Cambria Math" panose="02040503050406030204" pitchFamily="18" charset="0"/>
                                          </a:rPr>
                                        </m:ctrlPr>
                                      </m:sSupPr>
                                      <m:e>
                                        <m:r>
                                          <a:rPr lang="en-US" sz="1200" b="0" i="1" baseline="0" smtClean="0">
                                            <a:solidFill>
                                              <a:schemeClr val="tx1"/>
                                            </a:solidFill>
                                            <a:latin typeface="Cambria Math" panose="02040503050406030204" pitchFamily="18" charset="0"/>
                                            <a:ea typeface="Cambria Math" panose="02040503050406030204" pitchFamily="18" charset="0"/>
                                          </a:rPr>
                                          <m:t>10</m:t>
                                        </m:r>
                                      </m:e>
                                      <m:sup>
                                        <m:r>
                                          <a:rPr lang="en-US" sz="1200" b="0" i="1" baseline="0" smtClean="0">
                                            <a:solidFill>
                                              <a:schemeClr val="tx1"/>
                                            </a:solidFill>
                                            <a:latin typeface="Cambria Math" panose="02040503050406030204" pitchFamily="18" charset="0"/>
                                            <a:ea typeface="Cambria Math" panose="02040503050406030204" pitchFamily="18" charset="0"/>
                                          </a:rPr>
                                          <m:t>2</m:t>
                                        </m:r>
                                      </m:sup>
                                    </m:sSup>
                                  </m:e>
                                </m:d>
                                <m:r>
                                  <a:rPr lang="en-US" sz="1200" b="0" i="1" baseline="0" smtClean="0">
                                    <a:solidFill>
                                      <a:schemeClr val="tx1"/>
                                    </a:solidFill>
                                    <a:latin typeface="Cambria Math" panose="02040503050406030204" pitchFamily="18" charset="0"/>
                                    <a:ea typeface="Cambria Math" panose="02040503050406030204" pitchFamily="18" charset="0"/>
                                  </a:rPr>
                                  <m:t>×</m:t>
                                </m:r>
                                <m:d>
                                  <m:dPr>
                                    <m:ctrlPr>
                                      <a:rPr lang="en-US" sz="1200" b="0" i="1" baseline="0" smtClean="0">
                                        <a:solidFill>
                                          <a:schemeClr val="tx1"/>
                                        </a:solidFill>
                                        <a:latin typeface="Cambria Math" panose="02040503050406030204" pitchFamily="18" charset="0"/>
                                        <a:ea typeface="Cambria Math" panose="02040503050406030204" pitchFamily="18" charset="0"/>
                                      </a:rPr>
                                    </m:ctrlPr>
                                  </m:dPr>
                                  <m:e>
                                    <m:r>
                                      <a:rPr lang="en-US" sz="1200" b="0" i="1" baseline="0" smtClean="0">
                                        <a:solidFill>
                                          <a:schemeClr val="tx1"/>
                                        </a:solidFill>
                                        <a:latin typeface="Cambria Math" panose="02040503050406030204" pitchFamily="18" charset="0"/>
                                        <a:ea typeface="Cambria Math" panose="02040503050406030204" pitchFamily="18" charset="0"/>
                                      </a:rPr>
                                      <m:t>6×</m:t>
                                    </m:r>
                                    <m:sSup>
                                      <m:sSupPr>
                                        <m:ctrlPr>
                                          <a:rPr lang="en-US" sz="1200" b="0" i="1" baseline="0" smtClean="0">
                                            <a:solidFill>
                                              <a:schemeClr val="tx1"/>
                                            </a:solidFill>
                                            <a:latin typeface="Cambria Math" panose="02040503050406030204" pitchFamily="18" charset="0"/>
                                            <a:ea typeface="Cambria Math" panose="02040503050406030204" pitchFamily="18" charset="0"/>
                                          </a:rPr>
                                        </m:ctrlPr>
                                      </m:sSupPr>
                                      <m:e>
                                        <m:r>
                                          <a:rPr lang="en-US" sz="1200" b="0" i="1" baseline="0" smtClean="0">
                                            <a:solidFill>
                                              <a:schemeClr val="tx1"/>
                                            </a:solidFill>
                                            <a:latin typeface="Cambria Math" panose="02040503050406030204" pitchFamily="18" charset="0"/>
                                            <a:ea typeface="Cambria Math" panose="02040503050406030204" pitchFamily="18" charset="0"/>
                                          </a:rPr>
                                          <m:t>10</m:t>
                                        </m:r>
                                      </m:e>
                                      <m:sup>
                                        <m:r>
                                          <a:rPr lang="en-US" sz="1200" b="0" i="1" baseline="0" smtClean="0">
                                            <a:solidFill>
                                              <a:schemeClr val="tx1"/>
                                            </a:solidFill>
                                            <a:latin typeface="Cambria Math" panose="02040503050406030204" pitchFamily="18" charset="0"/>
                                            <a:ea typeface="Cambria Math" panose="02040503050406030204" pitchFamily="18" charset="0"/>
                                          </a:rPr>
                                          <m:t>4</m:t>
                                        </m:r>
                                      </m:sup>
                                    </m:sSup>
                                  </m:e>
                                </m:d>
                              </m:oMath>
                            </m:oMathPara>
                          </a14:m>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a14:m>
                            <m:oMathPara xmlns:m="http://schemas.openxmlformats.org/officeDocument/2006/math">
                              <m:oMathParaPr>
                                <m:jc m:val="centerGroup"/>
                              </m:oMathParaPr>
                              <m:oMath xmlns:m="http://schemas.openxmlformats.org/officeDocument/2006/math">
                                <m:d>
                                  <m:dPr>
                                    <m:ctrlPr>
                                      <a:rPr lang="en-US" sz="1200" b="0" i="1" baseline="0" smtClean="0">
                                        <a:solidFill>
                                          <a:schemeClr val="tx1"/>
                                        </a:solidFill>
                                        <a:latin typeface="Cambria Math" panose="02040503050406030204" pitchFamily="18" charset="0"/>
                                      </a:rPr>
                                    </m:ctrlPr>
                                  </m:dPr>
                                  <m:e>
                                    <m:r>
                                      <a:rPr lang="en-US" sz="1200" b="0" i="1" baseline="0" smtClean="0">
                                        <a:solidFill>
                                          <a:schemeClr val="tx1"/>
                                        </a:solidFill>
                                        <a:latin typeface="Cambria Math" panose="02040503050406030204" pitchFamily="18" charset="0"/>
                                      </a:rPr>
                                      <m:t>3</m:t>
                                    </m:r>
                                    <m:r>
                                      <a:rPr lang="en-US" sz="1200" b="0" i="1" baseline="0" smtClean="0">
                                        <a:solidFill>
                                          <a:schemeClr val="tx1"/>
                                        </a:solidFill>
                                        <a:latin typeface="Cambria Math" panose="02040503050406030204" pitchFamily="18" charset="0"/>
                                        <a:ea typeface="Cambria Math" panose="02040503050406030204" pitchFamily="18" charset="0"/>
                                      </a:rPr>
                                      <m:t>×</m:t>
                                    </m:r>
                                    <m:sSup>
                                      <m:sSupPr>
                                        <m:ctrlPr>
                                          <a:rPr lang="en-US" sz="1200" b="0" i="1" baseline="0" smtClean="0">
                                            <a:solidFill>
                                              <a:schemeClr val="tx1"/>
                                            </a:solidFill>
                                            <a:latin typeface="Cambria Math" panose="02040503050406030204" pitchFamily="18" charset="0"/>
                                            <a:ea typeface="Cambria Math" panose="02040503050406030204" pitchFamily="18" charset="0"/>
                                          </a:rPr>
                                        </m:ctrlPr>
                                      </m:sSupPr>
                                      <m:e>
                                        <m:r>
                                          <a:rPr lang="en-US" sz="1200" b="0" i="1" baseline="0" smtClean="0">
                                            <a:solidFill>
                                              <a:schemeClr val="tx1"/>
                                            </a:solidFill>
                                            <a:latin typeface="Cambria Math" panose="02040503050406030204" pitchFamily="18" charset="0"/>
                                            <a:ea typeface="Cambria Math" panose="02040503050406030204" pitchFamily="18" charset="0"/>
                                          </a:rPr>
                                          <m:t>10</m:t>
                                        </m:r>
                                      </m:e>
                                      <m:sup>
                                        <m:r>
                                          <a:rPr lang="en-US" sz="1200" b="0" i="1" baseline="0" smtClean="0">
                                            <a:solidFill>
                                              <a:schemeClr val="tx1"/>
                                            </a:solidFill>
                                            <a:latin typeface="Cambria Math" panose="02040503050406030204" pitchFamily="18" charset="0"/>
                                            <a:ea typeface="Cambria Math" panose="02040503050406030204" pitchFamily="18" charset="0"/>
                                          </a:rPr>
                                          <m:t>−2</m:t>
                                        </m:r>
                                      </m:sup>
                                    </m:sSup>
                                  </m:e>
                                </m:d>
                                <m:r>
                                  <a:rPr lang="en-US" sz="1200" b="0" i="1" baseline="0" smtClean="0">
                                    <a:solidFill>
                                      <a:schemeClr val="tx1"/>
                                    </a:solidFill>
                                    <a:latin typeface="Cambria Math" panose="02040503050406030204" pitchFamily="18" charset="0"/>
                                    <a:ea typeface="Cambria Math" panose="02040503050406030204" pitchFamily="18" charset="0"/>
                                  </a:rPr>
                                  <m:t>×</m:t>
                                </m:r>
                                <m:d>
                                  <m:dPr>
                                    <m:ctrlPr>
                                      <a:rPr lang="en-US" sz="1200" b="0" i="1" baseline="0" smtClean="0">
                                        <a:solidFill>
                                          <a:schemeClr val="tx1"/>
                                        </a:solidFill>
                                        <a:latin typeface="Cambria Math" panose="02040503050406030204" pitchFamily="18" charset="0"/>
                                        <a:ea typeface="Cambria Math" panose="02040503050406030204" pitchFamily="18" charset="0"/>
                                      </a:rPr>
                                    </m:ctrlPr>
                                  </m:dPr>
                                  <m:e>
                                    <m:r>
                                      <a:rPr lang="en-US" sz="1200" b="0" i="1" baseline="0" smtClean="0">
                                        <a:solidFill>
                                          <a:schemeClr val="tx1"/>
                                        </a:solidFill>
                                        <a:latin typeface="Cambria Math" panose="02040503050406030204" pitchFamily="18" charset="0"/>
                                        <a:ea typeface="Cambria Math" panose="02040503050406030204" pitchFamily="18" charset="0"/>
                                      </a:rPr>
                                      <m:t>4×</m:t>
                                    </m:r>
                                    <m:sSup>
                                      <m:sSupPr>
                                        <m:ctrlPr>
                                          <a:rPr lang="en-US" sz="1200" b="0" i="1" baseline="0" smtClean="0">
                                            <a:solidFill>
                                              <a:schemeClr val="tx1"/>
                                            </a:solidFill>
                                            <a:latin typeface="Cambria Math" panose="02040503050406030204" pitchFamily="18" charset="0"/>
                                            <a:ea typeface="Cambria Math" panose="02040503050406030204" pitchFamily="18" charset="0"/>
                                          </a:rPr>
                                        </m:ctrlPr>
                                      </m:sSupPr>
                                      <m:e>
                                        <m:r>
                                          <a:rPr lang="en-US" sz="1200" b="0" i="1" baseline="0" smtClean="0">
                                            <a:solidFill>
                                              <a:schemeClr val="tx1"/>
                                            </a:solidFill>
                                            <a:latin typeface="Cambria Math" panose="02040503050406030204" pitchFamily="18" charset="0"/>
                                            <a:ea typeface="Cambria Math" panose="02040503050406030204" pitchFamily="18" charset="0"/>
                                          </a:rPr>
                                          <m:t>10</m:t>
                                        </m:r>
                                      </m:e>
                                      <m:sup>
                                        <m:r>
                                          <a:rPr lang="en-US" sz="1200" b="0" i="1" baseline="0" smtClean="0">
                                            <a:solidFill>
                                              <a:schemeClr val="tx1"/>
                                            </a:solidFill>
                                            <a:latin typeface="Cambria Math" panose="02040503050406030204" pitchFamily="18" charset="0"/>
                                            <a:ea typeface="Cambria Math" panose="02040503050406030204" pitchFamily="18" charset="0"/>
                                          </a:rPr>
                                          <m:t>4</m:t>
                                        </m:r>
                                      </m:sup>
                                    </m:sSup>
                                  </m:e>
                                </m:d>
                              </m:oMath>
                            </m:oMathPara>
                          </a14:m>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a14:m>
                            <m:oMathPara xmlns:m="http://schemas.openxmlformats.org/officeDocument/2006/math">
                              <m:oMathParaPr>
                                <m:jc m:val="centerGroup"/>
                              </m:oMathParaPr>
                              <m:oMath xmlns:m="http://schemas.openxmlformats.org/officeDocument/2006/math">
                                <m:d>
                                  <m:dPr>
                                    <m:ctrlPr>
                                      <a:rPr lang="en-US" sz="1200" b="0" i="1" baseline="0" smtClean="0">
                                        <a:solidFill>
                                          <a:schemeClr val="tx1"/>
                                        </a:solidFill>
                                        <a:latin typeface="Cambria Math" panose="02040503050406030204" pitchFamily="18" charset="0"/>
                                      </a:rPr>
                                    </m:ctrlPr>
                                  </m:dPr>
                                  <m:e>
                                    <m:r>
                                      <a:rPr lang="en-US" sz="1200" b="0" i="1" baseline="0" smtClean="0">
                                        <a:solidFill>
                                          <a:schemeClr val="tx1"/>
                                        </a:solidFill>
                                        <a:latin typeface="Cambria Math" panose="02040503050406030204" pitchFamily="18" charset="0"/>
                                      </a:rPr>
                                      <m:t>5</m:t>
                                    </m:r>
                                    <m:r>
                                      <a:rPr lang="en-US" sz="1200" b="0" i="1" baseline="0" smtClean="0">
                                        <a:solidFill>
                                          <a:schemeClr val="tx1"/>
                                        </a:solidFill>
                                        <a:latin typeface="Cambria Math" panose="02040503050406030204" pitchFamily="18" charset="0"/>
                                        <a:ea typeface="Cambria Math" panose="02040503050406030204" pitchFamily="18" charset="0"/>
                                      </a:rPr>
                                      <m:t>×</m:t>
                                    </m:r>
                                    <m:sSup>
                                      <m:sSupPr>
                                        <m:ctrlPr>
                                          <a:rPr lang="en-US" sz="1200" b="0" i="1" baseline="0" smtClean="0">
                                            <a:solidFill>
                                              <a:schemeClr val="tx1"/>
                                            </a:solidFill>
                                            <a:latin typeface="Cambria Math" panose="02040503050406030204" pitchFamily="18" charset="0"/>
                                            <a:ea typeface="Cambria Math" panose="02040503050406030204" pitchFamily="18" charset="0"/>
                                          </a:rPr>
                                        </m:ctrlPr>
                                      </m:sSupPr>
                                      <m:e>
                                        <m:r>
                                          <a:rPr lang="en-US" sz="1200" b="0" i="1" baseline="0" smtClean="0">
                                            <a:solidFill>
                                              <a:schemeClr val="tx1"/>
                                            </a:solidFill>
                                            <a:latin typeface="Cambria Math" panose="02040503050406030204" pitchFamily="18" charset="0"/>
                                            <a:ea typeface="Cambria Math" panose="02040503050406030204" pitchFamily="18" charset="0"/>
                                          </a:rPr>
                                          <m:t>10</m:t>
                                        </m:r>
                                      </m:e>
                                      <m:sup>
                                        <m:r>
                                          <a:rPr lang="en-GB" sz="1200" b="0" i="1" baseline="0" smtClean="0">
                                            <a:solidFill>
                                              <a:schemeClr val="tx1"/>
                                            </a:solidFill>
                                            <a:latin typeface="Cambria Math" panose="02040503050406030204" pitchFamily="18" charset="0"/>
                                            <a:ea typeface="Cambria Math" panose="02040503050406030204" pitchFamily="18" charset="0"/>
                                          </a:rPr>
                                          <m:t>9</m:t>
                                        </m:r>
                                      </m:sup>
                                    </m:sSup>
                                  </m:e>
                                </m:d>
                                <m:r>
                                  <a:rPr lang="en-US" sz="1200" b="0" i="1" baseline="0" smtClean="0">
                                    <a:solidFill>
                                      <a:schemeClr val="tx1"/>
                                    </a:solidFill>
                                    <a:latin typeface="Cambria Math" panose="02040503050406030204" pitchFamily="18" charset="0"/>
                                    <a:ea typeface="Cambria Math" panose="02040503050406030204" pitchFamily="18" charset="0"/>
                                  </a:rPr>
                                  <m:t>×</m:t>
                                </m:r>
                                <m:d>
                                  <m:dPr>
                                    <m:ctrlPr>
                                      <a:rPr lang="en-US" sz="1200" b="0" i="1" baseline="0" smtClean="0">
                                        <a:solidFill>
                                          <a:schemeClr val="tx1"/>
                                        </a:solidFill>
                                        <a:latin typeface="Cambria Math" panose="02040503050406030204" pitchFamily="18" charset="0"/>
                                        <a:ea typeface="Cambria Math" panose="02040503050406030204" pitchFamily="18" charset="0"/>
                                      </a:rPr>
                                    </m:ctrlPr>
                                  </m:dPr>
                                  <m:e>
                                    <m:r>
                                      <a:rPr lang="en-US" sz="1200" b="0" i="1" baseline="0" smtClean="0">
                                        <a:solidFill>
                                          <a:schemeClr val="tx1"/>
                                        </a:solidFill>
                                        <a:latin typeface="Cambria Math" panose="02040503050406030204" pitchFamily="18" charset="0"/>
                                        <a:ea typeface="Cambria Math" panose="02040503050406030204" pitchFamily="18" charset="0"/>
                                      </a:rPr>
                                      <m:t>3×</m:t>
                                    </m:r>
                                    <m:sSup>
                                      <m:sSupPr>
                                        <m:ctrlPr>
                                          <a:rPr lang="en-US" sz="1200" b="0" i="1" baseline="0" smtClean="0">
                                            <a:solidFill>
                                              <a:schemeClr val="tx1"/>
                                            </a:solidFill>
                                            <a:latin typeface="Cambria Math" panose="02040503050406030204" pitchFamily="18" charset="0"/>
                                            <a:ea typeface="Cambria Math" panose="02040503050406030204" pitchFamily="18" charset="0"/>
                                          </a:rPr>
                                        </m:ctrlPr>
                                      </m:sSupPr>
                                      <m:e>
                                        <m:r>
                                          <a:rPr lang="en-US" sz="1200" b="0" i="1" baseline="0" smtClean="0">
                                            <a:solidFill>
                                              <a:schemeClr val="tx1"/>
                                            </a:solidFill>
                                            <a:latin typeface="Cambria Math" panose="02040503050406030204" pitchFamily="18" charset="0"/>
                                            <a:ea typeface="Cambria Math" panose="02040503050406030204" pitchFamily="18" charset="0"/>
                                          </a:rPr>
                                          <m:t>10</m:t>
                                        </m:r>
                                      </m:e>
                                      <m:sup>
                                        <m:r>
                                          <a:rPr lang="en-US" sz="1200" b="0" i="1" baseline="0" smtClean="0">
                                            <a:solidFill>
                                              <a:schemeClr val="tx1"/>
                                            </a:solidFill>
                                            <a:latin typeface="Cambria Math" panose="02040503050406030204" pitchFamily="18" charset="0"/>
                                            <a:ea typeface="Cambria Math" panose="02040503050406030204" pitchFamily="18" charset="0"/>
                                          </a:rPr>
                                          <m:t>−4</m:t>
                                        </m:r>
                                      </m:sup>
                                    </m:sSup>
                                  </m:e>
                                </m:d>
                              </m:oMath>
                            </m:oMathPara>
                          </a14:m>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57307370"/>
                      </a:ext>
                    </a:extLst>
                  </a:tr>
                  <a:tr h="734471">
                    <a:tc>
                      <a:txBody>
                        <a:bodyPr/>
                        <a:lstStyle/>
                        <a:p>
                          <a:r>
                            <a:rPr lang="en-US" sz="1200" dirty="0">
                              <a:solidFill>
                                <a:schemeClr val="tx1"/>
                              </a:solidFill>
                            </a:rPr>
                            <a:t>2) Multiply the numbers without the indices and the powers of 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39134286"/>
                      </a:ext>
                    </a:extLst>
                  </a:tr>
                  <a:tr h="970276">
                    <a:tc>
                      <a:txBody>
                        <a:bodyPr/>
                        <a:lstStyle/>
                        <a:p>
                          <a:r>
                            <a:rPr lang="en-GB" sz="1200" dirty="0">
                              <a:solidFill>
                                <a:schemeClr val="tx1"/>
                              </a:solidFill>
                            </a:rPr>
                            <a:t>3) Check if the answer is in standard form and adjust if necessary.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24983379"/>
                      </a:ext>
                    </a:extLst>
                  </a:tr>
                </a:tbl>
              </a:graphicData>
            </a:graphic>
          </p:graphicFrame>
        </mc:Choice>
        <mc:Fallback xmlns="">
          <p:graphicFrame>
            <p:nvGraphicFramePr>
              <p:cNvPr id="8" name="Table 7"/>
              <p:cNvGraphicFramePr>
                <a:graphicFrameLocks noGrp="1"/>
              </p:cNvGraphicFramePr>
              <p:nvPr>
                <p:extLst>
                  <p:ext uri="{D42A27DB-BD31-4B8C-83A1-F6EECF244321}">
                    <p14:modId xmlns:p14="http://schemas.microsoft.com/office/powerpoint/2010/main" val="403961413"/>
                  </p:ext>
                </p:extLst>
              </p:nvPr>
            </p:nvGraphicFramePr>
            <p:xfrm>
              <a:off x="102679" y="353621"/>
              <a:ext cx="6701735" cy="3226738"/>
            </p:xfrm>
            <a:graphic>
              <a:graphicData uri="http://schemas.openxmlformats.org/drawingml/2006/table">
                <a:tbl>
                  <a:tblPr firstRow="1" bandRow="1">
                    <a:tableStyleId>{5C22544A-7EE6-4342-B048-85BDC9FD1C3A}</a:tableStyleId>
                  </a:tblPr>
                  <a:tblGrid>
                    <a:gridCol w="1156277">
                      <a:extLst>
                        <a:ext uri="{9D8B030D-6E8A-4147-A177-3AD203B41FA5}">
                          <a16:colId xmlns:a16="http://schemas.microsoft.com/office/drawing/2014/main" val="2581865204"/>
                        </a:ext>
                      </a:extLst>
                    </a:gridCol>
                    <a:gridCol w="1848486">
                      <a:extLst>
                        <a:ext uri="{9D8B030D-6E8A-4147-A177-3AD203B41FA5}">
                          <a16:colId xmlns:a16="http://schemas.microsoft.com/office/drawing/2014/main" val="752551682"/>
                        </a:ext>
                      </a:extLst>
                    </a:gridCol>
                    <a:gridCol w="1848486">
                      <a:extLst>
                        <a:ext uri="{9D8B030D-6E8A-4147-A177-3AD203B41FA5}">
                          <a16:colId xmlns:a16="http://schemas.microsoft.com/office/drawing/2014/main" val="2867986263"/>
                        </a:ext>
                      </a:extLst>
                    </a:gridCol>
                    <a:gridCol w="1848486">
                      <a:extLst>
                        <a:ext uri="{9D8B030D-6E8A-4147-A177-3AD203B41FA5}">
                          <a16:colId xmlns:a16="http://schemas.microsoft.com/office/drawing/2014/main" val="4164757680"/>
                        </a:ext>
                      </a:extLst>
                    </a:gridCol>
                  </a:tblGrid>
                  <a:tr h="309547">
                    <a:tc>
                      <a:txBody>
                        <a:bodyPr/>
                        <a:lstStyle/>
                        <a:p>
                          <a:pPr algn="ctr"/>
                          <a:r>
                            <a:rPr lang="en-US" sz="1200" b="1" dirty="0">
                              <a:solidFill>
                                <a:schemeClr val="tx1"/>
                              </a:solidFill>
                            </a:rPr>
                            <a:t>Steps</a:t>
                          </a:r>
                          <a:endParaRPr lang="en-GB" sz="12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100" b="1" dirty="0">
                              <a:solidFill>
                                <a:schemeClr val="tx1"/>
                              </a:solidFill>
                            </a:rPr>
                            <a:t> Calculate the following, leave your answer in standard form.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GB"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GB"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11226856"/>
                      </a:ext>
                    </a:extLst>
                  </a:tr>
                  <a:tr h="905511">
                    <a:tc>
                      <a:txBody>
                        <a:bodyPr/>
                        <a:lstStyle/>
                        <a:p>
                          <a:r>
                            <a:rPr lang="en-GB" sz="1200" dirty="0">
                              <a:solidFill>
                                <a:schemeClr val="tx1"/>
                              </a:solidFill>
                            </a:rPr>
                            <a:t>1) Use the associative law to regroup the calculation.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62829" t="-11065" r="-200329" b="-1461"/>
                          </a:stretch>
                        </a:blipFill>
                      </a:tcPr>
                    </a:tc>
                    <a:tc rowSpan="3">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63366" t="-11065" r="-100990" b="-1461"/>
                          </a:stretch>
                        </a:blipFill>
                      </a:tcPr>
                    </a:tc>
                    <a:tc rowSpan="3">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62500" t="-11065" r="-658" b="-1461"/>
                          </a:stretch>
                        </a:blipFill>
                      </a:tcPr>
                    </a:tc>
                    <a:extLst>
                      <a:ext uri="{0D108BD9-81ED-4DB2-BD59-A6C34878D82A}">
                        <a16:rowId xmlns:a16="http://schemas.microsoft.com/office/drawing/2014/main" val="2657307370"/>
                      </a:ext>
                    </a:extLst>
                  </a:tr>
                  <a:tr h="1005840">
                    <a:tc>
                      <a:txBody>
                        <a:bodyPr/>
                        <a:lstStyle/>
                        <a:p>
                          <a:r>
                            <a:rPr lang="en-US" sz="1200" dirty="0">
                              <a:solidFill>
                                <a:schemeClr val="tx1"/>
                              </a:solidFill>
                            </a:rPr>
                            <a:t>2) Multiply the numbers without the indices and the powers of 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39134286"/>
                      </a:ext>
                    </a:extLst>
                  </a:tr>
                  <a:tr h="1005840">
                    <a:tc>
                      <a:txBody>
                        <a:bodyPr/>
                        <a:lstStyle/>
                        <a:p>
                          <a:r>
                            <a:rPr lang="en-GB" sz="1200" dirty="0">
                              <a:solidFill>
                                <a:schemeClr val="tx1"/>
                              </a:solidFill>
                            </a:rPr>
                            <a:t>3) Check if the answer is in standard form and adjust if necessary.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24983379"/>
                      </a:ext>
                    </a:extLst>
                  </a:tr>
                </a:tbl>
              </a:graphicData>
            </a:graphic>
          </p:graphicFrame>
        </mc:Fallback>
      </mc:AlternateContent>
      <p:sp>
        <p:nvSpPr>
          <p:cNvPr id="3" name="Rectangle 2">
            <a:extLst>
              <a:ext uri="{FF2B5EF4-FFF2-40B4-BE49-F238E27FC236}">
                <a16:creationId xmlns:a16="http://schemas.microsoft.com/office/drawing/2014/main" id="{70284EE1-11E3-EF12-998B-CB486577D970}"/>
              </a:ext>
            </a:extLst>
          </p:cNvPr>
          <p:cNvSpPr/>
          <p:nvPr/>
        </p:nvSpPr>
        <p:spPr>
          <a:xfrm>
            <a:off x="75609" y="3555325"/>
            <a:ext cx="1072592" cy="431249"/>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100" dirty="0"/>
              <a:t>INDEPENDENT PRACTICE</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416E0F09-667E-3794-DC70-04AEE1160FBB}"/>
                  </a:ext>
                </a:extLst>
              </p:cNvPr>
              <p:cNvSpPr txBox="1"/>
              <p:nvPr/>
            </p:nvSpPr>
            <p:spPr>
              <a:xfrm>
                <a:off x="117349" y="3985975"/>
                <a:ext cx="1821781" cy="276999"/>
              </a:xfrm>
              <a:prstGeom prst="rect">
                <a:avLst/>
              </a:prstGeom>
              <a:noFill/>
            </p:spPr>
            <p:txBody>
              <a:bodyPr wrap="none" rtlCol="0">
                <a:spAutoFit/>
              </a:bodyPr>
              <a:lstStyle/>
              <a:p>
                <a:r>
                  <a:rPr lang="en-US" sz="1200" dirty="0"/>
                  <a:t>a) </a:t>
                </a:r>
                <a14:m>
                  <m:oMath xmlns:m="http://schemas.openxmlformats.org/officeDocument/2006/math">
                    <m:d>
                      <m:dPr>
                        <m:ctrlPr>
                          <a:rPr lang="en-US" sz="1200" i="1">
                            <a:latin typeface="Cambria Math" panose="02040503050406030204" pitchFamily="18" charset="0"/>
                          </a:rPr>
                        </m:ctrlPr>
                      </m:dPr>
                      <m:e>
                        <m:r>
                          <a:rPr lang="en-US" sz="1200" b="0" i="1" smtClean="0">
                            <a:latin typeface="Cambria Math" panose="02040503050406030204" pitchFamily="18" charset="0"/>
                          </a:rPr>
                          <m:t>4</m:t>
                        </m:r>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10</m:t>
                            </m:r>
                          </m:e>
                          <m:sup>
                            <m:r>
                              <a:rPr lang="en-US" sz="1200" i="1">
                                <a:latin typeface="Cambria Math" panose="02040503050406030204" pitchFamily="18" charset="0"/>
                                <a:ea typeface="Cambria Math" panose="02040503050406030204" pitchFamily="18" charset="0"/>
                              </a:rPr>
                              <m:t>2</m:t>
                            </m:r>
                          </m:sup>
                        </m:sSup>
                      </m:e>
                    </m:d>
                    <m:r>
                      <a:rPr lang="en-US" sz="1200" i="1">
                        <a:latin typeface="Cambria Math" panose="02040503050406030204" pitchFamily="18" charset="0"/>
                        <a:ea typeface="Cambria Math" panose="02040503050406030204" pitchFamily="18" charset="0"/>
                      </a:rPr>
                      <m:t>×</m:t>
                    </m:r>
                    <m:d>
                      <m:dPr>
                        <m:ctrlPr>
                          <a:rPr lang="en-US" sz="1200" i="1">
                            <a:latin typeface="Cambria Math" panose="02040503050406030204" pitchFamily="18" charset="0"/>
                            <a:ea typeface="Cambria Math" panose="02040503050406030204" pitchFamily="18" charset="0"/>
                          </a:rPr>
                        </m:ctrlPr>
                      </m:dPr>
                      <m:e>
                        <m:r>
                          <a:rPr lang="en-US" sz="1200" i="1">
                            <a:latin typeface="Cambria Math" panose="02040503050406030204" pitchFamily="18" charset="0"/>
                            <a:ea typeface="Cambria Math" panose="02040503050406030204" pitchFamily="18" charset="0"/>
                          </a:rPr>
                          <m:t>3×</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10</m:t>
                            </m:r>
                          </m:e>
                          <m:sup>
                            <m:r>
                              <a:rPr lang="en-US" sz="1200" i="1">
                                <a:latin typeface="Cambria Math" panose="02040503050406030204" pitchFamily="18" charset="0"/>
                                <a:ea typeface="Cambria Math" panose="02040503050406030204" pitchFamily="18" charset="0"/>
                              </a:rPr>
                              <m:t>4</m:t>
                            </m:r>
                          </m:sup>
                        </m:sSup>
                      </m:e>
                    </m:d>
                  </m:oMath>
                </a14:m>
                <a:r>
                  <a:rPr lang="en-US" sz="1200" dirty="0"/>
                  <a:t> </a:t>
                </a:r>
                <a:endParaRPr lang="en-GB" sz="1200" dirty="0"/>
              </a:p>
            </p:txBody>
          </p:sp>
        </mc:Choice>
        <mc:Fallback xmlns="">
          <p:sp>
            <p:nvSpPr>
              <p:cNvPr id="9" name="TextBox 8">
                <a:extLst>
                  <a:ext uri="{FF2B5EF4-FFF2-40B4-BE49-F238E27FC236}">
                    <a16:creationId xmlns:a16="http://schemas.microsoft.com/office/drawing/2014/main" id="{416E0F09-667E-3794-DC70-04AEE1160FBB}"/>
                  </a:ext>
                </a:extLst>
              </p:cNvPr>
              <p:cNvSpPr txBox="1">
                <a:spLocks noRot="1" noChangeAspect="1" noMove="1" noResize="1" noEditPoints="1" noAdjustHandles="1" noChangeArrowheads="1" noChangeShapeType="1" noTextEdit="1"/>
              </p:cNvSpPr>
              <p:nvPr/>
            </p:nvSpPr>
            <p:spPr>
              <a:xfrm>
                <a:off x="117349" y="3985975"/>
                <a:ext cx="1821781" cy="276999"/>
              </a:xfrm>
              <a:prstGeom prst="rect">
                <a:avLst/>
              </a:prstGeom>
              <a:blipFill>
                <a:blip r:embed="rId4"/>
                <a:stretch>
                  <a:fillRect b="-20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F45DD07E-2D0F-07BE-A0EF-17C4F13BF308}"/>
                  </a:ext>
                </a:extLst>
              </p:cNvPr>
              <p:cNvSpPr txBox="1"/>
              <p:nvPr/>
            </p:nvSpPr>
            <p:spPr>
              <a:xfrm>
                <a:off x="2527859" y="3985975"/>
                <a:ext cx="1828193" cy="276999"/>
              </a:xfrm>
              <a:prstGeom prst="rect">
                <a:avLst/>
              </a:prstGeom>
              <a:noFill/>
            </p:spPr>
            <p:txBody>
              <a:bodyPr wrap="none" rtlCol="0">
                <a:spAutoFit/>
              </a:bodyPr>
              <a:lstStyle/>
              <a:p>
                <a:r>
                  <a:rPr lang="en-US" sz="1200" dirty="0"/>
                  <a:t>b) </a:t>
                </a:r>
                <a14:m>
                  <m:oMath xmlns:m="http://schemas.openxmlformats.org/officeDocument/2006/math">
                    <m:d>
                      <m:dPr>
                        <m:ctrlPr>
                          <a:rPr lang="en-US" sz="1200" i="1">
                            <a:latin typeface="Cambria Math" panose="02040503050406030204" pitchFamily="18" charset="0"/>
                          </a:rPr>
                        </m:ctrlPr>
                      </m:dPr>
                      <m:e>
                        <m:r>
                          <a:rPr lang="en-US" sz="1200" b="0" i="1" smtClean="0">
                            <a:latin typeface="Cambria Math" panose="02040503050406030204" pitchFamily="18" charset="0"/>
                          </a:rPr>
                          <m:t>5</m:t>
                        </m:r>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10</m:t>
                            </m:r>
                          </m:e>
                          <m:sup>
                            <m:r>
                              <a:rPr lang="en-GB" sz="1200" b="0" i="1" smtClean="0">
                                <a:latin typeface="Cambria Math" panose="02040503050406030204" pitchFamily="18" charset="0"/>
                                <a:ea typeface="Cambria Math" panose="02040503050406030204" pitchFamily="18" charset="0"/>
                              </a:rPr>
                              <m:t>4</m:t>
                            </m:r>
                          </m:sup>
                        </m:sSup>
                      </m:e>
                    </m:d>
                    <m:r>
                      <a:rPr lang="en-US" sz="1200" i="1">
                        <a:latin typeface="Cambria Math" panose="02040503050406030204" pitchFamily="18" charset="0"/>
                        <a:ea typeface="Cambria Math" panose="02040503050406030204" pitchFamily="18" charset="0"/>
                      </a:rPr>
                      <m:t>×</m:t>
                    </m:r>
                    <m:d>
                      <m:dPr>
                        <m:ctrlPr>
                          <a:rPr lang="en-US" sz="1200" i="1">
                            <a:latin typeface="Cambria Math" panose="02040503050406030204" pitchFamily="18" charset="0"/>
                            <a:ea typeface="Cambria Math" panose="02040503050406030204" pitchFamily="18" charset="0"/>
                          </a:rPr>
                        </m:ctrlPr>
                      </m:dPr>
                      <m:e>
                        <m:r>
                          <a:rPr lang="en-US" sz="1200" b="0" i="1" smtClean="0">
                            <a:latin typeface="Cambria Math" panose="02040503050406030204" pitchFamily="18" charset="0"/>
                            <a:ea typeface="Cambria Math" panose="02040503050406030204" pitchFamily="18" charset="0"/>
                          </a:rPr>
                          <m:t>2</m:t>
                        </m:r>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10</m:t>
                            </m:r>
                          </m:e>
                          <m:sup>
                            <m:r>
                              <a:rPr lang="en-US" sz="1200" i="1">
                                <a:latin typeface="Cambria Math" panose="02040503050406030204" pitchFamily="18" charset="0"/>
                                <a:ea typeface="Cambria Math" panose="02040503050406030204" pitchFamily="18" charset="0"/>
                              </a:rPr>
                              <m:t>4</m:t>
                            </m:r>
                          </m:sup>
                        </m:sSup>
                      </m:e>
                    </m:d>
                  </m:oMath>
                </a14:m>
                <a:r>
                  <a:rPr lang="en-US" sz="1200" dirty="0"/>
                  <a:t> </a:t>
                </a:r>
                <a:endParaRPr lang="en-GB" sz="1200" dirty="0"/>
              </a:p>
            </p:txBody>
          </p:sp>
        </mc:Choice>
        <mc:Fallback xmlns="">
          <p:sp>
            <p:nvSpPr>
              <p:cNvPr id="17" name="TextBox 16">
                <a:extLst>
                  <a:ext uri="{FF2B5EF4-FFF2-40B4-BE49-F238E27FC236}">
                    <a16:creationId xmlns:a16="http://schemas.microsoft.com/office/drawing/2014/main" id="{F45DD07E-2D0F-07BE-A0EF-17C4F13BF308}"/>
                  </a:ext>
                </a:extLst>
              </p:cNvPr>
              <p:cNvSpPr txBox="1">
                <a:spLocks noRot="1" noChangeAspect="1" noMove="1" noResize="1" noEditPoints="1" noAdjustHandles="1" noChangeArrowheads="1" noChangeShapeType="1" noTextEdit="1"/>
              </p:cNvSpPr>
              <p:nvPr/>
            </p:nvSpPr>
            <p:spPr>
              <a:xfrm>
                <a:off x="2527859" y="3985975"/>
                <a:ext cx="1828193" cy="276999"/>
              </a:xfrm>
              <a:prstGeom prst="rect">
                <a:avLst/>
              </a:prstGeom>
              <a:blipFill>
                <a:blip r:embed="rId5"/>
                <a:stretch>
                  <a:fillRect l="-333" b="-20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F60C16C5-DA82-78D1-D4EA-4891342C78D1}"/>
                  </a:ext>
                </a:extLst>
              </p:cNvPr>
              <p:cNvSpPr txBox="1"/>
              <p:nvPr/>
            </p:nvSpPr>
            <p:spPr>
              <a:xfrm>
                <a:off x="4794222" y="3999132"/>
                <a:ext cx="1813766" cy="276999"/>
              </a:xfrm>
              <a:prstGeom prst="rect">
                <a:avLst/>
              </a:prstGeom>
              <a:noFill/>
            </p:spPr>
            <p:txBody>
              <a:bodyPr wrap="none" rtlCol="0">
                <a:spAutoFit/>
              </a:bodyPr>
              <a:lstStyle/>
              <a:p>
                <a:r>
                  <a:rPr lang="en-US" sz="1200" dirty="0"/>
                  <a:t>c) </a:t>
                </a:r>
                <a14:m>
                  <m:oMath xmlns:m="http://schemas.openxmlformats.org/officeDocument/2006/math">
                    <m:d>
                      <m:dPr>
                        <m:ctrlPr>
                          <a:rPr lang="en-US" sz="1200" i="1">
                            <a:latin typeface="Cambria Math" panose="02040503050406030204" pitchFamily="18" charset="0"/>
                          </a:rPr>
                        </m:ctrlPr>
                      </m:dPr>
                      <m:e>
                        <m:r>
                          <a:rPr lang="en-US" sz="1200" b="0" i="1" smtClean="0">
                            <a:latin typeface="Cambria Math" panose="02040503050406030204" pitchFamily="18" charset="0"/>
                          </a:rPr>
                          <m:t>6</m:t>
                        </m:r>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10</m:t>
                            </m:r>
                          </m:e>
                          <m:sup>
                            <m:r>
                              <a:rPr lang="en-GB" sz="1200" b="0" i="1" smtClean="0">
                                <a:latin typeface="Cambria Math" panose="02040503050406030204" pitchFamily="18" charset="0"/>
                                <a:ea typeface="Cambria Math" panose="02040503050406030204" pitchFamily="18" charset="0"/>
                              </a:rPr>
                              <m:t>6</m:t>
                            </m:r>
                          </m:sup>
                        </m:sSup>
                      </m:e>
                    </m:d>
                    <m:r>
                      <a:rPr lang="en-US" sz="1200" i="1">
                        <a:latin typeface="Cambria Math" panose="02040503050406030204" pitchFamily="18" charset="0"/>
                        <a:ea typeface="Cambria Math" panose="02040503050406030204" pitchFamily="18" charset="0"/>
                      </a:rPr>
                      <m:t>×</m:t>
                    </m:r>
                    <m:d>
                      <m:dPr>
                        <m:ctrlPr>
                          <a:rPr lang="en-US" sz="1200" i="1">
                            <a:latin typeface="Cambria Math" panose="02040503050406030204" pitchFamily="18" charset="0"/>
                            <a:ea typeface="Cambria Math" panose="02040503050406030204" pitchFamily="18" charset="0"/>
                          </a:rPr>
                        </m:ctrlPr>
                      </m:dPr>
                      <m:e>
                        <m:r>
                          <a:rPr lang="en-US" sz="1200" b="0" i="1" smtClean="0">
                            <a:latin typeface="Cambria Math" panose="02040503050406030204" pitchFamily="18" charset="0"/>
                            <a:ea typeface="Cambria Math" panose="02040503050406030204" pitchFamily="18" charset="0"/>
                          </a:rPr>
                          <m:t>2</m:t>
                        </m:r>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10</m:t>
                            </m:r>
                          </m:e>
                          <m:sup>
                            <m:r>
                              <a:rPr lang="en-US" sz="1200" i="1">
                                <a:latin typeface="Cambria Math" panose="02040503050406030204" pitchFamily="18" charset="0"/>
                                <a:ea typeface="Cambria Math" panose="02040503050406030204" pitchFamily="18" charset="0"/>
                              </a:rPr>
                              <m:t>4</m:t>
                            </m:r>
                          </m:sup>
                        </m:sSup>
                      </m:e>
                    </m:d>
                  </m:oMath>
                </a14:m>
                <a:r>
                  <a:rPr lang="en-US" sz="1200" dirty="0"/>
                  <a:t> </a:t>
                </a:r>
                <a:endParaRPr lang="en-GB" sz="1200" dirty="0"/>
              </a:p>
            </p:txBody>
          </p:sp>
        </mc:Choice>
        <mc:Fallback xmlns="">
          <p:sp>
            <p:nvSpPr>
              <p:cNvPr id="18" name="TextBox 17">
                <a:extLst>
                  <a:ext uri="{FF2B5EF4-FFF2-40B4-BE49-F238E27FC236}">
                    <a16:creationId xmlns:a16="http://schemas.microsoft.com/office/drawing/2014/main" id="{F60C16C5-DA82-78D1-D4EA-4891342C78D1}"/>
                  </a:ext>
                </a:extLst>
              </p:cNvPr>
              <p:cNvSpPr txBox="1">
                <a:spLocks noRot="1" noChangeAspect="1" noMove="1" noResize="1" noEditPoints="1" noAdjustHandles="1" noChangeArrowheads="1" noChangeShapeType="1" noTextEdit="1"/>
              </p:cNvSpPr>
              <p:nvPr/>
            </p:nvSpPr>
            <p:spPr>
              <a:xfrm>
                <a:off x="4794222" y="3999132"/>
                <a:ext cx="1813766" cy="276999"/>
              </a:xfrm>
              <a:prstGeom prst="rect">
                <a:avLst/>
              </a:prstGeom>
              <a:blipFill>
                <a:blip r:embed="rId6"/>
                <a:stretch>
                  <a:fillRect b="-20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068611DE-69B2-985B-0805-262D8D7FFF60}"/>
                  </a:ext>
                </a:extLst>
              </p:cNvPr>
              <p:cNvSpPr txBox="1"/>
              <p:nvPr/>
            </p:nvSpPr>
            <p:spPr>
              <a:xfrm>
                <a:off x="148011" y="5443004"/>
                <a:ext cx="1828193" cy="276999"/>
              </a:xfrm>
              <a:prstGeom prst="rect">
                <a:avLst/>
              </a:prstGeom>
              <a:noFill/>
            </p:spPr>
            <p:txBody>
              <a:bodyPr wrap="none" rtlCol="0">
                <a:spAutoFit/>
              </a:bodyPr>
              <a:lstStyle/>
              <a:p>
                <a:r>
                  <a:rPr lang="en-US" sz="1200" dirty="0"/>
                  <a:t>d) </a:t>
                </a:r>
                <a14:m>
                  <m:oMath xmlns:m="http://schemas.openxmlformats.org/officeDocument/2006/math">
                    <m:d>
                      <m:dPr>
                        <m:ctrlPr>
                          <a:rPr lang="en-US" sz="1200" i="1">
                            <a:latin typeface="Cambria Math" panose="02040503050406030204" pitchFamily="18" charset="0"/>
                          </a:rPr>
                        </m:ctrlPr>
                      </m:dPr>
                      <m:e>
                        <m:r>
                          <a:rPr lang="en-US" sz="1200" i="1">
                            <a:latin typeface="Cambria Math" panose="02040503050406030204" pitchFamily="18" charset="0"/>
                          </a:rPr>
                          <m:t>2</m:t>
                        </m:r>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7</m:t>
                            </m:r>
                          </m:sup>
                        </m:sSup>
                      </m:e>
                    </m:d>
                    <m:r>
                      <a:rPr lang="en-US" sz="1200" i="1">
                        <a:latin typeface="Cambria Math" panose="02040503050406030204" pitchFamily="18" charset="0"/>
                        <a:ea typeface="Cambria Math" panose="02040503050406030204" pitchFamily="18" charset="0"/>
                      </a:rPr>
                      <m:t>×</m:t>
                    </m:r>
                    <m:d>
                      <m:dPr>
                        <m:ctrlPr>
                          <a:rPr lang="en-US" sz="1200" i="1">
                            <a:latin typeface="Cambria Math" panose="02040503050406030204" pitchFamily="18" charset="0"/>
                            <a:ea typeface="Cambria Math" panose="02040503050406030204" pitchFamily="18" charset="0"/>
                          </a:rPr>
                        </m:ctrlPr>
                      </m:dPr>
                      <m:e>
                        <m:r>
                          <a:rPr lang="en-US" sz="1200" b="0" i="1" smtClean="0">
                            <a:latin typeface="Cambria Math" panose="02040503050406030204" pitchFamily="18" charset="0"/>
                            <a:ea typeface="Cambria Math" panose="02040503050406030204" pitchFamily="18" charset="0"/>
                          </a:rPr>
                          <m:t>7</m:t>
                        </m:r>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10</m:t>
                            </m:r>
                          </m:e>
                          <m:sup>
                            <m:r>
                              <a:rPr lang="en-US" sz="1200" i="1">
                                <a:latin typeface="Cambria Math" panose="02040503050406030204" pitchFamily="18" charset="0"/>
                                <a:ea typeface="Cambria Math" panose="02040503050406030204" pitchFamily="18" charset="0"/>
                              </a:rPr>
                              <m:t>4</m:t>
                            </m:r>
                          </m:sup>
                        </m:sSup>
                      </m:e>
                    </m:d>
                  </m:oMath>
                </a14:m>
                <a:r>
                  <a:rPr lang="en-US" sz="1200" dirty="0"/>
                  <a:t> </a:t>
                </a:r>
                <a:endParaRPr lang="en-GB" sz="1200" dirty="0"/>
              </a:p>
            </p:txBody>
          </p:sp>
        </mc:Choice>
        <mc:Fallback xmlns="">
          <p:sp>
            <p:nvSpPr>
              <p:cNvPr id="19" name="TextBox 18">
                <a:extLst>
                  <a:ext uri="{FF2B5EF4-FFF2-40B4-BE49-F238E27FC236}">
                    <a16:creationId xmlns:a16="http://schemas.microsoft.com/office/drawing/2014/main" id="{068611DE-69B2-985B-0805-262D8D7FFF60}"/>
                  </a:ext>
                </a:extLst>
              </p:cNvPr>
              <p:cNvSpPr txBox="1">
                <a:spLocks noRot="1" noChangeAspect="1" noMove="1" noResize="1" noEditPoints="1" noAdjustHandles="1" noChangeArrowheads="1" noChangeShapeType="1" noTextEdit="1"/>
              </p:cNvSpPr>
              <p:nvPr/>
            </p:nvSpPr>
            <p:spPr>
              <a:xfrm>
                <a:off x="148011" y="5443004"/>
                <a:ext cx="1828193" cy="276999"/>
              </a:xfrm>
              <a:prstGeom prst="rect">
                <a:avLst/>
              </a:prstGeom>
              <a:blipFill>
                <a:blip r:embed="rId7"/>
                <a:stretch>
                  <a:fillRect b="-20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FC24FB60-936F-AE05-819F-E6A53686BC72}"/>
                  </a:ext>
                </a:extLst>
              </p:cNvPr>
              <p:cNvSpPr txBox="1"/>
              <p:nvPr/>
            </p:nvSpPr>
            <p:spPr>
              <a:xfrm>
                <a:off x="2558521" y="5443004"/>
                <a:ext cx="1906740" cy="276999"/>
              </a:xfrm>
              <a:prstGeom prst="rect">
                <a:avLst/>
              </a:prstGeom>
              <a:noFill/>
            </p:spPr>
            <p:txBody>
              <a:bodyPr wrap="none" rtlCol="0">
                <a:spAutoFit/>
              </a:bodyPr>
              <a:lstStyle/>
              <a:p>
                <a:r>
                  <a:rPr lang="en-US" sz="1200" dirty="0"/>
                  <a:t>e) </a:t>
                </a:r>
                <a14:m>
                  <m:oMath xmlns:m="http://schemas.openxmlformats.org/officeDocument/2006/math">
                    <m:d>
                      <m:dPr>
                        <m:ctrlPr>
                          <a:rPr lang="en-US" sz="1200" i="1">
                            <a:latin typeface="Cambria Math" panose="02040503050406030204" pitchFamily="18" charset="0"/>
                          </a:rPr>
                        </m:ctrlPr>
                      </m:dPr>
                      <m:e>
                        <m:r>
                          <a:rPr lang="en-US" sz="1200" b="0" i="1" smtClean="0">
                            <a:latin typeface="Cambria Math" panose="02040503050406030204" pitchFamily="18" charset="0"/>
                          </a:rPr>
                          <m:t>7</m:t>
                        </m:r>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m:t>
                            </m:r>
                            <m:r>
                              <a:rPr lang="en-US" sz="1200" i="1">
                                <a:latin typeface="Cambria Math" panose="02040503050406030204" pitchFamily="18" charset="0"/>
                                <a:ea typeface="Cambria Math" panose="02040503050406030204" pitchFamily="18" charset="0"/>
                              </a:rPr>
                              <m:t>2</m:t>
                            </m:r>
                          </m:sup>
                        </m:sSup>
                      </m:e>
                    </m:d>
                    <m:r>
                      <a:rPr lang="en-US" sz="1200" i="1">
                        <a:latin typeface="Cambria Math" panose="02040503050406030204" pitchFamily="18" charset="0"/>
                        <a:ea typeface="Cambria Math" panose="02040503050406030204" pitchFamily="18" charset="0"/>
                      </a:rPr>
                      <m:t>×</m:t>
                    </m:r>
                    <m:d>
                      <m:dPr>
                        <m:ctrlPr>
                          <a:rPr lang="en-US" sz="1200" i="1">
                            <a:latin typeface="Cambria Math" panose="02040503050406030204" pitchFamily="18" charset="0"/>
                            <a:ea typeface="Cambria Math" panose="02040503050406030204" pitchFamily="18" charset="0"/>
                          </a:rPr>
                        </m:ctrlPr>
                      </m:dPr>
                      <m:e>
                        <m:r>
                          <a:rPr lang="en-US" sz="1200" i="1">
                            <a:latin typeface="Cambria Math" panose="02040503050406030204" pitchFamily="18" charset="0"/>
                            <a:ea typeface="Cambria Math" panose="02040503050406030204" pitchFamily="18" charset="0"/>
                          </a:rPr>
                          <m:t>3×</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10</m:t>
                            </m:r>
                          </m:e>
                          <m:sup>
                            <m:r>
                              <a:rPr lang="en-US" sz="1200" i="1">
                                <a:latin typeface="Cambria Math" panose="02040503050406030204" pitchFamily="18" charset="0"/>
                                <a:ea typeface="Cambria Math" panose="02040503050406030204" pitchFamily="18" charset="0"/>
                              </a:rPr>
                              <m:t>4</m:t>
                            </m:r>
                          </m:sup>
                        </m:sSup>
                      </m:e>
                    </m:d>
                  </m:oMath>
                </a14:m>
                <a:r>
                  <a:rPr lang="en-US" sz="1200" dirty="0"/>
                  <a:t> </a:t>
                </a:r>
                <a:endParaRPr lang="en-GB" sz="1200" dirty="0"/>
              </a:p>
            </p:txBody>
          </p:sp>
        </mc:Choice>
        <mc:Fallback xmlns="">
          <p:sp>
            <p:nvSpPr>
              <p:cNvPr id="20" name="TextBox 19">
                <a:extLst>
                  <a:ext uri="{FF2B5EF4-FFF2-40B4-BE49-F238E27FC236}">
                    <a16:creationId xmlns:a16="http://schemas.microsoft.com/office/drawing/2014/main" id="{FC24FB60-936F-AE05-819F-E6A53686BC72}"/>
                  </a:ext>
                </a:extLst>
              </p:cNvPr>
              <p:cNvSpPr txBox="1">
                <a:spLocks noRot="1" noChangeAspect="1" noMove="1" noResize="1" noEditPoints="1" noAdjustHandles="1" noChangeArrowheads="1" noChangeShapeType="1" noTextEdit="1"/>
              </p:cNvSpPr>
              <p:nvPr/>
            </p:nvSpPr>
            <p:spPr>
              <a:xfrm>
                <a:off x="2558521" y="5443004"/>
                <a:ext cx="1906740" cy="276999"/>
              </a:xfrm>
              <a:prstGeom prst="rect">
                <a:avLst/>
              </a:prstGeom>
              <a:blipFill>
                <a:blip r:embed="rId8"/>
                <a:stretch>
                  <a:fillRect l="-321" b="-20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AAD289FA-F5D4-165C-1CE1-93C008EF6219}"/>
                  </a:ext>
                </a:extLst>
              </p:cNvPr>
              <p:cNvSpPr txBox="1"/>
              <p:nvPr/>
            </p:nvSpPr>
            <p:spPr>
              <a:xfrm>
                <a:off x="4794222" y="5443004"/>
                <a:ext cx="1878528" cy="276999"/>
              </a:xfrm>
              <a:prstGeom prst="rect">
                <a:avLst/>
              </a:prstGeom>
              <a:noFill/>
            </p:spPr>
            <p:txBody>
              <a:bodyPr wrap="none" rtlCol="0">
                <a:spAutoFit/>
              </a:bodyPr>
              <a:lstStyle/>
              <a:p>
                <a:r>
                  <a:rPr lang="en-US" sz="1200" dirty="0"/>
                  <a:t>f) </a:t>
                </a:r>
                <a14:m>
                  <m:oMath xmlns:m="http://schemas.openxmlformats.org/officeDocument/2006/math">
                    <m:d>
                      <m:dPr>
                        <m:ctrlPr>
                          <a:rPr lang="en-US" sz="1200" i="1">
                            <a:latin typeface="Cambria Math" panose="02040503050406030204" pitchFamily="18" charset="0"/>
                          </a:rPr>
                        </m:ctrlPr>
                      </m:dPr>
                      <m:e>
                        <m:r>
                          <a:rPr lang="en-US" sz="1200" b="0" i="1" smtClean="0">
                            <a:latin typeface="Cambria Math" panose="02040503050406030204" pitchFamily="18" charset="0"/>
                          </a:rPr>
                          <m:t>6</m:t>
                        </m:r>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10</m:t>
                            </m:r>
                          </m:e>
                          <m:sup>
                            <m:r>
                              <a:rPr lang="en-US" sz="1200" i="1">
                                <a:latin typeface="Cambria Math" panose="02040503050406030204" pitchFamily="18" charset="0"/>
                                <a:ea typeface="Cambria Math" panose="02040503050406030204" pitchFamily="18" charset="0"/>
                              </a:rPr>
                              <m:t>2</m:t>
                            </m:r>
                          </m:sup>
                        </m:sSup>
                      </m:e>
                    </m:d>
                    <m:r>
                      <a:rPr lang="en-US" sz="1200" i="1">
                        <a:latin typeface="Cambria Math" panose="02040503050406030204" pitchFamily="18" charset="0"/>
                        <a:ea typeface="Cambria Math" panose="02040503050406030204" pitchFamily="18" charset="0"/>
                      </a:rPr>
                      <m:t>×</m:t>
                    </m:r>
                    <m:d>
                      <m:dPr>
                        <m:ctrlPr>
                          <a:rPr lang="en-US" sz="1200" i="1">
                            <a:latin typeface="Cambria Math" panose="02040503050406030204" pitchFamily="18" charset="0"/>
                            <a:ea typeface="Cambria Math" panose="02040503050406030204" pitchFamily="18" charset="0"/>
                          </a:rPr>
                        </m:ctrlPr>
                      </m:dPr>
                      <m:e>
                        <m:r>
                          <a:rPr lang="en-US" sz="1200" b="0" i="1" smtClean="0">
                            <a:latin typeface="Cambria Math" panose="02040503050406030204" pitchFamily="18" charset="0"/>
                            <a:ea typeface="Cambria Math" panose="02040503050406030204" pitchFamily="18" charset="0"/>
                          </a:rPr>
                          <m:t>2</m:t>
                        </m:r>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m:t>
                            </m:r>
                            <m:r>
                              <a:rPr lang="en-US" sz="1200" i="1">
                                <a:latin typeface="Cambria Math" panose="02040503050406030204" pitchFamily="18" charset="0"/>
                                <a:ea typeface="Cambria Math" panose="02040503050406030204" pitchFamily="18" charset="0"/>
                              </a:rPr>
                              <m:t>4</m:t>
                            </m:r>
                          </m:sup>
                        </m:sSup>
                      </m:e>
                    </m:d>
                  </m:oMath>
                </a14:m>
                <a:r>
                  <a:rPr lang="en-US" sz="1200" dirty="0"/>
                  <a:t> </a:t>
                </a:r>
                <a:endParaRPr lang="en-GB" sz="1200" dirty="0"/>
              </a:p>
            </p:txBody>
          </p:sp>
        </mc:Choice>
        <mc:Fallback xmlns="">
          <p:sp>
            <p:nvSpPr>
              <p:cNvPr id="21" name="TextBox 20">
                <a:extLst>
                  <a:ext uri="{FF2B5EF4-FFF2-40B4-BE49-F238E27FC236}">
                    <a16:creationId xmlns:a16="http://schemas.microsoft.com/office/drawing/2014/main" id="{AAD289FA-F5D4-165C-1CE1-93C008EF6219}"/>
                  </a:ext>
                </a:extLst>
              </p:cNvPr>
              <p:cNvSpPr txBox="1">
                <a:spLocks noRot="1" noChangeAspect="1" noMove="1" noResize="1" noEditPoints="1" noAdjustHandles="1" noChangeArrowheads="1" noChangeShapeType="1" noTextEdit="1"/>
              </p:cNvSpPr>
              <p:nvPr/>
            </p:nvSpPr>
            <p:spPr>
              <a:xfrm>
                <a:off x="4794222" y="5443004"/>
                <a:ext cx="1878528" cy="276999"/>
              </a:xfrm>
              <a:prstGeom prst="rect">
                <a:avLst/>
              </a:prstGeom>
              <a:blipFill>
                <a:blip r:embed="rId9"/>
                <a:stretch>
                  <a:fillRect b="-20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F0B190EE-538F-2854-7202-0D5F8A2C1B9A}"/>
                  </a:ext>
                </a:extLst>
              </p:cNvPr>
              <p:cNvSpPr txBox="1"/>
              <p:nvPr/>
            </p:nvSpPr>
            <p:spPr>
              <a:xfrm>
                <a:off x="115630" y="6886876"/>
                <a:ext cx="1820178" cy="276999"/>
              </a:xfrm>
              <a:prstGeom prst="rect">
                <a:avLst/>
              </a:prstGeom>
              <a:noFill/>
            </p:spPr>
            <p:txBody>
              <a:bodyPr wrap="none" rtlCol="0">
                <a:spAutoFit/>
              </a:bodyPr>
              <a:lstStyle/>
              <a:p>
                <a:r>
                  <a:rPr lang="en-US" sz="1200" dirty="0"/>
                  <a:t>g) </a:t>
                </a:r>
                <a14:m>
                  <m:oMath xmlns:m="http://schemas.openxmlformats.org/officeDocument/2006/math">
                    <m:d>
                      <m:dPr>
                        <m:ctrlPr>
                          <a:rPr lang="en-US" sz="1200" i="1">
                            <a:latin typeface="Cambria Math" panose="02040503050406030204" pitchFamily="18" charset="0"/>
                          </a:rPr>
                        </m:ctrlPr>
                      </m:dPr>
                      <m:e>
                        <m:r>
                          <a:rPr lang="en-US" sz="1200" b="0" i="1" smtClean="0">
                            <a:latin typeface="Cambria Math" panose="02040503050406030204" pitchFamily="18" charset="0"/>
                          </a:rPr>
                          <m:t>3</m:t>
                        </m:r>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7</m:t>
                            </m:r>
                          </m:sup>
                        </m:sSup>
                      </m:e>
                    </m:d>
                    <m:r>
                      <a:rPr lang="en-US" sz="1200" i="1">
                        <a:latin typeface="Cambria Math" panose="02040503050406030204" pitchFamily="18" charset="0"/>
                        <a:ea typeface="Cambria Math" panose="02040503050406030204" pitchFamily="18" charset="0"/>
                      </a:rPr>
                      <m:t>×</m:t>
                    </m:r>
                    <m:d>
                      <m:dPr>
                        <m:ctrlPr>
                          <a:rPr lang="en-US" sz="1200" i="1">
                            <a:latin typeface="Cambria Math" panose="02040503050406030204" pitchFamily="18" charset="0"/>
                            <a:ea typeface="Cambria Math" panose="02040503050406030204" pitchFamily="18" charset="0"/>
                          </a:rPr>
                        </m:ctrlPr>
                      </m:dPr>
                      <m:e>
                        <m:r>
                          <a:rPr lang="en-US" sz="1200" b="0" i="1" smtClean="0">
                            <a:latin typeface="Cambria Math" panose="02040503050406030204" pitchFamily="18" charset="0"/>
                            <a:ea typeface="Cambria Math" panose="02040503050406030204" pitchFamily="18" charset="0"/>
                          </a:rPr>
                          <m:t>7</m:t>
                        </m:r>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10</m:t>
                            </m:r>
                          </m:e>
                          <m:sup>
                            <m:r>
                              <a:rPr lang="en-US" sz="1200" i="1">
                                <a:latin typeface="Cambria Math" panose="02040503050406030204" pitchFamily="18" charset="0"/>
                                <a:ea typeface="Cambria Math" panose="02040503050406030204" pitchFamily="18" charset="0"/>
                              </a:rPr>
                              <m:t>4</m:t>
                            </m:r>
                          </m:sup>
                        </m:sSup>
                      </m:e>
                    </m:d>
                  </m:oMath>
                </a14:m>
                <a:r>
                  <a:rPr lang="en-US" sz="1200" dirty="0"/>
                  <a:t> </a:t>
                </a:r>
                <a:endParaRPr lang="en-GB" sz="1200" dirty="0"/>
              </a:p>
            </p:txBody>
          </p:sp>
        </mc:Choice>
        <mc:Fallback xmlns="">
          <p:sp>
            <p:nvSpPr>
              <p:cNvPr id="22" name="TextBox 21">
                <a:extLst>
                  <a:ext uri="{FF2B5EF4-FFF2-40B4-BE49-F238E27FC236}">
                    <a16:creationId xmlns:a16="http://schemas.microsoft.com/office/drawing/2014/main" id="{F0B190EE-538F-2854-7202-0D5F8A2C1B9A}"/>
                  </a:ext>
                </a:extLst>
              </p:cNvPr>
              <p:cNvSpPr txBox="1">
                <a:spLocks noRot="1" noChangeAspect="1" noMove="1" noResize="1" noEditPoints="1" noAdjustHandles="1" noChangeArrowheads="1" noChangeShapeType="1" noTextEdit="1"/>
              </p:cNvSpPr>
              <p:nvPr/>
            </p:nvSpPr>
            <p:spPr>
              <a:xfrm>
                <a:off x="115630" y="6886876"/>
                <a:ext cx="1820178" cy="276999"/>
              </a:xfrm>
              <a:prstGeom prst="rect">
                <a:avLst/>
              </a:prstGeom>
              <a:blipFill>
                <a:blip r:embed="rId10"/>
                <a:stretch>
                  <a:fillRect l="-334" b="-20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1C2C5B97-DC18-C4BF-25D2-131040ECD43C}"/>
                  </a:ext>
                </a:extLst>
              </p:cNvPr>
              <p:cNvSpPr txBox="1"/>
              <p:nvPr/>
            </p:nvSpPr>
            <p:spPr>
              <a:xfrm>
                <a:off x="2526140" y="6886876"/>
                <a:ext cx="1909946" cy="279115"/>
              </a:xfrm>
              <a:prstGeom prst="rect">
                <a:avLst/>
              </a:prstGeom>
              <a:noFill/>
            </p:spPr>
            <p:txBody>
              <a:bodyPr wrap="none" rtlCol="0">
                <a:spAutoFit/>
              </a:bodyPr>
              <a:lstStyle/>
              <a:p>
                <a:r>
                  <a:rPr lang="en-US" sz="1200" dirty="0"/>
                  <a:t>h) </a:t>
                </a:r>
                <a14:m>
                  <m:oMath xmlns:m="http://schemas.openxmlformats.org/officeDocument/2006/math">
                    <m:d>
                      <m:dPr>
                        <m:ctrlPr>
                          <a:rPr lang="en-US" sz="1200" i="1">
                            <a:latin typeface="Cambria Math" panose="02040503050406030204" pitchFamily="18" charset="0"/>
                          </a:rPr>
                        </m:ctrlPr>
                      </m:dPr>
                      <m:e>
                        <m:r>
                          <a:rPr lang="en-US" sz="1200" b="0" i="1" smtClean="0">
                            <a:latin typeface="Cambria Math" panose="02040503050406030204" pitchFamily="18" charset="0"/>
                          </a:rPr>
                          <m:t>8</m:t>
                        </m:r>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m:t>
                            </m:r>
                            <m:r>
                              <a:rPr lang="en-US" sz="1200" i="1">
                                <a:latin typeface="Cambria Math" panose="02040503050406030204" pitchFamily="18" charset="0"/>
                                <a:ea typeface="Cambria Math" panose="02040503050406030204" pitchFamily="18" charset="0"/>
                              </a:rPr>
                              <m:t>2</m:t>
                            </m:r>
                          </m:sup>
                        </m:sSup>
                      </m:e>
                    </m:d>
                    <m:r>
                      <a:rPr lang="en-US" sz="1200" i="1">
                        <a:latin typeface="Cambria Math" panose="02040503050406030204" pitchFamily="18" charset="0"/>
                        <a:ea typeface="Cambria Math" panose="02040503050406030204" pitchFamily="18" charset="0"/>
                      </a:rPr>
                      <m:t>×</m:t>
                    </m:r>
                    <m:d>
                      <m:dPr>
                        <m:ctrlPr>
                          <a:rPr lang="en-US" sz="1200" i="1">
                            <a:latin typeface="Cambria Math" panose="02040503050406030204" pitchFamily="18" charset="0"/>
                            <a:ea typeface="Cambria Math" panose="02040503050406030204" pitchFamily="18" charset="0"/>
                          </a:rPr>
                        </m:ctrlPr>
                      </m:dPr>
                      <m:e>
                        <m:r>
                          <a:rPr lang="en-US" sz="1200" i="1">
                            <a:latin typeface="Cambria Math" panose="02040503050406030204" pitchFamily="18" charset="0"/>
                            <a:ea typeface="Cambria Math" panose="02040503050406030204" pitchFamily="18" charset="0"/>
                          </a:rPr>
                          <m:t>3×</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5</m:t>
                            </m:r>
                          </m:sup>
                        </m:sSup>
                      </m:e>
                    </m:d>
                  </m:oMath>
                </a14:m>
                <a:r>
                  <a:rPr lang="en-US" sz="1200" dirty="0"/>
                  <a:t> </a:t>
                </a:r>
                <a:endParaRPr lang="en-GB" sz="1200" dirty="0"/>
              </a:p>
            </p:txBody>
          </p:sp>
        </mc:Choice>
        <mc:Fallback xmlns="">
          <p:sp>
            <p:nvSpPr>
              <p:cNvPr id="23" name="TextBox 22">
                <a:extLst>
                  <a:ext uri="{FF2B5EF4-FFF2-40B4-BE49-F238E27FC236}">
                    <a16:creationId xmlns:a16="http://schemas.microsoft.com/office/drawing/2014/main" id="{1C2C5B97-DC18-C4BF-25D2-131040ECD43C}"/>
                  </a:ext>
                </a:extLst>
              </p:cNvPr>
              <p:cNvSpPr txBox="1">
                <a:spLocks noRot="1" noChangeAspect="1" noMove="1" noResize="1" noEditPoints="1" noAdjustHandles="1" noChangeArrowheads="1" noChangeShapeType="1" noTextEdit="1"/>
              </p:cNvSpPr>
              <p:nvPr/>
            </p:nvSpPr>
            <p:spPr>
              <a:xfrm>
                <a:off x="2526140" y="6886876"/>
                <a:ext cx="1909946" cy="279115"/>
              </a:xfrm>
              <a:prstGeom prst="rect">
                <a:avLst/>
              </a:prstGeom>
              <a:blipFill>
                <a:blip r:embed="rId11"/>
                <a:stretch>
                  <a:fillRect b="-1739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0047D7A2-9ACC-DACD-691B-CD6C0ED561CA}"/>
                  </a:ext>
                </a:extLst>
              </p:cNvPr>
              <p:cNvSpPr txBox="1"/>
              <p:nvPr/>
            </p:nvSpPr>
            <p:spPr>
              <a:xfrm>
                <a:off x="4910890" y="6886876"/>
                <a:ext cx="1982081" cy="276999"/>
              </a:xfrm>
              <a:prstGeom prst="rect">
                <a:avLst/>
              </a:prstGeom>
              <a:noFill/>
            </p:spPr>
            <p:txBody>
              <a:bodyPr wrap="none" rtlCol="0">
                <a:spAutoFit/>
              </a:bodyPr>
              <a:lstStyle/>
              <a:p>
                <a:r>
                  <a:rPr lang="en-US" sz="1200" dirty="0"/>
                  <a:t>i) </a:t>
                </a:r>
                <a14:m>
                  <m:oMath xmlns:m="http://schemas.openxmlformats.org/officeDocument/2006/math">
                    <m:d>
                      <m:dPr>
                        <m:ctrlPr>
                          <a:rPr lang="en-US" sz="1200" i="1">
                            <a:latin typeface="Cambria Math" panose="02040503050406030204" pitchFamily="18" charset="0"/>
                          </a:rPr>
                        </m:ctrlPr>
                      </m:dPr>
                      <m:e>
                        <m:r>
                          <a:rPr lang="en-GB" sz="1200" b="0" i="1" smtClean="0">
                            <a:latin typeface="Cambria Math" panose="02040503050406030204" pitchFamily="18" charset="0"/>
                          </a:rPr>
                          <m:t>7.5</m:t>
                        </m:r>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−3</m:t>
                            </m:r>
                          </m:sup>
                        </m:sSup>
                      </m:e>
                    </m:d>
                    <m:r>
                      <a:rPr lang="en-US" sz="1200" i="1">
                        <a:latin typeface="Cambria Math" panose="02040503050406030204" pitchFamily="18" charset="0"/>
                        <a:ea typeface="Cambria Math" panose="02040503050406030204" pitchFamily="18" charset="0"/>
                      </a:rPr>
                      <m:t>×</m:t>
                    </m:r>
                    <m:d>
                      <m:dPr>
                        <m:ctrlPr>
                          <a:rPr lang="en-US" sz="1200" i="1">
                            <a:latin typeface="Cambria Math" panose="02040503050406030204" pitchFamily="18" charset="0"/>
                            <a:ea typeface="Cambria Math" panose="02040503050406030204" pitchFamily="18" charset="0"/>
                          </a:rPr>
                        </m:ctrlPr>
                      </m:dPr>
                      <m:e>
                        <m:r>
                          <a:rPr lang="en-US" sz="1200" b="0" i="1" smtClean="0">
                            <a:latin typeface="Cambria Math" panose="02040503050406030204" pitchFamily="18" charset="0"/>
                            <a:ea typeface="Cambria Math" panose="02040503050406030204" pitchFamily="18" charset="0"/>
                          </a:rPr>
                          <m:t>2</m:t>
                        </m:r>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10</m:t>
                            </m:r>
                          </m:e>
                          <m:sup>
                            <m:r>
                              <a:rPr lang="en-US" sz="1200" i="1">
                                <a:latin typeface="Cambria Math" panose="02040503050406030204" pitchFamily="18" charset="0"/>
                                <a:ea typeface="Cambria Math" panose="02040503050406030204" pitchFamily="18" charset="0"/>
                              </a:rPr>
                              <m:t>4</m:t>
                            </m:r>
                          </m:sup>
                        </m:sSup>
                      </m:e>
                    </m:d>
                  </m:oMath>
                </a14:m>
                <a:r>
                  <a:rPr lang="en-US" sz="1200" dirty="0"/>
                  <a:t> </a:t>
                </a:r>
                <a:endParaRPr lang="en-GB" sz="1200" dirty="0"/>
              </a:p>
            </p:txBody>
          </p:sp>
        </mc:Choice>
        <mc:Fallback xmlns="">
          <p:sp>
            <p:nvSpPr>
              <p:cNvPr id="24" name="TextBox 23">
                <a:extLst>
                  <a:ext uri="{FF2B5EF4-FFF2-40B4-BE49-F238E27FC236}">
                    <a16:creationId xmlns:a16="http://schemas.microsoft.com/office/drawing/2014/main" id="{0047D7A2-9ACC-DACD-691B-CD6C0ED561CA}"/>
                  </a:ext>
                </a:extLst>
              </p:cNvPr>
              <p:cNvSpPr txBox="1">
                <a:spLocks noRot="1" noChangeAspect="1" noMove="1" noResize="1" noEditPoints="1" noAdjustHandles="1" noChangeArrowheads="1" noChangeShapeType="1" noTextEdit="1"/>
              </p:cNvSpPr>
              <p:nvPr/>
            </p:nvSpPr>
            <p:spPr>
              <a:xfrm>
                <a:off x="4910890" y="6886876"/>
                <a:ext cx="1982081" cy="276999"/>
              </a:xfrm>
              <a:prstGeom prst="rect">
                <a:avLst/>
              </a:prstGeom>
              <a:blipFill>
                <a:blip r:embed="rId12"/>
                <a:stretch>
                  <a:fillRect l="-308" b="-20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6AC977E9-A36F-DC77-71BF-3756B976B544}"/>
                  </a:ext>
                </a:extLst>
              </p:cNvPr>
              <p:cNvSpPr txBox="1"/>
              <p:nvPr/>
            </p:nvSpPr>
            <p:spPr>
              <a:xfrm>
                <a:off x="150896" y="8284272"/>
                <a:ext cx="1901931" cy="276999"/>
              </a:xfrm>
              <a:prstGeom prst="rect">
                <a:avLst/>
              </a:prstGeom>
              <a:noFill/>
            </p:spPr>
            <p:txBody>
              <a:bodyPr wrap="none" rtlCol="0">
                <a:spAutoFit/>
              </a:bodyPr>
              <a:lstStyle/>
              <a:p>
                <a:r>
                  <a:rPr lang="en-US" sz="1200" dirty="0"/>
                  <a:t>j) </a:t>
                </a:r>
                <a14:m>
                  <m:oMath xmlns:m="http://schemas.openxmlformats.org/officeDocument/2006/math">
                    <m:d>
                      <m:dPr>
                        <m:ctrlPr>
                          <a:rPr lang="en-US" sz="1200" i="1">
                            <a:latin typeface="Cambria Math" panose="02040503050406030204" pitchFamily="18" charset="0"/>
                          </a:rPr>
                        </m:ctrlPr>
                      </m:dPr>
                      <m:e>
                        <m:r>
                          <a:rPr lang="en-GB" sz="1200" b="0" i="1" smtClean="0">
                            <a:latin typeface="Cambria Math" panose="02040503050406030204" pitchFamily="18" charset="0"/>
                          </a:rPr>
                          <m:t>8</m:t>
                        </m:r>
                        <m:r>
                          <a:rPr lang="en-US" sz="1200" b="0" i="1" smtClean="0">
                            <a:latin typeface="Cambria Math" panose="02040503050406030204" pitchFamily="18" charset="0"/>
                          </a:rPr>
                          <m:t>.</m:t>
                        </m:r>
                        <m:r>
                          <a:rPr lang="en-GB" sz="1200" b="0" i="1" smtClean="0">
                            <a:latin typeface="Cambria Math" panose="02040503050406030204" pitchFamily="18" charset="0"/>
                          </a:rPr>
                          <m:t>3</m:t>
                        </m:r>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7</m:t>
                            </m:r>
                          </m:sup>
                        </m:sSup>
                      </m:e>
                    </m:d>
                    <m:r>
                      <a:rPr lang="en-US" sz="1200" i="1">
                        <a:latin typeface="Cambria Math" panose="02040503050406030204" pitchFamily="18" charset="0"/>
                        <a:ea typeface="Cambria Math" panose="02040503050406030204" pitchFamily="18" charset="0"/>
                      </a:rPr>
                      <m:t>×</m:t>
                    </m:r>
                    <m:d>
                      <m:dPr>
                        <m:ctrlPr>
                          <a:rPr lang="en-US" sz="1200" i="1">
                            <a:latin typeface="Cambria Math" panose="02040503050406030204" pitchFamily="18" charset="0"/>
                            <a:ea typeface="Cambria Math" panose="02040503050406030204" pitchFamily="18" charset="0"/>
                          </a:rPr>
                        </m:ctrlPr>
                      </m:dPr>
                      <m:e>
                        <m:r>
                          <a:rPr lang="en-GB" sz="1200" b="0" i="1" smtClean="0">
                            <a:latin typeface="Cambria Math" panose="02040503050406030204" pitchFamily="18" charset="0"/>
                            <a:ea typeface="Cambria Math" panose="02040503050406030204" pitchFamily="18" charset="0"/>
                          </a:rPr>
                          <m:t>2</m:t>
                        </m:r>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10</m:t>
                            </m:r>
                          </m:e>
                          <m:sup>
                            <m:r>
                              <a:rPr lang="en-US" sz="1200" i="1">
                                <a:latin typeface="Cambria Math" panose="02040503050406030204" pitchFamily="18" charset="0"/>
                                <a:ea typeface="Cambria Math" panose="02040503050406030204" pitchFamily="18" charset="0"/>
                              </a:rPr>
                              <m:t>4</m:t>
                            </m:r>
                          </m:sup>
                        </m:sSup>
                      </m:e>
                    </m:d>
                  </m:oMath>
                </a14:m>
                <a:r>
                  <a:rPr lang="en-US" sz="1200" dirty="0"/>
                  <a:t> </a:t>
                </a:r>
                <a:endParaRPr lang="en-GB" sz="1200" dirty="0"/>
              </a:p>
            </p:txBody>
          </p:sp>
        </mc:Choice>
        <mc:Fallback xmlns="">
          <p:sp>
            <p:nvSpPr>
              <p:cNvPr id="25" name="TextBox 24">
                <a:extLst>
                  <a:ext uri="{FF2B5EF4-FFF2-40B4-BE49-F238E27FC236}">
                    <a16:creationId xmlns:a16="http://schemas.microsoft.com/office/drawing/2014/main" id="{6AC977E9-A36F-DC77-71BF-3756B976B544}"/>
                  </a:ext>
                </a:extLst>
              </p:cNvPr>
              <p:cNvSpPr txBox="1">
                <a:spLocks noRot="1" noChangeAspect="1" noMove="1" noResize="1" noEditPoints="1" noAdjustHandles="1" noChangeArrowheads="1" noChangeShapeType="1" noTextEdit="1"/>
              </p:cNvSpPr>
              <p:nvPr/>
            </p:nvSpPr>
            <p:spPr>
              <a:xfrm>
                <a:off x="150896" y="8284272"/>
                <a:ext cx="1901931" cy="276999"/>
              </a:xfrm>
              <a:prstGeom prst="rect">
                <a:avLst/>
              </a:prstGeom>
              <a:blipFill>
                <a:blip r:embed="rId13"/>
                <a:stretch>
                  <a:fillRect l="-321" b="-20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D85026F4-8D08-49E6-C411-5E099E584CB7}"/>
                  </a:ext>
                </a:extLst>
              </p:cNvPr>
              <p:cNvSpPr txBox="1"/>
              <p:nvPr/>
            </p:nvSpPr>
            <p:spPr>
              <a:xfrm>
                <a:off x="2561406" y="8284272"/>
                <a:ext cx="2017347" cy="276999"/>
              </a:xfrm>
              <a:prstGeom prst="rect">
                <a:avLst/>
              </a:prstGeom>
              <a:noFill/>
            </p:spPr>
            <p:txBody>
              <a:bodyPr wrap="none" rtlCol="0">
                <a:spAutoFit/>
              </a:bodyPr>
              <a:lstStyle/>
              <a:p>
                <a:r>
                  <a:rPr lang="en-US" sz="1200" dirty="0"/>
                  <a:t>k) </a:t>
                </a:r>
                <a14:m>
                  <m:oMath xmlns:m="http://schemas.openxmlformats.org/officeDocument/2006/math">
                    <m:d>
                      <m:dPr>
                        <m:ctrlPr>
                          <a:rPr lang="en-US" sz="1200" i="1">
                            <a:latin typeface="Cambria Math" panose="02040503050406030204" pitchFamily="18" charset="0"/>
                          </a:rPr>
                        </m:ctrlPr>
                      </m:dPr>
                      <m:e>
                        <m:r>
                          <a:rPr lang="en-US" sz="1200" b="0" i="1" smtClean="0">
                            <a:latin typeface="Cambria Math" panose="02040503050406030204" pitchFamily="18" charset="0"/>
                          </a:rPr>
                          <m:t>9</m:t>
                        </m:r>
                        <m:r>
                          <a:rPr lang="en-GB" sz="1200" b="0" i="1" smtClean="0">
                            <a:latin typeface="Cambria Math" panose="02040503050406030204" pitchFamily="18" charset="0"/>
                          </a:rPr>
                          <m:t>.1</m:t>
                        </m:r>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−3</m:t>
                            </m:r>
                          </m:sup>
                        </m:sSup>
                      </m:e>
                    </m:d>
                    <m:r>
                      <a:rPr lang="en-US" sz="1200" i="1">
                        <a:latin typeface="Cambria Math" panose="02040503050406030204" pitchFamily="18" charset="0"/>
                        <a:ea typeface="Cambria Math" panose="02040503050406030204" pitchFamily="18" charset="0"/>
                      </a:rPr>
                      <m:t>×</m:t>
                    </m:r>
                    <m:d>
                      <m:dPr>
                        <m:ctrlPr>
                          <a:rPr lang="en-US" sz="1200" i="1">
                            <a:latin typeface="Cambria Math" panose="02040503050406030204" pitchFamily="18" charset="0"/>
                            <a:ea typeface="Cambria Math" panose="02040503050406030204" pitchFamily="18" charset="0"/>
                          </a:rPr>
                        </m:ctrlPr>
                      </m:dPr>
                      <m:e>
                        <m:r>
                          <a:rPr lang="en-US" sz="1200" i="1">
                            <a:latin typeface="Cambria Math" panose="02040503050406030204" pitchFamily="18" charset="0"/>
                            <a:ea typeface="Cambria Math" panose="02040503050406030204" pitchFamily="18" charset="0"/>
                          </a:rPr>
                          <m:t>3×</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10</m:t>
                            </m:r>
                          </m:e>
                          <m:sup>
                            <m:r>
                              <a:rPr lang="en-US" sz="1200" i="1">
                                <a:latin typeface="Cambria Math" panose="02040503050406030204" pitchFamily="18" charset="0"/>
                                <a:ea typeface="Cambria Math" panose="02040503050406030204" pitchFamily="18" charset="0"/>
                              </a:rPr>
                              <m:t>4</m:t>
                            </m:r>
                          </m:sup>
                        </m:sSup>
                      </m:e>
                    </m:d>
                  </m:oMath>
                </a14:m>
                <a:r>
                  <a:rPr lang="en-US" sz="1200" dirty="0"/>
                  <a:t> </a:t>
                </a:r>
                <a:endParaRPr lang="en-GB" sz="1200" dirty="0"/>
              </a:p>
            </p:txBody>
          </p:sp>
        </mc:Choice>
        <mc:Fallback xmlns="">
          <p:sp>
            <p:nvSpPr>
              <p:cNvPr id="26" name="TextBox 25">
                <a:extLst>
                  <a:ext uri="{FF2B5EF4-FFF2-40B4-BE49-F238E27FC236}">
                    <a16:creationId xmlns:a16="http://schemas.microsoft.com/office/drawing/2014/main" id="{D85026F4-8D08-49E6-C411-5E099E584CB7}"/>
                  </a:ext>
                </a:extLst>
              </p:cNvPr>
              <p:cNvSpPr txBox="1">
                <a:spLocks noRot="1" noChangeAspect="1" noMove="1" noResize="1" noEditPoints="1" noAdjustHandles="1" noChangeArrowheads="1" noChangeShapeType="1" noTextEdit="1"/>
              </p:cNvSpPr>
              <p:nvPr/>
            </p:nvSpPr>
            <p:spPr>
              <a:xfrm>
                <a:off x="2561406" y="8284272"/>
                <a:ext cx="2017347" cy="276999"/>
              </a:xfrm>
              <a:prstGeom prst="rect">
                <a:avLst/>
              </a:prstGeom>
              <a:blipFill>
                <a:blip r:embed="rId14"/>
                <a:stretch>
                  <a:fillRect b="-20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FA1B8045-0A21-BD02-DFD1-02D25D35087E}"/>
                  </a:ext>
                </a:extLst>
              </p:cNvPr>
              <p:cNvSpPr txBox="1"/>
              <p:nvPr/>
            </p:nvSpPr>
            <p:spPr>
              <a:xfrm>
                <a:off x="4756819" y="8284271"/>
                <a:ext cx="2063835" cy="276999"/>
              </a:xfrm>
              <a:prstGeom prst="rect">
                <a:avLst/>
              </a:prstGeom>
              <a:noFill/>
            </p:spPr>
            <p:txBody>
              <a:bodyPr wrap="none" rtlCol="0">
                <a:spAutoFit/>
              </a:bodyPr>
              <a:lstStyle/>
              <a:p>
                <a:r>
                  <a:rPr lang="en-US" sz="1200" dirty="0"/>
                  <a:t>l) </a:t>
                </a:r>
                <a14:m>
                  <m:oMath xmlns:m="http://schemas.openxmlformats.org/officeDocument/2006/math">
                    <m:d>
                      <m:dPr>
                        <m:ctrlPr>
                          <a:rPr lang="en-US" sz="1200" i="1">
                            <a:latin typeface="Cambria Math" panose="02040503050406030204" pitchFamily="18" charset="0"/>
                          </a:rPr>
                        </m:ctrlPr>
                      </m:dPr>
                      <m:e>
                        <m:r>
                          <a:rPr lang="en-GB" sz="1200" b="0" i="1" smtClean="0">
                            <a:latin typeface="Cambria Math" panose="02040503050406030204" pitchFamily="18" charset="0"/>
                          </a:rPr>
                          <m:t>8</m:t>
                        </m:r>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−7</m:t>
                            </m:r>
                          </m:sup>
                        </m:sSup>
                      </m:e>
                    </m:d>
                    <m:r>
                      <a:rPr lang="en-US" sz="1200" i="1">
                        <a:latin typeface="Cambria Math" panose="02040503050406030204" pitchFamily="18" charset="0"/>
                        <a:ea typeface="Cambria Math" panose="02040503050406030204" pitchFamily="18" charset="0"/>
                      </a:rPr>
                      <m:t>×</m:t>
                    </m:r>
                    <m:d>
                      <m:dPr>
                        <m:ctrlPr>
                          <a:rPr lang="en-US" sz="1200" i="1">
                            <a:latin typeface="Cambria Math" panose="02040503050406030204" pitchFamily="18" charset="0"/>
                            <a:ea typeface="Cambria Math" panose="02040503050406030204" pitchFamily="18" charset="0"/>
                          </a:rPr>
                        </m:ctrlPr>
                      </m:dPr>
                      <m:e>
                        <m:r>
                          <a:rPr lang="en-GB" sz="1200" b="0" i="1" smtClean="0">
                            <a:latin typeface="Cambria Math" panose="02040503050406030204" pitchFamily="18" charset="0"/>
                            <a:ea typeface="Cambria Math" panose="02040503050406030204" pitchFamily="18" charset="0"/>
                          </a:rPr>
                          <m:t>2.5</m:t>
                        </m:r>
                        <m:r>
                          <a:rPr lang="en-US" sz="1200" i="1">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m:t>
                            </m:r>
                            <m:r>
                              <a:rPr lang="en-US" sz="1200" i="1">
                                <a:latin typeface="Cambria Math" panose="02040503050406030204" pitchFamily="18" charset="0"/>
                                <a:ea typeface="Cambria Math" panose="02040503050406030204" pitchFamily="18" charset="0"/>
                              </a:rPr>
                              <m:t>4</m:t>
                            </m:r>
                          </m:sup>
                        </m:sSup>
                      </m:e>
                    </m:d>
                  </m:oMath>
                </a14:m>
                <a:r>
                  <a:rPr lang="en-US" sz="1200" dirty="0"/>
                  <a:t> </a:t>
                </a:r>
                <a:endParaRPr lang="en-GB" sz="1200" dirty="0"/>
              </a:p>
            </p:txBody>
          </p:sp>
        </mc:Choice>
        <mc:Fallback xmlns="">
          <p:sp>
            <p:nvSpPr>
              <p:cNvPr id="27" name="TextBox 26">
                <a:extLst>
                  <a:ext uri="{FF2B5EF4-FFF2-40B4-BE49-F238E27FC236}">
                    <a16:creationId xmlns:a16="http://schemas.microsoft.com/office/drawing/2014/main" id="{FA1B8045-0A21-BD02-DFD1-02D25D35087E}"/>
                  </a:ext>
                </a:extLst>
              </p:cNvPr>
              <p:cNvSpPr txBox="1">
                <a:spLocks noRot="1" noChangeAspect="1" noMove="1" noResize="1" noEditPoints="1" noAdjustHandles="1" noChangeArrowheads="1" noChangeShapeType="1" noTextEdit="1"/>
              </p:cNvSpPr>
              <p:nvPr/>
            </p:nvSpPr>
            <p:spPr>
              <a:xfrm>
                <a:off x="4756819" y="8284271"/>
                <a:ext cx="2063835" cy="276999"/>
              </a:xfrm>
              <a:prstGeom prst="rect">
                <a:avLst/>
              </a:prstGeom>
              <a:blipFill>
                <a:blip r:embed="rId15"/>
                <a:stretch>
                  <a:fillRect b="-20000"/>
                </a:stretch>
              </a:blipFill>
            </p:spPr>
            <p:txBody>
              <a:bodyPr/>
              <a:lstStyle/>
              <a:p>
                <a:r>
                  <a:rPr lang="en-GB">
                    <a:noFill/>
                  </a:rPr>
                  <a:t> </a:t>
                </a:r>
              </a:p>
            </p:txBody>
          </p:sp>
        </mc:Fallback>
      </mc:AlternateContent>
      <p:sp>
        <p:nvSpPr>
          <p:cNvPr id="30" name="Slide Number Placeholder 29">
            <a:extLst>
              <a:ext uri="{FF2B5EF4-FFF2-40B4-BE49-F238E27FC236}">
                <a16:creationId xmlns:a16="http://schemas.microsoft.com/office/drawing/2014/main" id="{EA4788A1-3DD0-BA4F-8E7F-A2247E9BF9A1}"/>
              </a:ext>
            </a:extLst>
          </p:cNvPr>
          <p:cNvSpPr>
            <a:spLocks noGrp="1"/>
          </p:cNvSpPr>
          <p:nvPr>
            <p:ph type="sldNum" sz="quarter" idx="12"/>
          </p:nvPr>
        </p:nvSpPr>
        <p:spPr/>
        <p:txBody>
          <a:bodyPr/>
          <a:lstStyle/>
          <a:p>
            <a:fld id="{DFE403A4-BF53-4A18-A219-2FCD9C5F3F46}" type="slidenum">
              <a:rPr lang="en-GB" smtClean="0"/>
              <a:t>83</a:t>
            </a:fld>
            <a:endParaRPr lang="en-GB"/>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9BF5493-0938-9377-15FF-AD934C185007}"/>
                  </a:ext>
                </a:extLst>
              </p:cNvPr>
              <p:cNvSpPr txBox="1"/>
              <p:nvPr/>
            </p:nvSpPr>
            <p:spPr>
              <a:xfrm>
                <a:off x="409527" y="4788148"/>
                <a:ext cx="1626927" cy="46820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400" b="1" i="1" smtClean="0">
                          <a:solidFill>
                            <a:srgbClr val="FF0000"/>
                          </a:solidFill>
                          <a:latin typeface="Cambria Math" panose="02040503050406030204" pitchFamily="18" charset="0"/>
                        </a:rPr>
                        <m:t>𝟏</m:t>
                      </m:r>
                      <m:r>
                        <a:rPr lang="en-GB" sz="2400" b="1" i="1" smtClean="0">
                          <a:solidFill>
                            <a:srgbClr val="FF0000"/>
                          </a:solidFill>
                          <a:latin typeface="Cambria Math" panose="02040503050406030204" pitchFamily="18" charset="0"/>
                        </a:rPr>
                        <m:t>.</m:t>
                      </m:r>
                      <m:r>
                        <a:rPr lang="en-GB" sz="2400" b="1" i="1" smtClean="0">
                          <a:solidFill>
                            <a:srgbClr val="FF0000"/>
                          </a:solidFill>
                          <a:latin typeface="Cambria Math" panose="02040503050406030204" pitchFamily="18" charset="0"/>
                        </a:rPr>
                        <m:t>𝟐</m:t>
                      </m:r>
                      <m:r>
                        <a:rPr lang="en-GB" sz="2400" b="1" i="1" smtClean="0">
                          <a:solidFill>
                            <a:srgbClr val="FF0000"/>
                          </a:solidFill>
                          <a:latin typeface="Cambria Math" panose="02040503050406030204" pitchFamily="18" charset="0"/>
                          <a:ea typeface="Cambria Math" panose="02040503050406030204" pitchFamily="18" charset="0"/>
                        </a:rPr>
                        <m:t>×</m:t>
                      </m:r>
                      <m:sSup>
                        <m:sSupPr>
                          <m:ctrlPr>
                            <a:rPr lang="en-GB" sz="2400" b="1" i="1" smtClean="0">
                              <a:solidFill>
                                <a:srgbClr val="FF0000"/>
                              </a:solidFill>
                              <a:latin typeface="Cambria Math" panose="02040503050406030204" pitchFamily="18" charset="0"/>
                            </a:rPr>
                          </m:ctrlPr>
                        </m:sSupPr>
                        <m:e>
                          <m:r>
                            <a:rPr lang="en-GB" sz="2400" b="1" i="1" smtClean="0">
                              <a:solidFill>
                                <a:srgbClr val="FF0000"/>
                              </a:solidFill>
                              <a:latin typeface="Cambria Math" panose="02040503050406030204" pitchFamily="18" charset="0"/>
                            </a:rPr>
                            <m:t>𝟏𝟎</m:t>
                          </m:r>
                        </m:e>
                        <m:sup>
                          <m:r>
                            <a:rPr lang="en-GB" sz="2400" b="1" i="1" smtClean="0">
                              <a:solidFill>
                                <a:srgbClr val="FF0000"/>
                              </a:solidFill>
                              <a:latin typeface="Cambria Math" panose="02040503050406030204" pitchFamily="18" charset="0"/>
                            </a:rPr>
                            <m:t>𝟕</m:t>
                          </m:r>
                        </m:sup>
                      </m:sSup>
                    </m:oMath>
                  </m:oMathPara>
                </a14:m>
                <a:endParaRPr lang="en-GB" b="1" dirty="0"/>
              </a:p>
            </p:txBody>
          </p:sp>
        </mc:Choice>
        <mc:Fallback xmlns="">
          <p:sp>
            <p:nvSpPr>
              <p:cNvPr id="2" name="TextBox 1">
                <a:extLst>
                  <a:ext uri="{FF2B5EF4-FFF2-40B4-BE49-F238E27FC236}">
                    <a16:creationId xmlns:a16="http://schemas.microsoft.com/office/drawing/2014/main" id="{E9BF5493-0938-9377-15FF-AD934C185007}"/>
                  </a:ext>
                </a:extLst>
              </p:cNvPr>
              <p:cNvSpPr txBox="1">
                <a:spLocks noRot="1" noChangeAspect="1" noMove="1" noResize="1" noEditPoints="1" noAdjustHandles="1" noChangeArrowheads="1" noChangeShapeType="1" noTextEdit="1"/>
              </p:cNvSpPr>
              <p:nvPr/>
            </p:nvSpPr>
            <p:spPr>
              <a:xfrm>
                <a:off x="409527" y="4788148"/>
                <a:ext cx="1626927" cy="468205"/>
              </a:xfrm>
              <a:prstGeom prst="rect">
                <a:avLst/>
              </a:prstGeom>
              <a:blipFill>
                <a:blip r:embed="rId1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E33D056-B2F7-802A-30D4-2A0540FF7943}"/>
                  </a:ext>
                </a:extLst>
              </p:cNvPr>
              <p:cNvSpPr txBox="1"/>
              <p:nvPr/>
            </p:nvSpPr>
            <p:spPr>
              <a:xfrm>
                <a:off x="2599715" y="4788148"/>
                <a:ext cx="1626927" cy="4689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400" b="1" i="1" smtClean="0">
                          <a:solidFill>
                            <a:srgbClr val="FF0000"/>
                          </a:solidFill>
                          <a:latin typeface="Cambria Math" panose="02040503050406030204" pitchFamily="18" charset="0"/>
                        </a:rPr>
                        <m:t>𝟏</m:t>
                      </m:r>
                      <m:r>
                        <a:rPr lang="en-GB" sz="2400" b="1" i="1" smtClean="0">
                          <a:solidFill>
                            <a:srgbClr val="FF0000"/>
                          </a:solidFill>
                          <a:latin typeface="Cambria Math" panose="02040503050406030204" pitchFamily="18" charset="0"/>
                          <a:ea typeface="Cambria Math" panose="02040503050406030204" pitchFamily="18" charset="0"/>
                        </a:rPr>
                        <m:t>×</m:t>
                      </m:r>
                      <m:sSup>
                        <m:sSupPr>
                          <m:ctrlPr>
                            <a:rPr lang="en-GB" sz="2400" b="1" i="1" smtClean="0">
                              <a:solidFill>
                                <a:srgbClr val="FF0000"/>
                              </a:solidFill>
                              <a:latin typeface="Cambria Math" panose="02040503050406030204" pitchFamily="18" charset="0"/>
                            </a:rPr>
                          </m:ctrlPr>
                        </m:sSupPr>
                        <m:e>
                          <m:r>
                            <a:rPr lang="en-GB" sz="2400" b="1" i="1" smtClean="0">
                              <a:solidFill>
                                <a:srgbClr val="FF0000"/>
                              </a:solidFill>
                              <a:latin typeface="Cambria Math" panose="02040503050406030204" pitchFamily="18" charset="0"/>
                            </a:rPr>
                            <m:t>𝟏𝟎</m:t>
                          </m:r>
                        </m:e>
                        <m:sup>
                          <m:r>
                            <a:rPr lang="en-GB" sz="2400" b="1" i="1" smtClean="0">
                              <a:solidFill>
                                <a:srgbClr val="FF0000"/>
                              </a:solidFill>
                              <a:latin typeface="Cambria Math" panose="02040503050406030204" pitchFamily="18" charset="0"/>
                            </a:rPr>
                            <m:t>𝟗</m:t>
                          </m:r>
                        </m:sup>
                      </m:sSup>
                    </m:oMath>
                  </m:oMathPara>
                </a14:m>
                <a:endParaRPr lang="en-GB" b="1" dirty="0"/>
              </a:p>
            </p:txBody>
          </p:sp>
        </mc:Choice>
        <mc:Fallback xmlns="">
          <p:sp>
            <p:nvSpPr>
              <p:cNvPr id="5" name="TextBox 4">
                <a:extLst>
                  <a:ext uri="{FF2B5EF4-FFF2-40B4-BE49-F238E27FC236}">
                    <a16:creationId xmlns:a16="http://schemas.microsoft.com/office/drawing/2014/main" id="{CE33D056-B2F7-802A-30D4-2A0540FF7943}"/>
                  </a:ext>
                </a:extLst>
              </p:cNvPr>
              <p:cNvSpPr txBox="1">
                <a:spLocks noRot="1" noChangeAspect="1" noMove="1" noResize="1" noEditPoints="1" noAdjustHandles="1" noChangeArrowheads="1" noChangeShapeType="1" noTextEdit="1"/>
              </p:cNvSpPr>
              <p:nvPr/>
            </p:nvSpPr>
            <p:spPr>
              <a:xfrm>
                <a:off x="2599715" y="4788148"/>
                <a:ext cx="1626927" cy="468975"/>
              </a:xfrm>
              <a:prstGeom prst="rect">
                <a:avLst/>
              </a:prstGeom>
              <a:blipFill>
                <a:blip r:embed="rId1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C9160707-81F0-E2B5-9929-E096C8C9FF64}"/>
                  </a:ext>
                </a:extLst>
              </p:cNvPr>
              <p:cNvSpPr txBox="1"/>
              <p:nvPr/>
            </p:nvSpPr>
            <p:spPr>
              <a:xfrm>
                <a:off x="4728943" y="4788148"/>
                <a:ext cx="1906740" cy="47000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400" b="1" i="1" smtClean="0">
                          <a:solidFill>
                            <a:srgbClr val="FF0000"/>
                          </a:solidFill>
                          <a:latin typeface="Cambria Math" panose="02040503050406030204" pitchFamily="18" charset="0"/>
                        </a:rPr>
                        <m:t>𝟏</m:t>
                      </m:r>
                      <m:r>
                        <a:rPr lang="en-GB" sz="2400" b="1" i="1" smtClean="0">
                          <a:solidFill>
                            <a:srgbClr val="FF0000"/>
                          </a:solidFill>
                          <a:latin typeface="Cambria Math" panose="02040503050406030204" pitchFamily="18" charset="0"/>
                        </a:rPr>
                        <m:t>.</m:t>
                      </m:r>
                      <m:r>
                        <a:rPr lang="en-GB" sz="2400" b="1" i="1" smtClean="0">
                          <a:solidFill>
                            <a:srgbClr val="FF0000"/>
                          </a:solidFill>
                          <a:latin typeface="Cambria Math" panose="02040503050406030204" pitchFamily="18" charset="0"/>
                        </a:rPr>
                        <m:t>𝟐</m:t>
                      </m:r>
                      <m:r>
                        <a:rPr lang="en-GB" sz="2400" b="1" i="1" smtClean="0">
                          <a:solidFill>
                            <a:srgbClr val="FF0000"/>
                          </a:solidFill>
                          <a:latin typeface="Cambria Math" panose="02040503050406030204" pitchFamily="18" charset="0"/>
                          <a:ea typeface="Cambria Math" panose="02040503050406030204" pitchFamily="18" charset="0"/>
                        </a:rPr>
                        <m:t>×</m:t>
                      </m:r>
                      <m:sSup>
                        <m:sSupPr>
                          <m:ctrlPr>
                            <a:rPr lang="en-GB" sz="2400" b="1" i="1" smtClean="0">
                              <a:solidFill>
                                <a:srgbClr val="FF0000"/>
                              </a:solidFill>
                              <a:latin typeface="Cambria Math" panose="02040503050406030204" pitchFamily="18" charset="0"/>
                            </a:rPr>
                          </m:ctrlPr>
                        </m:sSupPr>
                        <m:e>
                          <m:r>
                            <a:rPr lang="en-GB" sz="2400" b="1" i="1" smtClean="0">
                              <a:solidFill>
                                <a:srgbClr val="FF0000"/>
                              </a:solidFill>
                              <a:latin typeface="Cambria Math" panose="02040503050406030204" pitchFamily="18" charset="0"/>
                            </a:rPr>
                            <m:t>𝟏𝟎</m:t>
                          </m:r>
                        </m:e>
                        <m:sup>
                          <m:r>
                            <a:rPr lang="en-GB" sz="2400" b="1" i="1" smtClean="0">
                              <a:solidFill>
                                <a:srgbClr val="FF0000"/>
                              </a:solidFill>
                              <a:latin typeface="Cambria Math" panose="02040503050406030204" pitchFamily="18" charset="0"/>
                            </a:rPr>
                            <m:t>𝟏𝟏</m:t>
                          </m:r>
                        </m:sup>
                      </m:sSup>
                    </m:oMath>
                  </m:oMathPara>
                </a14:m>
                <a:endParaRPr lang="en-GB" b="1" dirty="0"/>
              </a:p>
            </p:txBody>
          </p:sp>
        </mc:Choice>
        <mc:Fallback xmlns="">
          <p:sp>
            <p:nvSpPr>
              <p:cNvPr id="6" name="TextBox 5">
                <a:extLst>
                  <a:ext uri="{FF2B5EF4-FFF2-40B4-BE49-F238E27FC236}">
                    <a16:creationId xmlns:a16="http://schemas.microsoft.com/office/drawing/2014/main" id="{C9160707-81F0-E2B5-9929-E096C8C9FF64}"/>
                  </a:ext>
                </a:extLst>
              </p:cNvPr>
              <p:cNvSpPr txBox="1">
                <a:spLocks noRot="1" noChangeAspect="1" noMove="1" noResize="1" noEditPoints="1" noAdjustHandles="1" noChangeArrowheads="1" noChangeShapeType="1" noTextEdit="1"/>
              </p:cNvSpPr>
              <p:nvPr/>
            </p:nvSpPr>
            <p:spPr>
              <a:xfrm>
                <a:off x="4728943" y="4788148"/>
                <a:ext cx="1906740" cy="470000"/>
              </a:xfrm>
              <a:prstGeom prst="rect">
                <a:avLst/>
              </a:prstGeom>
              <a:blipFill>
                <a:blip r:embed="rId1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F6D7764-2A25-3FB8-CA81-2575ECE9820A}"/>
                  </a:ext>
                </a:extLst>
              </p:cNvPr>
              <p:cNvSpPr txBox="1"/>
              <p:nvPr/>
            </p:nvSpPr>
            <p:spPr>
              <a:xfrm>
                <a:off x="1422602" y="1829098"/>
                <a:ext cx="1626927" cy="46820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400" b="1" i="1" smtClean="0">
                          <a:solidFill>
                            <a:srgbClr val="FF0000"/>
                          </a:solidFill>
                          <a:latin typeface="Cambria Math" panose="02040503050406030204" pitchFamily="18" charset="0"/>
                        </a:rPr>
                        <m:t>𝟏</m:t>
                      </m:r>
                      <m:r>
                        <a:rPr lang="en-GB" sz="2400" b="1" i="1" smtClean="0">
                          <a:solidFill>
                            <a:srgbClr val="FF0000"/>
                          </a:solidFill>
                          <a:latin typeface="Cambria Math" panose="02040503050406030204" pitchFamily="18" charset="0"/>
                        </a:rPr>
                        <m:t>.</m:t>
                      </m:r>
                      <m:r>
                        <a:rPr lang="en-GB" sz="2400" b="1" i="1" smtClean="0">
                          <a:solidFill>
                            <a:srgbClr val="FF0000"/>
                          </a:solidFill>
                          <a:latin typeface="Cambria Math" panose="02040503050406030204" pitchFamily="18" charset="0"/>
                        </a:rPr>
                        <m:t>𝟐</m:t>
                      </m:r>
                      <m:r>
                        <a:rPr lang="en-GB" sz="2400" b="1" i="1" smtClean="0">
                          <a:solidFill>
                            <a:srgbClr val="FF0000"/>
                          </a:solidFill>
                          <a:latin typeface="Cambria Math" panose="02040503050406030204" pitchFamily="18" charset="0"/>
                          <a:ea typeface="Cambria Math" panose="02040503050406030204" pitchFamily="18" charset="0"/>
                        </a:rPr>
                        <m:t>×</m:t>
                      </m:r>
                      <m:sSup>
                        <m:sSupPr>
                          <m:ctrlPr>
                            <a:rPr lang="en-GB" sz="2400" b="1" i="1" smtClean="0">
                              <a:solidFill>
                                <a:srgbClr val="FF0000"/>
                              </a:solidFill>
                              <a:latin typeface="Cambria Math" panose="02040503050406030204" pitchFamily="18" charset="0"/>
                            </a:rPr>
                          </m:ctrlPr>
                        </m:sSupPr>
                        <m:e>
                          <m:r>
                            <a:rPr lang="en-GB" sz="2400" b="1" i="1" smtClean="0">
                              <a:solidFill>
                                <a:srgbClr val="FF0000"/>
                              </a:solidFill>
                              <a:latin typeface="Cambria Math" panose="02040503050406030204" pitchFamily="18" charset="0"/>
                            </a:rPr>
                            <m:t>𝟏𝟎</m:t>
                          </m:r>
                        </m:e>
                        <m:sup>
                          <m:r>
                            <a:rPr lang="en-GB" sz="2400" b="1" i="1" smtClean="0">
                              <a:solidFill>
                                <a:srgbClr val="FF0000"/>
                              </a:solidFill>
                              <a:latin typeface="Cambria Math" panose="02040503050406030204" pitchFamily="18" charset="0"/>
                            </a:rPr>
                            <m:t>𝟕</m:t>
                          </m:r>
                        </m:sup>
                      </m:sSup>
                    </m:oMath>
                  </m:oMathPara>
                </a14:m>
                <a:endParaRPr lang="en-GB" b="1" dirty="0"/>
              </a:p>
            </p:txBody>
          </p:sp>
        </mc:Choice>
        <mc:Fallback xmlns="">
          <p:sp>
            <p:nvSpPr>
              <p:cNvPr id="7" name="TextBox 6">
                <a:extLst>
                  <a:ext uri="{FF2B5EF4-FFF2-40B4-BE49-F238E27FC236}">
                    <a16:creationId xmlns:a16="http://schemas.microsoft.com/office/drawing/2014/main" id="{2F6D7764-2A25-3FB8-CA81-2575ECE9820A}"/>
                  </a:ext>
                </a:extLst>
              </p:cNvPr>
              <p:cNvSpPr txBox="1">
                <a:spLocks noRot="1" noChangeAspect="1" noMove="1" noResize="1" noEditPoints="1" noAdjustHandles="1" noChangeArrowheads="1" noChangeShapeType="1" noTextEdit="1"/>
              </p:cNvSpPr>
              <p:nvPr/>
            </p:nvSpPr>
            <p:spPr>
              <a:xfrm>
                <a:off x="1422602" y="1829098"/>
                <a:ext cx="1626927" cy="468205"/>
              </a:xfrm>
              <a:prstGeom prst="rect">
                <a:avLst/>
              </a:prstGeom>
              <a:blipFill>
                <a:blip r:embed="rId1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661AD0E-398D-3488-663A-3829027F5BCD}"/>
                  </a:ext>
                </a:extLst>
              </p:cNvPr>
              <p:cNvSpPr txBox="1"/>
              <p:nvPr/>
            </p:nvSpPr>
            <p:spPr>
              <a:xfrm>
                <a:off x="3224675" y="1820959"/>
                <a:ext cx="1626927" cy="47000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400" b="1" i="1" smtClean="0">
                          <a:solidFill>
                            <a:srgbClr val="FF0000"/>
                          </a:solidFill>
                          <a:latin typeface="Cambria Math" panose="02040503050406030204" pitchFamily="18" charset="0"/>
                        </a:rPr>
                        <m:t>𝟏</m:t>
                      </m:r>
                      <m:r>
                        <a:rPr lang="en-GB" sz="2400" b="1" i="1" smtClean="0">
                          <a:solidFill>
                            <a:srgbClr val="FF0000"/>
                          </a:solidFill>
                          <a:latin typeface="Cambria Math" panose="02040503050406030204" pitchFamily="18" charset="0"/>
                        </a:rPr>
                        <m:t>.</m:t>
                      </m:r>
                      <m:r>
                        <a:rPr lang="en-GB" sz="2400" b="1" i="1" smtClean="0">
                          <a:solidFill>
                            <a:srgbClr val="FF0000"/>
                          </a:solidFill>
                          <a:latin typeface="Cambria Math" panose="02040503050406030204" pitchFamily="18" charset="0"/>
                        </a:rPr>
                        <m:t>𝟐</m:t>
                      </m:r>
                      <m:r>
                        <a:rPr lang="en-GB" sz="2400" b="1" i="1" smtClean="0">
                          <a:solidFill>
                            <a:srgbClr val="FF0000"/>
                          </a:solidFill>
                          <a:latin typeface="Cambria Math" panose="02040503050406030204" pitchFamily="18" charset="0"/>
                          <a:ea typeface="Cambria Math" panose="02040503050406030204" pitchFamily="18" charset="0"/>
                        </a:rPr>
                        <m:t>×</m:t>
                      </m:r>
                      <m:sSup>
                        <m:sSupPr>
                          <m:ctrlPr>
                            <a:rPr lang="en-GB" sz="2400" b="1" i="1" smtClean="0">
                              <a:solidFill>
                                <a:srgbClr val="FF0000"/>
                              </a:solidFill>
                              <a:latin typeface="Cambria Math" panose="02040503050406030204" pitchFamily="18" charset="0"/>
                            </a:rPr>
                          </m:ctrlPr>
                        </m:sSupPr>
                        <m:e>
                          <m:r>
                            <a:rPr lang="en-GB" sz="2400" b="1" i="1" smtClean="0">
                              <a:solidFill>
                                <a:srgbClr val="FF0000"/>
                              </a:solidFill>
                              <a:latin typeface="Cambria Math" panose="02040503050406030204" pitchFamily="18" charset="0"/>
                            </a:rPr>
                            <m:t>𝟏𝟎</m:t>
                          </m:r>
                        </m:e>
                        <m:sup>
                          <m:r>
                            <a:rPr lang="en-GB" sz="2400" b="1" i="1" smtClean="0">
                              <a:solidFill>
                                <a:srgbClr val="FF0000"/>
                              </a:solidFill>
                              <a:latin typeface="Cambria Math" panose="02040503050406030204" pitchFamily="18" charset="0"/>
                            </a:rPr>
                            <m:t>𝟑</m:t>
                          </m:r>
                        </m:sup>
                      </m:sSup>
                    </m:oMath>
                  </m:oMathPara>
                </a14:m>
                <a:endParaRPr lang="en-GB" b="1" dirty="0"/>
              </a:p>
            </p:txBody>
          </p:sp>
        </mc:Choice>
        <mc:Fallback xmlns="">
          <p:sp>
            <p:nvSpPr>
              <p:cNvPr id="10" name="TextBox 9">
                <a:extLst>
                  <a:ext uri="{FF2B5EF4-FFF2-40B4-BE49-F238E27FC236}">
                    <a16:creationId xmlns:a16="http://schemas.microsoft.com/office/drawing/2014/main" id="{0661AD0E-398D-3488-663A-3829027F5BCD}"/>
                  </a:ext>
                </a:extLst>
              </p:cNvPr>
              <p:cNvSpPr txBox="1">
                <a:spLocks noRot="1" noChangeAspect="1" noMove="1" noResize="1" noEditPoints="1" noAdjustHandles="1" noChangeArrowheads="1" noChangeShapeType="1" noTextEdit="1"/>
              </p:cNvSpPr>
              <p:nvPr/>
            </p:nvSpPr>
            <p:spPr>
              <a:xfrm>
                <a:off x="3224675" y="1820959"/>
                <a:ext cx="1626927" cy="470000"/>
              </a:xfrm>
              <a:prstGeom prst="rect">
                <a:avLst/>
              </a:prstGeom>
              <a:blipFill>
                <a:blip r:embed="rId2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F4987299-967A-BF8B-8090-410ABA76D4D2}"/>
                  </a:ext>
                </a:extLst>
              </p:cNvPr>
              <p:cNvSpPr txBox="1"/>
              <p:nvPr/>
            </p:nvSpPr>
            <p:spPr>
              <a:xfrm>
                <a:off x="5128394" y="1820959"/>
                <a:ext cx="1626927" cy="47000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400" b="1" i="1" smtClean="0">
                          <a:solidFill>
                            <a:srgbClr val="FF0000"/>
                          </a:solidFill>
                          <a:latin typeface="Cambria Math" panose="02040503050406030204" pitchFamily="18" charset="0"/>
                        </a:rPr>
                        <m:t>𝟏</m:t>
                      </m:r>
                      <m:r>
                        <a:rPr lang="en-GB" sz="2400" b="1" i="1" smtClean="0">
                          <a:solidFill>
                            <a:srgbClr val="FF0000"/>
                          </a:solidFill>
                          <a:latin typeface="Cambria Math" panose="02040503050406030204" pitchFamily="18" charset="0"/>
                        </a:rPr>
                        <m:t>.</m:t>
                      </m:r>
                      <m:r>
                        <a:rPr lang="en-GB" sz="2400" b="1" i="1" smtClean="0">
                          <a:solidFill>
                            <a:srgbClr val="FF0000"/>
                          </a:solidFill>
                          <a:latin typeface="Cambria Math" panose="02040503050406030204" pitchFamily="18" charset="0"/>
                        </a:rPr>
                        <m:t>𝟓</m:t>
                      </m:r>
                      <m:r>
                        <a:rPr lang="en-GB" sz="2400" b="1" i="1" smtClean="0">
                          <a:solidFill>
                            <a:srgbClr val="FF0000"/>
                          </a:solidFill>
                          <a:latin typeface="Cambria Math" panose="02040503050406030204" pitchFamily="18" charset="0"/>
                          <a:ea typeface="Cambria Math" panose="02040503050406030204" pitchFamily="18" charset="0"/>
                        </a:rPr>
                        <m:t>×</m:t>
                      </m:r>
                      <m:sSup>
                        <m:sSupPr>
                          <m:ctrlPr>
                            <a:rPr lang="en-GB" sz="2400" b="1" i="1" smtClean="0">
                              <a:solidFill>
                                <a:srgbClr val="FF0000"/>
                              </a:solidFill>
                              <a:latin typeface="Cambria Math" panose="02040503050406030204" pitchFamily="18" charset="0"/>
                            </a:rPr>
                          </m:ctrlPr>
                        </m:sSupPr>
                        <m:e>
                          <m:r>
                            <a:rPr lang="en-GB" sz="2400" b="1" i="1" smtClean="0">
                              <a:solidFill>
                                <a:srgbClr val="FF0000"/>
                              </a:solidFill>
                              <a:latin typeface="Cambria Math" panose="02040503050406030204" pitchFamily="18" charset="0"/>
                            </a:rPr>
                            <m:t>𝟏𝟎</m:t>
                          </m:r>
                        </m:e>
                        <m:sup>
                          <m:r>
                            <a:rPr lang="en-GB" sz="2400" b="1" i="1" smtClean="0">
                              <a:solidFill>
                                <a:srgbClr val="FF0000"/>
                              </a:solidFill>
                              <a:latin typeface="Cambria Math" panose="02040503050406030204" pitchFamily="18" charset="0"/>
                            </a:rPr>
                            <m:t>𝟔</m:t>
                          </m:r>
                        </m:sup>
                      </m:sSup>
                    </m:oMath>
                  </m:oMathPara>
                </a14:m>
                <a:endParaRPr lang="en-GB" b="1" dirty="0"/>
              </a:p>
            </p:txBody>
          </p:sp>
        </mc:Choice>
        <mc:Fallback xmlns="">
          <p:sp>
            <p:nvSpPr>
              <p:cNvPr id="11" name="TextBox 10">
                <a:extLst>
                  <a:ext uri="{FF2B5EF4-FFF2-40B4-BE49-F238E27FC236}">
                    <a16:creationId xmlns:a16="http://schemas.microsoft.com/office/drawing/2014/main" id="{F4987299-967A-BF8B-8090-410ABA76D4D2}"/>
                  </a:ext>
                </a:extLst>
              </p:cNvPr>
              <p:cNvSpPr txBox="1">
                <a:spLocks noRot="1" noChangeAspect="1" noMove="1" noResize="1" noEditPoints="1" noAdjustHandles="1" noChangeArrowheads="1" noChangeShapeType="1" noTextEdit="1"/>
              </p:cNvSpPr>
              <p:nvPr/>
            </p:nvSpPr>
            <p:spPr>
              <a:xfrm>
                <a:off x="5128394" y="1820959"/>
                <a:ext cx="1626927" cy="470000"/>
              </a:xfrm>
              <a:prstGeom prst="rect">
                <a:avLst/>
              </a:prstGeom>
              <a:blipFill>
                <a:blip r:embed="rId2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C138E958-9DE9-B8FA-5C1F-9B2FBEF5B3B5}"/>
                  </a:ext>
                </a:extLst>
              </p:cNvPr>
              <p:cNvSpPr txBox="1"/>
              <p:nvPr/>
            </p:nvSpPr>
            <p:spPr>
              <a:xfrm>
                <a:off x="349277" y="5961255"/>
                <a:ext cx="1703550" cy="47000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400" b="1" i="1" smtClean="0">
                          <a:solidFill>
                            <a:srgbClr val="FF0000"/>
                          </a:solidFill>
                          <a:latin typeface="Cambria Math" panose="02040503050406030204" pitchFamily="18" charset="0"/>
                        </a:rPr>
                        <m:t>𝟏</m:t>
                      </m:r>
                      <m:r>
                        <a:rPr lang="en-GB" sz="2400" b="1" i="1" smtClean="0">
                          <a:solidFill>
                            <a:srgbClr val="FF0000"/>
                          </a:solidFill>
                          <a:latin typeface="Cambria Math" panose="02040503050406030204" pitchFamily="18" charset="0"/>
                        </a:rPr>
                        <m:t>.</m:t>
                      </m:r>
                      <m:r>
                        <a:rPr lang="en-GB" sz="2400" b="1" i="1" smtClean="0">
                          <a:solidFill>
                            <a:srgbClr val="FF0000"/>
                          </a:solidFill>
                          <a:latin typeface="Cambria Math" panose="02040503050406030204" pitchFamily="18" charset="0"/>
                        </a:rPr>
                        <m:t>𝟒</m:t>
                      </m:r>
                      <m:r>
                        <a:rPr lang="en-GB" sz="2400" b="1" i="1" smtClean="0">
                          <a:solidFill>
                            <a:srgbClr val="FF0000"/>
                          </a:solidFill>
                          <a:latin typeface="Cambria Math" panose="02040503050406030204" pitchFamily="18" charset="0"/>
                          <a:ea typeface="Cambria Math" panose="02040503050406030204" pitchFamily="18" charset="0"/>
                        </a:rPr>
                        <m:t>×</m:t>
                      </m:r>
                      <m:sSup>
                        <m:sSupPr>
                          <m:ctrlPr>
                            <a:rPr lang="en-GB" sz="2400" b="1" i="1" smtClean="0">
                              <a:solidFill>
                                <a:srgbClr val="FF0000"/>
                              </a:solidFill>
                              <a:latin typeface="Cambria Math" panose="02040503050406030204" pitchFamily="18" charset="0"/>
                            </a:rPr>
                          </m:ctrlPr>
                        </m:sSupPr>
                        <m:e>
                          <m:r>
                            <a:rPr lang="en-GB" sz="2400" b="1" i="1" smtClean="0">
                              <a:solidFill>
                                <a:srgbClr val="FF0000"/>
                              </a:solidFill>
                              <a:latin typeface="Cambria Math" panose="02040503050406030204" pitchFamily="18" charset="0"/>
                            </a:rPr>
                            <m:t>𝟏𝟎</m:t>
                          </m:r>
                        </m:e>
                        <m:sup>
                          <m:r>
                            <a:rPr lang="en-GB" sz="2400" b="1" i="1" smtClean="0">
                              <a:solidFill>
                                <a:srgbClr val="FF0000"/>
                              </a:solidFill>
                              <a:latin typeface="Cambria Math" panose="02040503050406030204" pitchFamily="18" charset="0"/>
                            </a:rPr>
                            <m:t>𝟏𝟐</m:t>
                          </m:r>
                        </m:sup>
                      </m:sSup>
                    </m:oMath>
                  </m:oMathPara>
                </a14:m>
                <a:endParaRPr lang="en-GB" b="1" dirty="0"/>
              </a:p>
            </p:txBody>
          </p:sp>
        </mc:Choice>
        <mc:Fallback xmlns="">
          <p:sp>
            <p:nvSpPr>
              <p:cNvPr id="12" name="TextBox 11">
                <a:extLst>
                  <a:ext uri="{FF2B5EF4-FFF2-40B4-BE49-F238E27FC236}">
                    <a16:creationId xmlns:a16="http://schemas.microsoft.com/office/drawing/2014/main" id="{C138E958-9DE9-B8FA-5C1F-9B2FBEF5B3B5}"/>
                  </a:ext>
                </a:extLst>
              </p:cNvPr>
              <p:cNvSpPr txBox="1">
                <a:spLocks noRot="1" noChangeAspect="1" noMove="1" noResize="1" noEditPoints="1" noAdjustHandles="1" noChangeArrowheads="1" noChangeShapeType="1" noTextEdit="1"/>
              </p:cNvSpPr>
              <p:nvPr/>
            </p:nvSpPr>
            <p:spPr>
              <a:xfrm>
                <a:off x="349277" y="5961255"/>
                <a:ext cx="1703550" cy="470000"/>
              </a:xfrm>
              <a:prstGeom prst="rect">
                <a:avLst/>
              </a:prstGeom>
              <a:blipFill>
                <a:blip r:embed="rId2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42416E31-ED7A-C0B9-C26A-9E1485EAF947}"/>
                  </a:ext>
                </a:extLst>
              </p:cNvPr>
              <p:cNvSpPr txBox="1"/>
              <p:nvPr/>
            </p:nvSpPr>
            <p:spPr>
              <a:xfrm>
                <a:off x="2526140" y="5914885"/>
                <a:ext cx="1626927" cy="47000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400" b="1" i="1" smtClean="0">
                          <a:solidFill>
                            <a:srgbClr val="FF0000"/>
                          </a:solidFill>
                          <a:latin typeface="Cambria Math" panose="02040503050406030204" pitchFamily="18" charset="0"/>
                        </a:rPr>
                        <m:t>𝟐</m:t>
                      </m:r>
                      <m:r>
                        <a:rPr lang="en-GB" sz="2400" b="1" i="1" smtClean="0">
                          <a:solidFill>
                            <a:srgbClr val="FF0000"/>
                          </a:solidFill>
                          <a:latin typeface="Cambria Math" panose="02040503050406030204" pitchFamily="18" charset="0"/>
                        </a:rPr>
                        <m:t>.</m:t>
                      </m:r>
                      <m:r>
                        <a:rPr lang="en-GB" sz="2400" b="1" i="1" smtClean="0">
                          <a:solidFill>
                            <a:srgbClr val="FF0000"/>
                          </a:solidFill>
                          <a:latin typeface="Cambria Math" panose="02040503050406030204" pitchFamily="18" charset="0"/>
                        </a:rPr>
                        <m:t>𝟏</m:t>
                      </m:r>
                      <m:r>
                        <a:rPr lang="en-GB" sz="2400" b="1" i="1" smtClean="0">
                          <a:solidFill>
                            <a:srgbClr val="FF0000"/>
                          </a:solidFill>
                          <a:latin typeface="Cambria Math" panose="02040503050406030204" pitchFamily="18" charset="0"/>
                          <a:ea typeface="Cambria Math" panose="02040503050406030204" pitchFamily="18" charset="0"/>
                        </a:rPr>
                        <m:t>×</m:t>
                      </m:r>
                      <m:sSup>
                        <m:sSupPr>
                          <m:ctrlPr>
                            <a:rPr lang="en-GB" sz="2400" b="1" i="1" smtClean="0">
                              <a:solidFill>
                                <a:srgbClr val="FF0000"/>
                              </a:solidFill>
                              <a:latin typeface="Cambria Math" panose="02040503050406030204" pitchFamily="18" charset="0"/>
                            </a:rPr>
                          </m:ctrlPr>
                        </m:sSupPr>
                        <m:e>
                          <m:r>
                            <a:rPr lang="en-GB" sz="2400" b="1" i="1" smtClean="0">
                              <a:solidFill>
                                <a:srgbClr val="FF0000"/>
                              </a:solidFill>
                              <a:latin typeface="Cambria Math" panose="02040503050406030204" pitchFamily="18" charset="0"/>
                            </a:rPr>
                            <m:t>𝟏𝟎</m:t>
                          </m:r>
                        </m:e>
                        <m:sup>
                          <m:r>
                            <a:rPr lang="en-GB" sz="2400" b="1" i="1" smtClean="0">
                              <a:solidFill>
                                <a:srgbClr val="FF0000"/>
                              </a:solidFill>
                              <a:latin typeface="Cambria Math" panose="02040503050406030204" pitchFamily="18" charset="0"/>
                            </a:rPr>
                            <m:t>𝟑</m:t>
                          </m:r>
                        </m:sup>
                      </m:sSup>
                    </m:oMath>
                  </m:oMathPara>
                </a14:m>
                <a:endParaRPr lang="en-GB" b="1" dirty="0"/>
              </a:p>
            </p:txBody>
          </p:sp>
        </mc:Choice>
        <mc:Fallback xmlns="">
          <p:sp>
            <p:nvSpPr>
              <p:cNvPr id="13" name="TextBox 12">
                <a:extLst>
                  <a:ext uri="{FF2B5EF4-FFF2-40B4-BE49-F238E27FC236}">
                    <a16:creationId xmlns:a16="http://schemas.microsoft.com/office/drawing/2014/main" id="{42416E31-ED7A-C0B9-C26A-9E1485EAF947}"/>
                  </a:ext>
                </a:extLst>
              </p:cNvPr>
              <p:cNvSpPr txBox="1">
                <a:spLocks noRot="1" noChangeAspect="1" noMove="1" noResize="1" noEditPoints="1" noAdjustHandles="1" noChangeArrowheads="1" noChangeShapeType="1" noTextEdit="1"/>
              </p:cNvSpPr>
              <p:nvPr/>
            </p:nvSpPr>
            <p:spPr>
              <a:xfrm>
                <a:off x="2526140" y="5914885"/>
                <a:ext cx="1626927" cy="470000"/>
              </a:xfrm>
              <a:prstGeom prst="rect">
                <a:avLst/>
              </a:prstGeom>
              <a:blipFill>
                <a:blip r:embed="rId2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9A84E31A-F24E-B779-026A-02D2348D0EE0}"/>
                  </a:ext>
                </a:extLst>
              </p:cNvPr>
              <p:cNvSpPr txBox="1"/>
              <p:nvPr/>
            </p:nvSpPr>
            <p:spPr>
              <a:xfrm>
                <a:off x="4668693" y="5961255"/>
                <a:ext cx="1906740" cy="47000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400" b="1" i="1" smtClean="0">
                          <a:solidFill>
                            <a:srgbClr val="FF0000"/>
                          </a:solidFill>
                          <a:latin typeface="Cambria Math" panose="02040503050406030204" pitchFamily="18" charset="0"/>
                        </a:rPr>
                        <m:t>𝟏</m:t>
                      </m:r>
                      <m:r>
                        <a:rPr lang="en-GB" sz="2400" b="1" i="1" smtClean="0">
                          <a:solidFill>
                            <a:srgbClr val="FF0000"/>
                          </a:solidFill>
                          <a:latin typeface="Cambria Math" panose="02040503050406030204" pitchFamily="18" charset="0"/>
                        </a:rPr>
                        <m:t>.</m:t>
                      </m:r>
                      <m:r>
                        <a:rPr lang="en-GB" sz="2400" b="1" i="1" smtClean="0">
                          <a:solidFill>
                            <a:srgbClr val="FF0000"/>
                          </a:solidFill>
                          <a:latin typeface="Cambria Math" panose="02040503050406030204" pitchFamily="18" charset="0"/>
                        </a:rPr>
                        <m:t>𝟐</m:t>
                      </m:r>
                      <m:r>
                        <a:rPr lang="en-GB" sz="2400" b="1" i="1" smtClean="0">
                          <a:solidFill>
                            <a:srgbClr val="FF0000"/>
                          </a:solidFill>
                          <a:latin typeface="Cambria Math" panose="02040503050406030204" pitchFamily="18" charset="0"/>
                          <a:ea typeface="Cambria Math" panose="02040503050406030204" pitchFamily="18" charset="0"/>
                        </a:rPr>
                        <m:t>×</m:t>
                      </m:r>
                      <m:sSup>
                        <m:sSupPr>
                          <m:ctrlPr>
                            <a:rPr lang="en-GB" sz="2400" b="1" i="1" smtClean="0">
                              <a:solidFill>
                                <a:srgbClr val="FF0000"/>
                              </a:solidFill>
                              <a:latin typeface="Cambria Math" panose="02040503050406030204" pitchFamily="18" charset="0"/>
                            </a:rPr>
                          </m:ctrlPr>
                        </m:sSupPr>
                        <m:e>
                          <m:r>
                            <a:rPr lang="en-GB" sz="2400" b="1" i="1" smtClean="0">
                              <a:solidFill>
                                <a:srgbClr val="FF0000"/>
                              </a:solidFill>
                              <a:latin typeface="Cambria Math" panose="02040503050406030204" pitchFamily="18" charset="0"/>
                            </a:rPr>
                            <m:t>𝟏𝟎</m:t>
                          </m:r>
                        </m:e>
                        <m:sup>
                          <m:r>
                            <a:rPr lang="en-GB" sz="2400" b="1" i="1" smtClean="0">
                              <a:solidFill>
                                <a:srgbClr val="FF0000"/>
                              </a:solidFill>
                              <a:latin typeface="Cambria Math" panose="02040503050406030204" pitchFamily="18" charset="0"/>
                            </a:rPr>
                            <m:t>−</m:t>
                          </m:r>
                          <m:r>
                            <a:rPr lang="en-GB" sz="2400" b="1" i="1" smtClean="0">
                              <a:solidFill>
                                <a:srgbClr val="FF0000"/>
                              </a:solidFill>
                              <a:latin typeface="Cambria Math" panose="02040503050406030204" pitchFamily="18" charset="0"/>
                            </a:rPr>
                            <m:t>𝟏</m:t>
                          </m:r>
                        </m:sup>
                      </m:sSup>
                    </m:oMath>
                  </m:oMathPara>
                </a14:m>
                <a:endParaRPr lang="en-GB" b="1" dirty="0"/>
              </a:p>
            </p:txBody>
          </p:sp>
        </mc:Choice>
        <mc:Fallback xmlns="">
          <p:sp>
            <p:nvSpPr>
              <p:cNvPr id="14" name="TextBox 13">
                <a:extLst>
                  <a:ext uri="{FF2B5EF4-FFF2-40B4-BE49-F238E27FC236}">
                    <a16:creationId xmlns:a16="http://schemas.microsoft.com/office/drawing/2014/main" id="{9A84E31A-F24E-B779-026A-02D2348D0EE0}"/>
                  </a:ext>
                </a:extLst>
              </p:cNvPr>
              <p:cNvSpPr txBox="1">
                <a:spLocks noRot="1" noChangeAspect="1" noMove="1" noResize="1" noEditPoints="1" noAdjustHandles="1" noChangeArrowheads="1" noChangeShapeType="1" noTextEdit="1"/>
              </p:cNvSpPr>
              <p:nvPr/>
            </p:nvSpPr>
            <p:spPr>
              <a:xfrm>
                <a:off x="4668693" y="5961255"/>
                <a:ext cx="1906740" cy="470000"/>
              </a:xfrm>
              <a:prstGeom prst="rect">
                <a:avLst/>
              </a:prstGeom>
              <a:blipFill>
                <a:blip r:embed="rId2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346F1D97-5D12-C92E-F1CC-C5FBF364CEDA}"/>
                  </a:ext>
                </a:extLst>
              </p:cNvPr>
              <p:cNvSpPr txBox="1"/>
              <p:nvPr/>
            </p:nvSpPr>
            <p:spPr>
              <a:xfrm>
                <a:off x="349277" y="7372187"/>
                <a:ext cx="1820178" cy="47000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400" b="1" i="1" smtClean="0">
                          <a:solidFill>
                            <a:srgbClr val="FF0000"/>
                          </a:solidFill>
                          <a:latin typeface="Cambria Math" panose="02040503050406030204" pitchFamily="18" charset="0"/>
                        </a:rPr>
                        <m:t>𝟐</m:t>
                      </m:r>
                      <m:r>
                        <a:rPr lang="en-GB" sz="2400" b="1" i="1" smtClean="0">
                          <a:solidFill>
                            <a:srgbClr val="FF0000"/>
                          </a:solidFill>
                          <a:latin typeface="Cambria Math" panose="02040503050406030204" pitchFamily="18" charset="0"/>
                        </a:rPr>
                        <m:t>.</m:t>
                      </m:r>
                      <m:r>
                        <a:rPr lang="en-GB" sz="2400" b="1" i="1" smtClean="0">
                          <a:solidFill>
                            <a:srgbClr val="FF0000"/>
                          </a:solidFill>
                          <a:latin typeface="Cambria Math" panose="02040503050406030204" pitchFamily="18" charset="0"/>
                        </a:rPr>
                        <m:t>𝟏</m:t>
                      </m:r>
                      <m:r>
                        <a:rPr lang="en-GB" sz="2400" b="1" i="1" smtClean="0">
                          <a:solidFill>
                            <a:srgbClr val="FF0000"/>
                          </a:solidFill>
                          <a:latin typeface="Cambria Math" panose="02040503050406030204" pitchFamily="18" charset="0"/>
                          <a:ea typeface="Cambria Math" panose="02040503050406030204" pitchFamily="18" charset="0"/>
                        </a:rPr>
                        <m:t>×</m:t>
                      </m:r>
                      <m:sSup>
                        <m:sSupPr>
                          <m:ctrlPr>
                            <a:rPr lang="en-GB" sz="2400" b="1" i="1" smtClean="0">
                              <a:solidFill>
                                <a:srgbClr val="FF0000"/>
                              </a:solidFill>
                              <a:latin typeface="Cambria Math" panose="02040503050406030204" pitchFamily="18" charset="0"/>
                            </a:rPr>
                          </m:ctrlPr>
                        </m:sSupPr>
                        <m:e>
                          <m:r>
                            <a:rPr lang="en-GB" sz="2400" b="1" i="1" smtClean="0">
                              <a:solidFill>
                                <a:srgbClr val="FF0000"/>
                              </a:solidFill>
                              <a:latin typeface="Cambria Math" panose="02040503050406030204" pitchFamily="18" charset="0"/>
                            </a:rPr>
                            <m:t>𝟏𝟎</m:t>
                          </m:r>
                        </m:e>
                        <m:sup>
                          <m:r>
                            <a:rPr lang="en-GB" sz="2400" b="1" i="1" smtClean="0">
                              <a:solidFill>
                                <a:srgbClr val="FF0000"/>
                              </a:solidFill>
                              <a:latin typeface="Cambria Math" panose="02040503050406030204" pitchFamily="18" charset="0"/>
                            </a:rPr>
                            <m:t>𝟏𝟐</m:t>
                          </m:r>
                        </m:sup>
                      </m:sSup>
                    </m:oMath>
                  </m:oMathPara>
                </a14:m>
                <a:endParaRPr lang="en-GB" b="1" dirty="0"/>
              </a:p>
            </p:txBody>
          </p:sp>
        </mc:Choice>
        <mc:Fallback xmlns="">
          <p:sp>
            <p:nvSpPr>
              <p:cNvPr id="15" name="TextBox 14">
                <a:extLst>
                  <a:ext uri="{FF2B5EF4-FFF2-40B4-BE49-F238E27FC236}">
                    <a16:creationId xmlns:a16="http://schemas.microsoft.com/office/drawing/2014/main" id="{346F1D97-5D12-C92E-F1CC-C5FBF364CEDA}"/>
                  </a:ext>
                </a:extLst>
              </p:cNvPr>
              <p:cNvSpPr txBox="1">
                <a:spLocks noRot="1" noChangeAspect="1" noMove="1" noResize="1" noEditPoints="1" noAdjustHandles="1" noChangeArrowheads="1" noChangeShapeType="1" noTextEdit="1"/>
              </p:cNvSpPr>
              <p:nvPr/>
            </p:nvSpPr>
            <p:spPr>
              <a:xfrm>
                <a:off x="349277" y="7372187"/>
                <a:ext cx="1820178" cy="470000"/>
              </a:xfrm>
              <a:prstGeom prst="rect">
                <a:avLst/>
              </a:prstGeom>
              <a:blipFill>
                <a:blip r:embed="rId2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8341E97E-4EF9-F39D-EB3C-DB6EEB9A9038}"/>
                  </a:ext>
                </a:extLst>
              </p:cNvPr>
              <p:cNvSpPr txBox="1"/>
              <p:nvPr/>
            </p:nvSpPr>
            <p:spPr>
              <a:xfrm>
                <a:off x="2539465" y="7372187"/>
                <a:ext cx="1626927" cy="4689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400" b="1" i="1" smtClean="0">
                          <a:solidFill>
                            <a:srgbClr val="FF0000"/>
                          </a:solidFill>
                          <a:latin typeface="Cambria Math" panose="02040503050406030204" pitchFamily="18" charset="0"/>
                        </a:rPr>
                        <m:t>𝟐</m:t>
                      </m:r>
                      <m:r>
                        <a:rPr lang="en-GB" sz="2400" b="1" i="1" smtClean="0">
                          <a:solidFill>
                            <a:srgbClr val="FF0000"/>
                          </a:solidFill>
                          <a:latin typeface="Cambria Math" panose="02040503050406030204" pitchFamily="18" charset="0"/>
                        </a:rPr>
                        <m:t>.</m:t>
                      </m:r>
                      <m:r>
                        <a:rPr lang="en-GB" sz="2400" b="1" i="1" smtClean="0">
                          <a:solidFill>
                            <a:srgbClr val="FF0000"/>
                          </a:solidFill>
                          <a:latin typeface="Cambria Math" panose="02040503050406030204" pitchFamily="18" charset="0"/>
                        </a:rPr>
                        <m:t>𝟒</m:t>
                      </m:r>
                      <m:r>
                        <a:rPr lang="en-GB" sz="2400" b="1" i="1" smtClean="0">
                          <a:solidFill>
                            <a:srgbClr val="FF0000"/>
                          </a:solidFill>
                          <a:latin typeface="Cambria Math" panose="02040503050406030204" pitchFamily="18" charset="0"/>
                          <a:ea typeface="Cambria Math" panose="02040503050406030204" pitchFamily="18" charset="0"/>
                        </a:rPr>
                        <m:t>×</m:t>
                      </m:r>
                      <m:sSup>
                        <m:sSupPr>
                          <m:ctrlPr>
                            <a:rPr lang="en-GB" sz="2400" b="1" i="1" smtClean="0">
                              <a:solidFill>
                                <a:srgbClr val="FF0000"/>
                              </a:solidFill>
                              <a:latin typeface="Cambria Math" panose="02040503050406030204" pitchFamily="18" charset="0"/>
                            </a:rPr>
                          </m:ctrlPr>
                        </m:sSupPr>
                        <m:e>
                          <m:r>
                            <a:rPr lang="en-GB" sz="2400" b="1" i="1" smtClean="0">
                              <a:solidFill>
                                <a:srgbClr val="FF0000"/>
                              </a:solidFill>
                              <a:latin typeface="Cambria Math" panose="02040503050406030204" pitchFamily="18" charset="0"/>
                            </a:rPr>
                            <m:t>𝟏𝟎</m:t>
                          </m:r>
                        </m:e>
                        <m:sup>
                          <m:r>
                            <a:rPr lang="en-GB" sz="2400" b="1" i="1" smtClean="0">
                              <a:solidFill>
                                <a:srgbClr val="FF0000"/>
                              </a:solidFill>
                              <a:latin typeface="Cambria Math" panose="02040503050406030204" pitchFamily="18" charset="0"/>
                            </a:rPr>
                            <m:t>𝟒</m:t>
                          </m:r>
                        </m:sup>
                      </m:sSup>
                    </m:oMath>
                  </m:oMathPara>
                </a14:m>
                <a:endParaRPr lang="en-GB" b="1" dirty="0"/>
              </a:p>
            </p:txBody>
          </p:sp>
        </mc:Choice>
        <mc:Fallback xmlns="">
          <p:sp>
            <p:nvSpPr>
              <p:cNvPr id="16" name="TextBox 15">
                <a:extLst>
                  <a:ext uri="{FF2B5EF4-FFF2-40B4-BE49-F238E27FC236}">
                    <a16:creationId xmlns:a16="http://schemas.microsoft.com/office/drawing/2014/main" id="{8341E97E-4EF9-F39D-EB3C-DB6EEB9A9038}"/>
                  </a:ext>
                </a:extLst>
              </p:cNvPr>
              <p:cNvSpPr txBox="1">
                <a:spLocks noRot="1" noChangeAspect="1" noMove="1" noResize="1" noEditPoints="1" noAdjustHandles="1" noChangeArrowheads="1" noChangeShapeType="1" noTextEdit="1"/>
              </p:cNvSpPr>
              <p:nvPr/>
            </p:nvSpPr>
            <p:spPr>
              <a:xfrm>
                <a:off x="2539465" y="7372187"/>
                <a:ext cx="1626927" cy="468975"/>
              </a:xfrm>
              <a:prstGeom prst="rect">
                <a:avLst/>
              </a:prstGeom>
              <a:blipFill>
                <a:blip r:embed="rId2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916CABAE-186C-9974-80D0-ADBD906707AE}"/>
                  </a:ext>
                </a:extLst>
              </p:cNvPr>
              <p:cNvSpPr txBox="1"/>
              <p:nvPr/>
            </p:nvSpPr>
            <p:spPr>
              <a:xfrm>
                <a:off x="4668693" y="7372187"/>
                <a:ext cx="1906740" cy="47000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400" b="1" i="1" smtClean="0">
                          <a:solidFill>
                            <a:srgbClr val="FF0000"/>
                          </a:solidFill>
                          <a:latin typeface="Cambria Math" panose="02040503050406030204" pitchFamily="18" charset="0"/>
                        </a:rPr>
                        <m:t>𝟏</m:t>
                      </m:r>
                      <m:r>
                        <a:rPr lang="en-GB" sz="2400" b="1" i="1" smtClean="0">
                          <a:solidFill>
                            <a:srgbClr val="FF0000"/>
                          </a:solidFill>
                          <a:latin typeface="Cambria Math" panose="02040503050406030204" pitchFamily="18" charset="0"/>
                        </a:rPr>
                        <m:t>.</m:t>
                      </m:r>
                      <m:r>
                        <a:rPr lang="en-GB" sz="2400" b="1" i="1" smtClean="0">
                          <a:solidFill>
                            <a:srgbClr val="FF0000"/>
                          </a:solidFill>
                          <a:latin typeface="Cambria Math" panose="02040503050406030204" pitchFamily="18" charset="0"/>
                        </a:rPr>
                        <m:t>𝟓</m:t>
                      </m:r>
                      <m:r>
                        <a:rPr lang="en-GB" sz="2400" b="1" i="1" smtClean="0">
                          <a:solidFill>
                            <a:srgbClr val="FF0000"/>
                          </a:solidFill>
                          <a:latin typeface="Cambria Math" panose="02040503050406030204" pitchFamily="18" charset="0"/>
                          <a:ea typeface="Cambria Math" panose="02040503050406030204" pitchFamily="18" charset="0"/>
                        </a:rPr>
                        <m:t>×</m:t>
                      </m:r>
                      <m:sSup>
                        <m:sSupPr>
                          <m:ctrlPr>
                            <a:rPr lang="en-GB" sz="2400" b="1" i="1" smtClean="0">
                              <a:solidFill>
                                <a:srgbClr val="FF0000"/>
                              </a:solidFill>
                              <a:latin typeface="Cambria Math" panose="02040503050406030204" pitchFamily="18" charset="0"/>
                            </a:rPr>
                          </m:ctrlPr>
                        </m:sSupPr>
                        <m:e>
                          <m:r>
                            <a:rPr lang="en-GB" sz="2400" b="1" i="1" smtClean="0">
                              <a:solidFill>
                                <a:srgbClr val="FF0000"/>
                              </a:solidFill>
                              <a:latin typeface="Cambria Math" panose="02040503050406030204" pitchFamily="18" charset="0"/>
                            </a:rPr>
                            <m:t>𝟏𝟎</m:t>
                          </m:r>
                        </m:e>
                        <m:sup>
                          <m:r>
                            <a:rPr lang="en-GB" sz="2400" b="1" i="1" smtClean="0">
                              <a:solidFill>
                                <a:srgbClr val="FF0000"/>
                              </a:solidFill>
                              <a:latin typeface="Cambria Math" panose="02040503050406030204" pitchFamily="18" charset="0"/>
                            </a:rPr>
                            <m:t>𝟐</m:t>
                          </m:r>
                        </m:sup>
                      </m:sSup>
                    </m:oMath>
                  </m:oMathPara>
                </a14:m>
                <a:endParaRPr lang="en-GB" b="1" dirty="0"/>
              </a:p>
            </p:txBody>
          </p:sp>
        </mc:Choice>
        <mc:Fallback xmlns="">
          <p:sp>
            <p:nvSpPr>
              <p:cNvPr id="28" name="TextBox 27">
                <a:extLst>
                  <a:ext uri="{FF2B5EF4-FFF2-40B4-BE49-F238E27FC236}">
                    <a16:creationId xmlns:a16="http://schemas.microsoft.com/office/drawing/2014/main" id="{916CABAE-186C-9974-80D0-ADBD906707AE}"/>
                  </a:ext>
                </a:extLst>
              </p:cNvPr>
              <p:cNvSpPr txBox="1">
                <a:spLocks noRot="1" noChangeAspect="1" noMove="1" noResize="1" noEditPoints="1" noAdjustHandles="1" noChangeArrowheads="1" noChangeShapeType="1" noTextEdit="1"/>
              </p:cNvSpPr>
              <p:nvPr/>
            </p:nvSpPr>
            <p:spPr>
              <a:xfrm>
                <a:off x="4668693" y="7372187"/>
                <a:ext cx="1906740" cy="470000"/>
              </a:xfrm>
              <a:prstGeom prst="rect">
                <a:avLst/>
              </a:prstGeom>
              <a:blipFill>
                <a:blip r:embed="rId2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366C609F-0ED8-6D2A-46A7-87290E2050BC}"/>
                  </a:ext>
                </a:extLst>
              </p:cNvPr>
              <p:cNvSpPr txBox="1"/>
              <p:nvPr/>
            </p:nvSpPr>
            <p:spPr>
              <a:xfrm>
                <a:off x="349277" y="8815639"/>
                <a:ext cx="1901931" cy="47000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400" b="1" i="1" smtClean="0">
                          <a:solidFill>
                            <a:srgbClr val="FF0000"/>
                          </a:solidFill>
                          <a:latin typeface="Cambria Math" panose="02040503050406030204" pitchFamily="18" charset="0"/>
                        </a:rPr>
                        <m:t>𝟏</m:t>
                      </m:r>
                      <m:r>
                        <a:rPr lang="en-GB" sz="2400" b="1" i="1" smtClean="0">
                          <a:solidFill>
                            <a:srgbClr val="FF0000"/>
                          </a:solidFill>
                          <a:latin typeface="Cambria Math" panose="02040503050406030204" pitchFamily="18" charset="0"/>
                        </a:rPr>
                        <m:t>.</m:t>
                      </m:r>
                      <m:r>
                        <a:rPr lang="en-GB" sz="2400" b="1" i="1" smtClean="0">
                          <a:solidFill>
                            <a:srgbClr val="FF0000"/>
                          </a:solidFill>
                          <a:latin typeface="Cambria Math" panose="02040503050406030204" pitchFamily="18" charset="0"/>
                        </a:rPr>
                        <m:t>𝟔𝟔</m:t>
                      </m:r>
                      <m:r>
                        <a:rPr lang="en-GB" sz="2400" b="1" i="1" smtClean="0">
                          <a:solidFill>
                            <a:srgbClr val="FF0000"/>
                          </a:solidFill>
                          <a:latin typeface="Cambria Math" panose="02040503050406030204" pitchFamily="18" charset="0"/>
                          <a:ea typeface="Cambria Math" panose="02040503050406030204" pitchFamily="18" charset="0"/>
                        </a:rPr>
                        <m:t>×</m:t>
                      </m:r>
                      <m:sSup>
                        <m:sSupPr>
                          <m:ctrlPr>
                            <a:rPr lang="en-GB" sz="2400" b="1" i="1" smtClean="0">
                              <a:solidFill>
                                <a:srgbClr val="FF0000"/>
                              </a:solidFill>
                              <a:latin typeface="Cambria Math" panose="02040503050406030204" pitchFamily="18" charset="0"/>
                            </a:rPr>
                          </m:ctrlPr>
                        </m:sSupPr>
                        <m:e>
                          <m:r>
                            <a:rPr lang="en-GB" sz="2400" b="1" i="1" smtClean="0">
                              <a:solidFill>
                                <a:srgbClr val="FF0000"/>
                              </a:solidFill>
                              <a:latin typeface="Cambria Math" panose="02040503050406030204" pitchFamily="18" charset="0"/>
                            </a:rPr>
                            <m:t>𝟏𝟎</m:t>
                          </m:r>
                        </m:e>
                        <m:sup>
                          <m:r>
                            <a:rPr lang="en-GB" sz="2400" b="1" i="1" smtClean="0">
                              <a:solidFill>
                                <a:srgbClr val="FF0000"/>
                              </a:solidFill>
                              <a:latin typeface="Cambria Math" panose="02040503050406030204" pitchFamily="18" charset="0"/>
                            </a:rPr>
                            <m:t>𝟏𝟐</m:t>
                          </m:r>
                        </m:sup>
                      </m:sSup>
                    </m:oMath>
                  </m:oMathPara>
                </a14:m>
                <a:endParaRPr lang="en-GB" b="1" dirty="0"/>
              </a:p>
            </p:txBody>
          </p:sp>
        </mc:Choice>
        <mc:Fallback xmlns="">
          <p:sp>
            <p:nvSpPr>
              <p:cNvPr id="29" name="TextBox 28">
                <a:extLst>
                  <a:ext uri="{FF2B5EF4-FFF2-40B4-BE49-F238E27FC236}">
                    <a16:creationId xmlns:a16="http://schemas.microsoft.com/office/drawing/2014/main" id="{366C609F-0ED8-6D2A-46A7-87290E2050BC}"/>
                  </a:ext>
                </a:extLst>
              </p:cNvPr>
              <p:cNvSpPr txBox="1">
                <a:spLocks noRot="1" noChangeAspect="1" noMove="1" noResize="1" noEditPoints="1" noAdjustHandles="1" noChangeArrowheads="1" noChangeShapeType="1" noTextEdit="1"/>
              </p:cNvSpPr>
              <p:nvPr/>
            </p:nvSpPr>
            <p:spPr>
              <a:xfrm>
                <a:off x="349277" y="8815639"/>
                <a:ext cx="1901931" cy="470000"/>
              </a:xfrm>
              <a:prstGeom prst="rect">
                <a:avLst/>
              </a:prstGeom>
              <a:blipFill>
                <a:blip r:embed="rId2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110AF85D-DD04-1983-2187-2A23A2EBC287}"/>
                  </a:ext>
                </a:extLst>
              </p:cNvPr>
              <p:cNvSpPr txBox="1"/>
              <p:nvPr/>
            </p:nvSpPr>
            <p:spPr>
              <a:xfrm>
                <a:off x="2539465" y="8815639"/>
                <a:ext cx="1816587" cy="47000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400" b="1" i="1" smtClean="0">
                          <a:solidFill>
                            <a:srgbClr val="FF0000"/>
                          </a:solidFill>
                          <a:latin typeface="Cambria Math" panose="02040503050406030204" pitchFamily="18" charset="0"/>
                        </a:rPr>
                        <m:t>𝟐</m:t>
                      </m:r>
                      <m:r>
                        <a:rPr lang="en-GB" sz="2400" b="1" i="1" smtClean="0">
                          <a:solidFill>
                            <a:srgbClr val="FF0000"/>
                          </a:solidFill>
                          <a:latin typeface="Cambria Math" panose="02040503050406030204" pitchFamily="18" charset="0"/>
                        </a:rPr>
                        <m:t>.</m:t>
                      </m:r>
                      <m:r>
                        <a:rPr lang="en-GB" sz="2400" b="1" i="1" smtClean="0">
                          <a:solidFill>
                            <a:srgbClr val="FF0000"/>
                          </a:solidFill>
                          <a:latin typeface="Cambria Math" panose="02040503050406030204" pitchFamily="18" charset="0"/>
                        </a:rPr>
                        <m:t>𝟕𝟑</m:t>
                      </m:r>
                      <m:r>
                        <a:rPr lang="en-GB" sz="2400" b="1" i="1" smtClean="0">
                          <a:solidFill>
                            <a:srgbClr val="FF0000"/>
                          </a:solidFill>
                          <a:latin typeface="Cambria Math" panose="02040503050406030204" pitchFamily="18" charset="0"/>
                          <a:ea typeface="Cambria Math" panose="02040503050406030204" pitchFamily="18" charset="0"/>
                        </a:rPr>
                        <m:t>×</m:t>
                      </m:r>
                      <m:sSup>
                        <m:sSupPr>
                          <m:ctrlPr>
                            <a:rPr lang="en-GB" sz="2400" b="1" i="1" smtClean="0">
                              <a:solidFill>
                                <a:srgbClr val="FF0000"/>
                              </a:solidFill>
                              <a:latin typeface="Cambria Math" panose="02040503050406030204" pitchFamily="18" charset="0"/>
                            </a:rPr>
                          </m:ctrlPr>
                        </m:sSupPr>
                        <m:e>
                          <m:r>
                            <a:rPr lang="en-GB" sz="2400" b="1" i="1" smtClean="0">
                              <a:solidFill>
                                <a:srgbClr val="FF0000"/>
                              </a:solidFill>
                              <a:latin typeface="Cambria Math" panose="02040503050406030204" pitchFamily="18" charset="0"/>
                            </a:rPr>
                            <m:t>𝟏𝟎</m:t>
                          </m:r>
                        </m:e>
                        <m:sup>
                          <m:r>
                            <a:rPr lang="en-GB" sz="2400" b="1" i="1" smtClean="0">
                              <a:solidFill>
                                <a:srgbClr val="FF0000"/>
                              </a:solidFill>
                              <a:latin typeface="Cambria Math" panose="02040503050406030204" pitchFamily="18" charset="0"/>
                            </a:rPr>
                            <m:t>𝟐</m:t>
                          </m:r>
                        </m:sup>
                      </m:sSup>
                    </m:oMath>
                  </m:oMathPara>
                </a14:m>
                <a:endParaRPr lang="en-GB" b="1" dirty="0"/>
              </a:p>
            </p:txBody>
          </p:sp>
        </mc:Choice>
        <mc:Fallback xmlns="">
          <p:sp>
            <p:nvSpPr>
              <p:cNvPr id="31" name="TextBox 30">
                <a:extLst>
                  <a:ext uri="{FF2B5EF4-FFF2-40B4-BE49-F238E27FC236}">
                    <a16:creationId xmlns:a16="http://schemas.microsoft.com/office/drawing/2014/main" id="{110AF85D-DD04-1983-2187-2A23A2EBC287}"/>
                  </a:ext>
                </a:extLst>
              </p:cNvPr>
              <p:cNvSpPr txBox="1">
                <a:spLocks noRot="1" noChangeAspect="1" noMove="1" noResize="1" noEditPoints="1" noAdjustHandles="1" noChangeArrowheads="1" noChangeShapeType="1" noTextEdit="1"/>
              </p:cNvSpPr>
              <p:nvPr/>
            </p:nvSpPr>
            <p:spPr>
              <a:xfrm>
                <a:off x="2539465" y="8815639"/>
                <a:ext cx="1816587" cy="470000"/>
              </a:xfrm>
              <a:prstGeom prst="rect">
                <a:avLst/>
              </a:prstGeom>
              <a:blipFill>
                <a:blip r:embed="rId2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A5BDDA7A-B30D-D26D-82E4-DE036C8A335C}"/>
                  </a:ext>
                </a:extLst>
              </p:cNvPr>
              <p:cNvSpPr txBox="1"/>
              <p:nvPr/>
            </p:nvSpPr>
            <p:spPr>
              <a:xfrm>
                <a:off x="4668693" y="8815639"/>
                <a:ext cx="1906740" cy="47000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400" b="1" i="1" smtClean="0">
                          <a:solidFill>
                            <a:srgbClr val="FF0000"/>
                          </a:solidFill>
                          <a:latin typeface="Cambria Math" panose="02040503050406030204" pitchFamily="18" charset="0"/>
                        </a:rPr>
                        <m:t>𝟐</m:t>
                      </m:r>
                      <m:r>
                        <a:rPr lang="en-GB" sz="2400" b="1" i="1" smtClean="0">
                          <a:solidFill>
                            <a:srgbClr val="FF0000"/>
                          </a:solidFill>
                          <a:latin typeface="Cambria Math" panose="02040503050406030204" pitchFamily="18" charset="0"/>
                          <a:ea typeface="Cambria Math" panose="02040503050406030204" pitchFamily="18" charset="0"/>
                        </a:rPr>
                        <m:t>×</m:t>
                      </m:r>
                      <m:sSup>
                        <m:sSupPr>
                          <m:ctrlPr>
                            <a:rPr lang="en-GB" sz="2400" b="1" i="1" smtClean="0">
                              <a:solidFill>
                                <a:srgbClr val="FF0000"/>
                              </a:solidFill>
                              <a:latin typeface="Cambria Math" panose="02040503050406030204" pitchFamily="18" charset="0"/>
                            </a:rPr>
                          </m:ctrlPr>
                        </m:sSupPr>
                        <m:e>
                          <m:r>
                            <a:rPr lang="en-GB" sz="2400" b="1" i="1" smtClean="0">
                              <a:solidFill>
                                <a:srgbClr val="FF0000"/>
                              </a:solidFill>
                              <a:latin typeface="Cambria Math" panose="02040503050406030204" pitchFamily="18" charset="0"/>
                            </a:rPr>
                            <m:t>𝟏𝟎</m:t>
                          </m:r>
                        </m:e>
                        <m:sup>
                          <m:r>
                            <a:rPr lang="en-GB" sz="2400" b="1" i="1" smtClean="0">
                              <a:solidFill>
                                <a:srgbClr val="FF0000"/>
                              </a:solidFill>
                              <a:latin typeface="Cambria Math" panose="02040503050406030204" pitchFamily="18" charset="0"/>
                            </a:rPr>
                            <m:t>−</m:t>
                          </m:r>
                          <m:r>
                            <a:rPr lang="en-GB" sz="2400" b="1" i="1" smtClean="0">
                              <a:solidFill>
                                <a:srgbClr val="FF0000"/>
                              </a:solidFill>
                              <a:latin typeface="Cambria Math" panose="02040503050406030204" pitchFamily="18" charset="0"/>
                            </a:rPr>
                            <m:t>𝟐</m:t>
                          </m:r>
                        </m:sup>
                      </m:sSup>
                    </m:oMath>
                  </m:oMathPara>
                </a14:m>
                <a:endParaRPr lang="en-GB" b="1" dirty="0"/>
              </a:p>
            </p:txBody>
          </p:sp>
        </mc:Choice>
        <mc:Fallback xmlns="">
          <p:sp>
            <p:nvSpPr>
              <p:cNvPr id="32" name="TextBox 31">
                <a:extLst>
                  <a:ext uri="{FF2B5EF4-FFF2-40B4-BE49-F238E27FC236}">
                    <a16:creationId xmlns:a16="http://schemas.microsoft.com/office/drawing/2014/main" id="{A5BDDA7A-B30D-D26D-82E4-DE036C8A335C}"/>
                  </a:ext>
                </a:extLst>
              </p:cNvPr>
              <p:cNvSpPr txBox="1">
                <a:spLocks noRot="1" noChangeAspect="1" noMove="1" noResize="1" noEditPoints="1" noAdjustHandles="1" noChangeArrowheads="1" noChangeShapeType="1" noTextEdit="1"/>
              </p:cNvSpPr>
              <p:nvPr/>
            </p:nvSpPr>
            <p:spPr>
              <a:xfrm>
                <a:off x="4668693" y="8815639"/>
                <a:ext cx="1906740" cy="470000"/>
              </a:xfrm>
              <a:prstGeom prst="rect">
                <a:avLst/>
              </a:prstGeom>
              <a:blipFill>
                <a:blip r:embed="rId30"/>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322133484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Table 4">
                <a:extLst>
                  <a:ext uri="{FF2B5EF4-FFF2-40B4-BE49-F238E27FC236}">
                    <a16:creationId xmlns:a16="http://schemas.microsoft.com/office/drawing/2014/main" id="{A657E6EB-954B-37B4-76EF-2122D46E848E}"/>
                  </a:ext>
                </a:extLst>
              </p:cNvPr>
              <p:cNvGraphicFramePr>
                <a:graphicFrameLocks noGrp="1"/>
              </p:cNvGraphicFramePr>
              <p:nvPr/>
            </p:nvGraphicFramePr>
            <p:xfrm>
              <a:off x="75609" y="3960272"/>
              <a:ext cx="6728805" cy="5762848"/>
            </p:xfrm>
            <a:graphic>
              <a:graphicData uri="http://schemas.openxmlformats.org/drawingml/2006/table">
                <a:tbl>
                  <a:tblPr>
                    <a:tableStyleId>{5C22544A-7EE6-4342-B048-85BDC9FD1C3A}</a:tableStyleId>
                  </a:tblPr>
                  <a:tblGrid>
                    <a:gridCol w="2242935">
                      <a:extLst>
                        <a:ext uri="{9D8B030D-6E8A-4147-A177-3AD203B41FA5}">
                          <a16:colId xmlns:a16="http://schemas.microsoft.com/office/drawing/2014/main" val="2276465341"/>
                        </a:ext>
                      </a:extLst>
                    </a:gridCol>
                    <a:gridCol w="2242935">
                      <a:extLst>
                        <a:ext uri="{9D8B030D-6E8A-4147-A177-3AD203B41FA5}">
                          <a16:colId xmlns:a16="http://schemas.microsoft.com/office/drawing/2014/main" val="1611199635"/>
                        </a:ext>
                      </a:extLst>
                    </a:gridCol>
                    <a:gridCol w="2242935">
                      <a:extLst>
                        <a:ext uri="{9D8B030D-6E8A-4147-A177-3AD203B41FA5}">
                          <a16:colId xmlns:a16="http://schemas.microsoft.com/office/drawing/2014/main" val="232246237"/>
                        </a:ext>
                      </a:extLst>
                    </a:gridCol>
                  </a:tblGrid>
                  <a:tr h="1440712">
                    <a:tc>
                      <a:txBody>
                        <a:bodyPr/>
                        <a:lstStyle/>
                        <a:p>
                          <a:r>
                            <a:rPr lang="en-GB" sz="1200" dirty="0"/>
                            <a:t>a) </a:t>
                          </a:r>
                          <a14:m>
                            <m:oMath xmlns:m="http://schemas.openxmlformats.org/officeDocument/2006/math">
                              <m:sSup>
                                <m:sSupPr>
                                  <m:ctrlPr>
                                    <a:rPr lang="en-US" sz="1200" b="0" i="1" baseline="0" smtClean="0">
                                      <a:solidFill>
                                        <a:schemeClr val="tx1"/>
                                      </a:solidFill>
                                      <a:latin typeface="Cambria Math" panose="02040503050406030204" pitchFamily="18" charset="0"/>
                                    </a:rPr>
                                  </m:ctrlPr>
                                </m:sSupPr>
                                <m:e>
                                  <m:d>
                                    <m:dPr>
                                      <m:ctrlPr>
                                        <a:rPr lang="en-US" sz="1200" b="0" i="1" baseline="0" smtClean="0">
                                          <a:solidFill>
                                            <a:schemeClr val="tx1"/>
                                          </a:solidFill>
                                          <a:latin typeface="Cambria Math" panose="02040503050406030204" pitchFamily="18" charset="0"/>
                                        </a:rPr>
                                      </m:ctrlPr>
                                    </m:dPr>
                                    <m:e>
                                      <m:r>
                                        <a:rPr lang="en-GB" sz="1200" b="0" i="1" baseline="0" smtClean="0">
                                          <a:solidFill>
                                            <a:schemeClr val="tx1"/>
                                          </a:solidFill>
                                          <a:latin typeface="Cambria Math" panose="02040503050406030204" pitchFamily="18" charset="0"/>
                                        </a:rPr>
                                        <m:t>3</m:t>
                                      </m:r>
                                      <m:r>
                                        <a:rPr lang="en-US" sz="1200" b="0" i="1" baseline="0" smtClean="0">
                                          <a:solidFill>
                                            <a:schemeClr val="tx1"/>
                                          </a:solidFill>
                                          <a:latin typeface="Cambria Math" panose="02040503050406030204" pitchFamily="18" charset="0"/>
                                          <a:ea typeface="Cambria Math" panose="02040503050406030204" pitchFamily="18" charset="0"/>
                                        </a:rPr>
                                        <m:t>×</m:t>
                                      </m:r>
                                      <m:sSup>
                                        <m:sSupPr>
                                          <m:ctrlPr>
                                            <a:rPr lang="en-US" sz="1200" b="0" i="1" baseline="0" smtClean="0">
                                              <a:solidFill>
                                                <a:schemeClr val="tx1"/>
                                              </a:solidFill>
                                              <a:latin typeface="Cambria Math" panose="02040503050406030204" pitchFamily="18" charset="0"/>
                                              <a:ea typeface="Cambria Math" panose="02040503050406030204" pitchFamily="18" charset="0"/>
                                            </a:rPr>
                                          </m:ctrlPr>
                                        </m:sSupPr>
                                        <m:e>
                                          <m:r>
                                            <a:rPr lang="en-US" sz="1200" b="0" i="1" baseline="0" smtClean="0">
                                              <a:solidFill>
                                                <a:schemeClr val="tx1"/>
                                              </a:solidFill>
                                              <a:latin typeface="Cambria Math" panose="02040503050406030204" pitchFamily="18" charset="0"/>
                                              <a:ea typeface="Cambria Math" panose="02040503050406030204" pitchFamily="18" charset="0"/>
                                            </a:rPr>
                                            <m:t>10</m:t>
                                          </m:r>
                                        </m:e>
                                        <m:sup>
                                          <m:r>
                                            <a:rPr lang="en-GB" sz="1200" b="0" i="1" baseline="0" smtClean="0">
                                              <a:solidFill>
                                                <a:schemeClr val="tx1"/>
                                              </a:solidFill>
                                              <a:latin typeface="Cambria Math" panose="02040503050406030204" pitchFamily="18" charset="0"/>
                                              <a:ea typeface="Cambria Math" panose="02040503050406030204" pitchFamily="18" charset="0"/>
                                            </a:rPr>
                                            <m:t>4</m:t>
                                          </m:r>
                                        </m:sup>
                                      </m:sSup>
                                    </m:e>
                                  </m:d>
                                </m:e>
                                <m:sup>
                                  <m:r>
                                    <a:rPr lang="en-GB" sz="1200" b="0" i="1" baseline="0" smtClean="0">
                                      <a:solidFill>
                                        <a:schemeClr val="tx1"/>
                                      </a:solidFill>
                                      <a:latin typeface="Cambria Math" panose="02040503050406030204" pitchFamily="18" charset="0"/>
                                    </a:rPr>
                                    <m:t>2</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b) </a:t>
                          </a:r>
                          <a14:m>
                            <m:oMath xmlns:m="http://schemas.openxmlformats.org/officeDocument/2006/math">
                              <m:sSup>
                                <m:sSupPr>
                                  <m:ctrlPr>
                                    <a:rPr lang="en-US" sz="1200" b="0" i="1" baseline="0" smtClean="0">
                                      <a:solidFill>
                                        <a:schemeClr val="tx1"/>
                                      </a:solidFill>
                                      <a:latin typeface="Cambria Math" panose="02040503050406030204" pitchFamily="18" charset="0"/>
                                    </a:rPr>
                                  </m:ctrlPr>
                                </m:sSupPr>
                                <m:e>
                                  <m:d>
                                    <m:dPr>
                                      <m:ctrlPr>
                                        <a:rPr lang="en-US" sz="1200" b="0" i="1" baseline="0" smtClean="0">
                                          <a:solidFill>
                                            <a:schemeClr val="tx1"/>
                                          </a:solidFill>
                                          <a:latin typeface="Cambria Math" panose="02040503050406030204" pitchFamily="18" charset="0"/>
                                        </a:rPr>
                                      </m:ctrlPr>
                                    </m:dPr>
                                    <m:e>
                                      <m:r>
                                        <a:rPr lang="en-GB" sz="1200" b="0" i="1" baseline="0" smtClean="0">
                                          <a:solidFill>
                                            <a:schemeClr val="tx1"/>
                                          </a:solidFill>
                                          <a:latin typeface="Cambria Math" panose="02040503050406030204" pitchFamily="18" charset="0"/>
                                        </a:rPr>
                                        <m:t>3</m:t>
                                      </m:r>
                                      <m:r>
                                        <a:rPr lang="en-US" sz="1200" b="0" i="1" baseline="0" smtClean="0">
                                          <a:solidFill>
                                            <a:schemeClr val="tx1"/>
                                          </a:solidFill>
                                          <a:latin typeface="Cambria Math" panose="02040503050406030204" pitchFamily="18" charset="0"/>
                                          <a:ea typeface="Cambria Math" panose="02040503050406030204" pitchFamily="18" charset="0"/>
                                        </a:rPr>
                                        <m:t>×</m:t>
                                      </m:r>
                                      <m:sSup>
                                        <m:sSupPr>
                                          <m:ctrlPr>
                                            <a:rPr lang="en-US" sz="1200" b="0" i="1" baseline="0" smtClean="0">
                                              <a:solidFill>
                                                <a:schemeClr val="tx1"/>
                                              </a:solidFill>
                                              <a:latin typeface="Cambria Math" panose="02040503050406030204" pitchFamily="18" charset="0"/>
                                              <a:ea typeface="Cambria Math" panose="02040503050406030204" pitchFamily="18" charset="0"/>
                                            </a:rPr>
                                          </m:ctrlPr>
                                        </m:sSupPr>
                                        <m:e>
                                          <m:r>
                                            <a:rPr lang="en-US" sz="1200" b="0" i="1" baseline="0" smtClean="0">
                                              <a:solidFill>
                                                <a:schemeClr val="tx1"/>
                                              </a:solidFill>
                                              <a:latin typeface="Cambria Math" panose="02040503050406030204" pitchFamily="18" charset="0"/>
                                              <a:ea typeface="Cambria Math" panose="02040503050406030204" pitchFamily="18" charset="0"/>
                                            </a:rPr>
                                            <m:t>10</m:t>
                                          </m:r>
                                        </m:e>
                                        <m:sup>
                                          <m:r>
                                            <a:rPr lang="en-GB" sz="1200" b="0" i="1" baseline="0" smtClean="0">
                                              <a:solidFill>
                                                <a:schemeClr val="tx1"/>
                                              </a:solidFill>
                                              <a:latin typeface="Cambria Math" panose="02040503050406030204" pitchFamily="18" charset="0"/>
                                              <a:ea typeface="Cambria Math" panose="02040503050406030204" pitchFamily="18" charset="0"/>
                                            </a:rPr>
                                            <m:t>5</m:t>
                                          </m:r>
                                        </m:sup>
                                      </m:sSup>
                                    </m:e>
                                  </m:d>
                                </m:e>
                                <m:sup>
                                  <m:r>
                                    <a:rPr lang="en-GB" sz="1200" b="0" i="1" baseline="0" smtClean="0">
                                      <a:solidFill>
                                        <a:schemeClr val="tx1"/>
                                      </a:solidFill>
                                      <a:latin typeface="Cambria Math" panose="02040503050406030204" pitchFamily="18" charset="0"/>
                                    </a:rPr>
                                    <m:t>2</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c) </a:t>
                          </a:r>
                          <a14:m>
                            <m:oMath xmlns:m="http://schemas.openxmlformats.org/officeDocument/2006/math">
                              <m:sSup>
                                <m:sSupPr>
                                  <m:ctrlPr>
                                    <a:rPr lang="en-US" sz="1200" b="0" i="1" baseline="0" smtClean="0">
                                      <a:solidFill>
                                        <a:schemeClr val="tx1"/>
                                      </a:solidFill>
                                      <a:latin typeface="Cambria Math" panose="02040503050406030204" pitchFamily="18" charset="0"/>
                                    </a:rPr>
                                  </m:ctrlPr>
                                </m:sSupPr>
                                <m:e>
                                  <m:d>
                                    <m:dPr>
                                      <m:ctrlPr>
                                        <a:rPr lang="en-US" sz="1200" b="0" i="1" baseline="0" smtClean="0">
                                          <a:solidFill>
                                            <a:schemeClr val="tx1"/>
                                          </a:solidFill>
                                          <a:latin typeface="Cambria Math" panose="02040503050406030204" pitchFamily="18" charset="0"/>
                                        </a:rPr>
                                      </m:ctrlPr>
                                    </m:dPr>
                                    <m:e>
                                      <m:r>
                                        <a:rPr lang="en-GB" sz="1200" b="0" i="1" baseline="0" smtClean="0">
                                          <a:solidFill>
                                            <a:schemeClr val="tx1"/>
                                          </a:solidFill>
                                          <a:latin typeface="Cambria Math" panose="02040503050406030204" pitchFamily="18" charset="0"/>
                                        </a:rPr>
                                        <m:t>3</m:t>
                                      </m:r>
                                      <m:r>
                                        <a:rPr lang="en-US" sz="1200" b="0" i="1" baseline="0" smtClean="0">
                                          <a:solidFill>
                                            <a:schemeClr val="tx1"/>
                                          </a:solidFill>
                                          <a:latin typeface="Cambria Math" panose="02040503050406030204" pitchFamily="18" charset="0"/>
                                          <a:ea typeface="Cambria Math" panose="02040503050406030204" pitchFamily="18" charset="0"/>
                                        </a:rPr>
                                        <m:t>×</m:t>
                                      </m:r>
                                      <m:sSup>
                                        <m:sSupPr>
                                          <m:ctrlPr>
                                            <a:rPr lang="en-US" sz="1200" b="0" i="1" baseline="0" smtClean="0">
                                              <a:solidFill>
                                                <a:schemeClr val="tx1"/>
                                              </a:solidFill>
                                              <a:latin typeface="Cambria Math" panose="02040503050406030204" pitchFamily="18" charset="0"/>
                                              <a:ea typeface="Cambria Math" panose="02040503050406030204" pitchFamily="18" charset="0"/>
                                            </a:rPr>
                                          </m:ctrlPr>
                                        </m:sSupPr>
                                        <m:e>
                                          <m:r>
                                            <a:rPr lang="en-US" sz="1200" b="0" i="1" baseline="0" smtClean="0">
                                              <a:solidFill>
                                                <a:schemeClr val="tx1"/>
                                              </a:solidFill>
                                              <a:latin typeface="Cambria Math" panose="02040503050406030204" pitchFamily="18" charset="0"/>
                                              <a:ea typeface="Cambria Math" panose="02040503050406030204" pitchFamily="18" charset="0"/>
                                            </a:rPr>
                                            <m:t>10</m:t>
                                          </m:r>
                                        </m:e>
                                        <m:sup>
                                          <m:r>
                                            <a:rPr lang="en-GB" sz="1200" b="0" i="1" baseline="0" smtClean="0">
                                              <a:solidFill>
                                                <a:schemeClr val="tx1"/>
                                              </a:solidFill>
                                              <a:latin typeface="Cambria Math" panose="02040503050406030204" pitchFamily="18" charset="0"/>
                                              <a:ea typeface="Cambria Math" panose="02040503050406030204" pitchFamily="18" charset="0"/>
                                            </a:rPr>
                                            <m:t>7</m:t>
                                          </m:r>
                                        </m:sup>
                                      </m:sSup>
                                    </m:e>
                                  </m:d>
                                </m:e>
                                <m:sup>
                                  <m:r>
                                    <a:rPr lang="en-GB" sz="1200" b="0" i="1" baseline="0" smtClean="0">
                                      <a:solidFill>
                                        <a:schemeClr val="tx1"/>
                                      </a:solidFill>
                                      <a:latin typeface="Cambria Math" panose="02040503050406030204" pitchFamily="18" charset="0"/>
                                    </a:rPr>
                                    <m:t>2</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51001232"/>
                      </a:ext>
                    </a:extLst>
                  </a:tr>
                  <a:tr h="1440712">
                    <a:tc>
                      <a:txBody>
                        <a:bodyPr/>
                        <a:lstStyle/>
                        <a:p>
                          <a:r>
                            <a:rPr lang="en-GB" sz="1200" dirty="0"/>
                            <a:t>d) </a:t>
                          </a:r>
                          <a14:m>
                            <m:oMath xmlns:m="http://schemas.openxmlformats.org/officeDocument/2006/math">
                              <m:sSup>
                                <m:sSupPr>
                                  <m:ctrlPr>
                                    <a:rPr lang="en-US" sz="1200" b="0" i="1" baseline="0" smtClean="0">
                                      <a:solidFill>
                                        <a:schemeClr val="tx1"/>
                                      </a:solidFill>
                                      <a:latin typeface="Cambria Math" panose="02040503050406030204" pitchFamily="18" charset="0"/>
                                    </a:rPr>
                                  </m:ctrlPr>
                                </m:sSupPr>
                                <m:e>
                                  <m:d>
                                    <m:dPr>
                                      <m:ctrlPr>
                                        <a:rPr lang="en-US" sz="1200" b="0" i="1" baseline="0" smtClean="0">
                                          <a:solidFill>
                                            <a:schemeClr val="tx1"/>
                                          </a:solidFill>
                                          <a:latin typeface="Cambria Math" panose="02040503050406030204" pitchFamily="18" charset="0"/>
                                        </a:rPr>
                                      </m:ctrlPr>
                                    </m:dPr>
                                    <m:e>
                                      <m:r>
                                        <a:rPr lang="en-GB" sz="1200" b="0" i="1" baseline="0" smtClean="0">
                                          <a:solidFill>
                                            <a:schemeClr val="tx1"/>
                                          </a:solidFill>
                                          <a:latin typeface="Cambria Math" panose="02040503050406030204" pitchFamily="18" charset="0"/>
                                        </a:rPr>
                                        <m:t>4</m:t>
                                      </m:r>
                                      <m:r>
                                        <a:rPr lang="en-US" sz="1200" b="0" i="1" baseline="0" smtClean="0">
                                          <a:solidFill>
                                            <a:schemeClr val="tx1"/>
                                          </a:solidFill>
                                          <a:latin typeface="Cambria Math" panose="02040503050406030204" pitchFamily="18" charset="0"/>
                                          <a:ea typeface="Cambria Math" panose="02040503050406030204" pitchFamily="18" charset="0"/>
                                        </a:rPr>
                                        <m:t>×</m:t>
                                      </m:r>
                                      <m:sSup>
                                        <m:sSupPr>
                                          <m:ctrlPr>
                                            <a:rPr lang="en-US" sz="1200" b="0" i="1" baseline="0" smtClean="0">
                                              <a:solidFill>
                                                <a:schemeClr val="tx1"/>
                                              </a:solidFill>
                                              <a:latin typeface="Cambria Math" panose="02040503050406030204" pitchFamily="18" charset="0"/>
                                              <a:ea typeface="Cambria Math" panose="02040503050406030204" pitchFamily="18" charset="0"/>
                                            </a:rPr>
                                          </m:ctrlPr>
                                        </m:sSupPr>
                                        <m:e>
                                          <m:r>
                                            <a:rPr lang="en-US" sz="1200" b="0" i="1" baseline="0" smtClean="0">
                                              <a:solidFill>
                                                <a:schemeClr val="tx1"/>
                                              </a:solidFill>
                                              <a:latin typeface="Cambria Math" panose="02040503050406030204" pitchFamily="18" charset="0"/>
                                              <a:ea typeface="Cambria Math" panose="02040503050406030204" pitchFamily="18" charset="0"/>
                                            </a:rPr>
                                            <m:t>10</m:t>
                                          </m:r>
                                        </m:e>
                                        <m:sup>
                                          <m:r>
                                            <a:rPr lang="en-GB" sz="1200" b="0" i="1" baseline="0" smtClean="0">
                                              <a:solidFill>
                                                <a:schemeClr val="tx1"/>
                                              </a:solidFill>
                                              <a:latin typeface="Cambria Math" panose="02040503050406030204" pitchFamily="18" charset="0"/>
                                              <a:ea typeface="Cambria Math" panose="02040503050406030204" pitchFamily="18" charset="0"/>
                                            </a:rPr>
                                            <m:t>3</m:t>
                                          </m:r>
                                        </m:sup>
                                      </m:sSup>
                                    </m:e>
                                  </m:d>
                                </m:e>
                                <m:sup>
                                  <m:r>
                                    <a:rPr lang="en-GB" sz="1200" b="0" i="1" baseline="0" smtClean="0">
                                      <a:solidFill>
                                        <a:schemeClr val="tx1"/>
                                      </a:solidFill>
                                      <a:latin typeface="Cambria Math" panose="02040503050406030204" pitchFamily="18" charset="0"/>
                                    </a:rPr>
                                    <m:t>2</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e) </a:t>
                          </a:r>
                          <a14:m>
                            <m:oMath xmlns:m="http://schemas.openxmlformats.org/officeDocument/2006/math">
                              <m:sSup>
                                <m:sSupPr>
                                  <m:ctrlPr>
                                    <a:rPr lang="en-US" sz="1200" b="0" i="1" baseline="0" smtClean="0">
                                      <a:solidFill>
                                        <a:schemeClr val="tx1"/>
                                      </a:solidFill>
                                      <a:latin typeface="Cambria Math" panose="02040503050406030204" pitchFamily="18" charset="0"/>
                                    </a:rPr>
                                  </m:ctrlPr>
                                </m:sSupPr>
                                <m:e>
                                  <m:d>
                                    <m:dPr>
                                      <m:ctrlPr>
                                        <a:rPr lang="en-US" sz="1200" b="0" i="1" baseline="0" smtClean="0">
                                          <a:solidFill>
                                            <a:schemeClr val="tx1"/>
                                          </a:solidFill>
                                          <a:latin typeface="Cambria Math" panose="02040503050406030204" pitchFamily="18" charset="0"/>
                                        </a:rPr>
                                      </m:ctrlPr>
                                    </m:dPr>
                                    <m:e>
                                      <m:r>
                                        <a:rPr lang="en-GB" sz="1200" b="0" i="1" baseline="0" smtClean="0">
                                          <a:solidFill>
                                            <a:schemeClr val="tx1"/>
                                          </a:solidFill>
                                          <a:latin typeface="Cambria Math" panose="02040503050406030204" pitchFamily="18" charset="0"/>
                                        </a:rPr>
                                        <m:t>4</m:t>
                                      </m:r>
                                      <m:r>
                                        <a:rPr lang="en-US" sz="1200" b="0" i="1" baseline="0" smtClean="0">
                                          <a:solidFill>
                                            <a:schemeClr val="tx1"/>
                                          </a:solidFill>
                                          <a:latin typeface="Cambria Math" panose="02040503050406030204" pitchFamily="18" charset="0"/>
                                          <a:ea typeface="Cambria Math" panose="02040503050406030204" pitchFamily="18" charset="0"/>
                                        </a:rPr>
                                        <m:t>×</m:t>
                                      </m:r>
                                      <m:sSup>
                                        <m:sSupPr>
                                          <m:ctrlPr>
                                            <a:rPr lang="en-US" sz="1200" b="0" i="1" baseline="0" smtClean="0">
                                              <a:solidFill>
                                                <a:schemeClr val="tx1"/>
                                              </a:solidFill>
                                              <a:latin typeface="Cambria Math" panose="02040503050406030204" pitchFamily="18" charset="0"/>
                                              <a:ea typeface="Cambria Math" panose="02040503050406030204" pitchFamily="18" charset="0"/>
                                            </a:rPr>
                                          </m:ctrlPr>
                                        </m:sSupPr>
                                        <m:e>
                                          <m:r>
                                            <a:rPr lang="en-US" sz="1200" b="0" i="1" baseline="0" smtClean="0">
                                              <a:solidFill>
                                                <a:schemeClr val="tx1"/>
                                              </a:solidFill>
                                              <a:latin typeface="Cambria Math" panose="02040503050406030204" pitchFamily="18" charset="0"/>
                                              <a:ea typeface="Cambria Math" panose="02040503050406030204" pitchFamily="18" charset="0"/>
                                            </a:rPr>
                                            <m:t>10</m:t>
                                          </m:r>
                                        </m:e>
                                        <m:sup>
                                          <m:r>
                                            <a:rPr lang="en-GB" sz="1200" b="0" i="1" baseline="0" smtClean="0">
                                              <a:solidFill>
                                                <a:schemeClr val="tx1"/>
                                              </a:solidFill>
                                              <a:latin typeface="Cambria Math" panose="02040503050406030204" pitchFamily="18" charset="0"/>
                                              <a:ea typeface="Cambria Math" panose="02040503050406030204" pitchFamily="18" charset="0"/>
                                            </a:rPr>
                                            <m:t>5</m:t>
                                          </m:r>
                                        </m:sup>
                                      </m:sSup>
                                    </m:e>
                                  </m:d>
                                </m:e>
                                <m:sup>
                                  <m:r>
                                    <a:rPr lang="en-GB" sz="1200" b="0" i="1" baseline="0" smtClean="0">
                                      <a:solidFill>
                                        <a:schemeClr val="tx1"/>
                                      </a:solidFill>
                                      <a:latin typeface="Cambria Math" panose="02040503050406030204" pitchFamily="18" charset="0"/>
                                    </a:rPr>
                                    <m:t>2</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f) </a:t>
                          </a:r>
                          <a14:m>
                            <m:oMath xmlns:m="http://schemas.openxmlformats.org/officeDocument/2006/math">
                              <m:sSup>
                                <m:sSupPr>
                                  <m:ctrlPr>
                                    <a:rPr lang="en-US" sz="1200" b="0" i="1" baseline="0" smtClean="0">
                                      <a:solidFill>
                                        <a:schemeClr val="tx1"/>
                                      </a:solidFill>
                                      <a:latin typeface="Cambria Math" panose="02040503050406030204" pitchFamily="18" charset="0"/>
                                    </a:rPr>
                                  </m:ctrlPr>
                                </m:sSupPr>
                                <m:e>
                                  <m:d>
                                    <m:dPr>
                                      <m:ctrlPr>
                                        <a:rPr lang="en-US" sz="1200" b="0" i="1" baseline="0" smtClean="0">
                                          <a:solidFill>
                                            <a:schemeClr val="tx1"/>
                                          </a:solidFill>
                                          <a:latin typeface="Cambria Math" panose="02040503050406030204" pitchFamily="18" charset="0"/>
                                        </a:rPr>
                                      </m:ctrlPr>
                                    </m:dPr>
                                    <m:e>
                                      <m:r>
                                        <a:rPr lang="en-GB" sz="1200" b="0" i="1" baseline="0" smtClean="0">
                                          <a:solidFill>
                                            <a:schemeClr val="tx1"/>
                                          </a:solidFill>
                                          <a:latin typeface="Cambria Math" panose="02040503050406030204" pitchFamily="18" charset="0"/>
                                        </a:rPr>
                                        <m:t>4</m:t>
                                      </m:r>
                                      <m:r>
                                        <a:rPr lang="en-US" sz="1200" b="0" i="1" baseline="0" smtClean="0">
                                          <a:solidFill>
                                            <a:schemeClr val="tx1"/>
                                          </a:solidFill>
                                          <a:latin typeface="Cambria Math" panose="02040503050406030204" pitchFamily="18" charset="0"/>
                                          <a:ea typeface="Cambria Math" panose="02040503050406030204" pitchFamily="18" charset="0"/>
                                        </a:rPr>
                                        <m:t>×</m:t>
                                      </m:r>
                                      <m:sSup>
                                        <m:sSupPr>
                                          <m:ctrlPr>
                                            <a:rPr lang="en-US" sz="1200" b="0" i="1" baseline="0" smtClean="0">
                                              <a:solidFill>
                                                <a:schemeClr val="tx1"/>
                                              </a:solidFill>
                                              <a:latin typeface="Cambria Math" panose="02040503050406030204" pitchFamily="18" charset="0"/>
                                              <a:ea typeface="Cambria Math" panose="02040503050406030204" pitchFamily="18" charset="0"/>
                                            </a:rPr>
                                          </m:ctrlPr>
                                        </m:sSupPr>
                                        <m:e>
                                          <m:r>
                                            <a:rPr lang="en-US" sz="1200" b="0" i="1" baseline="0" smtClean="0">
                                              <a:solidFill>
                                                <a:schemeClr val="tx1"/>
                                              </a:solidFill>
                                              <a:latin typeface="Cambria Math" panose="02040503050406030204" pitchFamily="18" charset="0"/>
                                              <a:ea typeface="Cambria Math" panose="02040503050406030204" pitchFamily="18" charset="0"/>
                                            </a:rPr>
                                            <m:t>10</m:t>
                                          </m:r>
                                        </m:e>
                                        <m:sup>
                                          <m:r>
                                            <a:rPr lang="en-GB" sz="1200" b="0" i="1" baseline="0" smtClean="0">
                                              <a:solidFill>
                                                <a:schemeClr val="tx1"/>
                                              </a:solidFill>
                                              <a:latin typeface="Cambria Math" panose="02040503050406030204" pitchFamily="18" charset="0"/>
                                              <a:ea typeface="Cambria Math" panose="02040503050406030204" pitchFamily="18" charset="0"/>
                                            </a:rPr>
                                            <m:t>6</m:t>
                                          </m:r>
                                        </m:sup>
                                      </m:sSup>
                                    </m:e>
                                  </m:d>
                                </m:e>
                                <m:sup>
                                  <m:r>
                                    <a:rPr lang="en-GB" sz="1200" b="0" i="1" baseline="0" smtClean="0">
                                      <a:solidFill>
                                        <a:schemeClr val="tx1"/>
                                      </a:solidFill>
                                      <a:latin typeface="Cambria Math" panose="02040503050406030204" pitchFamily="18" charset="0"/>
                                    </a:rPr>
                                    <m:t>2</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3788269"/>
                      </a:ext>
                    </a:extLst>
                  </a:tr>
                  <a:tr h="1440712">
                    <a:tc>
                      <a:txBody>
                        <a:bodyPr/>
                        <a:lstStyle/>
                        <a:p>
                          <a:r>
                            <a:rPr lang="en-GB" sz="1200" dirty="0"/>
                            <a:t>g) </a:t>
                          </a:r>
                          <a14:m>
                            <m:oMath xmlns:m="http://schemas.openxmlformats.org/officeDocument/2006/math">
                              <m:sSup>
                                <m:sSupPr>
                                  <m:ctrlPr>
                                    <a:rPr lang="en-US" sz="1200" b="0" i="1" baseline="0" smtClean="0">
                                      <a:solidFill>
                                        <a:schemeClr val="tx1"/>
                                      </a:solidFill>
                                      <a:latin typeface="Cambria Math" panose="02040503050406030204" pitchFamily="18" charset="0"/>
                                    </a:rPr>
                                  </m:ctrlPr>
                                </m:sSupPr>
                                <m:e>
                                  <m:d>
                                    <m:dPr>
                                      <m:ctrlPr>
                                        <a:rPr lang="en-US" sz="1200" b="0" i="1" baseline="0" smtClean="0">
                                          <a:solidFill>
                                            <a:schemeClr val="tx1"/>
                                          </a:solidFill>
                                          <a:latin typeface="Cambria Math" panose="02040503050406030204" pitchFamily="18" charset="0"/>
                                        </a:rPr>
                                      </m:ctrlPr>
                                    </m:dPr>
                                    <m:e>
                                      <m:r>
                                        <a:rPr lang="en-US" sz="1200" b="0" i="1" baseline="0" smtClean="0">
                                          <a:solidFill>
                                            <a:schemeClr val="tx1"/>
                                          </a:solidFill>
                                          <a:latin typeface="Cambria Math" panose="02040503050406030204" pitchFamily="18" charset="0"/>
                                        </a:rPr>
                                        <m:t>2</m:t>
                                      </m:r>
                                      <m:r>
                                        <a:rPr lang="en-US" sz="1200" b="0" i="1" baseline="0" smtClean="0">
                                          <a:solidFill>
                                            <a:schemeClr val="tx1"/>
                                          </a:solidFill>
                                          <a:latin typeface="Cambria Math" panose="02040503050406030204" pitchFamily="18" charset="0"/>
                                          <a:ea typeface="Cambria Math" panose="02040503050406030204" pitchFamily="18" charset="0"/>
                                        </a:rPr>
                                        <m:t>×</m:t>
                                      </m:r>
                                      <m:sSup>
                                        <m:sSupPr>
                                          <m:ctrlPr>
                                            <a:rPr lang="en-US" sz="1200" b="0" i="1" baseline="0" smtClean="0">
                                              <a:solidFill>
                                                <a:schemeClr val="tx1"/>
                                              </a:solidFill>
                                              <a:latin typeface="Cambria Math" panose="02040503050406030204" pitchFamily="18" charset="0"/>
                                              <a:ea typeface="Cambria Math" panose="02040503050406030204" pitchFamily="18" charset="0"/>
                                            </a:rPr>
                                          </m:ctrlPr>
                                        </m:sSupPr>
                                        <m:e>
                                          <m:r>
                                            <a:rPr lang="en-US" sz="1200" b="0" i="1" baseline="0" smtClean="0">
                                              <a:solidFill>
                                                <a:schemeClr val="tx1"/>
                                              </a:solidFill>
                                              <a:latin typeface="Cambria Math" panose="02040503050406030204" pitchFamily="18" charset="0"/>
                                              <a:ea typeface="Cambria Math" panose="02040503050406030204" pitchFamily="18" charset="0"/>
                                            </a:rPr>
                                            <m:t>10</m:t>
                                          </m:r>
                                        </m:e>
                                        <m:sup>
                                          <m:r>
                                            <a:rPr lang="en-GB" sz="1200" b="0" i="1" baseline="0" smtClean="0">
                                              <a:solidFill>
                                                <a:schemeClr val="tx1"/>
                                              </a:solidFill>
                                              <a:latin typeface="Cambria Math" panose="02040503050406030204" pitchFamily="18" charset="0"/>
                                              <a:ea typeface="Cambria Math" panose="02040503050406030204" pitchFamily="18" charset="0"/>
                                            </a:rPr>
                                            <m:t>−4</m:t>
                                          </m:r>
                                        </m:sup>
                                      </m:sSup>
                                    </m:e>
                                  </m:d>
                                </m:e>
                                <m:sup>
                                  <m:r>
                                    <a:rPr lang="en-GB" sz="1200" b="0" i="1" baseline="0" smtClean="0">
                                      <a:solidFill>
                                        <a:schemeClr val="tx1"/>
                                      </a:solidFill>
                                      <a:latin typeface="Cambria Math" panose="02040503050406030204" pitchFamily="18" charset="0"/>
                                    </a:rPr>
                                    <m:t>3</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h) </a:t>
                          </a:r>
                          <a14:m>
                            <m:oMath xmlns:m="http://schemas.openxmlformats.org/officeDocument/2006/math">
                              <m:sSup>
                                <m:sSupPr>
                                  <m:ctrlPr>
                                    <a:rPr lang="en-US" sz="1200" b="0" i="1" baseline="0" smtClean="0">
                                      <a:solidFill>
                                        <a:schemeClr val="tx1"/>
                                      </a:solidFill>
                                      <a:latin typeface="Cambria Math" panose="02040503050406030204" pitchFamily="18" charset="0"/>
                                    </a:rPr>
                                  </m:ctrlPr>
                                </m:sSupPr>
                                <m:e>
                                  <m:d>
                                    <m:dPr>
                                      <m:ctrlPr>
                                        <a:rPr lang="en-US" sz="1200" b="0" i="1" baseline="0" smtClean="0">
                                          <a:solidFill>
                                            <a:schemeClr val="tx1"/>
                                          </a:solidFill>
                                          <a:latin typeface="Cambria Math" panose="02040503050406030204" pitchFamily="18" charset="0"/>
                                        </a:rPr>
                                      </m:ctrlPr>
                                    </m:dPr>
                                    <m:e>
                                      <m:r>
                                        <a:rPr lang="en-US" sz="1200" b="0" i="1" baseline="0" smtClean="0">
                                          <a:solidFill>
                                            <a:schemeClr val="tx1"/>
                                          </a:solidFill>
                                          <a:latin typeface="Cambria Math" panose="02040503050406030204" pitchFamily="18" charset="0"/>
                                        </a:rPr>
                                        <m:t>2</m:t>
                                      </m:r>
                                      <m:r>
                                        <a:rPr lang="en-US" sz="1200" b="0" i="1" baseline="0" smtClean="0">
                                          <a:solidFill>
                                            <a:schemeClr val="tx1"/>
                                          </a:solidFill>
                                          <a:latin typeface="Cambria Math" panose="02040503050406030204" pitchFamily="18" charset="0"/>
                                          <a:ea typeface="Cambria Math" panose="02040503050406030204" pitchFamily="18" charset="0"/>
                                        </a:rPr>
                                        <m:t>×</m:t>
                                      </m:r>
                                      <m:sSup>
                                        <m:sSupPr>
                                          <m:ctrlPr>
                                            <a:rPr lang="en-US" sz="1200" b="0" i="1" baseline="0" smtClean="0">
                                              <a:solidFill>
                                                <a:schemeClr val="tx1"/>
                                              </a:solidFill>
                                              <a:latin typeface="Cambria Math" panose="02040503050406030204" pitchFamily="18" charset="0"/>
                                              <a:ea typeface="Cambria Math" panose="02040503050406030204" pitchFamily="18" charset="0"/>
                                            </a:rPr>
                                          </m:ctrlPr>
                                        </m:sSupPr>
                                        <m:e>
                                          <m:r>
                                            <a:rPr lang="en-US" sz="1200" b="0" i="1" baseline="0" smtClean="0">
                                              <a:solidFill>
                                                <a:schemeClr val="tx1"/>
                                              </a:solidFill>
                                              <a:latin typeface="Cambria Math" panose="02040503050406030204" pitchFamily="18" charset="0"/>
                                              <a:ea typeface="Cambria Math" panose="02040503050406030204" pitchFamily="18" charset="0"/>
                                            </a:rPr>
                                            <m:t>10</m:t>
                                          </m:r>
                                        </m:e>
                                        <m:sup>
                                          <m:r>
                                            <a:rPr lang="en-GB" sz="1200" b="0" i="1" baseline="0" smtClean="0">
                                              <a:solidFill>
                                                <a:schemeClr val="tx1"/>
                                              </a:solidFill>
                                              <a:latin typeface="Cambria Math" panose="02040503050406030204" pitchFamily="18" charset="0"/>
                                              <a:ea typeface="Cambria Math" panose="02040503050406030204" pitchFamily="18" charset="0"/>
                                            </a:rPr>
                                            <m:t>−5</m:t>
                                          </m:r>
                                        </m:sup>
                                      </m:sSup>
                                    </m:e>
                                  </m:d>
                                </m:e>
                                <m:sup>
                                  <m:r>
                                    <a:rPr lang="en-GB" sz="1200" b="0" i="1" baseline="0" smtClean="0">
                                      <a:solidFill>
                                        <a:schemeClr val="tx1"/>
                                      </a:solidFill>
                                      <a:latin typeface="Cambria Math" panose="02040503050406030204" pitchFamily="18" charset="0"/>
                                    </a:rPr>
                                    <m:t>3</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i) </a:t>
                          </a:r>
                          <a14:m>
                            <m:oMath xmlns:m="http://schemas.openxmlformats.org/officeDocument/2006/math">
                              <m:sSup>
                                <m:sSupPr>
                                  <m:ctrlPr>
                                    <a:rPr lang="en-US" sz="1200" b="0" i="1" baseline="0" smtClean="0">
                                      <a:solidFill>
                                        <a:schemeClr val="tx1"/>
                                      </a:solidFill>
                                      <a:latin typeface="Cambria Math" panose="02040503050406030204" pitchFamily="18" charset="0"/>
                                    </a:rPr>
                                  </m:ctrlPr>
                                </m:sSupPr>
                                <m:e>
                                  <m:d>
                                    <m:dPr>
                                      <m:ctrlPr>
                                        <a:rPr lang="en-US" sz="1200" b="0" i="1" baseline="0" smtClean="0">
                                          <a:solidFill>
                                            <a:schemeClr val="tx1"/>
                                          </a:solidFill>
                                          <a:latin typeface="Cambria Math" panose="02040503050406030204" pitchFamily="18" charset="0"/>
                                        </a:rPr>
                                      </m:ctrlPr>
                                    </m:dPr>
                                    <m:e>
                                      <m:r>
                                        <a:rPr lang="en-US" sz="1200" b="0" i="1" baseline="0" smtClean="0">
                                          <a:solidFill>
                                            <a:schemeClr val="tx1"/>
                                          </a:solidFill>
                                          <a:latin typeface="Cambria Math" panose="02040503050406030204" pitchFamily="18" charset="0"/>
                                        </a:rPr>
                                        <m:t>2</m:t>
                                      </m:r>
                                      <m:r>
                                        <a:rPr lang="en-US" sz="1200" b="0" i="1" baseline="0" smtClean="0">
                                          <a:solidFill>
                                            <a:schemeClr val="tx1"/>
                                          </a:solidFill>
                                          <a:latin typeface="Cambria Math" panose="02040503050406030204" pitchFamily="18" charset="0"/>
                                          <a:ea typeface="Cambria Math" panose="02040503050406030204" pitchFamily="18" charset="0"/>
                                        </a:rPr>
                                        <m:t>×</m:t>
                                      </m:r>
                                      <m:sSup>
                                        <m:sSupPr>
                                          <m:ctrlPr>
                                            <a:rPr lang="en-US" sz="1200" b="0" i="1" baseline="0" smtClean="0">
                                              <a:solidFill>
                                                <a:schemeClr val="tx1"/>
                                              </a:solidFill>
                                              <a:latin typeface="Cambria Math" panose="02040503050406030204" pitchFamily="18" charset="0"/>
                                              <a:ea typeface="Cambria Math" panose="02040503050406030204" pitchFamily="18" charset="0"/>
                                            </a:rPr>
                                          </m:ctrlPr>
                                        </m:sSupPr>
                                        <m:e>
                                          <m:r>
                                            <a:rPr lang="en-US" sz="1200" b="0" i="1" baseline="0" smtClean="0">
                                              <a:solidFill>
                                                <a:schemeClr val="tx1"/>
                                              </a:solidFill>
                                              <a:latin typeface="Cambria Math" panose="02040503050406030204" pitchFamily="18" charset="0"/>
                                              <a:ea typeface="Cambria Math" panose="02040503050406030204" pitchFamily="18" charset="0"/>
                                            </a:rPr>
                                            <m:t>10</m:t>
                                          </m:r>
                                        </m:e>
                                        <m:sup>
                                          <m:r>
                                            <a:rPr lang="en-GB" sz="1200" b="0" i="1" baseline="0" smtClean="0">
                                              <a:solidFill>
                                                <a:schemeClr val="tx1"/>
                                              </a:solidFill>
                                              <a:latin typeface="Cambria Math" panose="02040503050406030204" pitchFamily="18" charset="0"/>
                                              <a:ea typeface="Cambria Math" panose="02040503050406030204" pitchFamily="18" charset="0"/>
                                            </a:rPr>
                                            <m:t>−7</m:t>
                                          </m:r>
                                        </m:sup>
                                      </m:sSup>
                                    </m:e>
                                  </m:d>
                                </m:e>
                                <m:sup>
                                  <m:r>
                                    <a:rPr lang="en-GB" sz="1200" b="0" i="1" baseline="0" smtClean="0">
                                      <a:solidFill>
                                        <a:schemeClr val="tx1"/>
                                      </a:solidFill>
                                      <a:latin typeface="Cambria Math" panose="02040503050406030204" pitchFamily="18" charset="0"/>
                                    </a:rPr>
                                    <m:t>3</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95764158"/>
                      </a:ext>
                    </a:extLst>
                  </a:tr>
                  <a:tr h="1440712">
                    <a:tc>
                      <a:txBody>
                        <a:bodyPr/>
                        <a:lstStyle/>
                        <a:p>
                          <a:r>
                            <a:rPr lang="en-GB" sz="1200" dirty="0"/>
                            <a:t>j) </a:t>
                          </a:r>
                          <a14:m>
                            <m:oMath xmlns:m="http://schemas.openxmlformats.org/officeDocument/2006/math">
                              <m:sSup>
                                <m:sSupPr>
                                  <m:ctrlPr>
                                    <a:rPr lang="en-US" sz="1200" b="0" i="1" baseline="0" smtClean="0">
                                      <a:solidFill>
                                        <a:schemeClr val="tx1"/>
                                      </a:solidFill>
                                      <a:latin typeface="Cambria Math" panose="02040503050406030204" pitchFamily="18" charset="0"/>
                                    </a:rPr>
                                  </m:ctrlPr>
                                </m:sSupPr>
                                <m:e>
                                  <m:d>
                                    <m:dPr>
                                      <m:ctrlPr>
                                        <a:rPr lang="en-US" sz="1200" b="0" i="1" baseline="0" smtClean="0">
                                          <a:solidFill>
                                            <a:schemeClr val="tx1"/>
                                          </a:solidFill>
                                          <a:latin typeface="Cambria Math" panose="02040503050406030204" pitchFamily="18" charset="0"/>
                                        </a:rPr>
                                      </m:ctrlPr>
                                    </m:dPr>
                                    <m:e>
                                      <m:r>
                                        <a:rPr lang="en-GB" sz="1200" b="0" i="1" baseline="0" smtClean="0">
                                          <a:solidFill>
                                            <a:schemeClr val="tx1"/>
                                          </a:solidFill>
                                          <a:latin typeface="Cambria Math" panose="02040503050406030204" pitchFamily="18" charset="0"/>
                                        </a:rPr>
                                        <m:t>0.3</m:t>
                                      </m:r>
                                      <m:r>
                                        <a:rPr lang="en-US" sz="1200" b="0" i="1" baseline="0" smtClean="0">
                                          <a:solidFill>
                                            <a:schemeClr val="tx1"/>
                                          </a:solidFill>
                                          <a:latin typeface="Cambria Math" panose="02040503050406030204" pitchFamily="18" charset="0"/>
                                          <a:ea typeface="Cambria Math" panose="02040503050406030204" pitchFamily="18" charset="0"/>
                                        </a:rPr>
                                        <m:t>×</m:t>
                                      </m:r>
                                      <m:sSup>
                                        <m:sSupPr>
                                          <m:ctrlPr>
                                            <a:rPr lang="en-US" sz="1200" b="0" i="1" baseline="0" smtClean="0">
                                              <a:solidFill>
                                                <a:schemeClr val="tx1"/>
                                              </a:solidFill>
                                              <a:latin typeface="Cambria Math" panose="02040503050406030204" pitchFamily="18" charset="0"/>
                                              <a:ea typeface="Cambria Math" panose="02040503050406030204" pitchFamily="18" charset="0"/>
                                            </a:rPr>
                                          </m:ctrlPr>
                                        </m:sSupPr>
                                        <m:e>
                                          <m:r>
                                            <a:rPr lang="en-US" sz="1200" b="0" i="1" baseline="0" smtClean="0">
                                              <a:solidFill>
                                                <a:schemeClr val="tx1"/>
                                              </a:solidFill>
                                              <a:latin typeface="Cambria Math" panose="02040503050406030204" pitchFamily="18" charset="0"/>
                                              <a:ea typeface="Cambria Math" panose="02040503050406030204" pitchFamily="18" charset="0"/>
                                            </a:rPr>
                                            <m:t>10</m:t>
                                          </m:r>
                                        </m:e>
                                        <m:sup>
                                          <m:r>
                                            <a:rPr lang="en-GB" sz="1200" b="0" i="1" baseline="0" smtClean="0">
                                              <a:solidFill>
                                                <a:schemeClr val="tx1"/>
                                              </a:solidFill>
                                              <a:latin typeface="Cambria Math" panose="02040503050406030204" pitchFamily="18" charset="0"/>
                                              <a:ea typeface="Cambria Math" panose="02040503050406030204" pitchFamily="18" charset="0"/>
                                            </a:rPr>
                                            <m:t>2</m:t>
                                          </m:r>
                                        </m:sup>
                                      </m:sSup>
                                    </m:e>
                                  </m:d>
                                </m:e>
                                <m:sup>
                                  <m:r>
                                    <a:rPr lang="en-GB" sz="1200" b="0" i="1" baseline="0" smtClean="0">
                                      <a:solidFill>
                                        <a:schemeClr val="tx1"/>
                                      </a:solidFill>
                                      <a:latin typeface="Cambria Math" panose="02040503050406030204" pitchFamily="18" charset="0"/>
                                    </a:rPr>
                                    <m:t>3</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k) </a:t>
                          </a:r>
                          <a14:m>
                            <m:oMath xmlns:m="http://schemas.openxmlformats.org/officeDocument/2006/math">
                              <m:sSup>
                                <m:sSupPr>
                                  <m:ctrlPr>
                                    <a:rPr lang="en-US" sz="1200" b="0" i="1" baseline="0" smtClean="0">
                                      <a:solidFill>
                                        <a:schemeClr val="tx1"/>
                                      </a:solidFill>
                                      <a:latin typeface="Cambria Math" panose="02040503050406030204" pitchFamily="18" charset="0"/>
                                    </a:rPr>
                                  </m:ctrlPr>
                                </m:sSupPr>
                                <m:e>
                                  <m:d>
                                    <m:dPr>
                                      <m:ctrlPr>
                                        <a:rPr lang="en-US" sz="1200" b="0" i="1" baseline="0" smtClean="0">
                                          <a:solidFill>
                                            <a:schemeClr val="tx1"/>
                                          </a:solidFill>
                                          <a:latin typeface="Cambria Math" panose="02040503050406030204" pitchFamily="18" charset="0"/>
                                        </a:rPr>
                                      </m:ctrlPr>
                                    </m:dPr>
                                    <m:e>
                                      <m:r>
                                        <a:rPr lang="en-GB" sz="1200" b="0" i="1" baseline="0" smtClean="0">
                                          <a:solidFill>
                                            <a:schemeClr val="tx1"/>
                                          </a:solidFill>
                                          <a:latin typeface="Cambria Math" panose="02040503050406030204" pitchFamily="18" charset="0"/>
                                        </a:rPr>
                                        <m:t>0.2</m:t>
                                      </m:r>
                                      <m:r>
                                        <a:rPr lang="en-US" sz="1200" b="0" i="1" baseline="0" smtClean="0">
                                          <a:solidFill>
                                            <a:schemeClr val="tx1"/>
                                          </a:solidFill>
                                          <a:latin typeface="Cambria Math" panose="02040503050406030204" pitchFamily="18" charset="0"/>
                                          <a:ea typeface="Cambria Math" panose="02040503050406030204" pitchFamily="18" charset="0"/>
                                        </a:rPr>
                                        <m:t>×</m:t>
                                      </m:r>
                                      <m:sSup>
                                        <m:sSupPr>
                                          <m:ctrlPr>
                                            <a:rPr lang="en-US" sz="1200" b="0" i="1" baseline="0" smtClean="0">
                                              <a:solidFill>
                                                <a:schemeClr val="tx1"/>
                                              </a:solidFill>
                                              <a:latin typeface="Cambria Math" panose="02040503050406030204" pitchFamily="18" charset="0"/>
                                              <a:ea typeface="Cambria Math" panose="02040503050406030204" pitchFamily="18" charset="0"/>
                                            </a:rPr>
                                          </m:ctrlPr>
                                        </m:sSupPr>
                                        <m:e>
                                          <m:r>
                                            <a:rPr lang="en-US" sz="1200" b="0" i="1" baseline="0" smtClean="0">
                                              <a:solidFill>
                                                <a:schemeClr val="tx1"/>
                                              </a:solidFill>
                                              <a:latin typeface="Cambria Math" panose="02040503050406030204" pitchFamily="18" charset="0"/>
                                              <a:ea typeface="Cambria Math" panose="02040503050406030204" pitchFamily="18" charset="0"/>
                                            </a:rPr>
                                            <m:t>10</m:t>
                                          </m:r>
                                        </m:e>
                                        <m:sup>
                                          <m:r>
                                            <a:rPr lang="en-GB" sz="1200" b="0" i="1" baseline="0" smtClean="0">
                                              <a:solidFill>
                                                <a:schemeClr val="tx1"/>
                                              </a:solidFill>
                                              <a:latin typeface="Cambria Math" panose="02040503050406030204" pitchFamily="18" charset="0"/>
                                              <a:ea typeface="Cambria Math" panose="02040503050406030204" pitchFamily="18" charset="0"/>
                                            </a:rPr>
                                            <m:t>4</m:t>
                                          </m:r>
                                        </m:sup>
                                      </m:sSup>
                                    </m:e>
                                  </m:d>
                                </m:e>
                                <m:sup>
                                  <m:r>
                                    <a:rPr lang="en-GB" sz="1200" b="0" i="1" baseline="0" smtClean="0">
                                      <a:solidFill>
                                        <a:schemeClr val="tx1"/>
                                      </a:solidFill>
                                      <a:latin typeface="Cambria Math" panose="02040503050406030204" pitchFamily="18" charset="0"/>
                                    </a:rPr>
                                    <m:t>3</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l) </a:t>
                          </a:r>
                          <a14:m>
                            <m:oMath xmlns:m="http://schemas.openxmlformats.org/officeDocument/2006/math">
                              <m:sSup>
                                <m:sSupPr>
                                  <m:ctrlPr>
                                    <a:rPr lang="en-US" sz="1200" b="0" i="1" baseline="0" smtClean="0">
                                      <a:solidFill>
                                        <a:schemeClr val="tx1"/>
                                      </a:solidFill>
                                      <a:latin typeface="Cambria Math" panose="02040503050406030204" pitchFamily="18" charset="0"/>
                                    </a:rPr>
                                  </m:ctrlPr>
                                </m:sSupPr>
                                <m:e>
                                  <m:d>
                                    <m:dPr>
                                      <m:ctrlPr>
                                        <a:rPr lang="en-US" sz="1200" b="0" i="1" baseline="0" smtClean="0">
                                          <a:solidFill>
                                            <a:schemeClr val="tx1"/>
                                          </a:solidFill>
                                          <a:latin typeface="Cambria Math" panose="02040503050406030204" pitchFamily="18" charset="0"/>
                                        </a:rPr>
                                      </m:ctrlPr>
                                    </m:dPr>
                                    <m:e>
                                      <m:r>
                                        <a:rPr lang="en-GB" sz="1200" b="0" i="1" baseline="0" smtClean="0">
                                          <a:solidFill>
                                            <a:schemeClr val="tx1"/>
                                          </a:solidFill>
                                          <a:latin typeface="Cambria Math" panose="02040503050406030204" pitchFamily="18" charset="0"/>
                                        </a:rPr>
                                        <m:t>0.5</m:t>
                                      </m:r>
                                      <m:r>
                                        <a:rPr lang="en-US" sz="1200" b="0" i="1" baseline="0" smtClean="0">
                                          <a:solidFill>
                                            <a:schemeClr val="tx1"/>
                                          </a:solidFill>
                                          <a:latin typeface="Cambria Math" panose="02040503050406030204" pitchFamily="18" charset="0"/>
                                          <a:ea typeface="Cambria Math" panose="02040503050406030204" pitchFamily="18" charset="0"/>
                                        </a:rPr>
                                        <m:t>×</m:t>
                                      </m:r>
                                      <m:sSup>
                                        <m:sSupPr>
                                          <m:ctrlPr>
                                            <a:rPr lang="en-US" sz="1200" b="0" i="1" baseline="0" smtClean="0">
                                              <a:solidFill>
                                                <a:schemeClr val="tx1"/>
                                              </a:solidFill>
                                              <a:latin typeface="Cambria Math" panose="02040503050406030204" pitchFamily="18" charset="0"/>
                                              <a:ea typeface="Cambria Math" panose="02040503050406030204" pitchFamily="18" charset="0"/>
                                            </a:rPr>
                                          </m:ctrlPr>
                                        </m:sSupPr>
                                        <m:e>
                                          <m:r>
                                            <a:rPr lang="en-US" sz="1200" b="0" i="1" baseline="0" smtClean="0">
                                              <a:solidFill>
                                                <a:schemeClr val="tx1"/>
                                              </a:solidFill>
                                              <a:latin typeface="Cambria Math" panose="02040503050406030204" pitchFamily="18" charset="0"/>
                                              <a:ea typeface="Cambria Math" panose="02040503050406030204" pitchFamily="18" charset="0"/>
                                            </a:rPr>
                                            <m:t>10</m:t>
                                          </m:r>
                                        </m:e>
                                        <m:sup>
                                          <m:r>
                                            <a:rPr lang="en-GB" sz="1200" b="0" i="1" baseline="0" smtClean="0">
                                              <a:solidFill>
                                                <a:schemeClr val="tx1"/>
                                              </a:solidFill>
                                              <a:latin typeface="Cambria Math" panose="02040503050406030204" pitchFamily="18" charset="0"/>
                                              <a:ea typeface="Cambria Math" panose="02040503050406030204" pitchFamily="18" charset="0"/>
                                            </a:rPr>
                                            <m:t>5</m:t>
                                          </m:r>
                                        </m:sup>
                                      </m:sSup>
                                    </m:e>
                                  </m:d>
                                </m:e>
                                <m:sup>
                                  <m:r>
                                    <a:rPr lang="en-GB" sz="1200" b="0" i="1" baseline="0" smtClean="0">
                                      <a:solidFill>
                                        <a:schemeClr val="tx1"/>
                                      </a:solidFill>
                                      <a:latin typeface="Cambria Math" panose="02040503050406030204" pitchFamily="18" charset="0"/>
                                    </a:rPr>
                                    <m:t>2</m:t>
                                  </m:r>
                                </m:sup>
                              </m:sSup>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55644147"/>
                      </a:ext>
                    </a:extLst>
                  </a:tr>
                </a:tbl>
              </a:graphicData>
            </a:graphic>
          </p:graphicFrame>
        </mc:Choice>
        <mc:Fallback xmlns="">
          <p:graphicFrame>
            <p:nvGraphicFramePr>
              <p:cNvPr id="4" name="Table 4">
                <a:extLst>
                  <a:ext uri="{FF2B5EF4-FFF2-40B4-BE49-F238E27FC236}">
                    <a16:creationId xmlns:a16="http://schemas.microsoft.com/office/drawing/2014/main" id="{A657E6EB-954B-37B4-76EF-2122D46E848E}"/>
                  </a:ext>
                </a:extLst>
              </p:cNvPr>
              <p:cNvGraphicFramePr>
                <a:graphicFrameLocks noGrp="1"/>
              </p:cNvGraphicFramePr>
              <p:nvPr>
                <p:extLst>
                  <p:ext uri="{D42A27DB-BD31-4B8C-83A1-F6EECF244321}">
                    <p14:modId xmlns:p14="http://schemas.microsoft.com/office/powerpoint/2010/main" val="3897600815"/>
                  </p:ext>
                </p:extLst>
              </p:nvPr>
            </p:nvGraphicFramePr>
            <p:xfrm>
              <a:off x="75609" y="3960272"/>
              <a:ext cx="6728805" cy="5762848"/>
            </p:xfrm>
            <a:graphic>
              <a:graphicData uri="http://schemas.openxmlformats.org/drawingml/2006/table">
                <a:tbl>
                  <a:tblPr>
                    <a:tableStyleId>{5C22544A-7EE6-4342-B048-85BDC9FD1C3A}</a:tableStyleId>
                  </a:tblPr>
                  <a:tblGrid>
                    <a:gridCol w="2242935">
                      <a:extLst>
                        <a:ext uri="{9D8B030D-6E8A-4147-A177-3AD203B41FA5}">
                          <a16:colId xmlns:a16="http://schemas.microsoft.com/office/drawing/2014/main" val="2276465341"/>
                        </a:ext>
                      </a:extLst>
                    </a:gridCol>
                    <a:gridCol w="2242935">
                      <a:extLst>
                        <a:ext uri="{9D8B030D-6E8A-4147-A177-3AD203B41FA5}">
                          <a16:colId xmlns:a16="http://schemas.microsoft.com/office/drawing/2014/main" val="1611199635"/>
                        </a:ext>
                      </a:extLst>
                    </a:gridCol>
                    <a:gridCol w="2242935">
                      <a:extLst>
                        <a:ext uri="{9D8B030D-6E8A-4147-A177-3AD203B41FA5}">
                          <a16:colId xmlns:a16="http://schemas.microsoft.com/office/drawing/2014/main" val="232246237"/>
                        </a:ext>
                      </a:extLst>
                    </a:gridCol>
                  </a:tblGrid>
                  <a:tr h="144071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72" t="-422" r="-200815" b="-300422"/>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000" t="-422" r="-100271" b="-300422"/>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543" t="-422" r="-543" b="-300422"/>
                          </a:stretch>
                        </a:blipFill>
                      </a:tcPr>
                    </a:tc>
                    <a:extLst>
                      <a:ext uri="{0D108BD9-81ED-4DB2-BD59-A6C34878D82A}">
                        <a16:rowId xmlns:a16="http://schemas.microsoft.com/office/drawing/2014/main" val="3551001232"/>
                      </a:ext>
                    </a:extLst>
                  </a:tr>
                  <a:tr h="144071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72" t="-100847" r="-200815" b="-201695"/>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000" t="-100847" r="-100271" b="-201695"/>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543" t="-100847" r="-543" b="-201695"/>
                          </a:stretch>
                        </a:blipFill>
                      </a:tcPr>
                    </a:tc>
                    <a:extLst>
                      <a:ext uri="{0D108BD9-81ED-4DB2-BD59-A6C34878D82A}">
                        <a16:rowId xmlns:a16="http://schemas.microsoft.com/office/drawing/2014/main" val="193788269"/>
                      </a:ext>
                    </a:extLst>
                  </a:tr>
                  <a:tr h="144071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72" t="-200000" r="-200815" b="-100844"/>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000" t="-200000" r="-100271" b="-100844"/>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543" t="-200000" r="-543" b="-100844"/>
                          </a:stretch>
                        </a:blipFill>
                      </a:tcPr>
                    </a:tc>
                    <a:extLst>
                      <a:ext uri="{0D108BD9-81ED-4DB2-BD59-A6C34878D82A}">
                        <a16:rowId xmlns:a16="http://schemas.microsoft.com/office/drawing/2014/main" val="3995764158"/>
                      </a:ext>
                    </a:extLst>
                  </a:tr>
                  <a:tr h="144071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72" t="-301271" r="-200815" b="-127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000" t="-301271" r="-100271" b="-127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543" t="-301271" r="-543" b="-1271"/>
                          </a:stretch>
                        </a:blipFill>
                      </a:tcPr>
                    </a:tc>
                    <a:extLst>
                      <a:ext uri="{0D108BD9-81ED-4DB2-BD59-A6C34878D82A}">
                        <a16:rowId xmlns:a16="http://schemas.microsoft.com/office/drawing/2014/main" val="3855644147"/>
                      </a:ext>
                    </a:extLst>
                  </a:tr>
                </a:tbl>
              </a:graphicData>
            </a:graphic>
          </p:graphicFrame>
        </mc:Fallback>
      </mc:AlternateContent>
      <mc:AlternateContent xmlns:mc="http://schemas.openxmlformats.org/markup-compatibility/2006" xmlns:a14="http://schemas.microsoft.com/office/drawing/2010/main">
        <mc:Choice Requires="a14">
          <p:sp>
            <p:nvSpPr>
              <p:cNvPr id="90" name="Rectangle 89"/>
              <p:cNvSpPr/>
              <p:nvPr/>
            </p:nvSpPr>
            <p:spPr>
              <a:xfrm>
                <a:off x="1422602" y="266119"/>
                <a:ext cx="3429000" cy="276999"/>
              </a:xfrm>
              <a:prstGeom prst="rect">
                <a:avLst/>
              </a:prstGeom>
            </p:spPr>
            <p:txBody>
              <a:bodyPr>
                <a:spAutoFit/>
              </a:bodyPr>
              <a:lstStyle/>
              <a:p>
                <a:r>
                  <a:rPr lang="en-US" sz="1200" dirty="0">
                    <a:solidFill>
                      <a:schemeClr val="bg1"/>
                    </a:solidFill>
                  </a:rPr>
                  <a:t>Calculate </a:t>
                </a:r>
                <a14:m>
                  <m:oMath xmlns:m="http://schemas.openxmlformats.org/officeDocument/2006/math">
                    <m:d>
                      <m:dPr>
                        <m:ctrlPr>
                          <a:rPr lang="en-US" sz="1200" i="1">
                            <a:solidFill>
                              <a:schemeClr val="bg1"/>
                            </a:solidFill>
                            <a:latin typeface="Cambria Math" panose="02040503050406030204" pitchFamily="18" charset="0"/>
                          </a:rPr>
                        </m:ctrlPr>
                      </m:dPr>
                      <m:e>
                        <m:r>
                          <a:rPr lang="en-US" sz="1200" i="1">
                            <a:solidFill>
                              <a:schemeClr val="bg1"/>
                            </a:solidFill>
                            <a:latin typeface="Cambria Math" panose="02040503050406030204" pitchFamily="18" charset="0"/>
                          </a:rPr>
                          <m:t>2.4×</m:t>
                        </m:r>
                        <m:sSup>
                          <m:sSupPr>
                            <m:ctrlPr>
                              <a:rPr lang="en-US" sz="1200" i="1">
                                <a:solidFill>
                                  <a:schemeClr val="bg1"/>
                                </a:solidFill>
                                <a:latin typeface="Cambria Math" panose="02040503050406030204" pitchFamily="18" charset="0"/>
                              </a:rPr>
                            </m:ctrlPr>
                          </m:sSupPr>
                          <m:e>
                            <m:r>
                              <a:rPr lang="en-US" sz="1200" i="1">
                                <a:solidFill>
                                  <a:schemeClr val="bg1"/>
                                </a:solidFill>
                                <a:latin typeface="Cambria Math" panose="02040503050406030204" pitchFamily="18" charset="0"/>
                              </a:rPr>
                              <m:t>10</m:t>
                            </m:r>
                          </m:e>
                          <m:sup>
                            <m:r>
                              <a:rPr lang="en-US" sz="1200" i="1">
                                <a:solidFill>
                                  <a:schemeClr val="bg1"/>
                                </a:solidFill>
                                <a:latin typeface="Cambria Math" panose="02040503050406030204" pitchFamily="18" charset="0"/>
                              </a:rPr>
                              <m:t>4</m:t>
                            </m:r>
                          </m:sup>
                        </m:sSup>
                      </m:e>
                    </m:d>
                    <m:r>
                      <a:rPr lang="en-US" sz="1200" i="1">
                        <a:solidFill>
                          <a:schemeClr val="bg1"/>
                        </a:solidFill>
                        <a:latin typeface="Cambria Math" panose="02040503050406030204" pitchFamily="18" charset="0"/>
                      </a:rPr>
                      <m:t>+(1.6×</m:t>
                    </m:r>
                    <m:sSup>
                      <m:sSupPr>
                        <m:ctrlPr>
                          <a:rPr lang="en-US" sz="1200" i="1">
                            <a:solidFill>
                              <a:schemeClr val="bg1"/>
                            </a:solidFill>
                            <a:latin typeface="Cambria Math" panose="02040503050406030204" pitchFamily="18" charset="0"/>
                          </a:rPr>
                        </m:ctrlPr>
                      </m:sSupPr>
                      <m:e>
                        <m:r>
                          <a:rPr lang="en-US" sz="1200" i="1">
                            <a:solidFill>
                              <a:schemeClr val="bg1"/>
                            </a:solidFill>
                            <a:latin typeface="Cambria Math" panose="02040503050406030204" pitchFamily="18" charset="0"/>
                          </a:rPr>
                          <m:t>10</m:t>
                        </m:r>
                      </m:e>
                      <m:sup>
                        <m:r>
                          <a:rPr lang="en-US" sz="1200" i="1">
                            <a:solidFill>
                              <a:schemeClr val="bg1"/>
                            </a:solidFill>
                            <a:latin typeface="Cambria Math" panose="02040503050406030204" pitchFamily="18" charset="0"/>
                          </a:rPr>
                          <m:t>2</m:t>
                        </m:r>
                      </m:sup>
                    </m:sSup>
                    <m:r>
                      <a:rPr lang="en-US" sz="1200" i="1">
                        <a:solidFill>
                          <a:schemeClr val="bg1"/>
                        </a:solidFill>
                        <a:latin typeface="Cambria Math" panose="02040503050406030204" pitchFamily="18" charset="0"/>
                      </a:rPr>
                      <m:t>)</m:t>
                    </m:r>
                  </m:oMath>
                </a14:m>
                <a:endParaRPr lang="en-GB" sz="1200" dirty="0">
                  <a:solidFill>
                    <a:schemeClr val="bg1"/>
                  </a:solidFill>
                </a:endParaRPr>
              </a:p>
            </p:txBody>
          </p:sp>
        </mc:Choice>
        <mc:Fallback xmlns="">
          <p:sp>
            <p:nvSpPr>
              <p:cNvPr id="90" name="Rectangle 89"/>
              <p:cNvSpPr>
                <a:spLocks noRot="1" noChangeAspect="1" noMove="1" noResize="1" noEditPoints="1" noAdjustHandles="1" noChangeArrowheads="1" noChangeShapeType="1" noTextEdit="1"/>
              </p:cNvSpPr>
              <p:nvPr/>
            </p:nvSpPr>
            <p:spPr>
              <a:xfrm>
                <a:off x="1422602" y="266119"/>
                <a:ext cx="3429000" cy="276999"/>
              </a:xfrm>
              <a:prstGeom prst="rect">
                <a:avLst/>
              </a:prstGeom>
              <a:blipFill>
                <a:blip r:embed="rId3"/>
                <a:stretch>
                  <a:fillRect b="-20000"/>
                </a:stretch>
              </a:blipFill>
            </p:spPr>
            <p:txBody>
              <a:bodyPr/>
              <a:lstStyle/>
              <a:p>
                <a:r>
                  <a:rPr lang="en-GB">
                    <a:noFill/>
                  </a:rPr>
                  <a:t> </a:t>
                </a:r>
              </a:p>
            </p:txBody>
          </p:sp>
        </mc:Fallback>
      </mc:AlternateContent>
      <p:sp>
        <p:nvSpPr>
          <p:cNvPr id="93" name="TextBox 92">
            <a:extLst>
              <a:ext uri="{FF2B5EF4-FFF2-40B4-BE49-F238E27FC236}">
                <a16:creationId xmlns:a16="http://schemas.microsoft.com/office/drawing/2014/main" id="{88BE26D3-BD12-8F4B-9608-3EB6530361A1}"/>
              </a:ext>
            </a:extLst>
          </p:cNvPr>
          <p:cNvSpPr txBox="1"/>
          <p:nvPr/>
        </p:nvSpPr>
        <p:spPr>
          <a:xfrm>
            <a:off x="1489001" y="47520"/>
            <a:ext cx="1387409" cy="276999"/>
          </a:xfrm>
          <a:prstGeom prst="rect">
            <a:avLst/>
          </a:prstGeom>
          <a:noFill/>
          <a:ln>
            <a:noFill/>
          </a:ln>
        </p:spPr>
        <p:txBody>
          <a:bodyPr wrap="square" rtlCol="0">
            <a:spAutoFit/>
          </a:bodyPr>
          <a:lstStyle/>
          <a:p>
            <a:r>
              <a:rPr lang="en-GB" sz="1200" b="1" i="1" dirty="0">
                <a:solidFill>
                  <a:srgbClr val="FF0000"/>
                </a:solidFill>
              </a:rPr>
              <a:t>Example 19 - I do…</a:t>
            </a:r>
          </a:p>
        </p:txBody>
      </p:sp>
      <p:sp>
        <p:nvSpPr>
          <p:cNvPr id="94" name="TextBox 93">
            <a:extLst>
              <a:ext uri="{FF2B5EF4-FFF2-40B4-BE49-F238E27FC236}">
                <a16:creationId xmlns:a16="http://schemas.microsoft.com/office/drawing/2014/main" id="{12910BCB-308B-9841-AF03-2F9D2E6E678C}"/>
              </a:ext>
            </a:extLst>
          </p:cNvPr>
          <p:cNvSpPr txBox="1"/>
          <p:nvPr/>
        </p:nvSpPr>
        <p:spPr>
          <a:xfrm>
            <a:off x="3254523" y="48632"/>
            <a:ext cx="1597079" cy="276999"/>
          </a:xfrm>
          <a:prstGeom prst="rect">
            <a:avLst/>
          </a:prstGeom>
          <a:noFill/>
          <a:ln>
            <a:noFill/>
          </a:ln>
        </p:spPr>
        <p:txBody>
          <a:bodyPr wrap="square" rtlCol="0">
            <a:spAutoFit/>
          </a:bodyPr>
          <a:lstStyle/>
          <a:p>
            <a:r>
              <a:rPr lang="en-GB" sz="1200" b="1" i="1" dirty="0">
                <a:solidFill>
                  <a:schemeClr val="accent2"/>
                </a:solidFill>
              </a:rPr>
              <a:t>Example 20 – We do…</a:t>
            </a:r>
          </a:p>
        </p:txBody>
      </p:sp>
      <p:sp>
        <p:nvSpPr>
          <p:cNvPr id="95" name="TextBox 94">
            <a:extLst>
              <a:ext uri="{FF2B5EF4-FFF2-40B4-BE49-F238E27FC236}">
                <a16:creationId xmlns:a16="http://schemas.microsoft.com/office/drawing/2014/main" id="{12910BCB-308B-9841-AF03-2F9D2E6E678C}"/>
              </a:ext>
            </a:extLst>
          </p:cNvPr>
          <p:cNvSpPr txBox="1"/>
          <p:nvPr/>
        </p:nvSpPr>
        <p:spPr>
          <a:xfrm>
            <a:off x="5109558" y="47520"/>
            <a:ext cx="1621486" cy="274468"/>
          </a:xfrm>
          <a:prstGeom prst="rect">
            <a:avLst/>
          </a:prstGeom>
          <a:noFill/>
          <a:ln>
            <a:noFill/>
          </a:ln>
        </p:spPr>
        <p:txBody>
          <a:bodyPr wrap="square" rtlCol="0">
            <a:spAutoFit/>
          </a:bodyPr>
          <a:lstStyle/>
          <a:p>
            <a:r>
              <a:rPr lang="en-GB" sz="1200" b="1" i="1" dirty="0">
                <a:solidFill>
                  <a:srgbClr val="00B050"/>
                </a:solidFill>
              </a:rPr>
              <a:t>Example 21 – You do…</a:t>
            </a:r>
          </a:p>
        </p:txBody>
      </p:sp>
      <p:sp>
        <p:nvSpPr>
          <p:cNvPr id="100" name="TextBox 99">
            <a:extLst>
              <a:ext uri="{FF2B5EF4-FFF2-40B4-BE49-F238E27FC236}">
                <a16:creationId xmlns:a16="http://schemas.microsoft.com/office/drawing/2014/main" id="{CE9FBB5A-1D0D-CA46-A58D-FF02AAE81564}"/>
              </a:ext>
            </a:extLst>
          </p:cNvPr>
          <p:cNvSpPr txBox="1"/>
          <p:nvPr/>
        </p:nvSpPr>
        <p:spPr>
          <a:xfrm>
            <a:off x="1184693" y="3516006"/>
            <a:ext cx="4139659" cy="276999"/>
          </a:xfrm>
          <a:prstGeom prst="rect">
            <a:avLst/>
          </a:prstGeom>
          <a:noFill/>
        </p:spPr>
        <p:txBody>
          <a:bodyPr wrap="none" lIns="91440" tIns="45720" rIns="91440" bIns="45720" rtlCol="0" anchor="t">
            <a:spAutoFit/>
          </a:bodyPr>
          <a:lstStyle/>
          <a:p>
            <a:r>
              <a:rPr lang="en-GB" sz="1200" dirty="0"/>
              <a:t>12. Calculate the following, give your answers in standard form.</a:t>
            </a:r>
          </a:p>
        </p:txBody>
      </p:sp>
      <mc:AlternateContent xmlns:mc="http://schemas.openxmlformats.org/markup-compatibility/2006" xmlns:a14="http://schemas.microsoft.com/office/drawing/2010/main">
        <mc:Choice Requires="a14">
          <p:graphicFrame>
            <p:nvGraphicFramePr>
              <p:cNvPr id="8" name="Table 7"/>
              <p:cNvGraphicFramePr>
                <a:graphicFrameLocks noGrp="1"/>
              </p:cNvGraphicFramePr>
              <p:nvPr/>
            </p:nvGraphicFramePr>
            <p:xfrm>
              <a:off x="102679" y="353621"/>
              <a:ext cx="6701735" cy="3020134"/>
            </p:xfrm>
            <a:graphic>
              <a:graphicData uri="http://schemas.openxmlformats.org/drawingml/2006/table">
                <a:tbl>
                  <a:tblPr firstRow="1" bandRow="1">
                    <a:tableStyleId>{5C22544A-7EE6-4342-B048-85BDC9FD1C3A}</a:tableStyleId>
                  </a:tblPr>
                  <a:tblGrid>
                    <a:gridCol w="1156277">
                      <a:extLst>
                        <a:ext uri="{9D8B030D-6E8A-4147-A177-3AD203B41FA5}">
                          <a16:colId xmlns:a16="http://schemas.microsoft.com/office/drawing/2014/main" val="2581865204"/>
                        </a:ext>
                      </a:extLst>
                    </a:gridCol>
                    <a:gridCol w="1848486">
                      <a:extLst>
                        <a:ext uri="{9D8B030D-6E8A-4147-A177-3AD203B41FA5}">
                          <a16:colId xmlns:a16="http://schemas.microsoft.com/office/drawing/2014/main" val="752551682"/>
                        </a:ext>
                      </a:extLst>
                    </a:gridCol>
                    <a:gridCol w="1848486">
                      <a:extLst>
                        <a:ext uri="{9D8B030D-6E8A-4147-A177-3AD203B41FA5}">
                          <a16:colId xmlns:a16="http://schemas.microsoft.com/office/drawing/2014/main" val="2867986263"/>
                        </a:ext>
                      </a:extLst>
                    </a:gridCol>
                    <a:gridCol w="1848486">
                      <a:extLst>
                        <a:ext uri="{9D8B030D-6E8A-4147-A177-3AD203B41FA5}">
                          <a16:colId xmlns:a16="http://schemas.microsoft.com/office/drawing/2014/main" val="4164757680"/>
                        </a:ext>
                      </a:extLst>
                    </a:gridCol>
                  </a:tblGrid>
                  <a:tr h="309547">
                    <a:tc>
                      <a:txBody>
                        <a:bodyPr/>
                        <a:lstStyle/>
                        <a:p>
                          <a:pPr algn="ctr"/>
                          <a:r>
                            <a:rPr lang="en-US" sz="1200" b="1" dirty="0">
                              <a:solidFill>
                                <a:schemeClr val="tx1"/>
                              </a:solidFill>
                            </a:rPr>
                            <a:t>Steps</a:t>
                          </a:r>
                          <a:endParaRPr lang="en-GB" sz="12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100" b="1" dirty="0">
                              <a:solidFill>
                                <a:schemeClr val="tx1"/>
                              </a:solidFill>
                            </a:rPr>
                            <a:t> Calculate the following, leave your answer in standard form.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GB"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GB"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11226856"/>
                      </a:ext>
                    </a:extLst>
                  </a:tr>
                  <a:tr h="905511">
                    <a:tc>
                      <a:txBody>
                        <a:bodyPr/>
                        <a:lstStyle/>
                        <a:p>
                          <a:r>
                            <a:rPr lang="en-GB" sz="1200" dirty="0">
                              <a:solidFill>
                                <a:schemeClr val="tx1"/>
                              </a:solidFill>
                            </a:rPr>
                            <a:t>1) Separate the numbers without indices and powers of 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a14:m>
                            <m:oMathPara xmlns:m="http://schemas.openxmlformats.org/officeDocument/2006/math">
                              <m:oMathParaPr>
                                <m:jc m:val="centerGroup"/>
                              </m:oMathParaPr>
                              <m:oMath xmlns:m="http://schemas.openxmlformats.org/officeDocument/2006/math">
                                <m:sSup>
                                  <m:sSupPr>
                                    <m:ctrlPr>
                                      <a:rPr lang="en-US" sz="1200" b="0" i="1" baseline="0" smtClean="0">
                                        <a:solidFill>
                                          <a:schemeClr val="tx1"/>
                                        </a:solidFill>
                                        <a:latin typeface="Cambria Math" panose="02040503050406030204" pitchFamily="18" charset="0"/>
                                      </a:rPr>
                                    </m:ctrlPr>
                                  </m:sSupPr>
                                  <m:e>
                                    <m:d>
                                      <m:dPr>
                                        <m:ctrlPr>
                                          <a:rPr lang="en-US" sz="1200" b="0" i="1" baseline="0" smtClean="0">
                                            <a:solidFill>
                                              <a:schemeClr val="tx1"/>
                                            </a:solidFill>
                                            <a:latin typeface="Cambria Math" panose="02040503050406030204" pitchFamily="18" charset="0"/>
                                          </a:rPr>
                                        </m:ctrlPr>
                                      </m:dPr>
                                      <m:e>
                                        <m:r>
                                          <a:rPr lang="en-US" sz="1200" b="0" i="1" baseline="0" smtClean="0">
                                            <a:solidFill>
                                              <a:schemeClr val="tx1"/>
                                            </a:solidFill>
                                            <a:latin typeface="Cambria Math" panose="02040503050406030204" pitchFamily="18" charset="0"/>
                                          </a:rPr>
                                          <m:t>2</m:t>
                                        </m:r>
                                        <m:r>
                                          <a:rPr lang="en-US" sz="1200" b="0" i="1" baseline="0" smtClean="0">
                                            <a:solidFill>
                                              <a:schemeClr val="tx1"/>
                                            </a:solidFill>
                                            <a:latin typeface="Cambria Math" panose="02040503050406030204" pitchFamily="18" charset="0"/>
                                            <a:ea typeface="Cambria Math" panose="02040503050406030204" pitchFamily="18" charset="0"/>
                                          </a:rPr>
                                          <m:t>×</m:t>
                                        </m:r>
                                        <m:sSup>
                                          <m:sSupPr>
                                            <m:ctrlPr>
                                              <a:rPr lang="en-US" sz="1200" b="0" i="1" baseline="0" smtClean="0">
                                                <a:solidFill>
                                                  <a:schemeClr val="tx1"/>
                                                </a:solidFill>
                                                <a:latin typeface="Cambria Math" panose="02040503050406030204" pitchFamily="18" charset="0"/>
                                                <a:ea typeface="Cambria Math" panose="02040503050406030204" pitchFamily="18" charset="0"/>
                                              </a:rPr>
                                            </m:ctrlPr>
                                          </m:sSupPr>
                                          <m:e>
                                            <m:r>
                                              <a:rPr lang="en-US" sz="1200" b="0" i="1" baseline="0" smtClean="0">
                                                <a:solidFill>
                                                  <a:schemeClr val="tx1"/>
                                                </a:solidFill>
                                                <a:latin typeface="Cambria Math" panose="02040503050406030204" pitchFamily="18" charset="0"/>
                                                <a:ea typeface="Cambria Math" panose="02040503050406030204" pitchFamily="18" charset="0"/>
                                              </a:rPr>
                                              <m:t>10</m:t>
                                            </m:r>
                                          </m:e>
                                          <m:sup>
                                            <m:r>
                                              <a:rPr lang="en-GB" sz="1200" b="0" i="1" baseline="0" smtClean="0">
                                                <a:solidFill>
                                                  <a:schemeClr val="tx1"/>
                                                </a:solidFill>
                                                <a:latin typeface="Cambria Math" panose="02040503050406030204" pitchFamily="18" charset="0"/>
                                                <a:ea typeface="Cambria Math" panose="02040503050406030204" pitchFamily="18" charset="0"/>
                                              </a:rPr>
                                              <m:t>5</m:t>
                                            </m:r>
                                          </m:sup>
                                        </m:sSup>
                                      </m:e>
                                    </m:d>
                                  </m:e>
                                  <m:sup>
                                    <m:r>
                                      <a:rPr lang="en-GB" sz="1200" b="0" i="1" baseline="0" smtClean="0">
                                        <a:solidFill>
                                          <a:schemeClr val="tx1"/>
                                        </a:solidFill>
                                        <a:latin typeface="Cambria Math" panose="02040503050406030204" pitchFamily="18" charset="0"/>
                                      </a:rPr>
                                      <m:t>2</m:t>
                                    </m:r>
                                  </m:sup>
                                </m:sSup>
                              </m:oMath>
                            </m:oMathPara>
                          </a14:m>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a14:m>
                            <m:oMathPara xmlns:m="http://schemas.openxmlformats.org/officeDocument/2006/math">
                              <m:oMathParaPr>
                                <m:jc m:val="centerGroup"/>
                              </m:oMathParaPr>
                              <m:oMath xmlns:m="http://schemas.openxmlformats.org/officeDocument/2006/math">
                                <m:sSup>
                                  <m:sSupPr>
                                    <m:ctrlPr>
                                      <a:rPr lang="en-US" sz="1200" b="0" i="1" baseline="0" smtClean="0">
                                        <a:solidFill>
                                          <a:schemeClr val="tx1"/>
                                        </a:solidFill>
                                        <a:latin typeface="Cambria Math" panose="02040503050406030204" pitchFamily="18" charset="0"/>
                                      </a:rPr>
                                    </m:ctrlPr>
                                  </m:sSupPr>
                                  <m:e>
                                    <m:d>
                                      <m:dPr>
                                        <m:ctrlPr>
                                          <a:rPr lang="en-US" sz="1200" b="0" i="1" baseline="0" smtClean="0">
                                            <a:solidFill>
                                              <a:schemeClr val="tx1"/>
                                            </a:solidFill>
                                            <a:latin typeface="Cambria Math" panose="02040503050406030204" pitchFamily="18" charset="0"/>
                                          </a:rPr>
                                        </m:ctrlPr>
                                      </m:dPr>
                                      <m:e>
                                        <m:r>
                                          <a:rPr lang="en-GB" sz="1200" b="0" i="1" baseline="0" smtClean="0">
                                            <a:solidFill>
                                              <a:schemeClr val="tx1"/>
                                            </a:solidFill>
                                            <a:latin typeface="Cambria Math" panose="02040503050406030204" pitchFamily="18" charset="0"/>
                                          </a:rPr>
                                          <m:t>3</m:t>
                                        </m:r>
                                        <m:r>
                                          <a:rPr lang="en-US" sz="1200" b="0" i="1" baseline="0" smtClean="0">
                                            <a:solidFill>
                                              <a:schemeClr val="tx1"/>
                                            </a:solidFill>
                                            <a:latin typeface="Cambria Math" panose="02040503050406030204" pitchFamily="18" charset="0"/>
                                            <a:ea typeface="Cambria Math" panose="02040503050406030204" pitchFamily="18" charset="0"/>
                                          </a:rPr>
                                          <m:t>×</m:t>
                                        </m:r>
                                        <m:sSup>
                                          <m:sSupPr>
                                            <m:ctrlPr>
                                              <a:rPr lang="en-US" sz="1200" b="0" i="1" baseline="0" smtClean="0">
                                                <a:solidFill>
                                                  <a:schemeClr val="tx1"/>
                                                </a:solidFill>
                                                <a:latin typeface="Cambria Math" panose="02040503050406030204" pitchFamily="18" charset="0"/>
                                                <a:ea typeface="Cambria Math" panose="02040503050406030204" pitchFamily="18" charset="0"/>
                                              </a:rPr>
                                            </m:ctrlPr>
                                          </m:sSupPr>
                                          <m:e>
                                            <m:r>
                                              <a:rPr lang="en-US" sz="1200" b="0" i="1" baseline="0" smtClean="0">
                                                <a:solidFill>
                                                  <a:schemeClr val="tx1"/>
                                                </a:solidFill>
                                                <a:latin typeface="Cambria Math" panose="02040503050406030204" pitchFamily="18" charset="0"/>
                                                <a:ea typeface="Cambria Math" panose="02040503050406030204" pitchFamily="18" charset="0"/>
                                              </a:rPr>
                                              <m:t>10</m:t>
                                            </m:r>
                                          </m:e>
                                          <m:sup>
                                            <m:r>
                                              <a:rPr lang="en-GB" sz="1200" b="0" i="1" baseline="0" smtClean="0">
                                                <a:solidFill>
                                                  <a:schemeClr val="tx1"/>
                                                </a:solidFill>
                                                <a:latin typeface="Cambria Math" panose="02040503050406030204" pitchFamily="18" charset="0"/>
                                                <a:ea typeface="Cambria Math" panose="02040503050406030204" pitchFamily="18" charset="0"/>
                                              </a:rPr>
                                              <m:t>7</m:t>
                                            </m:r>
                                          </m:sup>
                                        </m:sSup>
                                      </m:e>
                                    </m:d>
                                  </m:e>
                                  <m:sup>
                                    <m:r>
                                      <a:rPr lang="en-GB" sz="1200" b="0" i="1" baseline="0" smtClean="0">
                                        <a:solidFill>
                                          <a:schemeClr val="tx1"/>
                                        </a:solidFill>
                                        <a:latin typeface="Cambria Math" panose="02040503050406030204" pitchFamily="18" charset="0"/>
                                      </a:rPr>
                                      <m:t>3</m:t>
                                    </m:r>
                                  </m:sup>
                                </m:sSup>
                              </m:oMath>
                            </m:oMathPara>
                          </a14:m>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a14:m>
                            <m:oMathPara xmlns:m="http://schemas.openxmlformats.org/officeDocument/2006/math">
                              <m:oMathParaPr>
                                <m:jc m:val="centerGroup"/>
                              </m:oMathParaPr>
                              <m:oMath xmlns:m="http://schemas.openxmlformats.org/officeDocument/2006/math">
                                <m:sSup>
                                  <m:sSupPr>
                                    <m:ctrlPr>
                                      <a:rPr lang="en-US" sz="1200" b="0" i="1" baseline="0" smtClean="0">
                                        <a:solidFill>
                                          <a:schemeClr val="tx1"/>
                                        </a:solidFill>
                                        <a:latin typeface="Cambria Math" panose="02040503050406030204" pitchFamily="18" charset="0"/>
                                      </a:rPr>
                                    </m:ctrlPr>
                                  </m:sSupPr>
                                  <m:e>
                                    <m:d>
                                      <m:dPr>
                                        <m:ctrlPr>
                                          <a:rPr lang="en-US" sz="1200" b="0" i="1" baseline="0" smtClean="0">
                                            <a:solidFill>
                                              <a:schemeClr val="tx1"/>
                                            </a:solidFill>
                                            <a:latin typeface="Cambria Math" panose="02040503050406030204" pitchFamily="18" charset="0"/>
                                          </a:rPr>
                                        </m:ctrlPr>
                                      </m:dPr>
                                      <m:e>
                                        <m:r>
                                          <a:rPr lang="en-GB" sz="1200" b="0" i="1" baseline="0" smtClean="0">
                                            <a:solidFill>
                                              <a:schemeClr val="tx1"/>
                                            </a:solidFill>
                                            <a:latin typeface="Cambria Math" panose="02040503050406030204" pitchFamily="18" charset="0"/>
                                          </a:rPr>
                                          <m:t>3</m:t>
                                        </m:r>
                                        <m:r>
                                          <a:rPr lang="en-US" sz="1200" b="0" i="1" baseline="0" smtClean="0">
                                            <a:solidFill>
                                              <a:schemeClr val="tx1"/>
                                            </a:solidFill>
                                            <a:latin typeface="Cambria Math" panose="02040503050406030204" pitchFamily="18" charset="0"/>
                                            <a:ea typeface="Cambria Math" panose="02040503050406030204" pitchFamily="18" charset="0"/>
                                          </a:rPr>
                                          <m:t>×</m:t>
                                        </m:r>
                                        <m:sSup>
                                          <m:sSupPr>
                                            <m:ctrlPr>
                                              <a:rPr lang="en-US" sz="1200" b="0" i="1" baseline="0" smtClean="0">
                                                <a:solidFill>
                                                  <a:schemeClr val="tx1"/>
                                                </a:solidFill>
                                                <a:latin typeface="Cambria Math" panose="02040503050406030204" pitchFamily="18" charset="0"/>
                                                <a:ea typeface="Cambria Math" panose="02040503050406030204" pitchFamily="18" charset="0"/>
                                              </a:rPr>
                                            </m:ctrlPr>
                                          </m:sSupPr>
                                          <m:e>
                                            <m:r>
                                              <a:rPr lang="en-US" sz="1200" b="0" i="1" baseline="0" smtClean="0">
                                                <a:solidFill>
                                                  <a:schemeClr val="tx1"/>
                                                </a:solidFill>
                                                <a:latin typeface="Cambria Math" panose="02040503050406030204" pitchFamily="18" charset="0"/>
                                                <a:ea typeface="Cambria Math" panose="02040503050406030204" pitchFamily="18" charset="0"/>
                                              </a:rPr>
                                              <m:t>10</m:t>
                                            </m:r>
                                          </m:e>
                                          <m:sup>
                                            <m:r>
                                              <a:rPr lang="en-GB" sz="1200" b="0" i="1" baseline="0" smtClean="0">
                                                <a:solidFill>
                                                  <a:schemeClr val="tx1"/>
                                                </a:solidFill>
                                                <a:latin typeface="Cambria Math" panose="02040503050406030204" pitchFamily="18" charset="0"/>
                                                <a:ea typeface="Cambria Math" panose="02040503050406030204" pitchFamily="18" charset="0"/>
                                              </a:rPr>
                                              <m:t>7</m:t>
                                            </m:r>
                                          </m:sup>
                                        </m:sSup>
                                      </m:e>
                                    </m:d>
                                  </m:e>
                                  <m:sup>
                                    <m:r>
                                      <a:rPr lang="en-GB" sz="1200" b="0" i="1" baseline="0" smtClean="0">
                                        <a:solidFill>
                                          <a:schemeClr val="tx1"/>
                                        </a:solidFill>
                                        <a:latin typeface="Cambria Math" panose="02040503050406030204" pitchFamily="18" charset="0"/>
                                      </a:rPr>
                                      <m:t>2</m:t>
                                    </m:r>
                                  </m:sup>
                                </m:sSup>
                              </m:oMath>
                            </m:oMathPara>
                          </a14:m>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57307370"/>
                      </a:ext>
                    </a:extLst>
                  </a:tr>
                  <a:tr h="734471">
                    <a:tc>
                      <a:txBody>
                        <a:bodyPr/>
                        <a:lstStyle/>
                        <a:p>
                          <a:r>
                            <a:rPr lang="en-US" sz="1200" dirty="0">
                              <a:solidFill>
                                <a:schemeClr val="tx1"/>
                              </a:solidFill>
                            </a:rPr>
                            <a:t>2) Work out both parts separately.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39134286"/>
                      </a:ext>
                    </a:extLst>
                  </a:tr>
                  <a:tr h="970276">
                    <a:tc>
                      <a:txBody>
                        <a:bodyPr/>
                        <a:lstStyle/>
                        <a:p>
                          <a:r>
                            <a:rPr lang="en-GB" sz="1200" dirty="0">
                              <a:solidFill>
                                <a:schemeClr val="tx1"/>
                              </a:solidFill>
                            </a:rPr>
                            <a:t>3) Put back together.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24983379"/>
                      </a:ext>
                    </a:extLst>
                  </a:tr>
                </a:tbl>
              </a:graphicData>
            </a:graphic>
          </p:graphicFrame>
        </mc:Choice>
        <mc:Fallback xmlns="">
          <p:graphicFrame>
            <p:nvGraphicFramePr>
              <p:cNvPr id="8" name="Table 7"/>
              <p:cNvGraphicFramePr>
                <a:graphicFrameLocks noGrp="1"/>
              </p:cNvGraphicFramePr>
              <p:nvPr>
                <p:extLst>
                  <p:ext uri="{D42A27DB-BD31-4B8C-83A1-F6EECF244321}">
                    <p14:modId xmlns:p14="http://schemas.microsoft.com/office/powerpoint/2010/main" val="2444243993"/>
                  </p:ext>
                </p:extLst>
              </p:nvPr>
            </p:nvGraphicFramePr>
            <p:xfrm>
              <a:off x="102679" y="353621"/>
              <a:ext cx="6701735" cy="3020134"/>
            </p:xfrm>
            <a:graphic>
              <a:graphicData uri="http://schemas.openxmlformats.org/drawingml/2006/table">
                <a:tbl>
                  <a:tblPr firstRow="1" bandRow="1">
                    <a:tableStyleId>{5C22544A-7EE6-4342-B048-85BDC9FD1C3A}</a:tableStyleId>
                  </a:tblPr>
                  <a:tblGrid>
                    <a:gridCol w="1156277">
                      <a:extLst>
                        <a:ext uri="{9D8B030D-6E8A-4147-A177-3AD203B41FA5}">
                          <a16:colId xmlns:a16="http://schemas.microsoft.com/office/drawing/2014/main" val="2581865204"/>
                        </a:ext>
                      </a:extLst>
                    </a:gridCol>
                    <a:gridCol w="1848486">
                      <a:extLst>
                        <a:ext uri="{9D8B030D-6E8A-4147-A177-3AD203B41FA5}">
                          <a16:colId xmlns:a16="http://schemas.microsoft.com/office/drawing/2014/main" val="752551682"/>
                        </a:ext>
                      </a:extLst>
                    </a:gridCol>
                    <a:gridCol w="1848486">
                      <a:extLst>
                        <a:ext uri="{9D8B030D-6E8A-4147-A177-3AD203B41FA5}">
                          <a16:colId xmlns:a16="http://schemas.microsoft.com/office/drawing/2014/main" val="2867986263"/>
                        </a:ext>
                      </a:extLst>
                    </a:gridCol>
                    <a:gridCol w="1848486">
                      <a:extLst>
                        <a:ext uri="{9D8B030D-6E8A-4147-A177-3AD203B41FA5}">
                          <a16:colId xmlns:a16="http://schemas.microsoft.com/office/drawing/2014/main" val="4164757680"/>
                        </a:ext>
                      </a:extLst>
                    </a:gridCol>
                  </a:tblGrid>
                  <a:tr h="309547">
                    <a:tc>
                      <a:txBody>
                        <a:bodyPr/>
                        <a:lstStyle/>
                        <a:p>
                          <a:pPr algn="ctr"/>
                          <a:r>
                            <a:rPr lang="en-US" sz="1200" b="1" dirty="0">
                              <a:solidFill>
                                <a:schemeClr val="tx1"/>
                              </a:solidFill>
                            </a:rPr>
                            <a:t>Steps</a:t>
                          </a:r>
                          <a:endParaRPr lang="en-GB" sz="12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100" b="1" dirty="0">
                              <a:solidFill>
                                <a:schemeClr val="tx1"/>
                              </a:solidFill>
                            </a:rPr>
                            <a:t> Calculate the following, leave your answer in standard form.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GB"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GB"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11226856"/>
                      </a:ext>
                    </a:extLst>
                  </a:tr>
                  <a:tr h="1005840">
                    <a:tc>
                      <a:txBody>
                        <a:bodyPr/>
                        <a:lstStyle/>
                        <a:p>
                          <a:r>
                            <a:rPr lang="en-GB" sz="1200" dirty="0">
                              <a:solidFill>
                                <a:schemeClr val="tx1"/>
                              </a:solidFill>
                            </a:rPr>
                            <a:t>1) Separate the numbers without indices and powers of 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2829" t="-11910" r="-200329" b="-449"/>
                          </a:stretch>
                        </a:blipFill>
                      </a:tcPr>
                    </a:tc>
                    <a:tc rowSpan="3">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63366" t="-11910" r="-100990" b="-449"/>
                          </a:stretch>
                        </a:blipFill>
                      </a:tcPr>
                    </a:tc>
                    <a:tc rowSpan="3">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62500" t="-11910" r="-658" b="-449"/>
                          </a:stretch>
                        </a:blipFill>
                      </a:tcPr>
                    </a:tc>
                    <a:extLst>
                      <a:ext uri="{0D108BD9-81ED-4DB2-BD59-A6C34878D82A}">
                        <a16:rowId xmlns:a16="http://schemas.microsoft.com/office/drawing/2014/main" val="2657307370"/>
                      </a:ext>
                    </a:extLst>
                  </a:tr>
                  <a:tr h="734471">
                    <a:tc>
                      <a:txBody>
                        <a:bodyPr/>
                        <a:lstStyle/>
                        <a:p>
                          <a:r>
                            <a:rPr lang="en-US" sz="1200" dirty="0">
                              <a:solidFill>
                                <a:schemeClr val="tx1"/>
                              </a:solidFill>
                            </a:rPr>
                            <a:t>2) Work out both parts separately.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39134286"/>
                      </a:ext>
                    </a:extLst>
                  </a:tr>
                  <a:tr h="970276">
                    <a:tc>
                      <a:txBody>
                        <a:bodyPr/>
                        <a:lstStyle/>
                        <a:p>
                          <a:r>
                            <a:rPr lang="en-GB" sz="1200" dirty="0">
                              <a:solidFill>
                                <a:schemeClr val="tx1"/>
                              </a:solidFill>
                            </a:rPr>
                            <a:t>3) Put back together.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24983379"/>
                      </a:ext>
                    </a:extLst>
                  </a:tr>
                </a:tbl>
              </a:graphicData>
            </a:graphic>
          </p:graphicFrame>
        </mc:Fallback>
      </mc:AlternateContent>
      <p:sp>
        <p:nvSpPr>
          <p:cNvPr id="3" name="Rectangle 2">
            <a:extLst>
              <a:ext uri="{FF2B5EF4-FFF2-40B4-BE49-F238E27FC236}">
                <a16:creationId xmlns:a16="http://schemas.microsoft.com/office/drawing/2014/main" id="{70284EE1-11E3-EF12-998B-CB486577D970}"/>
              </a:ext>
            </a:extLst>
          </p:cNvPr>
          <p:cNvSpPr/>
          <p:nvPr/>
        </p:nvSpPr>
        <p:spPr>
          <a:xfrm>
            <a:off x="75609" y="3412342"/>
            <a:ext cx="1072592" cy="431249"/>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100" dirty="0"/>
              <a:t>INDEPENDENT PRACTICE</a:t>
            </a:r>
          </a:p>
        </p:txBody>
      </p:sp>
      <p:sp>
        <p:nvSpPr>
          <p:cNvPr id="13" name="Slide Number Placeholder 12">
            <a:extLst>
              <a:ext uri="{FF2B5EF4-FFF2-40B4-BE49-F238E27FC236}">
                <a16:creationId xmlns:a16="http://schemas.microsoft.com/office/drawing/2014/main" id="{2F869955-0748-9E55-3276-DBEFAC46F34E}"/>
              </a:ext>
            </a:extLst>
          </p:cNvPr>
          <p:cNvSpPr>
            <a:spLocks noGrp="1"/>
          </p:cNvSpPr>
          <p:nvPr>
            <p:ph type="sldNum" sz="quarter" idx="12"/>
          </p:nvPr>
        </p:nvSpPr>
        <p:spPr/>
        <p:txBody>
          <a:bodyPr/>
          <a:lstStyle/>
          <a:p>
            <a:fld id="{DFE403A4-BF53-4A18-A219-2FCD9C5F3F46}" type="slidenum">
              <a:rPr lang="en-GB" smtClean="0"/>
              <a:t>84</a:t>
            </a:fld>
            <a:endParaRPr lang="en-GB"/>
          </a:p>
        </p:txBody>
      </p:sp>
    </p:spTree>
    <p:extLst>
      <p:ext uri="{BB962C8B-B14F-4D97-AF65-F5344CB8AC3E}">
        <p14:creationId xmlns:p14="http://schemas.microsoft.com/office/powerpoint/2010/main" val="246918452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Table 4">
                <a:extLst>
                  <a:ext uri="{FF2B5EF4-FFF2-40B4-BE49-F238E27FC236}">
                    <a16:creationId xmlns:a16="http://schemas.microsoft.com/office/drawing/2014/main" id="{A657E6EB-954B-37B4-76EF-2122D46E848E}"/>
                  </a:ext>
                </a:extLst>
              </p:cNvPr>
              <p:cNvGraphicFramePr>
                <a:graphicFrameLocks noGrp="1"/>
              </p:cNvGraphicFramePr>
              <p:nvPr/>
            </p:nvGraphicFramePr>
            <p:xfrm>
              <a:off x="75609" y="4155456"/>
              <a:ext cx="6728805" cy="5537184"/>
            </p:xfrm>
            <a:graphic>
              <a:graphicData uri="http://schemas.openxmlformats.org/drawingml/2006/table">
                <a:tbl>
                  <a:tblPr>
                    <a:tableStyleId>{5C22544A-7EE6-4342-B048-85BDC9FD1C3A}</a:tableStyleId>
                  </a:tblPr>
                  <a:tblGrid>
                    <a:gridCol w="2242935">
                      <a:extLst>
                        <a:ext uri="{9D8B030D-6E8A-4147-A177-3AD203B41FA5}">
                          <a16:colId xmlns:a16="http://schemas.microsoft.com/office/drawing/2014/main" val="2276465341"/>
                        </a:ext>
                      </a:extLst>
                    </a:gridCol>
                    <a:gridCol w="2242935">
                      <a:extLst>
                        <a:ext uri="{9D8B030D-6E8A-4147-A177-3AD203B41FA5}">
                          <a16:colId xmlns:a16="http://schemas.microsoft.com/office/drawing/2014/main" val="1611199635"/>
                        </a:ext>
                      </a:extLst>
                    </a:gridCol>
                    <a:gridCol w="2242935">
                      <a:extLst>
                        <a:ext uri="{9D8B030D-6E8A-4147-A177-3AD203B41FA5}">
                          <a16:colId xmlns:a16="http://schemas.microsoft.com/office/drawing/2014/main" val="232246237"/>
                        </a:ext>
                      </a:extLst>
                    </a:gridCol>
                  </a:tblGrid>
                  <a:tr h="1845728">
                    <a:tc>
                      <a:txBody>
                        <a:bodyPr/>
                        <a:lstStyle/>
                        <a:p>
                          <a:r>
                            <a:rPr lang="en-GB" sz="1200" dirty="0"/>
                            <a:t>a) </a:t>
                          </a:r>
                          <a14:m>
                            <m:oMath xmlns:m="http://schemas.openxmlformats.org/officeDocument/2006/math">
                              <m:d>
                                <m:dPr>
                                  <m:ctrlPr>
                                    <a:rPr lang="en-US" sz="1200" b="1" i="1" smtClean="0">
                                      <a:latin typeface="Cambria Math" panose="02040503050406030204" pitchFamily="18" charset="0"/>
                                    </a:rPr>
                                  </m:ctrlPr>
                                </m:dPr>
                                <m:e>
                                  <m:r>
                                    <a:rPr lang="en-US" sz="1200" b="0" i="1" smtClean="0">
                                      <a:latin typeface="Cambria Math" panose="02040503050406030204" pitchFamily="18" charset="0"/>
                                    </a:rPr>
                                    <m:t>4</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5</m:t>
                                      </m:r>
                                    </m:sup>
                                  </m:sSup>
                                </m:e>
                              </m:d>
                              <m:r>
                                <a:rPr lang="en-US" sz="1200" b="1" i="1" smtClean="0">
                                  <a:latin typeface="Cambria Math" panose="02040503050406030204" pitchFamily="18" charset="0"/>
                                  <a:ea typeface="Cambria Math" panose="02040503050406030204" pitchFamily="18" charset="0"/>
                                </a:rPr>
                                <m:t>÷</m:t>
                              </m:r>
                            </m:oMath>
                          </a14:m>
                          <a:r>
                            <a:rPr lang="en-GB" sz="1200" dirty="0"/>
                            <a:t> </a:t>
                          </a:r>
                          <a14:m>
                            <m:oMath xmlns:m="http://schemas.openxmlformats.org/officeDocument/2006/math">
                              <m:r>
                                <a:rPr lang="en-US" sz="1200" b="0" i="1" smtClean="0">
                                  <a:latin typeface="Cambria Math" panose="02040503050406030204" pitchFamily="18" charset="0"/>
                                  <a:ea typeface="Cambria Math" panose="02040503050406030204" pitchFamily="18" charset="0"/>
                                </a:rPr>
                                <m:t>(2×</m:t>
                              </m:r>
                              <m:sSup>
                                <m:sSupPr>
                                  <m:ctrlPr>
                                    <a:rPr lang="en-US" sz="1200" b="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2</m:t>
                                  </m:r>
                                </m:sup>
                              </m:sSup>
                              <m:r>
                                <a:rPr lang="en-US" sz="1200" b="0" i="1" smtClean="0">
                                  <a:latin typeface="Cambria Math" panose="02040503050406030204" pitchFamily="18" charset="0"/>
                                  <a:ea typeface="Cambria Math" panose="02040503050406030204" pitchFamily="18" charset="0"/>
                                </a:rPr>
                                <m:t>)</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b) </a:t>
                          </a:r>
                          <a14:m>
                            <m:oMath xmlns:m="http://schemas.openxmlformats.org/officeDocument/2006/math">
                              <m:d>
                                <m:dPr>
                                  <m:ctrlPr>
                                    <a:rPr lang="en-US" sz="1200" b="1" i="1" smtClean="0">
                                      <a:latin typeface="Cambria Math" panose="02040503050406030204" pitchFamily="18" charset="0"/>
                                    </a:rPr>
                                  </m:ctrlPr>
                                </m:dPr>
                                <m:e>
                                  <m:r>
                                    <a:rPr lang="en-US" sz="1200" b="0" i="1" smtClean="0">
                                      <a:latin typeface="Cambria Math" panose="02040503050406030204" pitchFamily="18" charset="0"/>
                                    </a:rPr>
                                    <m:t>6</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5</m:t>
                                      </m:r>
                                    </m:sup>
                                  </m:sSup>
                                </m:e>
                              </m:d>
                              <m:r>
                                <a:rPr lang="en-US" sz="1200" b="1" i="1" smtClean="0">
                                  <a:latin typeface="Cambria Math" panose="02040503050406030204" pitchFamily="18" charset="0"/>
                                  <a:ea typeface="Cambria Math" panose="02040503050406030204" pitchFamily="18" charset="0"/>
                                </a:rPr>
                                <m:t>÷</m:t>
                              </m:r>
                            </m:oMath>
                          </a14:m>
                          <a:r>
                            <a:rPr lang="en-GB" sz="1200" dirty="0"/>
                            <a:t> </a:t>
                          </a:r>
                          <a14:m>
                            <m:oMath xmlns:m="http://schemas.openxmlformats.org/officeDocument/2006/math">
                              <m:r>
                                <a:rPr lang="en-US" sz="1200" b="0" i="1" smtClean="0">
                                  <a:latin typeface="Cambria Math" panose="02040503050406030204" pitchFamily="18" charset="0"/>
                                  <a:ea typeface="Cambria Math" panose="02040503050406030204" pitchFamily="18" charset="0"/>
                                </a:rPr>
                                <m:t>(2×</m:t>
                              </m:r>
                              <m:sSup>
                                <m:sSupPr>
                                  <m:ctrlPr>
                                    <a:rPr lang="en-US" sz="1200" b="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2</m:t>
                                  </m:r>
                                </m:sup>
                              </m:sSup>
                              <m:r>
                                <a:rPr lang="en-US" sz="1200" b="0" i="1" smtClean="0">
                                  <a:latin typeface="Cambria Math" panose="02040503050406030204" pitchFamily="18" charset="0"/>
                                  <a:ea typeface="Cambria Math" panose="02040503050406030204" pitchFamily="18" charset="0"/>
                                </a:rPr>
                                <m:t>)</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c) </a:t>
                          </a:r>
                          <a14:m>
                            <m:oMath xmlns:m="http://schemas.openxmlformats.org/officeDocument/2006/math">
                              <m:d>
                                <m:dPr>
                                  <m:ctrlPr>
                                    <a:rPr lang="en-US" sz="1200" b="1" i="1" smtClean="0">
                                      <a:latin typeface="Cambria Math" panose="02040503050406030204" pitchFamily="18" charset="0"/>
                                    </a:rPr>
                                  </m:ctrlPr>
                                </m:dPr>
                                <m:e>
                                  <m:r>
                                    <a:rPr lang="en-US" sz="1200" b="0" i="1" smtClean="0">
                                      <a:latin typeface="Cambria Math" panose="02040503050406030204" pitchFamily="18" charset="0"/>
                                    </a:rPr>
                                    <m:t>4</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5</m:t>
                                      </m:r>
                                    </m:sup>
                                  </m:sSup>
                                </m:e>
                              </m:d>
                              <m:r>
                                <a:rPr lang="en-US" sz="1200" b="1" i="1" smtClean="0">
                                  <a:latin typeface="Cambria Math" panose="02040503050406030204" pitchFamily="18" charset="0"/>
                                  <a:ea typeface="Cambria Math" panose="02040503050406030204" pitchFamily="18" charset="0"/>
                                </a:rPr>
                                <m:t>÷</m:t>
                              </m:r>
                            </m:oMath>
                          </a14:m>
                          <a:r>
                            <a:rPr lang="en-GB" sz="1200" dirty="0"/>
                            <a:t> </a:t>
                          </a:r>
                          <a14:m>
                            <m:oMath xmlns:m="http://schemas.openxmlformats.org/officeDocument/2006/math">
                              <m:r>
                                <a:rPr lang="en-US" sz="1200" b="0" i="1" smtClean="0">
                                  <a:latin typeface="Cambria Math" panose="02040503050406030204" pitchFamily="18" charset="0"/>
                                  <a:ea typeface="Cambria Math" panose="02040503050406030204" pitchFamily="18" charset="0"/>
                                </a:rPr>
                                <m:t>(4×</m:t>
                              </m:r>
                              <m:sSup>
                                <m:sSupPr>
                                  <m:ctrlPr>
                                    <a:rPr lang="en-US" sz="1200" b="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2</m:t>
                                  </m:r>
                                </m:sup>
                              </m:sSup>
                              <m:r>
                                <a:rPr lang="en-US" sz="1200" b="0" i="1" smtClean="0">
                                  <a:latin typeface="Cambria Math" panose="02040503050406030204" pitchFamily="18" charset="0"/>
                                  <a:ea typeface="Cambria Math" panose="02040503050406030204" pitchFamily="18" charset="0"/>
                                </a:rPr>
                                <m:t>)</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51001232"/>
                      </a:ext>
                    </a:extLst>
                  </a:tr>
                  <a:tr h="1845728">
                    <a:tc>
                      <a:txBody>
                        <a:bodyPr/>
                        <a:lstStyle/>
                        <a:p>
                          <a:r>
                            <a:rPr lang="en-GB" sz="1200" dirty="0"/>
                            <a:t>d) </a:t>
                          </a:r>
                          <a14:m>
                            <m:oMath xmlns:m="http://schemas.openxmlformats.org/officeDocument/2006/math">
                              <m:d>
                                <m:dPr>
                                  <m:ctrlPr>
                                    <a:rPr lang="en-US" sz="1200" b="1" i="1" smtClean="0">
                                      <a:latin typeface="Cambria Math" panose="02040503050406030204" pitchFamily="18" charset="0"/>
                                    </a:rPr>
                                  </m:ctrlPr>
                                </m:dPr>
                                <m:e>
                                  <m:r>
                                    <a:rPr lang="en-US" sz="1200" b="0" i="1" smtClean="0">
                                      <a:latin typeface="Cambria Math" panose="02040503050406030204" pitchFamily="18" charset="0"/>
                                    </a:rPr>
                                    <m:t>6</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3</m:t>
                                      </m:r>
                                    </m:sup>
                                  </m:sSup>
                                </m:e>
                              </m:d>
                              <m:r>
                                <a:rPr lang="en-US" sz="1200" b="1" i="1" smtClean="0">
                                  <a:latin typeface="Cambria Math" panose="02040503050406030204" pitchFamily="18" charset="0"/>
                                  <a:ea typeface="Cambria Math" panose="02040503050406030204" pitchFamily="18" charset="0"/>
                                </a:rPr>
                                <m:t>÷</m:t>
                              </m:r>
                            </m:oMath>
                          </a14:m>
                          <a:r>
                            <a:rPr lang="en-GB" sz="1200" dirty="0"/>
                            <a:t> </a:t>
                          </a:r>
                          <a14:m>
                            <m:oMath xmlns:m="http://schemas.openxmlformats.org/officeDocument/2006/math">
                              <m:r>
                                <a:rPr lang="en-US" sz="1200" b="0" i="1" smtClean="0">
                                  <a:latin typeface="Cambria Math" panose="02040503050406030204" pitchFamily="18" charset="0"/>
                                  <a:ea typeface="Cambria Math" panose="02040503050406030204" pitchFamily="18" charset="0"/>
                                </a:rPr>
                                <m:t>(3×</m:t>
                              </m:r>
                              <m:sSup>
                                <m:sSupPr>
                                  <m:ctrlPr>
                                    <a:rPr lang="en-US" sz="1200" b="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2</m:t>
                                  </m:r>
                                </m:sup>
                              </m:sSup>
                              <m:r>
                                <a:rPr lang="en-US" sz="1200" b="0" i="1" smtClean="0">
                                  <a:latin typeface="Cambria Math" panose="02040503050406030204" pitchFamily="18" charset="0"/>
                                  <a:ea typeface="Cambria Math" panose="02040503050406030204" pitchFamily="18" charset="0"/>
                                </a:rPr>
                                <m:t>)</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e) </a:t>
                          </a:r>
                          <a14:m>
                            <m:oMath xmlns:m="http://schemas.openxmlformats.org/officeDocument/2006/math">
                              <m:d>
                                <m:dPr>
                                  <m:ctrlPr>
                                    <a:rPr lang="en-US" sz="1200" b="1" i="1" smtClean="0">
                                      <a:latin typeface="Cambria Math" panose="02040503050406030204" pitchFamily="18" charset="0"/>
                                    </a:rPr>
                                  </m:ctrlPr>
                                </m:dPr>
                                <m:e>
                                  <m:r>
                                    <a:rPr lang="en-US" sz="1200" b="0" i="1" smtClean="0">
                                      <a:latin typeface="Cambria Math" panose="02040503050406030204" pitchFamily="18" charset="0"/>
                                    </a:rPr>
                                    <m:t>9</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4</m:t>
                                      </m:r>
                                    </m:sup>
                                  </m:sSup>
                                </m:e>
                              </m:d>
                              <m:r>
                                <a:rPr lang="en-US" sz="1200" b="1" i="1" smtClean="0">
                                  <a:latin typeface="Cambria Math" panose="02040503050406030204" pitchFamily="18" charset="0"/>
                                  <a:ea typeface="Cambria Math" panose="02040503050406030204" pitchFamily="18" charset="0"/>
                                </a:rPr>
                                <m:t>÷</m:t>
                              </m:r>
                            </m:oMath>
                          </a14:m>
                          <a:r>
                            <a:rPr lang="en-GB" sz="1200" dirty="0"/>
                            <a:t> </a:t>
                          </a:r>
                          <a14:m>
                            <m:oMath xmlns:m="http://schemas.openxmlformats.org/officeDocument/2006/math">
                              <m:r>
                                <a:rPr lang="en-US" sz="1200" b="0" i="1" smtClean="0">
                                  <a:latin typeface="Cambria Math" panose="02040503050406030204" pitchFamily="18" charset="0"/>
                                  <a:ea typeface="Cambria Math" panose="02040503050406030204" pitchFamily="18" charset="0"/>
                                </a:rPr>
                                <m:t>(3×</m:t>
                              </m:r>
                              <m:sSup>
                                <m:sSupPr>
                                  <m:ctrlPr>
                                    <a:rPr lang="en-US" sz="1200" b="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2</m:t>
                                  </m:r>
                                </m:sup>
                              </m:sSup>
                              <m:r>
                                <a:rPr lang="en-US" sz="1200" b="0" i="1" smtClean="0">
                                  <a:latin typeface="Cambria Math" panose="02040503050406030204" pitchFamily="18" charset="0"/>
                                  <a:ea typeface="Cambria Math" panose="02040503050406030204" pitchFamily="18" charset="0"/>
                                </a:rPr>
                                <m:t>)</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f) </a:t>
                          </a:r>
                          <a14:m>
                            <m:oMath xmlns:m="http://schemas.openxmlformats.org/officeDocument/2006/math">
                              <m:d>
                                <m:dPr>
                                  <m:ctrlPr>
                                    <a:rPr lang="en-US" sz="1200" b="1" i="1" smtClean="0">
                                      <a:latin typeface="Cambria Math" panose="02040503050406030204" pitchFamily="18" charset="0"/>
                                    </a:rPr>
                                  </m:ctrlPr>
                                </m:dPr>
                                <m:e>
                                  <m:r>
                                    <a:rPr lang="en-US" sz="1200" b="0" i="1" smtClean="0">
                                      <a:latin typeface="Cambria Math" panose="02040503050406030204" pitchFamily="18" charset="0"/>
                                    </a:rPr>
                                    <m:t>8</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7</m:t>
                                      </m:r>
                                    </m:sup>
                                  </m:sSup>
                                </m:e>
                              </m:d>
                              <m:r>
                                <a:rPr lang="en-US" sz="1200" b="1" i="1" smtClean="0">
                                  <a:latin typeface="Cambria Math" panose="02040503050406030204" pitchFamily="18" charset="0"/>
                                  <a:ea typeface="Cambria Math" panose="02040503050406030204" pitchFamily="18" charset="0"/>
                                </a:rPr>
                                <m:t>÷</m:t>
                              </m:r>
                            </m:oMath>
                          </a14:m>
                          <a:r>
                            <a:rPr lang="en-GB" sz="1200" dirty="0"/>
                            <a:t> </a:t>
                          </a:r>
                          <a14:m>
                            <m:oMath xmlns:m="http://schemas.openxmlformats.org/officeDocument/2006/math">
                              <m:r>
                                <a:rPr lang="en-US" sz="1200" b="0" i="1" smtClean="0">
                                  <a:latin typeface="Cambria Math" panose="02040503050406030204" pitchFamily="18" charset="0"/>
                                  <a:ea typeface="Cambria Math" panose="02040503050406030204" pitchFamily="18" charset="0"/>
                                </a:rPr>
                                <m:t>(4×</m:t>
                              </m:r>
                              <m:sSup>
                                <m:sSupPr>
                                  <m:ctrlPr>
                                    <a:rPr lang="en-US" sz="1200" b="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3</m:t>
                                  </m:r>
                                </m:sup>
                              </m:sSup>
                              <m:r>
                                <a:rPr lang="en-US" sz="1200" b="0" i="1" smtClean="0">
                                  <a:latin typeface="Cambria Math" panose="02040503050406030204" pitchFamily="18" charset="0"/>
                                  <a:ea typeface="Cambria Math" panose="02040503050406030204" pitchFamily="18" charset="0"/>
                                </a:rPr>
                                <m:t>)</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3788269"/>
                      </a:ext>
                    </a:extLst>
                  </a:tr>
                  <a:tr h="1845728">
                    <a:tc>
                      <a:txBody>
                        <a:bodyPr/>
                        <a:lstStyle/>
                        <a:p>
                          <a:r>
                            <a:rPr lang="en-GB" sz="1200" dirty="0"/>
                            <a:t>g) </a:t>
                          </a:r>
                          <a14:m>
                            <m:oMath xmlns:m="http://schemas.openxmlformats.org/officeDocument/2006/math">
                              <m:d>
                                <m:dPr>
                                  <m:ctrlPr>
                                    <a:rPr lang="en-US" sz="1200" b="1" i="1" smtClean="0">
                                      <a:latin typeface="Cambria Math" panose="02040503050406030204" pitchFamily="18" charset="0"/>
                                    </a:rPr>
                                  </m:ctrlPr>
                                </m:dPr>
                                <m:e>
                                  <m:r>
                                    <a:rPr lang="en-US" sz="1200" b="0" i="1" smtClean="0">
                                      <a:latin typeface="Cambria Math" panose="02040503050406030204" pitchFamily="18" charset="0"/>
                                    </a:rPr>
                                    <m:t>2</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3</m:t>
                                      </m:r>
                                    </m:sup>
                                  </m:sSup>
                                </m:e>
                              </m:d>
                              <m:r>
                                <a:rPr lang="en-US" sz="1200" b="1" i="1" smtClean="0">
                                  <a:latin typeface="Cambria Math" panose="02040503050406030204" pitchFamily="18" charset="0"/>
                                  <a:ea typeface="Cambria Math" panose="02040503050406030204" pitchFamily="18" charset="0"/>
                                </a:rPr>
                                <m:t>÷</m:t>
                              </m:r>
                            </m:oMath>
                          </a14:m>
                          <a:r>
                            <a:rPr lang="en-GB" sz="1200" dirty="0"/>
                            <a:t> </a:t>
                          </a:r>
                          <a14:m>
                            <m:oMath xmlns:m="http://schemas.openxmlformats.org/officeDocument/2006/math">
                              <m:r>
                                <a:rPr lang="en-US" sz="1200" b="0" i="1" smtClean="0">
                                  <a:latin typeface="Cambria Math" panose="02040503050406030204" pitchFamily="18" charset="0"/>
                                  <a:ea typeface="Cambria Math" panose="02040503050406030204" pitchFamily="18" charset="0"/>
                                </a:rPr>
                                <m:t>(</m:t>
                              </m:r>
                              <m:r>
                                <a:rPr lang="en-GB" sz="1200" b="0" i="1" smtClean="0">
                                  <a:latin typeface="Cambria Math" panose="02040503050406030204" pitchFamily="18" charset="0"/>
                                  <a:ea typeface="Cambria Math" panose="02040503050406030204" pitchFamily="18" charset="0"/>
                                </a:rPr>
                                <m:t>4</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4</m:t>
                                  </m:r>
                                </m:sup>
                              </m:sSup>
                              <m:r>
                                <a:rPr lang="en-US" sz="1200" b="0" i="1" smtClean="0">
                                  <a:latin typeface="Cambria Math" panose="02040503050406030204" pitchFamily="18" charset="0"/>
                                  <a:ea typeface="Cambria Math" panose="02040503050406030204" pitchFamily="18" charset="0"/>
                                </a:rPr>
                                <m:t>)</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h) </a:t>
                          </a:r>
                          <a14:m>
                            <m:oMath xmlns:m="http://schemas.openxmlformats.org/officeDocument/2006/math">
                              <m:d>
                                <m:dPr>
                                  <m:ctrlPr>
                                    <a:rPr lang="en-US" sz="1200" b="1" i="1" smtClean="0">
                                      <a:latin typeface="Cambria Math" panose="02040503050406030204" pitchFamily="18" charset="0"/>
                                    </a:rPr>
                                  </m:ctrlPr>
                                </m:dPr>
                                <m:e>
                                  <m:r>
                                    <a:rPr lang="en-US" sz="1200" b="0" i="1" smtClean="0">
                                      <a:latin typeface="Cambria Math" panose="02040503050406030204" pitchFamily="18" charset="0"/>
                                    </a:rPr>
                                    <m:t>3</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2</m:t>
                                      </m:r>
                                    </m:sup>
                                  </m:sSup>
                                </m:e>
                              </m:d>
                              <m:r>
                                <a:rPr lang="en-US" sz="1200" b="1" i="1" smtClean="0">
                                  <a:latin typeface="Cambria Math" panose="02040503050406030204" pitchFamily="18" charset="0"/>
                                  <a:ea typeface="Cambria Math" panose="02040503050406030204" pitchFamily="18" charset="0"/>
                                </a:rPr>
                                <m:t>÷</m:t>
                              </m:r>
                            </m:oMath>
                          </a14:m>
                          <a:r>
                            <a:rPr lang="en-GB" sz="1200" dirty="0"/>
                            <a:t> </a:t>
                          </a:r>
                          <a14:m>
                            <m:oMath xmlns:m="http://schemas.openxmlformats.org/officeDocument/2006/math">
                              <m:r>
                                <a:rPr lang="en-US" sz="1200" b="0" i="1" smtClean="0">
                                  <a:latin typeface="Cambria Math" panose="02040503050406030204" pitchFamily="18" charset="0"/>
                                  <a:ea typeface="Cambria Math" panose="02040503050406030204" pitchFamily="18" charset="0"/>
                                </a:rPr>
                                <m:t>(6×</m:t>
                              </m:r>
                              <m:sSup>
                                <m:sSupPr>
                                  <m:ctrlPr>
                                    <a:rPr lang="en-US" sz="1200" b="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4</m:t>
                                  </m:r>
                                </m:sup>
                              </m:sSup>
                              <m:r>
                                <a:rPr lang="en-US" sz="1200" b="0" i="1" smtClean="0">
                                  <a:latin typeface="Cambria Math" panose="02040503050406030204" pitchFamily="18" charset="0"/>
                                  <a:ea typeface="Cambria Math" panose="02040503050406030204" pitchFamily="18" charset="0"/>
                                </a:rPr>
                                <m:t>)</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i) </a:t>
                          </a:r>
                          <a14:m>
                            <m:oMath xmlns:m="http://schemas.openxmlformats.org/officeDocument/2006/math">
                              <m:d>
                                <m:dPr>
                                  <m:ctrlPr>
                                    <a:rPr lang="en-US" sz="1200" b="1" i="1" smtClean="0">
                                      <a:latin typeface="Cambria Math" panose="02040503050406030204" pitchFamily="18" charset="0"/>
                                    </a:rPr>
                                  </m:ctrlPr>
                                </m:dPr>
                                <m:e>
                                  <m:r>
                                    <a:rPr lang="en-GB" sz="1200" b="0" i="1" smtClean="0">
                                      <a:latin typeface="Cambria Math" panose="02040503050406030204" pitchFamily="18" charset="0"/>
                                    </a:rPr>
                                    <m:t>2</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2</m:t>
                                      </m:r>
                                    </m:sup>
                                  </m:sSup>
                                </m:e>
                              </m:d>
                              <m:r>
                                <a:rPr lang="en-US" sz="1200" b="1" i="1" smtClean="0">
                                  <a:latin typeface="Cambria Math" panose="02040503050406030204" pitchFamily="18" charset="0"/>
                                  <a:ea typeface="Cambria Math" panose="02040503050406030204" pitchFamily="18" charset="0"/>
                                </a:rPr>
                                <m:t>÷</m:t>
                              </m:r>
                            </m:oMath>
                          </a14:m>
                          <a:r>
                            <a:rPr lang="en-GB" sz="1200" dirty="0"/>
                            <a:t> </a:t>
                          </a:r>
                          <a14:m>
                            <m:oMath xmlns:m="http://schemas.openxmlformats.org/officeDocument/2006/math">
                              <m:r>
                                <a:rPr lang="en-US" sz="1200" b="0" i="1" smtClean="0">
                                  <a:latin typeface="Cambria Math" panose="02040503050406030204" pitchFamily="18" charset="0"/>
                                  <a:ea typeface="Cambria Math" panose="02040503050406030204" pitchFamily="18" charset="0"/>
                                </a:rPr>
                                <m:t>(</m:t>
                              </m:r>
                              <m:r>
                                <a:rPr lang="en-GB" sz="1200" b="0" i="1" smtClean="0">
                                  <a:latin typeface="Cambria Math" panose="02040503050406030204" pitchFamily="18" charset="0"/>
                                  <a:ea typeface="Cambria Math" panose="02040503050406030204" pitchFamily="18" charset="0"/>
                                </a:rPr>
                                <m:t>8</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5</m:t>
                                  </m:r>
                                </m:sup>
                              </m:sSup>
                            </m:oMath>
                          </a14:m>
                          <a:r>
                            <a:rPr lang="en-GB"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95764158"/>
                      </a:ext>
                    </a:extLst>
                  </a:tr>
                </a:tbl>
              </a:graphicData>
            </a:graphic>
          </p:graphicFrame>
        </mc:Choice>
        <mc:Fallback xmlns="">
          <p:graphicFrame>
            <p:nvGraphicFramePr>
              <p:cNvPr id="4" name="Table 4">
                <a:extLst>
                  <a:ext uri="{FF2B5EF4-FFF2-40B4-BE49-F238E27FC236}">
                    <a16:creationId xmlns:a16="http://schemas.microsoft.com/office/drawing/2014/main" id="{A657E6EB-954B-37B4-76EF-2122D46E848E}"/>
                  </a:ext>
                </a:extLst>
              </p:cNvPr>
              <p:cNvGraphicFramePr>
                <a:graphicFrameLocks noGrp="1"/>
              </p:cNvGraphicFramePr>
              <p:nvPr>
                <p:extLst>
                  <p:ext uri="{D42A27DB-BD31-4B8C-83A1-F6EECF244321}">
                    <p14:modId xmlns:p14="http://schemas.microsoft.com/office/powerpoint/2010/main" val="3160493426"/>
                  </p:ext>
                </p:extLst>
              </p:nvPr>
            </p:nvGraphicFramePr>
            <p:xfrm>
              <a:off x="75609" y="4155456"/>
              <a:ext cx="6728805" cy="5537184"/>
            </p:xfrm>
            <a:graphic>
              <a:graphicData uri="http://schemas.openxmlformats.org/drawingml/2006/table">
                <a:tbl>
                  <a:tblPr>
                    <a:tableStyleId>{5C22544A-7EE6-4342-B048-85BDC9FD1C3A}</a:tableStyleId>
                  </a:tblPr>
                  <a:tblGrid>
                    <a:gridCol w="2242935">
                      <a:extLst>
                        <a:ext uri="{9D8B030D-6E8A-4147-A177-3AD203B41FA5}">
                          <a16:colId xmlns:a16="http://schemas.microsoft.com/office/drawing/2014/main" val="2276465341"/>
                        </a:ext>
                      </a:extLst>
                    </a:gridCol>
                    <a:gridCol w="2242935">
                      <a:extLst>
                        <a:ext uri="{9D8B030D-6E8A-4147-A177-3AD203B41FA5}">
                          <a16:colId xmlns:a16="http://schemas.microsoft.com/office/drawing/2014/main" val="1611199635"/>
                        </a:ext>
                      </a:extLst>
                    </a:gridCol>
                    <a:gridCol w="2242935">
                      <a:extLst>
                        <a:ext uri="{9D8B030D-6E8A-4147-A177-3AD203B41FA5}">
                          <a16:colId xmlns:a16="http://schemas.microsoft.com/office/drawing/2014/main" val="232246237"/>
                        </a:ext>
                      </a:extLst>
                    </a:gridCol>
                  </a:tblGrid>
                  <a:tr h="1845728">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72" t="-330" r="-200815" b="-20099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000" t="-330" r="-100271" b="-20099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543" t="-330" r="-543" b="-200990"/>
                          </a:stretch>
                        </a:blipFill>
                      </a:tcPr>
                    </a:tc>
                    <a:extLst>
                      <a:ext uri="{0D108BD9-81ED-4DB2-BD59-A6C34878D82A}">
                        <a16:rowId xmlns:a16="http://schemas.microsoft.com/office/drawing/2014/main" val="3551001232"/>
                      </a:ext>
                    </a:extLst>
                  </a:tr>
                  <a:tr h="1845728">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72" t="-100330" r="-200815" b="-10099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000" t="-100330" r="-100271" b="-10099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543" t="-100330" r="-543" b="-100990"/>
                          </a:stretch>
                        </a:blipFill>
                      </a:tcPr>
                    </a:tc>
                    <a:extLst>
                      <a:ext uri="{0D108BD9-81ED-4DB2-BD59-A6C34878D82A}">
                        <a16:rowId xmlns:a16="http://schemas.microsoft.com/office/drawing/2014/main" val="193788269"/>
                      </a:ext>
                    </a:extLst>
                  </a:tr>
                  <a:tr h="1845728">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72" t="-200330" r="-200815" b="-99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000" t="-200330" r="-100271" b="-99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543" t="-200330" r="-543" b="-990"/>
                          </a:stretch>
                        </a:blipFill>
                      </a:tcPr>
                    </a:tc>
                    <a:extLst>
                      <a:ext uri="{0D108BD9-81ED-4DB2-BD59-A6C34878D82A}">
                        <a16:rowId xmlns:a16="http://schemas.microsoft.com/office/drawing/2014/main" val="3995764158"/>
                      </a:ext>
                    </a:extLst>
                  </a:tr>
                </a:tbl>
              </a:graphicData>
            </a:graphic>
          </p:graphicFrame>
        </mc:Fallback>
      </mc:AlternateContent>
      <mc:AlternateContent xmlns:mc="http://schemas.openxmlformats.org/markup-compatibility/2006" xmlns:a14="http://schemas.microsoft.com/office/drawing/2010/main">
        <mc:Choice Requires="a14">
          <p:sp>
            <p:nvSpPr>
              <p:cNvPr id="90" name="Rectangle 89"/>
              <p:cNvSpPr/>
              <p:nvPr/>
            </p:nvSpPr>
            <p:spPr>
              <a:xfrm>
                <a:off x="1422603" y="298275"/>
                <a:ext cx="3429000" cy="276999"/>
              </a:xfrm>
              <a:prstGeom prst="rect">
                <a:avLst/>
              </a:prstGeom>
            </p:spPr>
            <p:txBody>
              <a:bodyPr>
                <a:spAutoFit/>
              </a:bodyPr>
              <a:lstStyle/>
              <a:p>
                <a:r>
                  <a:rPr lang="en-US" sz="1200" dirty="0">
                    <a:solidFill>
                      <a:schemeClr val="bg1"/>
                    </a:solidFill>
                  </a:rPr>
                  <a:t>Calculate </a:t>
                </a:r>
                <a14:m>
                  <m:oMath xmlns:m="http://schemas.openxmlformats.org/officeDocument/2006/math">
                    <m:d>
                      <m:dPr>
                        <m:ctrlPr>
                          <a:rPr lang="en-US" sz="1200" i="1">
                            <a:solidFill>
                              <a:schemeClr val="bg1"/>
                            </a:solidFill>
                            <a:latin typeface="Cambria Math" panose="02040503050406030204" pitchFamily="18" charset="0"/>
                          </a:rPr>
                        </m:ctrlPr>
                      </m:dPr>
                      <m:e>
                        <m:r>
                          <a:rPr lang="en-US" sz="1200" i="1">
                            <a:solidFill>
                              <a:schemeClr val="bg1"/>
                            </a:solidFill>
                            <a:latin typeface="Cambria Math" panose="02040503050406030204" pitchFamily="18" charset="0"/>
                          </a:rPr>
                          <m:t>2.4×</m:t>
                        </m:r>
                        <m:sSup>
                          <m:sSupPr>
                            <m:ctrlPr>
                              <a:rPr lang="en-US" sz="1200" i="1">
                                <a:solidFill>
                                  <a:schemeClr val="bg1"/>
                                </a:solidFill>
                                <a:latin typeface="Cambria Math" panose="02040503050406030204" pitchFamily="18" charset="0"/>
                              </a:rPr>
                            </m:ctrlPr>
                          </m:sSupPr>
                          <m:e>
                            <m:r>
                              <a:rPr lang="en-US" sz="1200" i="1">
                                <a:solidFill>
                                  <a:schemeClr val="bg1"/>
                                </a:solidFill>
                                <a:latin typeface="Cambria Math" panose="02040503050406030204" pitchFamily="18" charset="0"/>
                              </a:rPr>
                              <m:t>10</m:t>
                            </m:r>
                          </m:e>
                          <m:sup>
                            <m:r>
                              <a:rPr lang="en-US" sz="1200" i="1">
                                <a:solidFill>
                                  <a:schemeClr val="bg1"/>
                                </a:solidFill>
                                <a:latin typeface="Cambria Math" panose="02040503050406030204" pitchFamily="18" charset="0"/>
                              </a:rPr>
                              <m:t>4</m:t>
                            </m:r>
                          </m:sup>
                        </m:sSup>
                      </m:e>
                    </m:d>
                    <m:r>
                      <a:rPr lang="en-US" sz="1200" i="1">
                        <a:solidFill>
                          <a:schemeClr val="bg1"/>
                        </a:solidFill>
                        <a:latin typeface="Cambria Math" panose="02040503050406030204" pitchFamily="18" charset="0"/>
                      </a:rPr>
                      <m:t>+(1.6×</m:t>
                    </m:r>
                    <m:sSup>
                      <m:sSupPr>
                        <m:ctrlPr>
                          <a:rPr lang="en-US" sz="1200" i="1">
                            <a:solidFill>
                              <a:schemeClr val="bg1"/>
                            </a:solidFill>
                            <a:latin typeface="Cambria Math" panose="02040503050406030204" pitchFamily="18" charset="0"/>
                          </a:rPr>
                        </m:ctrlPr>
                      </m:sSupPr>
                      <m:e>
                        <m:r>
                          <a:rPr lang="en-US" sz="1200" i="1">
                            <a:solidFill>
                              <a:schemeClr val="bg1"/>
                            </a:solidFill>
                            <a:latin typeface="Cambria Math" panose="02040503050406030204" pitchFamily="18" charset="0"/>
                          </a:rPr>
                          <m:t>10</m:t>
                        </m:r>
                      </m:e>
                      <m:sup>
                        <m:r>
                          <a:rPr lang="en-US" sz="1200" i="1">
                            <a:solidFill>
                              <a:schemeClr val="bg1"/>
                            </a:solidFill>
                            <a:latin typeface="Cambria Math" panose="02040503050406030204" pitchFamily="18" charset="0"/>
                          </a:rPr>
                          <m:t>2</m:t>
                        </m:r>
                      </m:sup>
                    </m:sSup>
                    <m:r>
                      <a:rPr lang="en-US" sz="1200" i="1">
                        <a:solidFill>
                          <a:schemeClr val="bg1"/>
                        </a:solidFill>
                        <a:latin typeface="Cambria Math" panose="02040503050406030204" pitchFamily="18" charset="0"/>
                      </a:rPr>
                      <m:t>)</m:t>
                    </m:r>
                  </m:oMath>
                </a14:m>
                <a:endParaRPr lang="en-GB" sz="1200" dirty="0">
                  <a:solidFill>
                    <a:schemeClr val="bg1"/>
                  </a:solidFill>
                </a:endParaRPr>
              </a:p>
            </p:txBody>
          </p:sp>
        </mc:Choice>
        <mc:Fallback xmlns="">
          <p:sp>
            <p:nvSpPr>
              <p:cNvPr id="90" name="Rectangle 89"/>
              <p:cNvSpPr>
                <a:spLocks noRot="1" noChangeAspect="1" noMove="1" noResize="1" noEditPoints="1" noAdjustHandles="1" noChangeArrowheads="1" noChangeShapeType="1" noTextEdit="1"/>
              </p:cNvSpPr>
              <p:nvPr/>
            </p:nvSpPr>
            <p:spPr>
              <a:xfrm>
                <a:off x="1422603" y="298275"/>
                <a:ext cx="3429000" cy="276999"/>
              </a:xfrm>
              <a:prstGeom prst="rect">
                <a:avLst/>
              </a:prstGeom>
              <a:blipFill>
                <a:blip r:embed="rId3"/>
                <a:stretch>
                  <a:fillRect b="-20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graphicFrame>
            <p:nvGraphicFramePr>
              <p:cNvPr id="8" name="Table 7"/>
              <p:cNvGraphicFramePr>
                <a:graphicFrameLocks noGrp="1"/>
              </p:cNvGraphicFramePr>
              <p:nvPr/>
            </p:nvGraphicFramePr>
            <p:xfrm>
              <a:off x="102680" y="385777"/>
              <a:ext cx="6701735" cy="3226738"/>
            </p:xfrm>
            <a:graphic>
              <a:graphicData uri="http://schemas.openxmlformats.org/drawingml/2006/table">
                <a:tbl>
                  <a:tblPr firstRow="1" bandRow="1">
                    <a:tableStyleId>{5C22544A-7EE6-4342-B048-85BDC9FD1C3A}</a:tableStyleId>
                  </a:tblPr>
                  <a:tblGrid>
                    <a:gridCol w="1156277">
                      <a:extLst>
                        <a:ext uri="{9D8B030D-6E8A-4147-A177-3AD203B41FA5}">
                          <a16:colId xmlns:a16="http://schemas.microsoft.com/office/drawing/2014/main" val="2581865204"/>
                        </a:ext>
                      </a:extLst>
                    </a:gridCol>
                    <a:gridCol w="1848486">
                      <a:extLst>
                        <a:ext uri="{9D8B030D-6E8A-4147-A177-3AD203B41FA5}">
                          <a16:colId xmlns:a16="http://schemas.microsoft.com/office/drawing/2014/main" val="752551682"/>
                        </a:ext>
                      </a:extLst>
                    </a:gridCol>
                    <a:gridCol w="1848486">
                      <a:extLst>
                        <a:ext uri="{9D8B030D-6E8A-4147-A177-3AD203B41FA5}">
                          <a16:colId xmlns:a16="http://schemas.microsoft.com/office/drawing/2014/main" val="2867986263"/>
                        </a:ext>
                      </a:extLst>
                    </a:gridCol>
                    <a:gridCol w="1848486">
                      <a:extLst>
                        <a:ext uri="{9D8B030D-6E8A-4147-A177-3AD203B41FA5}">
                          <a16:colId xmlns:a16="http://schemas.microsoft.com/office/drawing/2014/main" val="4164757680"/>
                        </a:ext>
                      </a:extLst>
                    </a:gridCol>
                  </a:tblGrid>
                  <a:tr h="309547">
                    <a:tc>
                      <a:txBody>
                        <a:bodyPr/>
                        <a:lstStyle/>
                        <a:p>
                          <a:pPr algn="ctr"/>
                          <a:r>
                            <a:rPr lang="en-US" sz="1200" b="1" dirty="0">
                              <a:solidFill>
                                <a:schemeClr val="tx1"/>
                              </a:solidFill>
                            </a:rPr>
                            <a:t>Steps</a:t>
                          </a:r>
                          <a:endParaRPr lang="en-GB" sz="12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100" b="1" dirty="0">
                              <a:solidFill>
                                <a:schemeClr val="tx1"/>
                              </a:solidFill>
                            </a:rPr>
                            <a:t> Calculate the following, leave your answer in standard form.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GB"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GB"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11226856"/>
                      </a:ext>
                    </a:extLst>
                  </a:tr>
                  <a:tr h="905511">
                    <a:tc>
                      <a:txBody>
                        <a:bodyPr/>
                        <a:lstStyle/>
                        <a:p>
                          <a:r>
                            <a:rPr lang="en-GB" sz="1200" dirty="0">
                              <a:solidFill>
                                <a:schemeClr val="tx1"/>
                              </a:solidFill>
                            </a:rPr>
                            <a:t>1) Use the associative law to regroup the calculation.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a14:m>
                            <m:oMathPara xmlns:m="http://schemas.openxmlformats.org/officeDocument/2006/math">
                              <m:oMathParaPr>
                                <m:jc m:val="centerGroup"/>
                              </m:oMathParaPr>
                              <m:oMath xmlns:m="http://schemas.openxmlformats.org/officeDocument/2006/math">
                                <m:d>
                                  <m:dPr>
                                    <m:ctrlPr>
                                      <a:rPr lang="en-US" sz="1200" b="0" i="1" baseline="0" smtClean="0">
                                        <a:solidFill>
                                          <a:schemeClr val="tx1"/>
                                        </a:solidFill>
                                        <a:latin typeface="Cambria Math" panose="02040503050406030204" pitchFamily="18" charset="0"/>
                                      </a:rPr>
                                    </m:ctrlPr>
                                  </m:dPr>
                                  <m:e>
                                    <m:r>
                                      <a:rPr lang="en-US" sz="1200" b="0" i="1" baseline="0" smtClean="0">
                                        <a:solidFill>
                                          <a:schemeClr val="tx1"/>
                                        </a:solidFill>
                                        <a:latin typeface="Cambria Math" panose="02040503050406030204" pitchFamily="18" charset="0"/>
                                      </a:rPr>
                                      <m:t>8</m:t>
                                    </m:r>
                                    <m:r>
                                      <a:rPr lang="en-US" sz="1200" b="0" i="1" baseline="0" smtClean="0">
                                        <a:solidFill>
                                          <a:schemeClr val="tx1"/>
                                        </a:solidFill>
                                        <a:latin typeface="Cambria Math" panose="02040503050406030204" pitchFamily="18" charset="0"/>
                                        <a:ea typeface="Cambria Math" panose="02040503050406030204" pitchFamily="18" charset="0"/>
                                      </a:rPr>
                                      <m:t>×</m:t>
                                    </m:r>
                                    <m:sSup>
                                      <m:sSupPr>
                                        <m:ctrlPr>
                                          <a:rPr lang="en-US" sz="1200" b="0" i="1" baseline="0" smtClean="0">
                                            <a:solidFill>
                                              <a:schemeClr val="tx1"/>
                                            </a:solidFill>
                                            <a:latin typeface="Cambria Math" panose="02040503050406030204" pitchFamily="18" charset="0"/>
                                            <a:ea typeface="Cambria Math" panose="02040503050406030204" pitchFamily="18" charset="0"/>
                                          </a:rPr>
                                        </m:ctrlPr>
                                      </m:sSupPr>
                                      <m:e>
                                        <m:r>
                                          <a:rPr lang="en-US" sz="1200" b="0" i="1" baseline="0" smtClean="0">
                                            <a:solidFill>
                                              <a:schemeClr val="tx1"/>
                                            </a:solidFill>
                                            <a:latin typeface="Cambria Math" panose="02040503050406030204" pitchFamily="18" charset="0"/>
                                            <a:ea typeface="Cambria Math" panose="02040503050406030204" pitchFamily="18" charset="0"/>
                                          </a:rPr>
                                          <m:t>10</m:t>
                                        </m:r>
                                      </m:e>
                                      <m:sup>
                                        <m:r>
                                          <a:rPr lang="en-US" sz="1200" b="0" i="1" baseline="0" smtClean="0">
                                            <a:solidFill>
                                              <a:schemeClr val="tx1"/>
                                            </a:solidFill>
                                            <a:latin typeface="Cambria Math" panose="02040503050406030204" pitchFamily="18" charset="0"/>
                                            <a:ea typeface="Cambria Math" panose="02040503050406030204" pitchFamily="18" charset="0"/>
                                          </a:rPr>
                                          <m:t>8</m:t>
                                        </m:r>
                                      </m:sup>
                                    </m:sSup>
                                  </m:e>
                                </m:d>
                                <m:r>
                                  <a:rPr lang="en-US" sz="1200" b="0" i="1" baseline="0" smtClean="0">
                                    <a:solidFill>
                                      <a:schemeClr val="tx1"/>
                                    </a:solidFill>
                                    <a:latin typeface="Cambria Math" panose="02040503050406030204" pitchFamily="18" charset="0"/>
                                    <a:ea typeface="Cambria Math" panose="02040503050406030204" pitchFamily="18" charset="0"/>
                                  </a:rPr>
                                  <m:t>÷</m:t>
                                </m:r>
                                <m:d>
                                  <m:dPr>
                                    <m:ctrlPr>
                                      <a:rPr lang="en-US" sz="1200" b="0" i="1" baseline="0" smtClean="0">
                                        <a:solidFill>
                                          <a:schemeClr val="tx1"/>
                                        </a:solidFill>
                                        <a:latin typeface="Cambria Math" panose="02040503050406030204" pitchFamily="18" charset="0"/>
                                        <a:ea typeface="Cambria Math" panose="02040503050406030204" pitchFamily="18" charset="0"/>
                                      </a:rPr>
                                    </m:ctrlPr>
                                  </m:dPr>
                                  <m:e>
                                    <m:r>
                                      <a:rPr lang="en-GB" sz="1200" b="0" i="1" baseline="0" smtClean="0">
                                        <a:solidFill>
                                          <a:schemeClr val="tx1"/>
                                        </a:solidFill>
                                        <a:latin typeface="Cambria Math" panose="02040503050406030204" pitchFamily="18" charset="0"/>
                                        <a:ea typeface="Cambria Math" panose="02040503050406030204" pitchFamily="18" charset="0"/>
                                      </a:rPr>
                                      <m:t>2</m:t>
                                    </m:r>
                                    <m:r>
                                      <a:rPr lang="en-US" sz="1200" b="0" i="1" baseline="0" smtClean="0">
                                        <a:solidFill>
                                          <a:schemeClr val="tx1"/>
                                        </a:solidFill>
                                        <a:latin typeface="Cambria Math" panose="02040503050406030204" pitchFamily="18" charset="0"/>
                                        <a:ea typeface="Cambria Math" panose="02040503050406030204" pitchFamily="18" charset="0"/>
                                      </a:rPr>
                                      <m:t>×</m:t>
                                    </m:r>
                                    <m:sSup>
                                      <m:sSupPr>
                                        <m:ctrlPr>
                                          <a:rPr lang="en-US" sz="1200" b="0" i="1" baseline="0" smtClean="0">
                                            <a:solidFill>
                                              <a:schemeClr val="tx1"/>
                                            </a:solidFill>
                                            <a:latin typeface="Cambria Math" panose="02040503050406030204" pitchFamily="18" charset="0"/>
                                            <a:ea typeface="Cambria Math" panose="02040503050406030204" pitchFamily="18" charset="0"/>
                                          </a:rPr>
                                        </m:ctrlPr>
                                      </m:sSupPr>
                                      <m:e>
                                        <m:r>
                                          <a:rPr lang="en-US" sz="1200" b="0" i="1" baseline="0" smtClean="0">
                                            <a:solidFill>
                                              <a:schemeClr val="tx1"/>
                                            </a:solidFill>
                                            <a:latin typeface="Cambria Math" panose="02040503050406030204" pitchFamily="18" charset="0"/>
                                            <a:ea typeface="Cambria Math" panose="02040503050406030204" pitchFamily="18" charset="0"/>
                                          </a:rPr>
                                          <m:t>10</m:t>
                                        </m:r>
                                      </m:e>
                                      <m:sup>
                                        <m:r>
                                          <a:rPr lang="en-US" sz="1200" b="0" i="1" baseline="0" smtClean="0">
                                            <a:solidFill>
                                              <a:schemeClr val="tx1"/>
                                            </a:solidFill>
                                            <a:latin typeface="Cambria Math" panose="02040503050406030204" pitchFamily="18" charset="0"/>
                                            <a:ea typeface="Cambria Math" panose="02040503050406030204" pitchFamily="18" charset="0"/>
                                          </a:rPr>
                                          <m:t>4</m:t>
                                        </m:r>
                                      </m:sup>
                                    </m:sSup>
                                  </m:e>
                                </m:d>
                              </m:oMath>
                            </m:oMathPara>
                          </a14:m>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a14:m>
                            <m:oMathPara xmlns:m="http://schemas.openxmlformats.org/officeDocument/2006/math">
                              <m:oMathParaPr>
                                <m:jc m:val="centerGroup"/>
                              </m:oMathParaPr>
                              <m:oMath xmlns:m="http://schemas.openxmlformats.org/officeDocument/2006/math">
                                <m:d>
                                  <m:dPr>
                                    <m:ctrlPr>
                                      <a:rPr lang="en-US" sz="1200" b="0" i="1" baseline="0" smtClean="0">
                                        <a:solidFill>
                                          <a:schemeClr val="tx1"/>
                                        </a:solidFill>
                                        <a:latin typeface="Cambria Math" panose="02040503050406030204" pitchFamily="18" charset="0"/>
                                      </a:rPr>
                                    </m:ctrlPr>
                                  </m:dPr>
                                  <m:e>
                                    <m:r>
                                      <a:rPr lang="en-US" sz="1200" b="0" i="1" baseline="0" smtClean="0">
                                        <a:solidFill>
                                          <a:schemeClr val="tx1"/>
                                        </a:solidFill>
                                        <a:latin typeface="Cambria Math" panose="02040503050406030204" pitchFamily="18" charset="0"/>
                                      </a:rPr>
                                      <m:t>9</m:t>
                                    </m:r>
                                    <m:r>
                                      <a:rPr lang="en-US" sz="1200" b="0" i="1" baseline="0" smtClean="0">
                                        <a:solidFill>
                                          <a:schemeClr val="tx1"/>
                                        </a:solidFill>
                                        <a:latin typeface="Cambria Math" panose="02040503050406030204" pitchFamily="18" charset="0"/>
                                        <a:ea typeface="Cambria Math" panose="02040503050406030204" pitchFamily="18" charset="0"/>
                                      </a:rPr>
                                      <m:t>×</m:t>
                                    </m:r>
                                    <m:sSup>
                                      <m:sSupPr>
                                        <m:ctrlPr>
                                          <a:rPr lang="en-US" sz="1200" b="0" i="1" baseline="0" smtClean="0">
                                            <a:solidFill>
                                              <a:schemeClr val="tx1"/>
                                            </a:solidFill>
                                            <a:latin typeface="Cambria Math" panose="02040503050406030204" pitchFamily="18" charset="0"/>
                                            <a:ea typeface="Cambria Math" panose="02040503050406030204" pitchFamily="18" charset="0"/>
                                          </a:rPr>
                                        </m:ctrlPr>
                                      </m:sSupPr>
                                      <m:e>
                                        <m:r>
                                          <a:rPr lang="en-US" sz="1200" b="0" i="1" baseline="0" smtClean="0">
                                            <a:solidFill>
                                              <a:schemeClr val="tx1"/>
                                            </a:solidFill>
                                            <a:latin typeface="Cambria Math" panose="02040503050406030204" pitchFamily="18" charset="0"/>
                                            <a:ea typeface="Cambria Math" panose="02040503050406030204" pitchFamily="18" charset="0"/>
                                          </a:rPr>
                                          <m:t>10</m:t>
                                        </m:r>
                                      </m:e>
                                      <m:sup>
                                        <m:r>
                                          <a:rPr lang="en-US" sz="1200" b="0" i="1" baseline="0" smtClean="0">
                                            <a:solidFill>
                                              <a:schemeClr val="tx1"/>
                                            </a:solidFill>
                                            <a:latin typeface="Cambria Math" panose="02040503050406030204" pitchFamily="18" charset="0"/>
                                            <a:ea typeface="Cambria Math" panose="02040503050406030204" pitchFamily="18" charset="0"/>
                                          </a:rPr>
                                          <m:t>4</m:t>
                                        </m:r>
                                      </m:sup>
                                    </m:sSup>
                                  </m:e>
                                </m:d>
                                <m:r>
                                  <a:rPr lang="en-US" sz="1200" b="0" i="1" baseline="0" smtClean="0">
                                    <a:solidFill>
                                      <a:schemeClr val="tx1"/>
                                    </a:solidFill>
                                    <a:latin typeface="Cambria Math" panose="02040503050406030204" pitchFamily="18" charset="0"/>
                                    <a:ea typeface="Cambria Math" panose="02040503050406030204" pitchFamily="18" charset="0"/>
                                  </a:rPr>
                                  <m:t>÷</m:t>
                                </m:r>
                                <m:d>
                                  <m:dPr>
                                    <m:ctrlPr>
                                      <a:rPr lang="en-US" sz="1200" b="0" i="1" baseline="0" smtClean="0">
                                        <a:solidFill>
                                          <a:schemeClr val="tx1"/>
                                        </a:solidFill>
                                        <a:latin typeface="Cambria Math" panose="02040503050406030204" pitchFamily="18" charset="0"/>
                                        <a:ea typeface="Cambria Math" panose="02040503050406030204" pitchFamily="18" charset="0"/>
                                      </a:rPr>
                                    </m:ctrlPr>
                                  </m:dPr>
                                  <m:e>
                                    <m:r>
                                      <a:rPr lang="en-US" sz="1200" b="0" i="1" baseline="0" smtClean="0">
                                        <a:solidFill>
                                          <a:schemeClr val="tx1"/>
                                        </a:solidFill>
                                        <a:latin typeface="Cambria Math" panose="02040503050406030204" pitchFamily="18" charset="0"/>
                                        <a:ea typeface="Cambria Math" panose="02040503050406030204" pitchFamily="18" charset="0"/>
                                      </a:rPr>
                                      <m:t>3×</m:t>
                                    </m:r>
                                    <m:sSup>
                                      <m:sSupPr>
                                        <m:ctrlPr>
                                          <a:rPr lang="en-US" sz="1200" b="0" i="1" baseline="0" smtClean="0">
                                            <a:solidFill>
                                              <a:schemeClr val="tx1"/>
                                            </a:solidFill>
                                            <a:latin typeface="Cambria Math" panose="02040503050406030204" pitchFamily="18" charset="0"/>
                                            <a:ea typeface="Cambria Math" panose="02040503050406030204" pitchFamily="18" charset="0"/>
                                          </a:rPr>
                                        </m:ctrlPr>
                                      </m:sSupPr>
                                      <m:e>
                                        <m:r>
                                          <a:rPr lang="en-US" sz="1200" b="0" i="1" baseline="0" smtClean="0">
                                            <a:solidFill>
                                              <a:schemeClr val="tx1"/>
                                            </a:solidFill>
                                            <a:latin typeface="Cambria Math" panose="02040503050406030204" pitchFamily="18" charset="0"/>
                                            <a:ea typeface="Cambria Math" panose="02040503050406030204" pitchFamily="18" charset="0"/>
                                          </a:rPr>
                                          <m:t>10</m:t>
                                        </m:r>
                                      </m:e>
                                      <m:sup>
                                        <m:r>
                                          <a:rPr lang="en-US" sz="1200" b="0" i="1" baseline="0" smtClean="0">
                                            <a:solidFill>
                                              <a:schemeClr val="tx1"/>
                                            </a:solidFill>
                                            <a:latin typeface="Cambria Math" panose="02040503050406030204" pitchFamily="18" charset="0"/>
                                            <a:ea typeface="Cambria Math" panose="02040503050406030204" pitchFamily="18" charset="0"/>
                                          </a:rPr>
                                          <m:t>2</m:t>
                                        </m:r>
                                      </m:sup>
                                    </m:sSup>
                                  </m:e>
                                </m:d>
                              </m:oMath>
                            </m:oMathPara>
                          </a14:m>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a14:m>
                            <m:oMathPara xmlns:m="http://schemas.openxmlformats.org/officeDocument/2006/math">
                              <m:oMathParaPr>
                                <m:jc m:val="centerGroup"/>
                              </m:oMathParaPr>
                              <m:oMath xmlns:m="http://schemas.openxmlformats.org/officeDocument/2006/math">
                                <m:d>
                                  <m:dPr>
                                    <m:ctrlPr>
                                      <a:rPr lang="en-US" sz="1200" b="0" i="1" baseline="0" smtClean="0">
                                        <a:solidFill>
                                          <a:schemeClr val="tx1"/>
                                        </a:solidFill>
                                        <a:latin typeface="Cambria Math" panose="02040503050406030204" pitchFamily="18" charset="0"/>
                                      </a:rPr>
                                    </m:ctrlPr>
                                  </m:dPr>
                                  <m:e>
                                    <m:r>
                                      <a:rPr lang="en-US" sz="1200" b="0" i="1" baseline="0" smtClean="0">
                                        <a:solidFill>
                                          <a:schemeClr val="tx1"/>
                                        </a:solidFill>
                                        <a:latin typeface="Cambria Math" panose="02040503050406030204" pitchFamily="18" charset="0"/>
                                      </a:rPr>
                                      <m:t>8</m:t>
                                    </m:r>
                                    <m:r>
                                      <a:rPr lang="en-US" sz="1200" b="0" i="1" baseline="0" smtClean="0">
                                        <a:solidFill>
                                          <a:schemeClr val="tx1"/>
                                        </a:solidFill>
                                        <a:latin typeface="Cambria Math" panose="02040503050406030204" pitchFamily="18" charset="0"/>
                                        <a:ea typeface="Cambria Math" panose="02040503050406030204" pitchFamily="18" charset="0"/>
                                      </a:rPr>
                                      <m:t>×</m:t>
                                    </m:r>
                                    <m:sSup>
                                      <m:sSupPr>
                                        <m:ctrlPr>
                                          <a:rPr lang="en-US" sz="1200" b="0" i="1" baseline="0" smtClean="0">
                                            <a:solidFill>
                                              <a:schemeClr val="tx1"/>
                                            </a:solidFill>
                                            <a:latin typeface="Cambria Math" panose="02040503050406030204" pitchFamily="18" charset="0"/>
                                            <a:ea typeface="Cambria Math" panose="02040503050406030204" pitchFamily="18" charset="0"/>
                                          </a:rPr>
                                        </m:ctrlPr>
                                      </m:sSupPr>
                                      <m:e>
                                        <m:r>
                                          <a:rPr lang="en-US" sz="1200" b="0" i="1" baseline="0" smtClean="0">
                                            <a:solidFill>
                                              <a:schemeClr val="tx1"/>
                                            </a:solidFill>
                                            <a:latin typeface="Cambria Math" panose="02040503050406030204" pitchFamily="18" charset="0"/>
                                            <a:ea typeface="Cambria Math" panose="02040503050406030204" pitchFamily="18" charset="0"/>
                                          </a:rPr>
                                          <m:t>10</m:t>
                                        </m:r>
                                      </m:e>
                                      <m:sup>
                                        <m:r>
                                          <a:rPr lang="en-US" sz="1200" b="0" i="1" baseline="0" smtClean="0">
                                            <a:solidFill>
                                              <a:schemeClr val="tx1"/>
                                            </a:solidFill>
                                            <a:latin typeface="Cambria Math" panose="02040503050406030204" pitchFamily="18" charset="0"/>
                                            <a:ea typeface="Cambria Math" panose="02040503050406030204" pitchFamily="18" charset="0"/>
                                          </a:rPr>
                                          <m:t>5</m:t>
                                        </m:r>
                                      </m:sup>
                                    </m:sSup>
                                  </m:e>
                                </m:d>
                                <m:r>
                                  <a:rPr lang="en-US" sz="1200" b="0" i="1" baseline="0" smtClean="0">
                                    <a:solidFill>
                                      <a:schemeClr val="tx1"/>
                                    </a:solidFill>
                                    <a:latin typeface="Cambria Math" panose="02040503050406030204" pitchFamily="18" charset="0"/>
                                    <a:ea typeface="Cambria Math" panose="02040503050406030204" pitchFamily="18" charset="0"/>
                                  </a:rPr>
                                  <m:t>÷</m:t>
                                </m:r>
                                <m:d>
                                  <m:dPr>
                                    <m:ctrlPr>
                                      <a:rPr lang="en-US" sz="1200" b="0" i="1" baseline="0" smtClean="0">
                                        <a:solidFill>
                                          <a:schemeClr val="tx1"/>
                                        </a:solidFill>
                                        <a:latin typeface="Cambria Math" panose="02040503050406030204" pitchFamily="18" charset="0"/>
                                        <a:ea typeface="Cambria Math" panose="02040503050406030204" pitchFamily="18" charset="0"/>
                                      </a:rPr>
                                    </m:ctrlPr>
                                  </m:dPr>
                                  <m:e>
                                    <m:r>
                                      <a:rPr lang="en-US" sz="1200" b="0" i="1" baseline="0" smtClean="0">
                                        <a:solidFill>
                                          <a:schemeClr val="tx1"/>
                                        </a:solidFill>
                                        <a:latin typeface="Cambria Math" panose="02040503050406030204" pitchFamily="18" charset="0"/>
                                        <a:ea typeface="Cambria Math" panose="02040503050406030204" pitchFamily="18" charset="0"/>
                                      </a:rPr>
                                      <m:t>4×</m:t>
                                    </m:r>
                                    <m:sSup>
                                      <m:sSupPr>
                                        <m:ctrlPr>
                                          <a:rPr lang="en-US" sz="1200" b="0" i="1" baseline="0" smtClean="0">
                                            <a:solidFill>
                                              <a:schemeClr val="tx1"/>
                                            </a:solidFill>
                                            <a:latin typeface="Cambria Math" panose="02040503050406030204" pitchFamily="18" charset="0"/>
                                            <a:ea typeface="Cambria Math" panose="02040503050406030204" pitchFamily="18" charset="0"/>
                                          </a:rPr>
                                        </m:ctrlPr>
                                      </m:sSupPr>
                                      <m:e>
                                        <m:r>
                                          <a:rPr lang="en-US" sz="1200" b="0" i="1" baseline="0" smtClean="0">
                                            <a:solidFill>
                                              <a:schemeClr val="tx1"/>
                                            </a:solidFill>
                                            <a:latin typeface="Cambria Math" panose="02040503050406030204" pitchFamily="18" charset="0"/>
                                            <a:ea typeface="Cambria Math" panose="02040503050406030204" pitchFamily="18" charset="0"/>
                                          </a:rPr>
                                          <m:t>10</m:t>
                                        </m:r>
                                      </m:e>
                                      <m:sup>
                                        <m:r>
                                          <a:rPr lang="en-US" sz="1200" b="0" i="1" baseline="0" smtClean="0">
                                            <a:solidFill>
                                              <a:schemeClr val="tx1"/>
                                            </a:solidFill>
                                            <a:latin typeface="Cambria Math" panose="02040503050406030204" pitchFamily="18" charset="0"/>
                                            <a:ea typeface="Cambria Math" panose="02040503050406030204" pitchFamily="18" charset="0"/>
                                          </a:rPr>
                                          <m:t>3</m:t>
                                        </m:r>
                                      </m:sup>
                                    </m:sSup>
                                  </m:e>
                                </m:d>
                              </m:oMath>
                            </m:oMathPara>
                          </a14:m>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57307370"/>
                      </a:ext>
                    </a:extLst>
                  </a:tr>
                  <a:tr h="734471">
                    <a:tc>
                      <a:txBody>
                        <a:bodyPr/>
                        <a:lstStyle/>
                        <a:p>
                          <a:r>
                            <a:rPr lang="en-US" sz="1200" dirty="0">
                              <a:solidFill>
                                <a:schemeClr val="tx1"/>
                              </a:solidFill>
                            </a:rPr>
                            <a:t>2) Divide the numbers without the indices and the powers of 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39134286"/>
                      </a:ext>
                    </a:extLst>
                  </a:tr>
                  <a:tr h="970276">
                    <a:tc>
                      <a:txBody>
                        <a:bodyPr/>
                        <a:lstStyle/>
                        <a:p>
                          <a:r>
                            <a:rPr lang="en-GB" sz="1200" dirty="0">
                              <a:solidFill>
                                <a:schemeClr val="tx1"/>
                              </a:solidFill>
                            </a:rPr>
                            <a:t>3) Check if the answer is in standard form and adjust if necessary.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24983379"/>
                      </a:ext>
                    </a:extLst>
                  </a:tr>
                </a:tbl>
              </a:graphicData>
            </a:graphic>
          </p:graphicFrame>
        </mc:Choice>
        <mc:Fallback xmlns="">
          <p:graphicFrame>
            <p:nvGraphicFramePr>
              <p:cNvPr id="8" name="Table 7"/>
              <p:cNvGraphicFramePr>
                <a:graphicFrameLocks noGrp="1"/>
              </p:cNvGraphicFramePr>
              <p:nvPr>
                <p:extLst>
                  <p:ext uri="{D42A27DB-BD31-4B8C-83A1-F6EECF244321}">
                    <p14:modId xmlns:p14="http://schemas.microsoft.com/office/powerpoint/2010/main" val="837599987"/>
                  </p:ext>
                </p:extLst>
              </p:nvPr>
            </p:nvGraphicFramePr>
            <p:xfrm>
              <a:off x="102680" y="385777"/>
              <a:ext cx="6701735" cy="3226738"/>
            </p:xfrm>
            <a:graphic>
              <a:graphicData uri="http://schemas.openxmlformats.org/drawingml/2006/table">
                <a:tbl>
                  <a:tblPr firstRow="1" bandRow="1">
                    <a:tableStyleId>{5C22544A-7EE6-4342-B048-85BDC9FD1C3A}</a:tableStyleId>
                  </a:tblPr>
                  <a:tblGrid>
                    <a:gridCol w="1156277">
                      <a:extLst>
                        <a:ext uri="{9D8B030D-6E8A-4147-A177-3AD203B41FA5}">
                          <a16:colId xmlns:a16="http://schemas.microsoft.com/office/drawing/2014/main" val="2581865204"/>
                        </a:ext>
                      </a:extLst>
                    </a:gridCol>
                    <a:gridCol w="1848486">
                      <a:extLst>
                        <a:ext uri="{9D8B030D-6E8A-4147-A177-3AD203B41FA5}">
                          <a16:colId xmlns:a16="http://schemas.microsoft.com/office/drawing/2014/main" val="752551682"/>
                        </a:ext>
                      </a:extLst>
                    </a:gridCol>
                    <a:gridCol w="1848486">
                      <a:extLst>
                        <a:ext uri="{9D8B030D-6E8A-4147-A177-3AD203B41FA5}">
                          <a16:colId xmlns:a16="http://schemas.microsoft.com/office/drawing/2014/main" val="2867986263"/>
                        </a:ext>
                      </a:extLst>
                    </a:gridCol>
                    <a:gridCol w="1848486">
                      <a:extLst>
                        <a:ext uri="{9D8B030D-6E8A-4147-A177-3AD203B41FA5}">
                          <a16:colId xmlns:a16="http://schemas.microsoft.com/office/drawing/2014/main" val="4164757680"/>
                        </a:ext>
                      </a:extLst>
                    </a:gridCol>
                  </a:tblGrid>
                  <a:tr h="309547">
                    <a:tc>
                      <a:txBody>
                        <a:bodyPr/>
                        <a:lstStyle/>
                        <a:p>
                          <a:pPr algn="ctr"/>
                          <a:r>
                            <a:rPr lang="en-US" sz="1200" b="1" dirty="0">
                              <a:solidFill>
                                <a:schemeClr val="tx1"/>
                              </a:solidFill>
                            </a:rPr>
                            <a:t>Steps</a:t>
                          </a:r>
                          <a:endParaRPr lang="en-GB" sz="12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100" b="1" dirty="0">
                              <a:solidFill>
                                <a:schemeClr val="tx1"/>
                              </a:solidFill>
                            </a:rPr>
                            <a:t> Calculate the following, leave your answer in standard form.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GB"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GB"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11226856"/>
                      </a:ext>
                    </a:extLst>
                  </a:tr>
                  <a:tr h="905511">
                    <a:tc>
                      <a:txBody>
                        <a:bodyPr/>
                        <a:lstStyle/>
                        <a:p>
                          <a:r>
                            <a:rPr lang="en-GB" sz="1200" dirty="0">
                              <a:solidFill>
                                <a:schemeClr val="tx1"/>
                              </a:solidFill>
                            </a:rPr>
                            <a:t>1) Use the associative law to regroup the calculation.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2829" t="-10856" r="-200329" b="-1670"/>
                          </a:stretch>
                        </a:blipFill>
                      </a:tcPr>
                    </a:tc>
                    <a:tc rowSpan="3">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63366" t="-10856" r="-100990" b="-1670"/>
                          </a:stretch>
                        </a:blipFill>
                      </a:tcPr>
                    </a:tc>
                    <a:tc rowSpan="3">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62500" t="-10856" r="-658" b="-1670"/>
                          </a:stretch>
                        </a:blipFill>
                      </a:tcPr>
                    </a:tc>
                    <a:extLst>
                      <a:ext uri="{0D108BD9-81ED-4DB2-BD59-A6C34878D82A}">
                        <a16:rowId xmlns:a16="http://schemas.microsoft.com/office/drawing/2014/main" val="2657307370"/>
                      </a:ext>
                    </a:extLst>
                  </a:tr>
                  <a:tr h="1005840">
                    <a:tc>
                      <a:txBody>
                        <a:bodyPr/>
                        <a:lstStyle/>
                        <a:p>
                          <a:r>
                            <a:rPr lang="en-US" sz="1200" dirty="0">
                              <a:solidFill>
                                <a:schemeClr val="tx1"/>
                              </a:solidFill>
                            </a:rPr>
                            <a:t>2) Divide the numbers without the indices and the powers of 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39134286"/>
                      </a:ext>
                    </a:extLst>
                  </a:tr>
                  <a:tr h="1005840">
                    <a:tc>
                      <a:txBody>
                        <a:bodyPr/>
                        <a:lstStyle/>
                        <a:p>
                          <a:r>
                            <a:rPr lang="en-GB" sz="1200" dirty="0">
                              <a:solidFill>
                                <a:schemeClr val="tx1"/>
                              </a:solidFill>
                            </a:rPr>
                            <a:t>3) Check if the answer is in standard form and adjust if necessary.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24983379"/>
                      </a:ext>
                    </a:extLst>
                  </a:tr>
                </a:tbl>
              </a:graphicData>
            </a:graphic>
          </p:graphicFrame>
        </mc:Fallback>
      </mc:AlternateContent>
      <p:sp>
        <p:nvSpPr>
          <p:cNvPr id="3" name="Rectangle 2">
            <a:extLst>
              <a:ext uri="{FF2B5EF4-FFF2-40B4-BE49-F238E27FC236}">
                <a16:creationId xmlns:a16="http://schemas.microsoft.com/office/drawing/2014/main" id="{70284EE1-11E3-EF12-998B-CB486577D970}"/>
              </a:ext>
            </a:extLst>
          </p:cNvPr>
          <p:cNvSpPr/>
          <p:nvPr/>
        </p:nvSpPr>
        <p:spPr>
          <a:xfrm>
            <a:off x="102680" y="3668361"/>
            <a:ext cx="1035240" cy="431249"/>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100" dirty="0"/>
              <a:t>INDEPENDENT PRACTICE</a:t>
            </a:r>
          </a:p>
        </p:txBody>
      </p:sp>
      <mc:AlternateContent xmlns:mc="http://schemas.openxmlformats.org/markup-compatibility/2006" xmlns:a14="http://schemas.microsoft.com/office/drawing/2010/main">
        <mc:Choice Requires="a14">
          <p:sp>
            <p:nvSpPr>
              <p:cNvPr id="25" name="Rectangle 24">
                <a:extLst>
                  <a:ext uri="{FF2B5EF4-FFF2-40B4-BE49-F238E27FC236}">
                    <a16:creationId xmlns:a16="http://schemas.microsoft.com/office/drawing/2014/main" id="{A3B0F69F-5039-079F-CD38-5317B5CDFEBD}"/>
                  </a:ext>
                </a:extLst>
              </p:cNvPr>
              <p:cNvSpPr/>
              <p:nvPr/>
            </p:nvSpPr>
            <p:spPr>
              <a:xfrm>
                <a:off x="1422603" y="298275"/>
                <a:ext cx="3429000" cy="276999"/>
              </a:xfrm>
              <a:prstGeom prst="rect">
                <a:avLst/>
              </a:prstGeom>
            </p:spPr>
            <p:txBody>
              <a:bodyPr>
                <a:spAutoFit/>
              </a:bodyPr>
              <a:lstStyle/>
              <a:p>
                <a:r>
                  <a:rPr lang="en-US" sz="1200" dirty="0">
                    <a:solidFill>
                      <a:schemeClr val="bg1"/>
                    </a:solidFill>
                  </a:rPr>
                  <a:t>Calculate </a:t>
                </a:r>
                <a14:m>
                  <m:oMath xmlns:m="http://schemas.openxmlformats.org/officeDocument/2006/math">
                    <m:d>
                      <m:dPr>
                        <m:ctrlPr>
                          <a:rPr lang="en-US" sz="1200" i="1">
                            <a:solidFill>
                              <a:schemeClr val="bg1"/>
                            </a:solidFill>
                            <a:latin typeface="Cambria Math" panose="02040503050406030204" pitchFamily="18" charset="0"/>
                          </a:rPr>
                        </m:ctrlPr>
                      </m:dPr>
                      <m:e>
                        <m:r>
                          <a:rPr lang="en-US" sz="1200" i="1">
                            <a:solidFill>
                              <a:schemeClr val="bg1"/>
                            </a:solidFill>
                            <a:latin typeface="Cambria Math" panose="02040503050406030204" pitchFamily="18" charset="0"/>
                          </a:rPr>
                          <m:t>2.4×</m:t>
                        </m:r>
                        <m:sSup>
                          <m:sSupPr>
                            <m:ctrlPr>
                              <a:rPr lang="en-US" sz="1200" i="1">
                                <a:solidFill>
                                  <a:schemeClr val="bg1"/>
                                </a:solidFill>
                                <a:latin typeface="Cambria Math" panose="02040503050406030204" pitchFamily="18" charset="0"/>
                              </a:rPr>
                            </m:ctrlPr>
                          </m:sSupPr>
                          <m:e>
                            <m:r>
                              <a:rPr lang="en-US" sz="1200" i="1">
                                <a:solidFill>
                                  <a:schemeClr val="bg1"/>
                                </a:solidFill>
                                <a:latin typeface="Cambria Math" panose="02040503050406030204" pitchFamily="18" charset="0"/>
                              </a:rPr>
                              <m:t>10</m:t>
                            </m:r>
                          </m:e>
                          <m:sup>
                            <m:r>
                              <a:rPr lang="en-US" sz="1200" i="1">
                                <a:solidFill>
                                  <a:schemeClr val="bg1"/>
                                </a:solidFill>
                                <a:latin typeface="Cambria Math" panose="02040503050406030204" pitchFamily="18" charset="0"/>
                              </a:rPr>
                              <m:t>4</m:t>
                            </m:r>
                          </m:sup>
                        </m:sSup>
                      </m:e>
                    </m:d>
                    <m:r>
                      <a:rPr lang="en-US" sz="1200" i="1">
                        <a:solidFill>
                          <a:schemeClr val="bg1"/>
                        </a:solidFill>
                        <a:latin typeface="Cambria Math" panose="02040503050406030204" pitchFamily="18" charset="0"/>
                      </a:rPr>
                      <m:t>+(1.6×</m:t>
                    </m:r>
                    <m:sSup>
                      <m:sSupPr>
                        <m:ctrlPr>
                          <a:rPr lang="en-US" sz="1200" i="1">
                            <a:solidFill>
                              <a:schemeClr val="bg1"/>
                            </a:solidFill>
                            <a:latin typeface="Cambria Math" panose="02040503050406030204" pitchFamily="18" charset="0"/>
                          </a:rPr>
                        </m:ctrlPr>
                      </m:sSupPr>
                      <m:e>
                        <m:r>
                          <a:rPr lang="en-US" sz="1200" i="1">
                            <a:solidFill>
                              <a:schemeClr val="bg1"/>
                            </a:solidFill>
                            <a:latin typeface="Cambria Math" panose="02040503050406030204" pitchFamily="18" charset="0"/>
                          </a:rPr>
                          <m:t>10</m:t>
                        </m:r>
                      </m:e>
                      <m:sup>
                        <m:r>
                          <a:rPr lang="en-US" sz="1200" i="1">
                            <a:solidFill>
                              <a:schemeClr val="bg1"/>
                            </a:solidFill>
                            <a:latin typeface="Cambria Math" panose="02040503050406030204" pitchFamily="18" charset="0"/>
                          </a:rPr>
                          <m:t>2</m:t>
                        </m:r>
                      </m:sup>
                    </m:sSup>
                    <m:r>
                      <a:rPr lang="en-US" sz="1200" i="1">
                        <a:solidFill>
                          <a:schemeClr val="bg1"/>
                        </a:solidFill>
                        <a:latin typeface="Cambria Math" panose="02040503050406030204" pitchFamily="18" charset="0"/>
                      </a:rPr>
                      <m:t>)</m:t>
                    </m:r>
                  </m:oMath>
                </a14:m>
                <a:endParaRPr lang="en-GB" sz="1200" dirty="0">
                  <a:solidFill>
                    <a:schemeClr val="bg1"/>
                  </a:solidFill>
                </a:endParaRPr>
              </a:p>
            </p:txBody>
          </p:sp>
        </mc:Choice>
        <mc:Fallback xmlns="">
          <p:sp>
            <p:nvSpPr>
              <p:cNvPr id="25" name="Rectangle 24">
                <a:extLst>
                  <a:ext uri="{FF2B5EF4-FFF2-40B4-BE49-F238E27FC236}">
                    <a16:creationId xmlns:a16="http://schemas.microsoft.com/office/drawing/2014/main" id="{A3B0F69F-5039-079F-CD38-5317B5CDFEBD}"/>
                  </a:ext>
                </a:extLst>
              </p:cNvPr>
              <p:cNvSpPr>
                <a:spLocks noRot="1" noChangeAspect="1" noMove="1" noResize="1" noEditPoints="1" noAdjustHandles="1" noChangeArrowheads="1" noChangeShapeType="1" noTextEdit="1"/>
              </p:cNvSpPr>
              <p:nvPr/>
            </p:nvSpPr>
            <p:spPr>
              <a:xfrm>
                <a:off x="1422603" y="298275"/>
                <a:ext cx="3429000" cy="276999"/>
              </a:xfrm>
              <a:prstGeom prst="rect">
                <a:avLst/>
              </a:prstGeom>
              <a:blipFill>
                <a:blip r:embed="rId3"/>
                <a:stretch>
                  <a:fillRect b="-20000"/>
                </a:stretch>
              </a:blipFill>
            </p:spPr>
            <p:txBody>
              <a:bodyPr/>
              <a:lstStyle/>
              <a:p>
                <a:r>
                  <a:rPr lang="en-GB">
                    <a:noFill/>
                  </a:rPr>
                  <a:t> </a:t>
                </a:r>
              </a:p>
            </p:txBody>
          </p:sp>
        </mc:Fallback>
      </mc:AlternateContent>
      <p:sp>
        <p:nvSpPr>
          <p:cNvPr id="26" name="TextBox 25">
            <a:extLst>
              <a:ext uri="{FF2B5EF4-FFF2-40B4-BE49-F238E27FC236}">
                <a16:creationId xmlns:a16="http://schemas.microsoft.com/office/drawing/2014/main" id="{CBE9E880-0185-6CFE-10B4-213D53DF42E2}"/>
              </a:ext>
            </a:extLst>
          </p:cNvPr>
          <p:cNvSpPr txBox="1"/>
          <p:nvPr/>
        </p:nvSpPr>
        <p:spPr>
          <a:xfrm>
            <a:off x="1489002" y="79676"/>
            <a:ext cx="1387409" cy="276999"/>
          </a:xfrm>
          <a:prstGeom prst="rect">
            <a:avLst/>
          </a:prstGeom>
          <a:noFill/>
          <a:ln>
            <a:noFill/>
          </a:ln>
        </p:spPr>
        <p:txBody>
          <a:bodyPr wrap="square" rtlCol="0">
            <a:spAutoFit/>
          </a:bodyPr>
          <a:lstStyle/>
          <a:p>
            <a:r>
              <a:rPr lang="en-GB" sz="1200" b="1" i="1" dirty="0">
                <a:solidFill>
                  <a:srgbClr val="FF0000"/>
                </a:solidFill>
              </a:rPr>
              <a:t>Example 22 - I do…</a:t>
            </a:r>
          </a:p>
        </p:txBody>
      </p:sp>
      <p:sp>
        <p:nvSpPr>
          <p:cNvPr id="27" name="TextBox 26">
            <a:extLst>
              <a:ext uri="{FF2B5EF4-FFF2-40B4-BE49-F238E27FC236}">
                <a16:creationId xmlns:a16="http://schemas.microsoft.com/office/drawing/2014/main" id="{A865D1F8-55B2-C9F8-7B0D-D1A1182BC43E}"/>
              </a:ext>
            </a:extLst>
          </p:cNvPr>
          <p:cNvSpPr txBox="1"/>
          <p:nvPr/>
        </p:nvSpPr>
        <p:spPr>
          <a:xfrm>
            <a:off x="3254524" y="80788"/>
            <a:ext cx="1597079" cy="276999"/>
          </a:xfrm>
          <a:prstGeom prst="rect">
            <a:avLst/>
          </a:prstGeom>
          <a:noFill/>
          <a:ln>
            <a:noFill/>
          </a:ln>
        </p:spPr>
        <p:txBody>
          <a:bodyPr wrap="square" rtlCol="0">
            <a:spAutoFit/>
          </a:bodyPr>
          <a:lstStyle/>
          <a:p>
            <a:r>
              <a:rPr lang="en-GB" sz="1200" b="1" i="1" dirty="0">
                <a:solidFill>
                  <a:schemeClr val="accent2"/>
                </a:solidFill>
              </a:rPr>
              <a:t>Example 23 – We do…</a:t>
            </a:r>
          </a:p>
        </p:txBody>
      </p:sp>
      <p:sp>
        <p:nvSpPr>
          <p:cNvPr id="28" name="TextBox 27">
            <a:extLst>
              <a:ext uri="{FF2B5EF4-FFF2-40B4-BE49-F238E27FC236}">
                <a16:creationId xmlns:a16="http://schemas.microsoft.com/office/drawing/2014/main" id="{E167CE80-38A1-927A-67CC-CAB82441DAB9}"/>
              </a:ext>
            </a:extLst>
          </p:cNvPr>
          <p:cNvSpPr txBox="1"/>
          <p:nvPr/>
        </p:nvSpPr>
        <p:spPr>
          <a:xfrm>
            <a:off x="5109559" y="79676"/>
            <a:ext cx="1621486" cy="274468"/>
          </a:xfrm>
          <a:prstGeom prst="rect">
            <a:avLst/>
          </a:prstGeom>
          <a:noFill/>
          <a:ln>
            <a:noFill/>
          </a:ln>
        </p:spPr>
        <p:txBody>
          <a:bodyPr wrap="square" rtlCol="0">
            <a:spAutoFit/>
          </a:bodyPr>
          <a:lstStyle/>
          <a:p>
            <a:r>
              <a:rPr lang="en-GB" sz="1200" b="1" i="1" dirty="0">
                <a:solidFill>
                  <a:srgbClr val="00B050"/>
                </a:solidFill>
              </a:rPr>
              <a:t>Example 24 – You do…</a:t>
            </a:r>
          </a:p>
        </p:txBody>
      </p:sp>
      <p:sp>
        <p:nvSpPr>
          <p:cNvPr id="29" name="TextBox 28">
            <a:extLst>
              <a:ext uri="{FF2B5EF4-FFF2-40B4-BE49-F238E27FC236}">
                <a16:creationId xmlns:a16="http://schemas.microsoft.com/office/drawing/2014/main" id="{7DF74CF0-B505-DE0C-3805-45347643D5AF}"/>
              </a:ext>
            </a:extLst>
          </p:cNvPr>
          <p:cNvSpPr txBox="1"/>
          <p:nvPr/>
        </p:nvSpPr>
        <p:spPr>
          <a:xfrm>
            <a:off x="1222991" y="3753624"/>
            <a:ext cx="4139659" cy="276999"/>
          </a:xfrm>
          <a:prstGeom prst="rect">
            <a:avLst/>
          </a:prstGeom>
          <a:noFill/>
        </p:spPr>
        <p:txBody>
          <a:bodyPr wrap="none" lIns="91440" tIns="45720" rIns="91440" bIns="45720" rtlCol="0" anchor="t">
            <a:spAutoFit/>
          </a:bodyPr>
          <a:lstStyle/>
          <a:p>
            <a:r>
              <a:rPr lang="en-GB" sz="1200" dirty="0"/>
              <a:t>13. Calculate the following, give your answers in standard form.</a:t>
            </a:r>
          </a:p>
        </p:txBody>
      </p:sp>
      <p:sp>
        <p:nvSpPr>
          <p:cNvPr id="32" name="Slide Number Placeholder 31">
            <a:extLst>
              <a:ext uri="{FF2B5EF4-FFF2-40B4-BE49-F238E27FC236}">
                <a16:creationId xmlns:a16="http://schemas.microsoft.com/office/drawing/2014/main" id="{508F04DB-E939-6132-FD01-CEB4B5D55E35}"/>
              </a:ext>
            </a:extLst>
          </p:cNvPr>
          <p:cNvSpPr>
            <a:spLocks noGrp="1"/>
          </p:cNvSpPr>
          <p:nvPr>
            <p:ph type="sldNum" sz="quarter" idx="12"/>
          </p:nvPr>
        </p:nvSpPr>
        <p:spPr/>
        <p:txBody>
          <a:bodyPr/>
          <a:lstStyle/>
          <a:p>
            <a:fld id="{DFE403A4-BF53-4A18-A219-2FCD9C5F3F46}" type="slidenum">
              <a:rPr lang="en-GB" smtClean="0"/>
              <a:t>85</a:t>
            </a:fld>
            <a:endParaRPr lang="en-GB"/>
          </a:p>
        </p:txBody>
      </p:sp>
    </p:spTree>
    <p:extLst>
      <p:ext uri="{BB962C8B-B14F-4D97-AF65-F5344CB8AC3E}">
        <p14:creationId xmlns:p14="http://schemas.microsoft.com/office/powerpoint/2010/main" val="246749806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Table 4">
                <a:extLst>
                  <a:ext uri="{FF2B5EF4-FFF2-40B4-BE49-F238E27FC236}">
                    <a16:creationId xmlns:a16="http://schemas.microsoft.com/office/drawing/2014/main" id="{A657E6EB-954B-37B4-76EF-2122D46E848E}"/>
                  </a:ext>
                </a:extLst>
              </p:cNvPr>
              <p:cNvGraphicFramePr>
                <a:graphicFrameLocks noGrp="1"/>
              </p:cNvGraphicFramePr>
              <p:nvPr/>
            </p:nvGraphicFramePr>
            <p:xfrm>
              <a:off x="75609" y="4155457"/>
              <a:ext cx="6728805" cy="5598144"/>
            </p:xfrm>
            <a:graphic>
              <a:graphicData uri="http://schemas.openxmlformats.org/drawingml/2006/table">
                <a:tbl>
                  <a:tblPr>
                    <a:tableStyleId>{5C22544A-7EE6-4342-B048-85BDC9FD1C3A}</a:tableStyleId>
                  </a:tblPr>
                  <a:tblGrid>
                    <a:gridCol w="2242935">
                      <a:extLst>
                        <a:ext uri="{9D8B030D-6E8A-4147-A177-3AD203B41FA5}">
                          <a16:colId xmlns:a16="http://schemas.microsoft.com/office/drawing/2014/main" val="2276465341"/>
                        </a:ext>
                      </a:extLst>
                    </a:gridCol>
                    <a:gridCol w="2242935">
                      <a:extLst>
                        <a:ext uri="{9D8B030D-6E8A-4147-A177-3AD203B41FA5}">
                          <a16:colId xmlns:a16="http://schemas.microsoft.com/office/drawing/2014/main" val="1611199635"/>
                        </a:ext>
                      </a:extLst>
                    </a:gridCol>
                    <a:gridCol w="2242935">
                      <a:extLst>
                        <a:ext uri="{9D8B030D-6E8A-4147-A177-3AD203B41FA5}">
                          <a16:colId xmlns:a16="http://schemas.microsoft.com/office/drawing/2014/main" val="232246237"/>
                        </a:ext>
                      </a:extLst>
                    </a:gridCol>
                  </a:tblGrid>
                  <a:tr h="1399536">
                    <a:tc>
                      <a:txBody>
                        <a:bodyPr/>
                        <a:lstStyle/>
                        <a:p>
                          <a:r>
                            <a:rPr lang="en-GB" sz="1200" dirty="0"/>
                            <a:t>a) </a:t>
                          </a:r>
                          <a14:m>
                            <m:oMath xmlns:m="http://schemas.openxmlformats.org/officeDocument/2006/math">
                              <m:d>
                                <m:dPr>
                                  <m:ctrlPr>
                                    <a:rPr lang="en-US" sz="1200" b="1" i="1" smtClean="0">
                                      <a:latin typeface="Cambria Math" panose="02040503050406030204" pitchFamily="18" charset="0"/>
                                    </a:rPr>
                                  </m:ctrlPr>
                                </m:dPr>
                                <m:e>
                                  <m:r>
                                    <a:rPr lang="en-US" sz="1200" b="0" i="1" smtClean="0">
                                      <a:latin typeface="Cambria Math" panose="02040503050406030204" pitchFamily="18" charset="0"/>
                                    </a:rPr>
                                    <m:t>4</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−5</m:t>
                                      </m:r>
                                    </m:sup>
                                  </m:sSup>
                                </m:e>
                              </m:d>
                              <m:r>
                                <a:rPr lang="en-US" sz="1200" b="1" i="1" smtClean="0">
                                  <a:latin typeface="Cambria Math" panose="02040503050406030204" pitchFamily="18" charset="0"/>
                                  <a:ea typeface="Cambria Math" panose="02040503050406030204" pitchFamily="18" charset="0"/>
                                </a:rPr>
                                <m:t>÷</m:t>
                              </m:r>
                            </m:oMath>
                          </a14:m>
                          <a:r>
                            <a:rPr lang="en-GB" sz="1200" dirty="0"/>
                            <a:t> </a:t>
                          </a:r>
                          <a14:m>
                            <m:oMath xmlns:m="http://schemas.openxmlformats.org/officeDocument/2006/math">
                              <m:r>
                                <a:rPr lang="en-US" sz="1200" b="0" i="1" smtClean="0">
                                  <a:latin typeface="Cambria Math" panose="02040503050406030204" pitchFamily="18" charset="0"/>
                                  <a:ea typeface="Cambria Math" panose="02040503050406030204" pitchFamily="18" charset="0"/>
                                </a:rPr>
                                <m:t>(2×</m:t>
                              </m:r>
                              <m:sSup>
                                <m:sSupPr>
                                  <m:ctrlPr>
                                    <a:rPr lang="en-US" sz="1200" b="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2</m:t>
                                  </m:r>
                                </m:sup>
                              </m:sSup>
                              <m:r>
                                <a:rPr lang="en-US" sz="1200" b="0" i="1" smtClean="0">
                                  <a:latin typeface="Cambria Math" panose="02040503050406030204" pitchFamily="18" charset="0"/>
                                  <a:ea typeface="Cambria Math" panose="02040503050406030204" pitchFamily="18" charset="0"/>
                                </a:rPr>
                                <m:t>)</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b) </a:t>
                          </a:r>
                          <a14:m>
                            <m:oMath xmlns:m="http://schemas.openxmlformats.org/officeDocument/2006/math">
                              <m:d>
                                <m:dPr>
                                  <m:ctrlPr>
                                    <a:rPr lang="en-US" sz="1200" b="1" i="1" smtClean="0">
                                      <a:latin typeface="Cambria Math" panose="02040503050406030204" pitchFamily="18" charset="0"/>
                                    </a:rPr>
                                  </m:ctrlPr>
                                </m:dPr>
                                <m:e>
                                  <m:r>
                                    <a:rPr lang="en-US" sz="1200" b="0" i="1" smtClean="0">
                                      <a:latin typeface="Cambria Math" panose="02040503050406030204" pitchFamily="18" charset="0"/>
                                    </a:rPr>
                                    <m:t>6</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−5</m:t>
                                      </m:r>
                                    </m:sup>
                                  </m:sSup>
                                </m:e>
                              </m:d>
                              <m:r>
                                <a:rPr lang="en-US" sz="1200" b="1" i="1" smtClean="0">
                                  <a:latin typeface="Cambria Math" panose="02040503050406030204" pitchFamily="18" charset="0"/>
                                  <a:ea typeface="Cambria Math" panose="02040503050406030204" pitchFamily="18" charset="0"/>
                                </a:rPr>
                                <m:t>÷</m:t>
                              </m:r>
                            </m:oMath>
                          </a14:m>
                          <a:r>
                            <a:rPr lang="en-GB" sz="1200" dirty="0"/>
                            <a:t> </a:t>
                          </a:r>
                          <a14:m>
                            <m:oMath xmlns:m="http://schemas.openxmlformats.org/officeDocument/2006/math">
                              <m:r>
                                <a:rPr lang="en-US" sz="1200" b="0" i="1" smtClean="0">
                                  <a:latin typeface="Cambria Math" panose="02040503050406030204" pitchFamily="18" charset="0"/>
                                  <a:ea typeface="Cambria Math" panose="02040503050406030204" pitchFamily="18" charset="0"/>
                                </a:rPr>
                                <m:t>(2×</m:t>
                              </m:r>
                              <m:sSup>
                                <m:sSupPr>
                                  <m:ctrlPr>
                                    <a:rPr lang="en-US" sz="1200" b="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GB" sz="1200" b="0" i="1" smtClean="0">
                                      <a:latin typeface="Cambria Math" panose="02040503050406030204" pitchFamily="18" charset="0"/>
                                      <a:ea typeface="Cambria Math" panose="02040503050406030204" pitchFamily="18" charset="0"/>
                                    </a:rPr>
                                    <m:t>4</m:t>
                                  </m:r>
                                </m:sup>
                              </m:sSup>
                              <m:r>
                                <a:rPr lang="en-US" sz="1200" b="0" i="1" smtClean="0">
                                  <a:latin typeface="Cambria Math" panose="02040503050406030204" pitchFamily="18" charset="0"/>
                                  <a:ea typeface="Cambria Math" panose="02040503050406030204" pitchFamily="18" charset="0"/>
                                </a:rPr>
                                <m:t>)</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c) </a:t>
                          </a:r>
                          <a14:m>
                            <m:oMath xmlns:m="http://schemas.openxmlformats.org/officeDocument/2006/math">
                              <m:d>
                                <m:dPr>
                                  <m:ctrlPr>
                                    <a:rPr lang="en-US" sz="1200" b="1" i="1" smtClean="0">
                                      <a:latin typeface="Cambria Math" panose="02040503050406030204" pitchFamily="18" charset="0"/>
                                    </a:rPr>
                                  </m:ctrlPr>
                                </m:dPr>
                                <m:e>
                                  <m:r>
                                    <a:rPr lang="en-US" sz="1200" b="0" i="1" smtClean="0">
                                      <a:latin typeface="Cambria Math" panose="02040503050406030204" pitchFamily="18" charset="0"/>
                                    </a:rPr>
                                    <m:t>4</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−5</m:t>
                                      </m:r>
                                    </m:sup>
                                  </m:sSup>
                                </m:e>
                              </m:d>
                              <m:r>
                                <a:rPr lang="en-US" sz="1200" b="1" i="1" smtClean="0">
                                  <a:latin typeface="Cambria Math" panose="02040503050406030204" pitchFamily="18" charset="0"/>
                                  <a:ea typeface="Cambria Math" panose="02040503050406030204" pitchFamily="18" charset="0"/>
                                </a:rPr>
                                <m:t>÷</m:t>
                              </m:r>
                            </m:oMath>
                          </a14:m>
                          <a:r>
                            <a:rPr lang="en-GB" sz="1200" dirty="0"/>
                            <a:t> </a:t>
                          </a:r>
                          <a14:m>
                            <m:oMath xmlns:m="http://schemas.openxmlformats.org/officeDocument/2006/math">
                              <m:r>
                                <a:rPr lang="en-US" sz="1200" b="0" i="1" smtClean="0">
                                  <a:latin typeface="Cambria Math" panose="02040503050406030204" pitchFamily="18" charset="0"/>
                                  <a:ea typeface="Cambria Math" panose="02040503050406030204" pitchFamily="18" charset="0"/>
                                </a:rPr>
                                <m:t>(4×</m:t>
                              </m:r>
                              <m:sSup>
                                <m:sSupPr>
                                  <m:ctrlPr>
                                    <a:rPr lang="en-US" sz="1200" b="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2</m:t>
                                  </m:r>
                                </m:sup>
                              </m:sSup>
                              <m:r>
                                <a:rPr lang="en-US" sz="1200" b="0" i="1" smtClean="0">
                                  <a:latin typeface="Cambria Math" panose="02040503050406030204" pitchFamily="18" charset="0"/>
                                  <a:ea typeface="Cambria Math" panose="02040503050406030204" pitchFamily="18" charset="0"/>
                                </a:rPr>
                                <m:t>)</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51001232"/>
                      </a:ext>
                    </a:extLst>
                  </a:tr>
                  <a:tr h="1399536">
                    <a:tc>
                      <a:txBody>
                        <a:bodyPr/>
                        <a:lstStyle/>
                        <a:p>
                          <a:r>
                            <a:rPr lang="en-GB" sz="1200" dirty="0"/>
                            <a:t>d) </a:t>
                          </a:r>
                          <a14:m>
                            <m:oMath xmlns:m="http://schemas.openxmlformats.org/officeDocument/2006/math">
                              <m:d>
                                <m:dPr>
                                  <m:ctrlPr>
                                    <a:rPr lang="en-US" sz="1200" b="1" i="1" smtClean="0">
                                      <a:latin typeface="Cambria Math" panose="02040503050406030204" pitchFamily="18" charset="0"/>
                                    </a:rPr>
                                  </m:ctrlPr>
                                </m:dPr>
                                <m:e>
                                  <m:r>
                                    <a:rPr lang="en-US" sz="1200" b="0" i="1" smtClean="0">
                                      <a:latin typeface="Cambria Math" panose="02040503050406030204" pitchFamily="18" charset="0"/>
                                    </a:rPr>
                                    <m:t>6</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3</m:t>
                                      </m:r>
                                    </m:sup>
                                  </m:sSup>
                                </m:e>
                              </m:d>
                              <m:r>
                                <a:rPr lang="en-US" sz="1200" b="1" i="1" smtClean="0">
                                  <a:latin typeface="Cambria Math" panose="02040503050406030204" pitchFamily="18" charset="0"/>
                                  <a:ea typeface="Cambria Math" panose="02040503050406030204" pitchFamily="18" charset="0"/>
                                </a:rPr>
                                <m:t>÷</m:t>
                              </m:r>
                            </m:oMath>
                          </a14:m>
                          <a:r>
                            <a:rPr lang="en-GB" sz="1200" dirty="0"/>
                            <a:t> </a:t>
                          </a:r>
                          <a14:m>
                            <m:oMath xmlns:m="http://schemas.openxmlformats.org/officeDocument/2006/math">
                              <m:r>
                                <a:rPr lang="en-US" sz="1200" b="0" i="1" smtClean="0">
                                  <a:latin typeface="Cambria Math" panose="02040503050406030204" pitchFamily="18" charset="0"/>
                                  <a:ea typeface="Cambria Math" panose="02040503050406030204" pitchFamily="18" charset="0"/>
                                </a:rPr>
                                <m:t>(3×</m:t>
                              </m:r>
                              <m:sSup>
                                <m:sSupPr>
                                  <m:ctrlPr>
                                    <a:rPr lang="en-US" sz="1200" b="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−2</m:t>
                                  </m:r>
                                </m:sup>
                              </m:sSup>
                              <m:r>
                                <a:rPr lang="en-US" sz="1200" b="0" i="1" smtClean="0">
                                  <a:latin typeface="Cambria Math" panose="02040503050406030204" pitchFamily="18" charset="0"/>
                                  <a:ea typeface="Cambria Math" panose="02040503050406030204" pitchFamily="18" charset="0"/>
                                </a:rPr>
                                <m:t>)</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e) </a:t>
                          </a:r>
                          <a14:m>
                            <m:oMath xmlns:m="http://schemas.openxmlformats.org/officeDocument/2006/math">
                              <m:d>
                                <m:dPr>
                                  <m:ctrlPr>
                                    <a:rPr lang="en-US" sz="1200" b="1" i="1" smtClean="0">
                                      <a:latin typeface="Cambria Math" panose="02040503050406030204" pitchFamily="18" charset="0"/>
                                    </a:rPr>
                                  </m:ctrlPr>
                                </m:dPr>
                                <m:e>
                                  <m:r>
                                    <a:rPr lang="en-US" sz="1200" b="0" i="1" smtClean="0">
                                      <a:latin typeface="Cambria Math" panose="02040503050406030204" pitchFamily="18" charset="0"/>
                                    </a:rPr>
                                    <m:t>9</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4</m:t>
                                      </m:r>
                                    </m:sup>
                                  </m:sSup>
                                </m:e>
                              </m:d>
                              <m:r>
                                <a:rPr lang="en-US" sz="1200" b="1" i="1" smtClean="0">
                                  <a:latin typeface="Cambria Math" panose="02040503050406030204" pitchFamily="18" charset="0"/>
                                  <a:ea typeface="Cambria Math" panose="02040503050406030204" pitchFamily="18" charset="0"/>
                                </a:rPr>
                                <m:t>÷</m:t>
                              </m:r>
                            </m:oMath>
                          </a14:m>
                          <a:r>
                            <a:rPr lang="en-GB" sz="1200" dirty="0"/>
                            <a:t> </a:t>
                          </a:r>
                          <a14:m>
                            <m:oMath xmlns:m="http://schemas.openxmlformats.org/officeDocument/2006/math">
                              <m:r>
                                <a:rPr lang="en-US" sz="1200" b="0" i="1" smtClean="0">
                                  <a:latin typeface="Cambria Math" panose="02040503050406030204" pitchFamily="18" charset="0"/>
                                  <a:ea typeface="Cambria Math" panose="02040503050406030204" pitchFamily="18" charset="0"/>
                                </a:rPr>
                                <m:t>(3×</m:t>
                              </m:r>
                              <m:sSup>
                                <m:sSupPr>
                                  <m:ctrlPr>
                                    <a:rPr lang="en-US" sz="1200" b="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−2</m:t>
                                  </m:r>
                                </m:sup>
                              </m:sSup>
                              <m:r>
                                <a:rPr lang="en-US" sz="1200" b="0" i="1" smtClean="0">
                                  <a:latin typeface="Cambria Math" panose="02040503050406030204" pitchFamily="18" charset="0"/>
                                  <a:ea typeface="Cambria Math" panose="02040503050406030204" pitchFamily="18" charset="0"/>
                                </a:rPr>
                                <m:t>)</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f) </a:t>
                          </a:r>
                          <a14:m>
                            <m:oMath xmlns:m="http://schemas.openxmlformats.org/officeDocument/2006/math">
                              <m:d>
                                <m:dPr>
                                  <m:ctrlPr>
                                    <a:rPr lang="en-US" sz="1200" b="1" i="1" smtClean="0">
                                      <a:latin typeface="Cambria Math" panose="02040503050406030204" pitchFamily="18" charset="0"/>
                                    </a:rPr>
                                  </m:ctrlPr>
                                </m:dPr>
                                <m:e>
                                  <m:r>
                                    <a:rPr lang="en-US" sz="1200" b="0" i="1" smtClean="0">
                                      <a:latin typeface="Cambria Math" panose="02040503050406030204" pitchFamily="18" charset="0"/>
                                    </a:rPr>
                                    <m:t>8</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7</m:t>
                                      </m:r>
                                    </m:sup>
                                  </m:sSup>
                                </m:e>
                              </m:d>
                              <m:r>
                                <a:rPr lang="en-US" sz="1200" b="1" i="1" smtClean="0">
                                  <a:latin typeface="Cambria Math" panose="02040503050406030204" pitchFamily="18" charset="0"/>
                                  <a:ea typeface="Cambria Math" panose="02040503050406030204" pitchFamily="18" charset="0"/>
                                </a:rPr>
                                <m:t>÷</m:t>
                              </m:r>
                            </m:oMath>
                          </a14:m>
                          <a:r>
                            <a:rPr lang="en-GB" sz="1200" dirty="0"/>
                            <a:t> </a:t>
                          </a:r>
                          <a14:m>
                            <m:oMath xmlns:m="http://schemas.openxmlformats.org/officeDocument/2006/math">
                              <m:r>
                                <a:rPr lang="en-US" sz="1200" b="0" i="1" smtClean="0">
                                  <a:latin typeface="Cambria Math" panose="02040503050406030204" pitchFamily="18" charset="0"/>
                                  <a:ea typeface="Cambria Math" panose="02040503050406030204" pitchFamily="18" charset="0"/>
                                </a:rPr>
                                <m:t>(4×</m:t>
                              </m:r>
                              <m:sSup>
                                <m:sSupPr>
                                  <m:ctrlPr>
                                    <a:rPr lang="en-US" sz="1200" b="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−3</m:t>
                                  </m:r>
                                </m:sup>
                              </m:sSup>
                              <m:r>
                                <a:rPr lang="en-US" sz="1200" b="0" i="1" smtClean="0">
                                  <a:latin typeface="Cambria Math" panose="02040503050406030204" pitchFamily="18" charset="0"/>
                                  <a:ea typeface="Cambria Math" panose="02040503050406030204" pitchFamily="18" charset="0"/>
                                </a:rPr>
                                <m:t>)</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3788269"/>
                      </a:ext>
                    </a:extLst>
                  </a:tr>
                  <a:tr h="1399536">
                    <a:tc>
                      <a:txBody>
                        <a:bodyPr/>
                        <a:lstStyle/>
                        <a:p>
                          <a:r>
                            <a:rPr lang="en-GB" sz="1200" dirty="0"/>
                            <a:t>g) </a:t>
                          </a:r>
                          <a14:m>
                            <m:oMath xmlns:m="http://schemas.openxmlformats.org/officeDocument/2006/math">
                              <m:d>
                                <m:dPr>
                                  <m:ctrlPr>
                                    <a:rPr lang="en-US" sz="1200" b="1" i="1" smtClean="0">
                                      <a:latin typeface="Cambria Math" panose="02040503050406030204" pitchFamily="18" charset="0"/>
                                    </a:rPr>
                                  </m:ctrlPr>
                                </m:dPr>
                                <m:e>
                                  <m:r>
                                    <a:rPr lang="en-GB" sz="1200" b="0" i="1" smtClean="0">
                                      <a:latin typeface="Cambria Math" panose="02040503050406030204" pitchFamily="18" charset="0"/>
                                    </a:rPr>
                                    <m:t>3</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GB" sz="1200" b="0" i="1" smtClean="0">
                                          <a:latin typeface="Cambria Math" panose="02040503050406030204" pitchFamily="18" charset="0"/>
                                          <a:ea typeface="Cambria Math" panose="02040503050406030204" pitchFamily="18" charset="0"/>
                                        </a:rPr>
                                        <m:t>3</m:t>
                                      </m:r>
                                    </m:sup>
                                  </m:sSup>
                                </m:e>
                              </m:d>
                              <m:r>
                                <a:rPr lang="en-US" sz="1200" b="1" i="1" smtClean="0">
                                  <a:latin typeface="Cambria Math" panose="02040503050406030204" pitchFamily="18" charset="0"/>
                                  <a:ea typeface="Cambria Math" panose="02040503050406030204" pitchFamily="18" charset="0"/>
                                </a:rPr>
                                <m:t>÷</m:t>
                              </m:r>
                            </m:oMath>
                          </a14:m>
                          <a:r>
                            <a:rPr lang="en-GB" sz="1200" dirty="0"/>
                            <a:t> </a:t>
                          </a:r>
                          <a14:m>
                            <m:oMath xmlns:m="http://schemas.openxmlformats.org/officeDocument/2006/math">
                              <m:r>
                                <a:rPr lang="en-US" sz="1200" b="0" i="1" smtClean="0">
                                  <a:latin typeface="Cambria Math" panose="02040503050406030204" pitchFamily="18" charset="0"/>
                                  <a:ea typeface="Cambria Math" panose="02040503050406030204" pitchFamily="18" charset="0"/>
                                </a:rPr>
                                <m:t>(6×</m:t>
                              </m:r>
                              <m:sSup>
                                <m:sSupPr>
                                  <m:ctrlPr>
                                    <a:rPr lang="en-US" sz="1200" b="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−4</m:t>
                                  </m:r>
                                </m:sup>
                              </m:sSup>
                              <m:r>
                                <a:rPr lang="en-US" sz="1200" b="0" i="1" smtClean="0">
                                  <a:latin typeface="Cambria Math" panose="02040503050406030204" pitchFamily="18" charset="0"/>
                                  <a:ea typeface="Cambria Math" panose="02040503050406030204" pitchFamily="18" charset="0"/>
                                </a:rPr>
                                <m:t>)</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h) </a:t>
                          </a:r>
                          <a14:m>
                            <m:oMath xmlns:m="http://schemas.openxmlformats.org/officeDocument/2006/math">
                              <m:d>
                                <m:dPr>
                                  <m:ctrlPr>
                                    <a:rPr lang="en-US" sz="1200" b="1" i="1" smtClean="0">
                                      <a:latin typeface="Cambria Math" panose="02040503050406030204" pitchFamily="18" charset="0"/>
                                    </a:rPr>
                                  </m:ctrlPr>
                                </m:dPr>
                                <m:e>
                                  <m:r>
                                    <a:rPr lang="en-GB" sz="1200" b="0" i="1" smtClean="0">
                                      <a:latin typeface="Cambria Math" panose="02040503050406030204" pitchFamily="18" charset="0"/>
                                    </a:rPr>
                                    <m:t>2</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−2</m:t>
                                      </m:r>
                                    </m:sup>
                                  </m:sSup>
                                </m:e>
                              </m:d>
                              <m:r>
                                <a:rPr lang="en-US" sz="1200" b="1" i="1" smtClean="0">
                                  <a:latin typeface="Cambria Math" panose="02040503050406030204" pitchFamily="18" charset="0"/>
                                  <a:ea typeface="Cambria Math" panose="02040503050406030204" pitchFamily="18" charset="0"/>
                                </a:rPr>
                                <m:t>÷</m:t>
                              </m:r>
                            </m:oMath>
                          </a14:m>
                          <a:r>
                            <a:rPr lang="en-GB" sz="1200" dirty="0"/>
                            <a:t> </a:t>
                          </a:r>
                          <a14:m>
                            <m:oMath xmlns:m="http://schemas.openxmlformats.org/officeDocument/2006/math">
                              <m:r>
                                <a:rPr lang="en-US" sz="1200" b="0" i="1" smtClean="0">
                                  <a:latin typeface="Cambria Math" panose="02040503050406030204" pitchFamily="18" charset="0"/>
                                  <a:ea typeface="Cambria Math" panose="02040503050406030204" pitchFamily="18" charset="0"/>
                                </a:rPr>
                                <m:t>(</m:t>
                              </m:r>
                              <m:r>
                                <a:rPr lang="en-GB" sz="1200" b="0" i="1" smtClean="0">
                                  <a:latin typeface="Cambria Math" panose="02040503050406030204" pitchFamily="18" charset="0"/>
                                  <a:ea typeface="Cambria Math" panose="02040503050406030204" pitchFamily="18" charset="0"/>
                                </a:rPr>
                                <m:t>8</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−4</m:t>
                                  </m:r>
                                </m:sup>
                              </m:sSup>
                              <m:r>
                                <a:rPr lang="en-US" sz="1200" b="0" i="1" smtClean="0">
                                  <a:latin typeface="Cambria Math" panose="02040503050406030204" pitchFamily="18" charset="0"/>
                                  <a:ea typeface="Cambria Math" panose="02040503050406030204" pitchFamily="18" charset="0"/>
                                </a:rPr>
                                <m:t>)</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i) </a:t>
                          </a:r>
                          <a14:m>
                            <m:oMath xmlns:m="http://schemas.openxmlformats.org/officeDocument/2006/math">
                              <m:d>
                                <m:dPr>
                                  <m:ctrlPr>
                                    <a:rPr lang="en-US" sz="1200" b="1" i="1" smtClean="0">
                                      <a:latin typeface="Cambria Math" panose="02040503050406030204" pitchFamily="18" charset="0"/>
                                    </a:rPr>
                                  </m:ctrlPr>
                                </m:dPr>
                                <m:e>
                                  <m:r>
                                    <a:rPr lang="en-US" sz="1200" b="0" i="1" smtClean="0">
                                      <a:latin typeface="Cambria Math" panose="02040503050406030204" pitchFamily="18" charset="0"/>
                                    </a:rPr>
                                    <m:t>4</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−2</m:t>
                                      </m:r>
                                    </m:sup>
                                  </m:sSup>
                                </m:e>
                              </m:d>
                              <m:r>
                                <a:rPr lang="en-US" sz="1200" b="1" i="1" smtClean="0">
                                  <a:latin typeface="Cambria Math" panose="02040503050406030204" pitchFamily="18" charset="0"/>
                                  <a:ea typeface="Cambria Math" panose="02040503050406030204" pitchFamily="18" charset="0"/>
                                </a:rPr>
                                <m:t>÷</m:t>
                              </m:r>
                            </m:oMath>
                          </a14:m>
                          <a:r>
                            <a:rPr lang="en-GB" sz="1200" dirty="0"/>
                            <a:t> </a:t>
                          </a:r>
                          <a14:m>
                            <m:oMath xmlns:m="http://schemas.openxmlformats.org/officeDocument/2006/math">
                              <m:r>
                                <a:rPr lang="en-US" sz="1200" b="0" i="1" smtClean="0">
                                  <a:latin typeface="Cambria Math" panose="02040503050406030204" pitchFamily="18" charset="0"/>
                                  <a:ea typeface="Cambria Math" panose="02040503050406030204" pitchFamily="18" charset="0"/>
                                </a:rPr>
                                <m:t>(</m:t>
                              </m:r>
                              <m:r>
                                <a:rPr lang="en-GB" sz="1200" b="0" i="1" smtClean="0">
                                  <a:latin typeface="Cambria Math" panose="02040503050406030204" pitchFamily="18" charset="0"/>
                                  <a:ea typeface="Cambria Math" panose="02040503050406030204" pitchFamily="18" charset="0"/>
                                </a:rPr>
                                <m:t>8</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−5</m:t>
                                  </m:r>
                                </m:sup>
                              </m:sSup>
                              <m:r>
                                <a:rPr lang="en-US" sz="1200" b="0" i="1" smtClean="0">
                                  <a:latin typeface="Cambria Math" panose="02040503050406030204" pitchFamily="18" charset="0"/>
                                  <a:ea typeface="Cambria Math" panose="02040503050406030204" pitchFamily="18" charset="0"/>
                                </a:rPr>
                                <m:t>)</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95764158"/>
                      </a:ext>
                    </a:extLst>
                  </a:tr>
                  <a:tr h="1399536">
                    <a:tc>
                      <a:txBody>
                        <a:bodyPr/>
                        <a:lstStyle/>
                        <a:p>
                          <a:r>
                            <a:rPr lang="en-GB" sz="1200" dirty="0"/>
                            <a:t>j) </a:t>
                          </a:r>
                          <a14:m>
                            <m:oMath xmlns:m="http://schemas.openxmlformats.org/officeDocument/2006/math">
                              <m:d>
                                <m:dPr>
                                  <m:ctrlPr>
                                    <a:rPr lang="en-US" sz="1200" b="1" i="1" smtClean="0">
                                      <a:latin typeface="Cambria Math" panose="02040503050406030204" pitchFamily="18" charset="0"/>
                                    </a:rPr>
                                  </m:ctrlPr>
                                </m:dPr>
                                <m:e>
                                  <m:r>
                                    <a:rPr lang="en-US" sz="1200" b="0" i="1" smtClean="0">
                                      <a:latin typeface="Cambria Math" panose="02040503050406030204" pitchFamily="18" charset="0"/>
                                    </a:rPr>
                                    <m:t>8.4</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−1</m:t>
                                      </m:r>
                                    </m:sup>
                                  </m:sSup>
                                </m:e>
                              </m:d>
                              <m:r>
                                <a:rPr lang="en-US" sz="1200" b="1" i="1" smtClean="0">
                                  <a:latin typeface="Cambria Math" panose="02040503050406030204" pitchFamily="18" charset="0"/>
                                  <a:ea typeface="Cambria Math" panose="02040503050406030204" pitchFamily="18" charset="0"/>
                                </a:rPr>
                                <m:t>÷</m:t>
                              </m:r>
                            </m:oMath>
                          </a14:m>
                          <a:r>
                            <a:rPr lang="en-GB" sz="1200" dirty="0"/>
                            <a:t> </a:t>
                          </a:r>
                          <a14:m>
                            <m:oMath xmlns:m="http://schemas.openxmlformats.org/officeDocument/2006/math">
                              <m:r>
                                <a:rPr lang="en-US" sz="1200" b="0" i="1" smtClean="0">
                                  <a:latin typeface="Cambria Math" panose="02040503050406030204" pitchFamily="18" charset="0"/>
                                  <a:ea typeface="Cambria Math" panose="02040503050406030204" pitchFamily="18" charset="0"/>
                                </a:rPr>
                                <m:t>(7×</m:t>
                              </m:r>
                              <m:sSup>
                                <m:sSupPr>
                                  <m:ctrlPr>
                                    <a:rPr lang="en-US" sz="1200" b="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−4</m:t>
                                  </m:r>
                                </m:sup>
                              </m:sSup>
                              <m:r>
                                <a:rPr lang="en-US" sz="1200" b="0" i="1" smtClean="0">
                                  <a:latin typeface="Cambria Math" panose="02040503050406030204" pitchFamily="18" charset="0"/>
                                  <a:ea typeface="Cambria Math" panose="02040503050406030204" pitchFamily="18" charset="0"/>
                                </a:rPr>
                                <m:t>)</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k) </a:t>
                          </a:r>
                          <a14:m>
                            <m:oMath xmlns:m="http://schemas.openxmlformats.org/officeDocument/2006/math">
                              <m:d>
                                <m:dPr>
                                  <m:ctrlPr>
                                    <a:rPr lang="en-US" sz="1200" b="1" i="1" smtClean="0">
                                      <a:latin typeface="Cambria Math" panose="02040503050406030204" pitchFamily="18" charset="0"/>
                                    </a:rPr>
                                  </m:ctrlPr>
                                </m:dPr>
                                <m:e>
                                  <m:r>
                                    <a:rPr lang="en-US" sz="1200" b="0" i="1" smtClean="0">
                                      <a:latin typeface="Cambria Math" panose="02040503050406030204" pitchFamily="18" charset="0"/>
                                    </a:rPr>
                                    <m:t>6.3</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−2</m:t>
                                      </m:r>
                                    </m:sup>
                                  </m:sSup>
                                </m:e>
                              </m:d>
                              <m:r>
                                <a:rPr lang="en-US" sz="1200" b="1" i="1" smtClean="0">
                                  <a:latin typeface="Cambria Math" panose="02040503050406030204" pitchFamily="18" charset="0"/>
                                  <a:ea typeface="Cambria Math" panose="02040503050406030204" pitchFamily="18" charset="0"/>
                                </a:rPr>
                                <m:t>÷</m:t>
                              </m:r>
                            </m:oMath>
                          </a14:m>
                          <a:r>
                            <a:rPr lang="en-GB" sz="1200" dirty="0"/>
                            <a:t> </a:t>
                          </a:r>
                          <a14:m>
                            <m:oMath xmlns:m="http://schemas.openxmlformats.org/officeDocument/2006/math">
                              <m:r>
                                <a:rPr lang="en-US" sz="1200" b="0" i="1" smtClean="0">
                                  <a:latin typeface="Cambria Math" panose="02040503050406030204" pitchFamily="18" charset="0"/>
                                  <a:ea typeface="Cambria Math" panose="02040503050406030204" pitchFamily="18" charset="0"/>
                                </a:rPr>
                                <m:t>(9×</m:t>
                              </m:r>
                              <m:sSup>
                                <m:sSupPr>
                                  <m:ctrlPr>
                                    <a:rPr lang="en-US" sz="1200" b="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−4</m:t>
                                  </m:r>
                                </m:sup>
                              </m:sSup>
                              <m:r>
                                <a:rPr lang="en-US" sz="1200" b="0" i="1" smtClean="0">
                                  <a:latin typeface="Cambria Math" panose="02040503050406030204" pitchFamily="18" charset="0"/>
                                  <a:ea typeface="Cambria Math" panose="02040503050406030204" pitchFamily="18" charset="0"/>
                                </a:rPr>
                                <m:t>)</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l) </a:t>
                          </a:r>
                          <a14:m>
                            <m:oMath xmlns:m="http://schemas.openxmlformats.org/officeDocument/2006/math">
                              <m:d>
                                <m:dPr>
                                  <m:ctrlPr>
                                    <a:rPr lang="en-US" sz="1200" b="1" i="1" smtClean="0">
                                      <a:latin typeface="Cambria Math" panose="02040503050406030204" pitchFamily="18" charset="0"/>
                                    </a:rPr>
                                  </m:ctrlPr>
                                </m:dPr>
                                <m:e>
                                  <m:r>
                                    <a:rPr lang="en-US" sz="1200" b="0" i="1" smtClean="0">
                                      <a:latin typeface="Cambria Math" panose="02040503050406030204" pitchFamily="18" charset="0"/>
                                    </a:rPr>
                                    <m:t>5.6</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−2</m:t>
                                      </m:r>
                                    </m:sup>
                                  </m:sSup>
                                </m:e>
                              </m:d>
                              <m:r>
                                <a:rPr lang="en-US" sz="1200" b="1" i="1" smtClean="0">
                                  <a:latin typeface="Cambria Math" panose="02040503050406030204" pitchFamily="18" charset="0"/>
                                  <a:ea typeface="Cambria Math" panose="02040503050406030204" pitchFamily="18" charset="0"/>
                                </a:rPr>
                                <m:t>÷</m:t>
                              </m:r>
                            </m:oMath>
                          </a14:m>
                          <a:r>
                            <a:rPr lang="en-GB" sz="1200" dirty="0"/>
                            <a:t> </a:t>
                          </a:r>
                          <a14:m>
                            <m:oMath xmlns:m="http://schemas.openxmlformats.org/officeDocument/2006/math">
                              <m:r>
                                <a:rPr lang="en-US" sz="1200" b="0" i="1" smtClean="0">
                                  <a:latin typeface="Cambria Math" panose="02040503050406030204" pitchFamily="18" charset="0"/>
                                  <a:ea typeface="Cambria Math" panose="02040503050406030204" pitchFamily="18" charset="0"/>
                                </a:rPr>
                                <m:t>(7×</m:t>
                              </m:r>
                              <m:sSup>
                                <m:sSupPr>
                                  <m:ctrlPr>
                                    <a:rPr lang="en-US" sz="1200" b="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US" sz="1200" b="0" i="1" smtClean="0">
                                      <a:latin typeface="Cambria Math" panose="02040503050406030204" pitchFamily="18" charset="0"/>
                                      <a:ea typeface="Cambria Math" panose="02040503050406030204" pitchFamily="18" charset="0"/>
                                    </a:rPr>
                                    <m:t>−5</m:t>
                                  </m:r>
                                </m:sup>
                              </m:sSup>
                              <m:r>
                                <a:rPr lang="en-US" sz="1200" b="0" i="1" smtClean="0">
                                  <a:latin typeface="Cambria Math" panose="02040503050406030204" pitchFamily="18" charset="0"/>
                                  <a:ea typeface="Cambria Math" panose="02040503050406030204" pitchFamily="18" charset="0"/>
                                </a:rPr>
                                <m:t>)</m:t>
                              </m:r>
                            </m:oMath>
                          </a14:m>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18834452"/>
                      </a:ext>
                    </a:extLst>
                  </a:tr>
                </a:tbl>
              </a:graphicData>
            </a:graphic>
          </p:graphicFrame>
        </mc:Choice>
        <mc:Fallback xmlns="">
          <p:graphicFrame>
            <p:nvGraphicFramePr>
              <p:cNvPr id="4" name="Table 4">
                <a:extLst>
                  <a:ext uri="{FF2B5EF4-FFF2-40B4-BE49-F238E27FC236}">
                    <a16:creationId xmlns:a16="http://schemas.microsoft.com/office/drawing/2014/main" id="{A657E6EB-954B-37B4-76EF-2122D46E848E}"/>
                  </a:ext>
                </a:extLst>
              </p:cNvPr>
              <p:cNvGraphicFramePr>
                <a:graphicFrameLocks noGrp="1"/>
              </p:cNvGraphicFramePr>
              <p:nvPr>
                <p:extLst>
                  <p:ext uri="{D42A27DB-BD31-4B8C-83A1-F6EECF244321}">
                    <p14:modId xmlns:p14="http://schemas.microsoft.com/office/powerpoint/2010/main" val="3524068183"/>
                  </p:ext>
                </p:extLst>
              </p:nvPr>
            </p:nvGraphicFramePr>
            <p:xfrm>
              <a:off x="75609" y="4155457"/>
              <a:ext cx="6728805" cy="5598144"/>
            </p:xfrm>
            <a:graphic>
              <a:graphicData uri="http://schemas.openxmlformats.org/drawingml/2006/table">
                <a:tbl>
                  <a:tblPr>
                    <a:tableStyleId>{5C22544A-7EE6-4342-B048-85BDC9FD1C3A}</a:tableStyleId>
                  </a:tblPr>
                  <a:tblGrid>
                    <a:gridCol w="2242935">
                      <a:extLst>
                        <a:ext uri="{9D8B030D-6E8A-4147-A177-3AD203B41FA5}">
                          <a16:colId xmlns:a16="http://schemas.microsoft.com/office/drawing/2014/main" val="2276465341"/>
                        </a:ext>
                      </a:extLst>
                    </a:gridCol>
                    <a:gridCol w="2242935">
                      <a:extLst>
                        <a:ext uri="{9D8B030D-6E8A-4147-A177-3AD203B41FA5}">
                          <a16:colId xmlns:a16="http://schemas.microsoft.com/office/drawing/2014/main" val="1611199635"/>
                        </a:ext>
                      </a:extLst>
                    </a:gridCol>
                    <a:gridCol w="2242935">
                      <a:extLst>
                        <a:ext uri="{9D8B030D-6E8A-4147-A177-3AD203B41FA5}">
                          <a16:colId xmlns:a16="http://schemas.microsoft.com/office/drawing/2014/main" val="232246237"/>
                        </a:ext>
                      </a:extLst>
                    </a:gridCol>
                  </a:tblGrid>
                  <a:tr h="1399536">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72" t="-435" r="-200815" b="-30087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000" t="-435" r="-100271" b="-30087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543" t="-435" r="-543" b="-300870"/>
                          </a:stretch>
                        </a:blipFill>
                      </a:tcPr>
                    </a:tc>
                    <a:extLst>
                      <a:ext uri="{0D108BD9-81ED-4DB2-BD59-A6C34878D82A}">
                        <a16:rowId xmlns:a16="http://schemas.microsoft.com/office/drawing/2014/main" val="3551001232"/>
                      </a:ext>
                    </a:extLst>
                  </a:tr>
                  <a:tr h="1399536">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72" t="-100435" r="-200815" b="-20087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000" t="-100435" r="-100271" b="-20087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543" t="-100435" r="-543" b="-200870"/>
                          </a:stretch>
                        </a:blipFill>
                      </a:tcPr>
                    </a:tc>
                    <a:extLst>
                      <a:ext uri="{0D108BD9-81ED-4DB2-BD59-A6C34878D82A}">
                        <a16:rowId xmlns:a16="http://schemas.microsoft.com/office/drawing/2014/main" val="193788269"/>
                      </a:ext>
                    </a:extLst>
                  </a:tr>
                  <a:tr h="1399536">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72" t="-200435" r="-200815" b="-10087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000" t="-200435" r="-100271" b="-10087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543" t="-200435" r="-543" b="-100870"/>
                          </a:stretch>
                        </a:blipFill>
                      </a:tcPr>
                    </a:tc>
                    <a:extLst>
                      <a:ext uri="{0D108BD9-81ED-4DB2-BD59-A6C34878D82A}">
                        <a16:rowId xmlns:a16="http://schemas.microsoft.com/office/drawing/2014/main" val="3995764158"/>
                      </a:ext>
                    </a:extLst>
                  </a:tr>
                  <a:tr h="1399536">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72" t="-300435" r="-200815" b="-87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000" t="-300435" r="-100271" b="-87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543" t="-300435" r="-543" b="-870"/>
                          </a:stretch>
                        </a:blipFill>
                      </a:tcPr>
                    </a:tc>
                    <a:extLst>
                      <a:ext uri="{0D108BD9-81ED-4DB2-BD59-A6C34878D82A}">
                        <a16:rowId xmlns:a16="http://schemas.microsoft.com/office/drawing/2014/main" val="2418834452"/>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8" name="Table 7"/>
              <p:cNvGraphicFramePr>
                <a:graphicFrameLocks noGrp="1"/>
              </p:cNvGraphicFramePr>
              <p:nvPr/>
            </p:nvGraphicFramePr>
            <p:xfrm>
              <a:off x="102680" y="385777"/>
              <a:ext cx="6701735" cy="3226738"/>
            </p:xfrm>
            <a:graphic>
              <a:graphicData uri="http://schemas.openxmlformats.org/drawingml/2006/table">
                <a:tbl>
                  <a:tblPr firstRow="1" bandRow="1">
                    <a:tableStyleId>{5C22544A-7EE6-4342-B048-85BDC9FD1C3A}</a:tableStyleId>
                  </a:tblPr>
                  <a:tblGrid>
                    <a:gridCol w="1156277">
                      <a:extLst>
                        <a:ext uri="{9D8B030D-6E8A-4147-A177-3AD203B41FA5}">
                          <a16:colId xmlns:a16="http://schemas.microsoft.com/office/drawing/2014/main" val="2581865204"/>
                        </a:ext>
                      </a:extLst>
                    </a:gridCol>
                    <a:gridCol w="1848486">
                      <a:extLst>
                        <a:ext uri="{9D8B030D-6E8A-4147-A177-3AD203B41FA5}">
                          <a16:colId xmlns:a16="http://schemas.microsoft.com/office/drawing/2014/main" val="752551682"/>
                        </a:ext>
                      </a:extLst>
                    </a:gridCol>
                    <a:gridCol w="1848486">
                      <a:extLst>
                        <a:ext uri="{9D8B030D-6E8A-4147-A177-3AD203B41FA5}">
                          <a16:colId xmlns:a16="http://schemas.microsoft.com/office/drawing/2014/main" val="2867986263"/>
                        </a:ext>
                      </a:extLst>
                    </a:gridCol>
                    <a:gridCol w="1848486">
                      <a:extLst>
                        <a:ext uri="{9D8B030D-6E8A-4147-A177-3AD203B41FA5}">
                          <a16:colId xmlns:a16="http://schemas.microsoft.com/office/drawing/2014/main" val="4164757680"/>
                        </a:ext>
                      </a:extLst>
                    </a:gridCol>
                  </a:tblGrid>
                  <a:tr h="309547">
                    <a:tc>
                      <a:txBody>
                        <a:bodyPr/>
                        <a:lstStyle/>
                        <a:p>
                          <a:pPr algn="ctr"/>
                          <a:r>
                            <a:rPr lang="en-US" sz="1200" b="1" dirty="0">
                              <a:solidFill>
                                <a:schemeClr val="tx1"/>
                              </a:solidFill>
                            </a:rPr>
                            <a:t>Steps</a:t>
                          </a:r>
                          <a:endParaRPr lang="en-GB" sz="12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100" b="1" dirty="0">
                              <a:solidFill>
                                <a:schemeClr val="tx1"/>
                              </a:solidFill>
                            </a:rPr>
                            <a:t> Calculate the following, leave your answer in standard form.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GB"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GB"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11226856"/>
                      </a:ext>
                    </a:extLst>
                  </a:tr>
                  <a:tr h="905511">
                    <a:tc>
                      <a:txBody>
                        <a:bodyPr/>
                        <a:lstStyle/>
                        <a:p>
                          <a:r>
                            <a:rPr lang="en-GB" sz="1200" dirty="0">
                              <a:solidFill>
                                <a:schemeClr val="tx1"/>
                              </a:solidFill>
                            </a:rPr>
                            <a:t>1) Use the associative law to regroup the calculation.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a14:m>
                            <m:oMathPara xmlns:m="http://schemas.openxmlformats.org/officeDocument/2006/math">
                              <m:oMathParaPr>
                                <m:jc m:val="centerGroup"/>
                              </m:oMathParaPr>
                              <m:oMath xmlns:m="http://schemas.openxmlformats.org/officeDocument/2006/math">
                                <m:d>
                                  <m:dPr>
                                    <m:ctrlPr>
                                      <a:rPr lang="en-US" sz="1200" b="0" i="1" baseline="0" smtClean="0">
                                        <a:solidFill>
                                          <a:schemeClr val="tx1"/>
                                        </a:solidFill>
                                        <a:latin typeface="Cambria Math" panose="02040503050406030204" pitchFamily="18" charset="0"/>
                                      </a:rPr>
                                    </m:ctrlPr>
                                  </m:dPr>
                                  <m:e>
                                    <m:r>
                                      <a:rPr lang="en-US" sz="1200" b="0" i="1" baseline="0" smtClean="0">
                                        <a:solidFill>
                                          <a:schemeClr val="tx1"/>
                                        </a:solidFill>
                                        <a:latin typeface="Cambria Math" panose="02040503050406030204" pitchFamily="18" charset="0"/>
                                      </a:rPr>
                                      <m:t>8</m:t>
                                    </m:r>
                                    <m:r>
                                      <a:rPr lang="en-US" sz="1200" b="0" i="1" baseline="0" smtClean="0">
                                        <a:solidFill>
                                          <a:schemeClr val="tx1"/>
                                        </a:solidFill>
                                        <a:latin typeface="Cambria Math" panose="02040503050406030204" pitchFamily="18" charset="0"/>
                                        <a:ea typeface="Cambria Math" panose="02040503050406030204" pitchFamily="18" charset="0"/>
                                      </a:rPr>
                                      <m:t>×</m:t>
                                    </m:r>
                                    <m:sSup>
                                      <m:sSupPr>
                                        <m:ctrlPr>
                                          <a:rPr lang="en-US" sz="1200" b="0" i="1" baseline="0" smtClean="0">
                                            <a:solidFill>
                                              <a:schemeClr val="tx1"/>
                                            </a:solidFill>
                                            <a:latin typeface="Cambria Math" panose="02040503050406030204" pitchFamily="18" charset="0"/>
                                            <a:ea typeface="Cambria Math" panose="02040503050406030204" pitchFamily="18" charset="0"/>
                                          </a:rPr>
                                        </m:ctrlPr>
                                      </m:sSupPr>
                                      <m:e>
                                        <m:r>
                                          <a:rPr lang="en-US" sz="1200" b="0" i="1" baseline="0" smtClean="0">
                                            <a:solidFill>
                                              <a:schemeClr val="tx1"/>
                                            </a:solidFill>
                                            <a:latin typeface="Cambria Math" panose="02040503050406030204" pitchFamily="18" charset="0"/>
                                            <a:ea typeface="Cambria Math" panose="02040503050406030204" pitchFamily="18" charset="0"/>
                                          </a:rPr>
                                          <m:t>10</m:t>
                                        </m:r>
                                      </m:e>
                                      <m:sup>
                                        <m:r>
                                          <a:rPr lang="en-US" sz="1200" b="0" i="1" baseline="0" smtClean="0">
                                            <a:solidFill>
                                              <a:schemeClr val="tx1"/>
                                            </a:solidFill>
                                            <a:latin typeface="Cambria Math" panose="02040503050406030204" pitchFamily="18" charset="0"/>
                                            <a:ea typeface="Cambria Math" panose="02040503050406030204" pitchFamily="18" charset="0"/>
                                          </a:rPr>
                                          <m:t>−8</m:t>
                                        </m:r>
                                      </m:sup>
                                    </m:sSup>
                                  </m:e>
                                </m:d>
                                <m:r>
                                  <a:rPr lang="en-US" sz="1200" b="0" i="1" baseline="0" smtClean="0">
                                    <a:solidFill>
                                      <a:schemeClr val="tx1"/>
                                    </a:solidFill>
                                    <a:latin typeface="Cambria Math" panose="02040503050406030204" pitchFamily="18" charset="0"/>
                                    <a:ea typeface="Cambria Math" panose="02040503050406030204" pitchFamily="18" charset="0"/>
                                  </a:rPr>
                                  <m:t>÷</m:t>
                                </m:r>
                                <m:d>
                                  <m:dPr>
                                    <m:ctrlPr>
                                      <a:rPr lang="en-US" sz="1200" b="0" i="1" baseline="0" smtClean="0">
                                        <a:solidFill>
                                          <a:schemeClr val="tx1"/>
                                        </a:solidFill>
                                        <a:latin typeface="Cambria Math" panose="02040503050406030204" pitchFamily="18" charset="0"/>
                                        <a:ea typeface="Cambria Math" panose="02040503050406030204" pitchFamily="18" charset="0"/>
                                      </a:rPr>
                                    </m:ctrlPr>
                                  </m:dPr>
                                  <m:e>
                                    <m:r>
                                      <a:rPr lang="en-GB" sz="1200" b="0" i="1" baseline="0" smtClean="0">
                                        <a:solidFill>
                                          <a:schemeClr val="tx1"/>
                                        </a:solidFill>
                                        <a:latin typeface="Cambria Math" panose="02040503050406030204" pitchFamily="18" charset="0"/>
                                        <a:ea typeface="Cambria Math" panose="02040503050406030204" pitchFamily="18" charset="0"/>
                                      </a:rPr>
                                      <m:t>2</m:t>
                                    </m:r>
                                    <m:r>
                                      <a:rPr lang="en-US" sz="1200" b="0" i="1" baseline="0" smtClean="0">
                                        <a:solidFill>
                                          <a:schemeClr val="tx1"/>
                                        </a:solidFill>
                                        <a:latin typeface="Cambria Math" panose="02040503050406030204" pitchFamily="18" charset="0"/>
                                        <a:ea typeface="Cambria Math" panose="02040503050406030204" pitchFamily="18" charset="0"/>
                                      </a:rPr>
                                      <m:t>×</m:t>
                                    </m:r>
                                    <m:sSup>
                                      <m:sSupPr>
                                        <m:ctrlPr>
                                          <a:rPr lang="en-US" sz="1200" b="0" i="1" baseline="0" smtClean="0">
                                            <a:solidFill>
                                              <a:schemeClr val="tx1"/>
                                            </a:solidFill>
                                            <a:latin typeface="Cambria Math" panose="02040503050406030204" pitchFamily="18" charset="0"/>
                                            <a:ea typeface="Cambria Math" panose="02040503050406030204" pitchFamily="18" charset="0"/>
                                          </a:rPr>
                                        </m:ctrlPr>
                                      </m:sSupPr>
                                      <m:e>
                                        <m:r>
                                          <a:rPr lang="en-US" sz="1200" b="0" i="1" baseline="0" smtClean="0">
                                            <a:solidFill>
                                              <a:schemeClr val="tx1"/>
                                            </a:solidFill>
                                            <a:latin typeface="Cambria Math" panose="02040503050406030204" pitchFamily="18" charset="0"/>
                                            <a:ea typeface="Cambria Math" panose="02040503050406030204" pitchFamily="18" charset="0"/>
                                          </a:rPr>
                                          <m:t>10</m:t>
                                        </m:r>
                                      </m:e>
                                      <m:sup>
                                        <m:r>
                                          <a:rPr lang="en-US" sz="1200" b="0" i="1" baseline="0" smtClean="0">
                                            <a:solidFill>
                                              <a:schemeClr val="tx1"/>
                                            </a:solidFill>
                                            <a:latin typeface="Cambria Math" panose="02040503050406030204" pitchFamily="18" charset="0"/>
                                            <a:ea typeface="Cambria Math" panose="02040503050406030204" pitchFamily="18" charset="0"/>
                                          </a:rPr>
                                          <m:t>4</m:t>
                                        </m:r>
                                      </m:sup>
                                    </m:sSup>
                                  </m:e>
                                </m:d>
                              </m:oMath>
                            </m:oMathPara>
                          </a14:m>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a14:m>
                            <m:oMathPara xmlns:m="http://schemas.openxmlformats.org/officeDocument/2006/math">
                              <m:oMathParaPr>
                                <m:jc m:val="centerGroup"/>
                              </m:oMathParaPr>
                              <m:oMath xmlns:m="http://schemas.openxmlformats.org/officeDocument/2006/math">
                                <m:d>
                                  <m:dPr>
                                    <m:ctrlPr>
                                      <a:rPr lang="en-US" sz="1200" b="0" i="1" baseline="0" smtClean="0">
                                        <a:solidFill>
                                          <a:schemeClr val="tx1"/>
                                        </a:solidFill>
                                        <a:latin typeface="Cambria Math" panose="02040503050406030204" pitchFamily="18" charset="0"/>
                                      </a:rPr>
                                    </m:ctrlPr>
                                  </m:dPr>
                                  <m:e>
                                    <m:r>
                                      <a:rPr lang="en-US" sz="1200" b="0" i="1" baseline="0" smtClean="0">
                                        <a:solidFill>
                                          <a:schemeClr val="tx1"/>
                                        </a:solidFill>
                                        <a:latin typeface="Cambria Math" panose="02040503050406030204" pitchFamily="18" charset="0"/>
                                      </a:rPr>
                                      <m:t>9</m:t>
                                    </m:r>
                                    <m:r>
                                      <a:rPr lang="en-US" sz="1200" b="0" i="1" baseline="0" smtClean="0">
                                        <a:solidFill>
                                          <a:schemeClr val="tx1"/>
                                        </a:solidFill>
                                        <a:latin typeface="Cambria Math" panose="02040503050406030204" pitchFamily="18" charset="0"/>
                                        <a:ea typeface="Cambria Math" panose="02040503050406030204" pitchFamily="18" charset="0"/>
                                      </a:rPr>
                                      <m:t>×</m:t>
                                    </m:r>
                                    <m:sSup>
                                      <m:sSupPr>
                                        <m:ctrlPr>
                                          <a:rPr lang="en-US" sz="1200" b="0" i="1" baseline="0" smtClean="0">
                                            <a:solidFill>
                                              <a:schemeClr val="tx1"/>
                                            </a:solidFill>
                                            <a:latin typeface="Cambria Math" panose="02040503050406030204" pitchFamily="18" charset="0"/>
                                            <a:ea typeface="Cambria Math" panose="02040503050406030204" pitchFamily="18" charset="0"/>
                                          </a:rPr>
                                        </m:ctrlPr>
                                      </m:sSupPr>
                                      <m:e>
                                        <m:r>
                                          <a:rPr lang="en-US" sz="1200" b="0" i="1" baseline="0" smtClean="0">
                                            <a:solidFill>
                                              <a:schemeClr val="tx1"/>
                                            </a:solidFill>
                                            <a:latin typeface="Cambria Math" panose="02040503050406030204" pitchFamily="18" charset="0"/>
                                            <a:ea typeface="Cambria Math" panose="02040503050406030204" pitchFamily="18" charset="0"/>
                                          </a:rPr>
                                          <m:t>10</m:t>
                                        </m:r>
                                      </m:e>
                                      <m:sup>
                                        <m:r>
                                          <a:rPr lang="en-US" sz="1200" b="0" i="1" baseline="0" smtClean="0">
                                            <a:solidFill>
                                              <a:schemeClr val="tx1"/>
                                            </a:solidFill>
                                            <a:latin typeface="Cambria Math" panose="02040503050406030204" pitchFamily="18" charset="0"/>
                                            <a:ea typeface="Cambria Math" panose="02040503050406030204" pitchFamily="18" charset="0"/>
                                          </a:rPr>
                                          <m:t>4</m:t>
                                        </m:r>
                                      </m:sup>
                                    </m:sSup>
                                  </m:e>
                                </m:d>
                                <m:r>
                                  <a:rPr lang="en-US" sz="1200" b="0" i="1" baseline="0" smtClean="0">
                                    <a:solidFill>
                                      <a:schemeClr val="tx1"/>
                                    </a:solidFill>
                                    <a:latin typeface="Cambria Math" panose="02040503050406030204" pitchFamily="18" charset="0"/>
                                    <a:ea typeface="Cambria Math" panose="02040503050406030204" pitchFamily="18" charset="0"/>
                                  </a:rPr>
                                  <m:t>÷</m:t>
                                </m:r>
                                <m:d>
                                  <m:dPr>
                                    <m:ctrlPr>
                                      <a:rPr lang="en-US" sz="1200" b="0" i="1" baseline="0" smtClean="0">
                                        <a:solidFill>
                                          <a:schemeClr val="tx1"/>
                                        </a:solidFill>
                                        <a:latin typeface="Cambria Math" panose="02040503050406030204" pitchFamily="18" charset="0"/>
                                        <a:ea typeface="Cambria Math" panose="02040503050406030204" pitchFamily="18" charset="0"/>
                                      </a:rPr>
                                    </m:ctrlPr>
                                  </m:dPr>
                                  <m:e>
                                    <m:r>
                                      <a:rPr lang="en-US" sz="1200" b="0" i="1" baseline="0" smtClean="0">
                                        <a:solidFill>
                                          <a:schemeClr val="tx1"/>
                                        </a:solidFill>
                                        <a:latin typeface="Cambria Math" panose="02040503050406030204" pitchFamily="18" charset="0"/>
                                        <a:ea typeface="Cambria Math" panose="02040503050406030204" pitchFamily="18" charset="0"/>
                                      </a:rPr>
                                      <m:t>3×</m:t>
                                    </m:r>
                                    <m:sSup>
                                      <m:sSupPr>
                                        <m:ctrlPr>
                                          <a:rPr lang="en-US" sz="1200" b="0" i="1" baseline="0" smtClean="0">
                                            <a:solidFill>
                                              <a:schemeClr val="tx1"/>
                                            </a:solidFill>
                                            <a:latin typeface="Cambria Math" panose="02040503050406030204" pitchFamily="18" charset="0"/>
                                            <a:ea typeface="Cambria Math" panose="02040503050406030204" pitchFamily="18" charset="0"/>
                                          </a:rPr>
                                        </m:ctrlPr>
                                      </m:sSupPr>
                                      <m:e>
                                        <m:r>
                                          <a:rPr lang="en-US" sz="1200" b="0" i="1" baseline="0" smtClean="0">
                                            <a:solidFill>
                                              <a:schemeClr val="tx1"/>
                                            </a:solidFill>
                                            <a:latin typeface="Cambria Math" panose="02040503050406030204" pitchFamily="18" charset="0"/>
                                            <a:ea typeface="Cambria Math" panose="02040503050406030204" pitchFamily="18" charset="0"/>
                                          </a:rPr>
                                          <m:t>10</m:t>
                                        </m:r>
                                      </m:e>
                                      <m:sup>
                                        <m:r>
                                          <a:rPr lang="en-US" sz="1200" b="0" i="1" baseline="0" smtClean="0">
                                            <a:solidFill>
                                              <a:schemeClr val="tx1"/>
                                            </a:solidFill>
                                            <a:latin typeface="Cambria Math" panose="02040503050406030204" pitchFamily="18" charset="0"/>
                                            <a:ea typeface="Cambria Math" panose="02040503050406030204" pitchFamily="18" charset="0"/>
                                          </a:rPr>
                                          <m:t>−2</m:t>
                                        </m:r>
                                      </m:sup>
                                    </m:sSup>
                                  </m:e>
                                </m:d>
                              </m:oMath>
                            </m:oMathPara>
                          </a14:m>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a14:m>
                            <m:oMathPara xmlns:m="http://schemas.openxmlformats.org/officeDocument/2006/math">
                              <m:oMathParaPr>
                                <m:jc m:val="centerGroup"/>
                              </m:oMathParaPr>
                              <m:oMath xmlns:m="http://schemas.openxmlformats.org/officeDocument/2006/math">
                                <m:d>
                                  <m:dPr>
                                    <m:ctrlPr>
                                      <a:rPr lang="en-US" sz="1200" b="0" i="1" baseline="0" smtClean="0">
                                        <a:solidFill>
                                          <a:schemeClr val="tx1"/>
                                        </a:solidFill>
                                        <a:latin typeface="Cambria Math" panose="02040503050406030204" pitchFamily="18" charset="0"/>
                                      </a:rPr>
                                    </m:ctrlPr>
                                  </m:dPr>
                                  <m:e>
                                    <m:r>
                                      <a:rPr lang="en-US" sz="1200" b="0" i="1" baseline="0" smtClean="0">
                                        <a:solidFill>
                                          <a:schemeClr val="tx1"/>
                                        </a:solidFill>
                                        <a:latin typeface="Cambria Math" panose="02040503050406030204" pitchFamily="18" charset="0"/>
                                      </a:rPr>
                                      <m:t>8</m:t>
                                    </m:r>
                                    <m:r>
                                      <a:rPr lang="en-US" sz="1200" b="0" i="1" baseline="0" smtClean="0">
                                        <a:solidFill>
                                          <a:schemeClr val="tx1"/>
                                        </a:solidFill>
                                        <a:latin typeface="Cambria Math" panose="02040503050406030204" pitchFamily="18" charset="0"/>
                                        <a:ea typeface="Cambria Math" panose="02040503050406030204" pitchFamily="18" charset="0"/>
                                      </a:rPr>
                                      <m:t>×</m:t>
                                    </m:r>
                                    <m:sSup>
                                      <m:sSupPr>
                                        <m:ctrlPr>
                                          <a:rPr lang="en-US" sz="1200" b="0" i="1" baseline="0" smtClean="0">
                                            <a:solidFill>
                                              <a:schemeClr val="tx1"/>
                                            </a:solidFill>
                                            <a:latin typeface="Cambria Math" panose="02040503050406030204" pitchFamily="18" charset="0"/>
                                            <a:ea typeface="Cambria Math" panose="02040503050406030204" pitchFamily="18" charset="0"/>
                                          </a:rPr>
                                        </m:ctrlPr>
                                      </m:sSupPr>
                                      <m:e>
                                        <m:r>
                                          <a:rPr lang="en-US" sz="1200" b="0" i="1" baseline="0" smtClean="0">
                                            <a:solidFill>
                                              <a:schemeClr val="tx1"/>
                                            </a:solidFill>
                                            <a:latin typeface="Cambria Math" panose="02040503050406030204" pitchFamily="18" charset="0"/>
                                            <a:ea typeface="Cambria Math" panose="02040503050406030204" pitchFamily="18" charset="0"/>
                                          </a:rPr>
                                          <m:t>10</m:t>
                                        </m:r>
                                      </m:e>
                                      <m:sup>
                                        <m:r>
                                          <a:rPr lang="en-US" sz="1200" b="0" i="1" baseline="0" smtClean="0">
                                            <a:solidFill>
                                              <a:schemeClr val="tx1"/>
                                            </a:solidFill>
                                            <a:latin typeface="Cambria Math" panose="02040503050406030204" pitchFamily="18" charset="0"/>
                                            <a:ea typeface="Cambria Math" panose="02040503050406030204" pitchFamily="18" charset="0"/>
                                          </a:rPr>
                                          <m:t>−5</m:t>
                                        </m:r>
                                      </m:sup>
                                    </m:sSup>
                                  </m:e>
                                </m:d>
                                <m:r>
                                  <a:rPr lang="en-US" sz="1200" b="0" i="1" baseline="0" smtClean="0">
                                    <a:solidFill>
                                      <a:schemeClr val="tx1"/>
                                    </a:solidFill>
                                    <a:latin typeface="Cambria Math" panose="02040503050406030204" pitchFamily="18" charset="0"/>
                                    <a:ea typeface="Cambria Math" panose="02040503050406030204" pitchFamily="18" charset="0"/>
                                  </a:rPr>
                                  <m:t>÷</m:t>
                                </m:r>
                                <m:d>
                                  <m:dPr>
                                    <m:ctrlPr>
                                      <a:rPr lang="en-US" sz="1200" b="0" i="1" baseline="0" smtClean="0">
                                        <a:solidFill>
                                          <a:schemeClr val="tx1"/>
                                        </a:solidFill>
                                        <a:latin typeface="Cambria Math" panose="02040503050406030204" pitchFamily="18" charset="0"/>
                                        <a:ea typeface="Cambria Math" panose="02040503050406030204" pitchFamily="18" charset="0"/>
                                      </a:rPr>
                                    </m:ctrlPr>
                                  </m:dPr>
                                  <m:e>
                                    <m:r>
                                      <a:rPr lang="en-US" sz="1200" b="0" i="1" baseline="0" smtClean="0">
                                        <a:solidFill>
                                          <a:schemeClr val="tx1"/>
                                        </a:solidFill>
                                        <a:latin typeface="Cambria Math" panose="02040503050406030204" pitchFamily="18" charset="0"/>
                                        <a:ea typeface="Cambria Math" panose="02040503050406030204" pitchFamily="18" charset="0"/>
                                      </a:rPr>
                                      <m:t>4×</m:t>
                                    </m:r>
                                    <m:sSup>
                                      <m:sSupPr>
                                        <m:ctrlPr>
                                          <a:rPr lang="en-US" sz="1200" b="0" i="1" baseline="0" smtClean="0">
                                            <a:solidFill>
                                              <a:schemeClr val="tx1"/>
                                            </a:solidFill>
                                            <a:latin typeface="Cambria Math" panose="02040503050406030204" pitchFamily="18" charset="0"/>
                                            <a:ea typeface="Cambria Math" panose="02040503050406030204" pitchFamily="18" charset="0"/>
                                          </a:rPr>
                                        </m:ctrlPr>
                                      </m:sSupPr>
                                      <m:e>
                                        <m:r>
                                          <a:rPr lang="en-US" sz="1200" b="0" i="1" baseline="0" smtClean="0">
                                            <a:solidFill>
                                              <a:schemeClr val="tx1"/>
                                            </a:solidFill>
                                            <a:latin typeface="Cambria Math" panose="02040503050406030204" pitchFamily="18" charset="0"/>
                                            <a:ea typeface="Cambria Math" panose="02040503050406030204" pitchFamily="18" charset="0"/>
                                          </a:rPr>
                                          <m:t>10</m:t>
                                        </m:r>
                                      </m:e>
                                      <m:sup>
                                        <m:r>
                                          <a:rPr lang="en-US" sz="1200" b="0" i="1" baseline="0" smtClean="0">
                                            <a:solidFill>
                                              <a:schemeClr val="tx1"/>
                                            </a:solidFill>
                                            <a:latin typeface="Cambria Math" panose="02040503050406030204" pitchFamily="18" charset="0"/>
                                            <a:ea typeface="Cambria Math" panose="02040503050406030204" pitchFamily="18" charset="0"/>
                                          </a:rPr>
                                          <m:t>3</m:t>
                                        </m:r>
                                      </m:sup>
                                    </m:sSup>
                                  </m:e>
                                </m:d>
                              </m:oMath>
                            </m:oMathPara>
                          </a14:m>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57307370"/>
                      </a:ext>
                    </a:extLst>
                  </a:tr>
                  <a:tr h="734471">
                    <a:tc>
                      <a:txBody>
                        <a:bodyPr/>
                        <a:lstStyle/>
                        <a:p>
                          <a:r>
                            <a:rPr lang="en-US" sz="1200" dirty="0">
                              <a:solidFill>
                                <a:schemeClr val="tx1"/>
                              </a:solidFill>
                            </a:rPr>
                            <a:t>2) Divide the numbers without the indices and the powers of 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39134286"/>
                      </a:ext>
                    </a:extLst>
                  </a:tr>
                  <a:tr h="970276">
                    <a:tc>
                      <a:txBody>
                        <a:bodyPr/>
                        <a:lstStyle/>
                        <a:p>
                          <a:r>
                            <a:rPr lang="en-GB" sz="1200" dirty="0">
                              <a:solidFill>
                                <a:schemeClr val="tx1"/>
                              </a:solidFill>
                            </a:rPr>
                            <a:t>3) Check if the answer is in standard form and adjust if necessary.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24983379"/>
                      </a:ext>
                    </a:extLst>
                  </a:tr>
                </a:tbl>
              </a:graphicData>
            </a:graphic>
          </p:graphicFrame>
        </mc:Choice>
        <mc:Fallback xmlns="">
          <p:graphicFrame>
            <p:nvGraphicFramePr>
              <p:cNvPr id="8" name="Table 7"/>
              <p:cNvGraphicFramePr>
                <a:graphicFrameLocks noGrp="1"/>
              </p:cNvGraphicFramePr>
              <p:nvPr>
                <p:extLst>
                  <p:ext uri="{D42A27DB-BD31-4B8C-83A1-F6EECF244321}">
                    <p14:modId xmlns:p14="http://schemas.microsoft.com/office/powerpoint/2010/main" val="1989434462"/>
                  </p:ext>
                </p:extLst>
              </p:nvPr>
            </p:nvGraphicFramePr>
            <p:xfrm>
              <a:off x="102680" y="385777"/>
              <a:ext cx="6701735" cy="3226738"/>
            </p:xfrm>
            <a:graphic>
              <a:graphicData uri="http://schemas.openxmlformats.org/drawingml/2006/table">
                <a:tbl>
                  <a:tblPr firstRow="1" bandRow="1">
                    <a:tableStyleId>{5C22544A-7EE6-4342-B048-85BDC9FD1C3A}</a:tableStyleId>
                  </a:tblPr>
                  <a:tblGrid>
                    <a:gridCol w="1156277">
                      <a:extLst>
                        <a:ext uri="{9D8B030D-6E8A-4147-A177-3AD203B41FA5}">
                          <a16:colId xmlns:a16="http://schemas.microsoft.com/office/drawing/2014/main" val="2581865204"/>
                        </a:ext>
                      </a:extLst>
                    </a:gridCol>
                    <a:gridCol w="1848486">
                      <a:extLst>
                        <a:ext uri="{9D8B030D-6E8A-4147-A177-3AD203B41FA5}">
                          <a16:colId xmlns:a16="http://schemas.microsoft.com/office/drawing/2014/main" val="752551682"/>
                        </a:ext>
                      </a:extLst>
                    </a:gridCol>
                    <a:gridCol w="1848486">
                      <a:extLst>
                        <a:ext uri="{9D8B030D-6E8A-4147-A177-3AD203B41FA5}">
                          <a16:colId xmlns:a16="http://schemas.microsoft.com/office/drawing/2014/main" val="2867986263"/>
                        </a:ext>
                      </a:extLst>
                    </a:gridCol>
                    <a:gridCol w="1848486">
                      <a:extLst>
                        <a:ext uri="{9D8B030D-6E8A-4147-A177-3AD203B41FA5}">
                          <a16:colId xmlns:a16="http://schemas.microsoft.com/office/drawing/2014/main" val="4164757680"/>
                        </a:ext>
                      </a:extLst>
                    </a:gridCol>
                  </a:tblGrid>
                  <a:tr h="309547">
                    <a:tc>
                      <a:txBody>
                        <a:bodyPr/>
                        <a:lstStyle/>
                        <a:p>
                          <a:pPr algn="ctr"/>
                          <a:r>
                            <a:rPr lang="en-US" sz="1200" b="1" dirty="0">
                              <a:solidFill>
                                <a:schemeClr val="tx1"/>
                              </a:solidFill>
                            </a:rPr>
                            <a:t>Steps</a:t>
                          </a:r>
                          <a:endParaRPr lang="en-GB" sz="12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100" b="1" dirty="0">
                              <a:solidFill>
                                <a:schemeClr val="tx1"/>
                              </a:solidFill>
                            </a:rPr>
                            <a:t> Calculate the following, leave your answer in standard form.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GB"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GB"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11226856"/>
                      </a:ext>
                    </a:extLst>
                  </a:tr>
                  <a:tr h="905511">
                    <a:tc>
                      <a:txBody>
                        <a:bodyPr/>
                        <a:lstStyle/>
                        <a:p>
                          <a:r>
                            <a:rPr lang="en-GB" sz="1200" dirty="0">
                              <a:solidFill>
                                <a:schemeClr val="tx1"/>
                              </a:solidFill>
                            </a:rPr>
                            <a:t>1) Use the associative law to regroup the calculation.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62829" t="-10856" r="-200329" b="-1670"/>
                          </a:stretch>
                        </a:blipFill>
                      </a:tcPr>
                    </a:tc>
                    <a:tc rowSpan="3">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63366" t="-10856" r="-100990" b="-1670"/>
                          </a:stretch>
                        </a:blipFill>
                      </a:tcPr>
                    </a:tc>
                    <a:tc rowSpan="3">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62500" t="-10856" r="-658" b="-1670"/>
                          </a:stretch>
                        </a:blipFill>
                      </a:tcPr>
                    </a:tc>
                    <a:extLst>
                      <a:ext uri="{0D108BD9-81ED-4DB2-BD59-A6C34878D82A}">
                        <a16:rowId xmlns:a16="http://schemas.microsoft.com/office/drawing/2014/main" val="2657307370"/>
                      </a:ext>
                    </a:extLst>
                  </a:tr>
                  <a:tr h="1005840">
                    <a:tc>
                      <a:txBody>
                        <a:bodyPr/>
                        <a:lstStyle/>
                        <a:p>
                          <a:r>
                            <a:rPr lang="en-US" sz="1200" dirty="0">
                              <a:solidFill>
                                <a:schemeClr val="tx1"/>
                              </a:solidFill>
                            </a:rPr>
                            <a:t>2) Divide the numbers without the indices and the powers of 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39134286"/>
                      </a:ext>
                    </a:extLst>
                  </a:tr>
                  <a:tr h="1005840">
                    <a:tc>
                      <a:txBody>
                        <a:bodyPr/>
                        <a:lstStyle/>
                        <a:p>
                          <a:r>
                            <a:rPr lang="en-GB" sz="1200" dirty="0">
                              <a:solidFill>
                                <a:schemeClr val="tx1"/>
                              </a:solidFill>
                            </a:rPr>
                            <a:t>3) Check if the answer is in standard form and adjust if necessary.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24983379"/>
                      </a:ext>
                    </a:extLst>
                  </a:tr>
                </a:tbl>
              </a:graphicData>
            </a:graphic>
          </p:graphicFrame>
        </mc:Fallback>
      </mc:AlternateContent>
      <p:sp>
        <p:nvSpPr>
          <p:cNvPr id="3" name="Rectangle 2">
            <a:extLst>
              <a:ext uri="{FF2B5EF4-FFF2-40B4-BE49-F238E27FC236}">
                <a16:creationId xmlns:a16="http://schemas.microsoft.com/office/drawing/2014/main" id="{70284EE1-11E3-EF12-998B-CB486577D970}"/>
              </a:ext>
            </a:extLst>
          </p:cNvPr>
          <p:cNvSpPr/>
          <p:nvPr/>
        </p:nvSpPr>
        <p:spPr>
          <a:xfrm>
            <a:off x="102680" y="3668361"/>
            <a:ext cx="1035240" cy="431249"/>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100" dirty="0"/>
              <a:t>INDEPENDENT PRACTICE</a:t>
            </a:r>
          </a:p>
        </p:txBody>
      </p:sp>
      <mc:AlternateContent xmlns:mc="http://schemas.openxmlformats.org/markup-compatibility/2006" xmlns:a14="http://schemas.microsoft.com/office/drawing/2010/main">
        <mc:Choice Requires="a14">
          <p:sp>
            <p:nvSpPr>
              <p:cNvPr id="19" name="Rectangle 18">
                <a:extLst>
                  <a:ext uri="{FF2B5EF4-FFF2-40B4-BE49-F238E27FC236}">
                    <a16:creationId xmlns:a16="http://schemas.microsoft.com/office/drawing/2014/main" id="{F0343FBA-98CC-9F84-A14A-F966F0FC1DC3}"/>
                  </a:ext>
                </a:extLst>
              </p:cNvPr>
              <p:cNvSpPr/>
              <p:nvPr/>
            </p:nvSpPr>
            <p:spPr>
              <a:xfrm>
                <a:off x="1422603" y="298275"/>
                <a:ext cx="3429000" cy="276999"/>
              </a:xfrm>
              <a:prstGeom prst="rect">
                <a:avLst/>
              </a:prstGeom>
            </p:spPr>
            <p:txBody>
              <a:bodyPr>
                <a:spAutoFit/>
              </a:bodyPr>
              <a:lstStyle/>
              <a:p>
                <a:r>
                  <a:rPr lang="en-US" sz="1200" dirty="0">
                    <a:solidFill>
                      <a:schemeClr val="bg1"/>
                    </a:solidFill>
                  </a:rPr>
                  <a:t>Calculate </a:t>
                </a:r>
                <a14:m>
                  <m:oMath xmlns:m="http://schemas.openxmlformats.org/officeDocument/2006/math">
                    <m:d>
                      <m:dPr>
                        <m:ctrlPr>
                          <a:rPr lang="en-US" sz="1200" i="1">
                            <a:solidFill>
                              <a:schemeClr val="bg1"/>
                            </a:solidFill>
                            <a:latin typeface="Cambria Math" panose="02040503050406030204" pitchFamily="18" charset="0"/>
                          </a:rPr>
                        </m:ctrlPr>
                      </m:dPr>
                      <m:e>
                        <m:r>
                          <a:rPr lang="en-US" sz="1200" i="1">
                            <a:solidFill>
                              <a:schemeClr val="bg1"/>
                            </a:solidFill>
                            <a:latin typeface="Cambria Math" panose="02040503050406030204" pitchFamily="18" charset="0"/>
                          </a:rPr>
                          <m:t>2.4×</m:t>
                        </m:r>
                        <m:sSup>
                          <m:sSupPr>
                            <m:ctrlPr>
                              <a:rPr lang="en-US" sz="1200" i="1">
                                <a:solidFill>
                                  <a:schemeClr val="bg1"/>
                                </a:solidFill>
                                <a:latin typeface="Cambria Math" panose="02040503050406030204" pitchFamily="18" charset="0"/>
                              </a:rPr>
                            </m:ctrlPr>
                          </m:sSupPr>
                          <m:e>
                            <m:r>
                              <a:rPr lang="en-US" sz="1200" i="1">
                                <a:solidFill>
                                  <a:schemeClr val="bg1"/>
                                </a:solidFill>
                                <a:latin typeface="Cambria Math" panose="02040503050406030204" pitchFamily="18" charset="0"/>
                              </a:rPr>
                              <m:t>10</m:t>
                            </m:r>
                          </m:e>
                          <m:sup>
                            <m:r>
                              <a:rPr lang="en-US" sz="1200" i="1">
                                <a:solidFill>
                                  <a:schemeClr val="bg1"/>
                                </a:solidFill>
                                <a:latin typeface="Cambria Math" panose="02040503050406030204" pitchFamily="18" charset="0"/>
                              </a:rPr>
                              <m:t>4</m:t>
                            </m:r>
                          </m:sup>
                        </m:sSup>
                      </m:e>
                    </m:d>
                    <m:r>
                      <a:rPr lang="en-US" sz="1200" i="1">
                        <a:solidFill>
                          <a:schemeClr val="bg1"/>
                        </a:solidFill>
                        <a:latin typeface="Cambria Math" panose="02040503050406030204" pitchFamily="18" charset="0"/>
                      </a:rPr>
                      <m:t>+(1.6×</m:t>
                    </m:r>
                    <m:sSup>
                      <m:sSupPr>
                        <m:ctrlPr>
                          <a:rPr lang="en-US" sz="1200" i="1">
                            <a:solidFill>
                              <a:schemeClr val="bg1"/>
                            </a:solidFill>
                            <a:latin typeface="Cambria Math" panose="02040503050406030204" pitchFamily="18" charset="0"/>
                          </a:rPr>
                        </m:ctrlPr>
                      </m:sSupPr>
                      <m:e>
                        <m:r>
                          <a:rPr lang="en-US" sz="1200" i="1">
                            <a:solidFill>
                              <a:schemeClr val="bg1"/>
                            </a:solidFill>
                            <a:latin typeface="Cambria Math" panose="02040503050406030204" pitchFamily="18" charset="0"/>
                          </a:rPr>
                          <m:t>10</m:t>
                        </m:r>
                      </m:e>
                      <m:sup>
                        <m:r>
                          <a:rPr lang="en-US" sz="1200" i="1">
                            <a:solidFill>
                              <a:schemeClr val="bg1"/>
                            </a:solidFill>
                            <a:latin typeface="Cambria Math" panose="02040503050406030204" pitchFamily="18" charset="0"/>
                          </a:rPr>
                          <m:t>2</m:t>
                        </m:r>
                      </m:sup>
                    </m:sSup>
                    <m:r>
                      <a:rPr lang="en-US" sz="1200" i="1">
                        <a:solidFill>
                          <a:schemeClr val="bg1"/>
                        </a:solidFill>
                        <a:latin typeface="Cambria Math" panose="02040503050406030204" pitchFamily="18" charset="0"/>
                      </a:rPr>
                      <m:t>)</m:t>
                    </m:r>
                  </m:oMath>
                </a14:m>
                <a:endParaRPr lang="en-GB" sz="1200" dirty="0">
                  <a:solidFill>
                    <a:schemeClr val="bg1"/>
                  </a:solidFill>
                </a:endParaRPr>
              </a:p>
            </p:txBody>
          </p:sp>
        </mc:Choice>
        <mc:Fallback xmlns="">
          <p:sp>
            <p:nvSpPr>
              <p:cNvPr id="19" name="Rectangle 18">
                <a:extLst>
                  <a:ext uri="{FF2B5EF4-FFF2-40B4-BE49-F238E27FC236}">
                    <a16:creationId xmlns:a16="http://schemas.microsoft.com/office/drawing/2014/main" id="{F0343FBA-98CC-9F84-A14A-F966F0FC1DC3}"/>
                  </a:ext>
                </a:extLst>
              </p:cNvPr>
              <p:cNvSpPr>
                <a:spLocks noRot="1" noChangeAspect="1" noMove="1" noResize="1" noEditPoints="1" noAdjustHandles="1" noChangeArrowheads="1" noChangeShapeType="1" noTextEdit="1"/>
              </p:cNvSpPr>
              <p:nvPr/>
            </p:nvSpPr>
            <p:spPr>
              <a:xfrm>
                <a:off x="1422603" y="298275"/>
                <a:ext cx="3429000" cy="276999"/>
              </a:xfrm>
              <a:prstGeom prst="rect">
                <a:avLst/>
              </a:prstGeom>
              <a:blipFill>
                <a:blip r:embed="rId4"/>
                <a:stretch>
                  <a:fillRect b="-20000"/>
                </a:stretch>
              </a:blipFill>
            </p:spPr>
            <p:txBody>
              <a:bodyPr/>
              <a:lstStyle/>
              <a:p>
                <a:r>
                  <a:rPr lang="en-GB">
                    <a:noFill/>
                  </a:rPr>
                  <a:t> </a:t>
                </a:r>
              </a:p>
            </p:txBody>
          </p:sp>
        </mc:Fallback>
      </mc:AlternateContent>
      <p:sp>
        <p:nvSpPr>
          <p:cNvPr id="20" name="TextBox 19">
            <a:extLst>
              <a:ext uri="{FF2B5EF4-FFF2-40B4-BE49-F238E27FC236}">
                <a16:creationId xmlns:a16="http://schemas.microsoft.com/office/drawing/2014/main" id="{72C19BE9-72BC-147E-74F8-887DFAAD2E31}"/>
              </a:ext>
            </a:extLst>
          </p:cNvPr>
          <p:cNvSpPr txBox="1"/>
          <p:nvPr/>
        </p:nvSpPr>
        <p:spPr>
          <a:xfrm>
            <a:off x="1489002" y="79676"/>
            <a:ext cx="1387409" cy="276999"/>
          </a:xfrm>
          <a:prstGeom prst="rect">
            <a:avLst/>
          </a:prstGeom>
          <a:noFill/>
          <a:ln>
            <a:noFill/>
          </a:ln>
        </p:spPr>
        <p:txBody>
          <a:bodyPr wrap="square" rtlCol="0">
            <a:spAutoFit/>
          </a:bodyPr>
          <a:lstStyle/>
          <a:p>
            <a:r>
              <a:rPr lang="en-GB" sz="1200" b="1" i="1" dirty="0">
                <a:solidFill>
                  <a:srgbClr val="FF0000"/>
                </a:solidFill>
              </a:rPr>
              <a:t>Example 25 - I do…</a:t>
            </a:r>
          </a:p>
        </p:txBody>
      </p:sp>
      <p:sp>
        <p:nvSpPr>
          <p:cNvPr id="21" name="TextBox 20">
            <a:extLst>
              <a:ext uri="{FF2B5EF4-FFF2-40B4-BE49-F238E27FC236}">
                <a16:creationId xmlns:a16="http://schemas.microsoft.com/office/drawing/2014/main" id="{8C79337F-108A-204E-5BA2-2054E0F96A7E}"/>
              </a:ext>
            </a:extLst>
          </p:cNvPr>
          <p:cNvSpPr txBox="1"/>
          <p:nvPr/>
        </p:nvSpPr>
        <p:spPr>
          <a:xfrm>
            <a:off x="3254524" y="80788"/>
            <a:ext cx="1597079" cy="276999"/>
          </a:xfrm>
          <a:prstGeom prst="rect">
            <a:avLst/>
          </a:prstGeom>
          <a:noFill/>
          <a:ln>
            <a:noFill/>
          </a:ln>
        </p:spPr>
        <p:txBody>
          <a:bodyPr wrap="square" rtlCol="0">
            <a:spAutoFit/>
          </a:bodyPr>
          <a:lstStyle/>
          <a:p>
            <a:r>
              <a:rPr lang="en-GB" sz="1200" b="1" i="1" dirty="0">
                <a:solidFill>
                  <a:schemeClr val="accent2"/>
                </a:solidFill>
              </a:rPr>
              <a:t>Example 26 – We do…</a:t>
            </a:r>
          </a:p>
        </p:txBody>
      </p:sp>
      <p:sp>
        <p:nvSpPr>
          <p:cNvPr id="22" name="TextBox 21">
            <a:extLst>
              <a:ext uri="{FF2B5EF4-FFF2-40B4-BE49-F238E27FC236}">
                <a16:creationId xmlns:a16="http://schemas.microsoft.com/office/drawing/2014/main" id="{53C60207-C632-20E7-B7B1-833EE9B95E64}"/>
              </a:ext>
            </a:extLst>
          </p:cNvPr>
          <p:cNvSpPr txBox="1"/>
          <p:nvPr/>
        </p:nvSpPr>
        <p:spPr>
          <a:xfrm>
            <a:off x="5109559" y="79676"/>
            <a:ext cx="1621486" cy="274468"/>
          </a:xfrm>
          <a:prstGeom prst="rect">
            <a:avLst/>
          </a:prstGeom>
          <a:noFill/>
          <a:ln>
            <a:noFill/>
          </a:ln>
        </p:spPr>
        <p:txBody>
          <a:bodyPr wrap="square" rtlCol="0">
            <a:spAutoFit/>
          </a:bodyPr>
          <a:lstStyle/>
          <a:p>
            <a:r>
              <a:rPr lang="en-GB" sz="1200" b="1" i="1" dirty="0">
                <a:solidFill>
                  <a:srgbClr val="00B050"/>
                </a:solidFill>
              </a:rPr>
              <a:t>Example 27 – You do…</a:t>
            </a:r>
          </a:p>
        </p:txBody>
      </p:sp>
      <p:sp>
        <p:nvSpPr>
          <p:cNvPr id="23" name="TextBox 22">
            <a:extLst>
              <a:ext uri="{FF2B5EF4-FFF2-40B4-BE49-F238E27FC236}">
                <a16:creationId xmlns:a16="http://schemas.microsoft.com/office/drawing/2014/main" id="{70B02258-94C9-F071-0D53-C8DC4E6886A1}"/>
              </a:ext>
            </a:extLst>
          </p:cNvPr>
          <p:cNvSpPr txBox="1"/>
          <p:nvPr/>
        </p:nvSpPr>
        <p:spPr>
          <a:xfrm>
            <a:off x="1222991" y="3753624"/>
            <a:ext cx="4139659" cy="276999"/>
          </a:xfrm>
          <a:prstGeom prst="rect">
            <a:avLst/>
          </a:prstGeom>
          <a:noFill/>
        </p:spPr>
        <p:txBody>
          <a:bodyPr wrap="none" lIns="91440" tIns="45720" rIns="91440" bIns="45720" rtlCol="0" anchor="t">
            <a:spAutoFit/>
          </a:bodyPr>
          <a:lstStyle/>
          <a:p>
            <a:r>
              <a:rPr lang="en-GB" sz="1200" dirty="0"/>
              <a:t>14. Calculate the following, give your answers in standard form.</a:t>
            </a:r>
          </a:p>
        </p:txBody>
      </p:sp>
      <p:sp>
        <p:nvSpPr>
          <p:cNvPr id="26" name="Slide Number Placeholder 25">
            <a:extLst>
              <a:ext uri="{FF2B5EF4-FFF2-40B4-BE49-F238E27FC236}">
                <a16:creationId xmlns:a16="http://schemas.microsoft.com/office/drawing/2014/main" id="{CD5CC0E8-A81D-E68A-F263-BF861ED86A12}"/>
              </a:ext>
            </a:extLst>
          </p:cNvPr>
          <p:cNvSpPr>
            <a:spLocks noGrp="1"/>
          </p:cNvSpPr>
          <p:nvPr>
            <p:ph type="sldNum" sz="quarter" idx="12"/>
          </p:nvPr>
        </p:nvSpPr>
        <p:spPr/>
        <p:txBody>
          <a:bodyPr/>
          <a:lstStyle/>
          <a:p>
            <a:fld id="{DFE403A4-BF53-4A18-A219-2FCD9C5F3F46}" type="slidenum">
              <a:rPr lang="en-GB" smtClean="0"/>
              <a:t>86</a:t>
            </a:fld>
            <a:endParaRPr lang="en-GB"/>
          </a:p>
        </p:txBody>
      </p:sp>
    </p:spTree>
    <p:extLst>
      <p:ext uri="{BB962C8B-B14F-4D97-AF65-F5344CB8AC3E}">
        <p14:creationId xmlns:p14="http://schemas.microsoft.com/office/powerpoint/2010/main" val="110008788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13" name="Table 13">
                <a:extLst>
                  <a:ext uri="{FF2B5EF4-FFF2-40B4-BE49-F238E27FC236}">
                    <a16:creationId xmlns:a16="http://schemas.microsoft.com/office/drawing/2014/main" id="{E3BC5F05-166F-0694-6EF5-E8C23BBBB793}"/>
                  </a:ext>
                </a:extLst>
              </p:cNvPr>
              <p:cNvGraphicFramePr>
                <a:graphicFrameLocks noGrp="1"/>
              </p:cNvGraphicFramePr>
              <p:nvPr/>
            </p:nvGraphicFramePr>
            <p:xfrm>
              <a:off x="86360" y="139992"/>
              <a:ext cx="6685280" cy="9552648"/>
            </p:xfrm>
            <a:graphic>
              <a:graphicData uri="http://schemas.openxmlformats.org/drawingml/2006/table">
                <a:tbl>
                  <a:tblPr>
                    <a:tableStyleId>{5C22544A-7EE6-4342-B048-85BDC9FD1C3A}</a:tableStyleId>
                  </a:tblPr>
                  <a:tblGrid>
                    <a:gridCol w="3342640">
                      <a:extLst>
                        <a:ext uri="{9D8B030D-6E8A-4147-A177-3AD203B41FA5}">
                          <a16:colId xmlns:a16="http://schemas.microsoft.com/office/drawing/2014/main" val="4263687104"/>
                        </a:ext>
                      </a:extLst>
                    </a:gridCol>
                    <a:gridCol w="3342640">
                      <a:extLst>
                        <a:ext uri="{9D8B030D-6E8A-4147-A177-3AD203B41FA5}">
                          <a16:colId xmlns:a16="http://schemas.microsoft.com/office/drawing/2014/main" val="3528231941"/>
                        </a:ext>
                      </a:extLst>
                    </a:gridCol>
                  </a:tblGrid>
                  <a:tr h="3722281">
                    <a:tc>
                      <a:txBody>
                        <a:bodyPr/>
                        <a:lstStyle/>
                        <a:p>
                          <a:pPr marL="0" indent="0">
                            <a:buNone/>
                          </a:pPr>
                          <a:r>
                            <a:rPr lang="en-GB" sz="1200" dirty="0"/>
                            <a:t>15. If </a:t>
                          </a:r>
                          <a14:m>
                            <m:oMath xmlns:m="http://schemas.openxmlformats.org/officeDocument/2006/math">
                              <m:r>
                                <m:rPr>
                                  <m:sty m:val="p"/>
                                </m:rPr>
                                <a:rPr lang="en-GB" sz="1200" b="0" i="0" smtClean="0">
                                  <a:latin typeface="Cambria Math" panose="02040503050406030204" pitchFamily="18" charset="0"/>
                                </a:rPr>
                                <m:t>A</m:t>
                              </m:r>
                              <m:r>
                                <a:rPr lang="en-GB" sz="1200" b="0" i="0" smtClean="0">
                                  <a:latin typeface="Cambria Math" panose="02040503050406030204" pitchFamily="18" charset="0"/>
                                </a:rPr>
                                <m:t>=</m:t>
                              </m:r>
                              <m:r>
                                <a:rPr lang="en-GB" sz="1200" b="0" i="1" smtClean="0">
                                  <a:latin typeface="Cambria Math" panose="02040503050406030204" pitchFamily="18" charset="0"/>
                                </a:rPr>
                                <m:t>4</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GB" sz="1200" b="0" i="1" smtClean="0">
                                      <a:latin typeface="Cambria Math" panose="02040503050406030204" pitchFamily="18" charset="0"/>
                                      <a:ea typeface="Cambria Math" panose="02040503050406030204" pitchFamily="18" charset="0"/>
                                    </a:rPr>
                                    <m:t>−2</m:t>
                                  </m:r>
                                </m:sup>
                              </m:sSup>
                            </m:oMath>
                          </a14:m>
                          <a:r>
                            <a:rPr lang="en-GB" sz="1200" dirty="0"/>
                            <a:t> and </a:t>
                          </a:r>
                          <a14:m>
                            <m:oMath xmlns:m="http://schemas.openxmlformats.org/officeDocument/2006/math">
                              <m:r>
                                <m:rPr>
                                  <m:sty m:val="p"/>
                                </m:rPr>
                                <a:rPr lang="en-GB" sz="1200" b="0" i="0" smtClean="0">
                                  <a:latin typeface="Cambria Math" panose="02040503050406030204" pitchFamily="18" charset="0"/>
                                </a:rPr>
                                <m:t>B</m:t>
                              </m:r>
                              <m:r>
                                <a:rPr lang="en-GB" sz="1200" b="0" i="0" smtClean="0">
                                  <a:latin typeface="Cambria Math" panose="02040503050406030204" pitchFamily="18" charset="0"/>
                                </a:rPr>
                                <m:t>=</m:t>
                              </m:r>
                              <m:r>
                                <a:rPr lang="en-GB" sz="1200" b="0" i="1" smtClean="0">
                                  <a:latin typeface="Cambria Math" panose="02040503050406030204" pitchFamily="18" charset="0"/>
                                </a:rPr>
                                <m:t>2</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GB" sz="1200" b="0" i="1" smtClean="0">
                                      <a:latin typeface="Cambria Math" panose="02040503050406030204" pitchFamily="18" charset="0"/>
                                      <a:ea typeface="Cambria Math" panose="02040503050406030204" pitchFamily="18" charset="0"/>
                                    </a:rPr>
                                    <m:t>−3</m:t>
                                  </m:r>
                                </m:sup>
                              </m:sSup>
                            </m:oMath>
                          </a14:m>
                          <a:endParaRPr lang="en-GB" sz="1200" dirty="0"/>
                        </a:p>
                        <a:p>
                          <a:pPr marL="228600" indent="-228600">
                            <a:buAutoNum type="arabicPeriod" startAt="5"/>
                          </a:pPr>
                          <a:endParaRPr lang="en-GB" sz="1200" dirty="0"/>
                        </a:p>
                        <a:p>
                          <a:pPr marL="228600" indent="-228600">
                            <a:buAutoNum type="alphaLcParenR"/>
                          </a:pPr>
                          <a:r>
                            <a:rPr lang="en-GB" sz="1200" dirty="0"/>
                            <a:t>Determine the value of A</a:t>
                          </a:r>
                          <a14:m>
                            <m:oMath xmlns:m="http://schemas.openxmlformats.org/officeDocument/2006/math">
                              <m:r>
                                <a:rPr lang="en-GB" sz="1200" i="1" dirty="0" smtClean="0">
                                  <a:latin typeface="Cambria Math" panose="02040503050406030204" pitchFamily="18" charset="0"/>
                                  <a:ea typeface="Cambria Math" panose="02040503050406030204" pitchFamily="18" charset="0"/>
                                </a:rPr>
                                <m:t>×</m:t>
                              </m:r>
                            </m:oMath>
                          </a14:m>
                          <a:r>
                            <a:rPr lang="en-GB" sz="1200" dirty="0"/>
                            <a:t>B in standard form.</a:t>
                          </a:r>
                        </a:p>
                        <a:p>
                          <a:pPr marL="228600" indent="-228600">
                            <a:buAutoNum type="alphaLcParenR"/>
                          </a:pPr>
                          <a:endParaRPr lang="en-GB" sz="1200" dirty="0"/>
                        </a:p>
                        <a:p>
                          <a:pPr marL="228600" indent="-228600">
                            <a:buAutoNum type="alphaLcParenR"/>
                          </a:pPr>
                          <a:endParaRPr lang="en-GB" sz="1200" dirty="0"/>
                        </a:p>
                        <a:p>
                          <a:pPr marL="228600" indent="-228600">
                            <a:buAutoNum type="alphaLcParenR"/>
                          </a:pPr>
                          <a:endParaRPr lang="en-GB" sz="1200" dirty="0"/>
                        </a:p>
                        <a:p>
                          <a:pPr marL="228600" indent="-228600">
                            <a:buAutoNum type="alphaLcParenR"/>
                          </a:pPr>
                          <a:endParaRPr lang="en-GB" sz="1200" dirty="0"/>
                        </a:p>
                        <a:p>
                          <a:pPr marL="228600" indent="-228600">
                            <a:buAutoNum type="alphaLcParenR"/>
                          </a:pPr>
                          <a:endParaRPr lang="en-GB" sz="1200" dirty="0"/>
                        </a:p>
                        <a:p>
                          <a:pPr marL="228600" indent="-228600">
                            <a:buAutoNum type="alphaLcParenR"/>
                          </a:pPr>
                          <a:endParaRPr lang="en-GB" sz="1200" dirty="0"/>
                        </a:p>
                        <a:p>
                          <a:pPr marL="228600" indent="-228600">
                            <a:buAutoNum type="alphaLcParenR"/>
                          </a:pPr>
                          <a:endParaRPr lang="en-GB" sz="1200" dirty="0"/>
                        </a:p>
                        <a:p>
                          <a:pPr marL="228600" indent="-228600">
                            <a:buAutoNum type="alphaLcParenR"/>
                          </a:pPr>
                          <a:endParaRPr lang="en-GB" sz="1200" dirty="0"/>
                        </a:p>
                        <a:p>
                          <a:pPr marL="228600" indent="-228600">
                            <a:buAutoNum type="alphaLcParenR"/>
                          </a:pPr>
                          <a:r>
                            <a:rPr lang="en-GB" sz="1200" dirty="0"/>
                            <a:t>Determine the value of A</a:t>
                          </a:r>
                          <a14:m>
                            <m:oMath xmlns:m="http://schemas.openxmlformats.org/officeDocument/2006/math">
                              <m:r>
                                <a:rPr lang="en-GB" sz="1200" i="1" smtClean="0">
                                  <a:latin typeface="Cambria Math" panose="02040503050406030204" pitchFamily="18" charset="0"/>
                                  <a:ea typeface="Cambria Math" panose="02040503050406030204" pitchFamily="18" charset="0"/>
                                </a:rPr>
                                <m:t>÷</m:t>
                              </m:r>
                              <m:r>
                                <a:rPr lang="en-GB" sz="1200" b="0" i="1" smtClean="0">
                                  <a:latin typeface="Cambria Math" panose="02040503050406030204" pitchFamily="18" charset="0"/>
                                  <a:ea typeface="Cambria Math" panose="02040503050406030204" pitchFamily="18" charset="0"/>
                                </a:rPr>
                                <m:t>𝐵</m:t>
                              </m:r>
                            </m:oMath>
                          </a14:m>
                          <a:r>
                            <a:rPr lang="en-GB" sz="1200" dirty="0"/>
                            <a:t> in standard form.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16. The side of a square is </a:t>
                          </a:r>
                          <a14:m>
                            <m:oMath xmlns:m="http://schemas.openxmlformats.org/officeDocument/2006/math">
                              <m:r>
                                <a:rPr lang="en-GB" sz="1200" b="0" i="0" smtClean="0">
                                  <a:latin typeface="Cambria Math" panose="02040503050406030204" pitchFamily="18" charset="0"/>
                                </a:rPr>
                                <m:t>1.</m:t>
                              </m:r>
                              <m:r>
                                <a:rPr lang="en-GB" sz="1200" b="0" i="1" smtClean="0">
                                  <a:latin typeface="Cambria Math" panose="02040503050406030204" pitchFamily="18" charset="0"/>
                                </a:rPr>
                                <m:t>2</m:t>
                              </m:r>
                              <m:r>
                                <a:rPr lang="en-US" sz="1200" b="0" i="1" smtClean="0">
                                  <a:latin typeface="Cambria Math" panose="02040503050406030204" pitchFamily="18" charset="0"/>
                                  <a:ea typeface="Cambria Math" panose="02040503050406030204" pitchFamily="18" charset="0"/>
                                </a:rPr>
                                <m:t>×</m:t>
                              </m:r>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10</m:t>
                                  </m:r>
                                </m:e>
                                <m:sup>
                                  <m:r>
                                    <a:rPr lang="en-GB" sz="1200" b="0" i="1" smtClean="0">
                                      <a:latin typeface="Cambria Math" panose="02040503050406030204" pitchFamily="18" charset="0"/>
                                      <a:ea typeface="Cambria Math" panose="02040503050406030204" pitchFamily="18" charset="0"/>
                                    </a:rPr>
                                    <m:t>3</m:t>
                                  </m:r>
                                </m:sup>
                              </m:sSup>
                            </m:oMath>
                          </a14:m>
                          <a:r>
                            <a:rPr lang="en-GB" sz="1200" dirty="0"/>
                            <a:t>m.</a:t>
                          </a:r>
                        </a:p>
                        <a:p>
                          <a:endParaRPr lang="en-GB" sz="1200" dirty="0"/>
                        </a:p>
                        <a:p>
                          <a:r>
                            <a:rPr lang="en-GB" sz="1200" dirty="0"/>
                            <a:t>Calculate the area of the square. Give your answer in standard form.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2852238"/>
                      </a:ext>
                    </a:extLst>
                  </a:tr>
                  <a:tr h="5830367">
                    <a:tc>
                      <a:txBody>
                        <a:bodyPr/>
                        <a:lstStyle/>
                        <a:p>
                          <a:r>
                            <a:rPr lang="en-GB" sz="1200" dirty="0"/>
                            <a:t>17. Here are the radii of some planets:</a:t>
                          </a:r>
                        </a:p>
                        <a:p>
                          <a:endParaRPr lang="en-GB" sz="1200" dirty="0"/>
                        </a:p>
                        <a:p>
                          <a:endParaRPr lang="en-GB" sz="1200" dirty="0"/>
                        </a:p>
                        <a:p>
                          <a:endParaRPr lang="en-GB" sz="1200" dirty="0"/>
                        </a:p>
                        <a:p>
                          <a:endParaRPr lang="en-GB" sz="1200" dirty="0"/>
                        </a:p>
                        <a:p>
                          <a:endParaRPr lang="en-GB" sz="1200" dirty="0"/>
                        </a:p>
                        <a:p>
                          <a:endParaRPr lang="en-GB" sz="1200" dirty="0"/>
                        </a:p>
                        <a:p>
                          <a:endParaRPr lang="en-GB" sz="1200" dirty="0"/>
                        </a:p>
                        <a:p>
                          <a:endParaRPr lang="en-GB" sz="1200" dirty="0"/>
                        </a:p>
                        <a:p>
                          <a:pPr marL="228600" indent="-228600">
                            <a:buAutoNum type="alphaLcParenR"/>
                          </a:pPr>
                          <a:r>
                            <a:rPr lang="en-GB" sz="1200" dirty="0"/>
                            <a:t>Which planet has the smallest radius.</a:t>
                          </a:r>
                        </a:p>
                        <a:p>
                          <a:pPr marL="228600" indent="-228600">
                            <a:buAutoNum type="alphaLcParenR"/>
                          </a:pPr>
                          <a:endParaRPr lang="en-GB" sz="1200" dirty="0"/>
                        </a:p>
                        <a:p>
                          <a:pPr marL="228600" indent="-228600">
                            <a:buAutoNum type="alphaLcParenR"/>
                          </a:pPr>
                          <a:endParaRPr lang="en-GB" sz="1200" dirty="0"/>
                        </a:p>
                        <a:p>
                          <a:pPr marL="228600" indent="-228600">
                            <a:buAutoNum type="alphaLcParenR"/>
                          </a:pPr>
                          <a:endParaRPr lang="en-GB" sz="1200" dirty="0"/>
                        </a:p>
                        <a:p>
                          <a:pPr marL="0" indent="0">
                            <a:buNone/>
                          </a:pPr>
                          <a:endParaRPr lang="en-GB" sz="1200" dirty="0"/>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b) Work out the circumference of the Earth. Write your answer in standard form correct to 3 significant figures. </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dirty="0"/>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dirty="0"/>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dirty="0"/>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dirty="0"/>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dirty="0"/>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c) How many times bigger is Jupiter’s radius than the radius of Mars? Give your answer to the nearest whole number.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18. The table shows the diameter of some planets in the solar system. </a:t>
                          </a:r>
                        </a:p>
                        <a:p>
                          <a:endParaRPr lang="en-GB" sz="1200" dirty="0"/>
                        </a:p>
                        <a:p>
                          <a:endParaRPr lang="en-GB" sz="1200" dirty="0"/>
                        </a:p>
                        <a:p>
                          <a:endParaRPr lang="en-GB" sz="1200" dirty="0"/>
                        </a:p>
                        <a:p>
                          <a:endParaRPr lang="en-GB" sz="1200" dirty="0"/>
                        </a:p>
                        <a:p>
                          <a:endParaRPr lang="en-GB" sz="1200" dirty="0"/>
                        </a:p>
                        <a:p>
                          <a:endParaRPr lang="en-GB" sz="1200" dirty="0"/>
                        </a:p>
                        <a:p>
                          <a:endParaRPr lang="en-GB" sz="1200" dirty="0"/>
                        </a:p>
                        <a:p>
                          <a:endParaRPr lang="en-GB" sz="1200" dirty="0"/>
                        </a:p>
                        <a:p>
                          <a:pPr marL="228600" indent="-228600">
                            <a:buAutoNum type="alphaLcParenR"/>
                          </a:pPr>
                          <a:r>
                            <a:rPr lang="en-GB" sz="1200" dirty="0"/>
                            <a:t>Calculate the difference, in km, between the diameter of Earth and the diameter of Saturn. Give your answer in standard form</a:t>
                          </a:r>
                        </a:p>
                        <a:p>
                          <a:pPr marL="228600" indent="-228600">
                            <a:buAutoNum type="alphaLcParenR"/>
                          </a:pPr>
                          <a:endParaRPr lang="en-GB" sz="1200" dirty="0"/>
                        </a:p>
                        <a:p>
                          <a:pPr marL="228600" indent="-228600">
                            <a:buAutoNum type="alphaLcParenR"/>
                          </a:pPr>
                          <a:endParaRPr lang="en-GB" sz="1200" dirty="0"/>
                        </a:p>
                        <a:p>
                          <a:pPr marL="228600" indent="-228600">
                            <a:buAutoNum type="alphaLcParenR"/>
                          </a:pPr>
                          <a:endParaRPr lang="en-GB" sz="1200" dirty="0"/>
                        </a:p>
                        <a:p>
                          <a:pPr marL="228600" indent="-228600">
                            <a:buAutoNum type="alphaLcParenR"/>
                          </a:pPr>
                          <a:endParaRPr lang="en-GB" sz="1200" dirty="0"/>
                        </a:p>
                        <a:p>
                          <a:pPr marL="228600" indent="-228600">
                            <a:buAutoNum type="alphaLcParenR"/>
                          </a:pPr>
                          <a:r>
                            <a:rPr lang="en-GB" sz="1200" dirty="0"/>
                            <a:t>The diameter of Neptune is 𝑘 times bigger than the diameter of Mercury. Find the value of 𝑘 to 1 decimal place. </a:t>
                          </a:r>
                        </a:p>
                        <a:p>
                          <a:pPr marL="228600" indent="-228600">
                            <a:buAutoNum type="alphaLcParenR"/>
                          </a:pPr>
                          <a:endParaRPr lang="en-GB" sz="1200" dirty="0"/>
                        </a:p>
                        <a:p>
                          <a:pPr marL="228600" indent="-228600">
                            <a:buAutoNum type="alphaLcParenR"/>
                          </a:pPr>
                          <a:endParaRPr lang="en-GB" sz="1200" dirty="0"/>
                        </a:p>
                        <a:p>
                          <a:pPr marL="228600" indent="-228600">
                            <a:buAutoNum type="alphaLcParenR"/>
                          </a:pPr>
                          <a:endParaRPr lang="en-GB" sz="1200" dirty="0"/>
                        </a:p>
                        <a:p>
                          <a:pPr marL="228600" indent="-228600">
                            <a:buAutoNum type="alphaLcParenR"/>
                          </a:pPr>
                          <a:endParaRPr lang="en-GB" sz="1200" dirty="0"/>
                        </a:p>
                        <a:p>
                          <a:pPr marL="228600" indent="-228600">
                            <a:buAutoNum type="alphaLcParenR"/>
                          </a:pPr>
                          <a:r>
                            <a:rPr lang="en-GB" sz="1200" dirty="0"/>
                            <a:t>Find the ratio of the diameter of Saturn to the diameter of Mercury in the form 𝑛 ∶ 1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60979206"/>
                      </a:ext>
                    </a:extLst>
                  </a:tr>
                </a:tbl>
              </a:graphicData>
            </a:graphic>
          </p:graphicFrame>
        </mc:Choice>
        <mc:Fallback xmlns="">
          <p:graphicFrame>
            <p:nvGraphicFramePr>
              <p:cNvPr id="13" name="Table 13">
                <a:extLst>
                  <a:ext uri="{FF2B5EF4-FFF2-40B4-BE49-F238E27FC236}">
                    <a16:creationId xmlns:a16="http://schemas.microsoft.com/office/drawing/2014/main" id="{E3BC5F05-166F-0694-6EF5-E8C23BBBB793}"/>
                  </a:ext>
                </a:extLst>
              </p:cNvPr>
              <p:cNvGraphicFramePr>
                <a:graphicFrameLocks noGrp="1"/>
              </p:cNvGraphicFramePr>
              <p:nvPr>
                <p:extLst>
                  <p:ext uri="{D42A27DB-BD31-4B8C-83A1-F6EECF244321}">
                    <p14:modId xmlns:p14="http://schemas.microsoft.com/office/powerpoint/2010/main" val="2860565695"/>
                  </p:ext>
                </p:extLst>
              </p:nvPr>
            </p:nvGraphicFramePr>
            <p:xfrm>
              <a:off x="86360" y="139992"/>
              <a:ext cx="6685280" cy="9552648"/>
            </p:xfrm>
            <a:graphic>
              <a:graphicData uri="http://schemas.openxmlformats.org/drawingml/2006/table">
                <a:tbl>
                  <a:tblPr>
                    <a:tableStyleId>{5C22544A-7EE6-4342-B048-85BDC9FD1C3A}</a:tableStyleId>
                  </a:tblPr>
                  <a:tblGrid>
                    <a:gridCol w="3342640">
                      <a:extLst>
                        <a:ext uri="{9D8B030D-6E8A-4147-A177-3AD203B41FA5}">
                          <a16:colId xmlns:a16="http://schemas.microsoft.com/office/drawing/2014/main" val="4263687104"/>
                        </a:ext>
                      </a:extLst>
                    </a:gridCol>
                    <a:gridCol w="3342640">
                      <a:extLst>
                        <a:ext uri="{9D8B030D-6E8A-4147-A177-3AD203B41FA5}">
                          <a16:colId xmlns:a16="http://schemas.microsoft.com/office/drawing/2014/main" val="3528231941"/>
                        </a:ext>
                      </a:extLst>
                    </a:gridCol>
                  </a:tblGrid>
                  <a:tr h="3722281">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82" t="-164" r="-100182" b="-157119"/>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365" t="-164" r="-365" b="-157119"/>
                          </a:stretch>
                        </a:blipFill>
                      </a:tcPr>
                    </a:tc>
                    <a:extLst>
                      <a:ext uri="{0D108BD9-81ED-4DB2-BD59-A6C34878D82A}">
                        <a16:rowId xmlns:a16="http://schemas.microsoft.com/office/drawing/2014/main" val="62852238"/>
                      </a:ext>
                    </a:extLst>
                  </a:tr>
                  <a:tr h="5830367">
                    <a:tc>
                      <a:txBody>
                        <a:bodyPr/>
                        <a:lstStyle/>
                        <a:p>
                          <a:r>
                            <a:rPr lang="en-GB" sz="1200" dirty="0"/>
                            <a:t>17. Here are the radii of some planets:</a:t>
                          </a:r>
                        </a:p>
                        <a:p>
                          <a:endParaRPr lang="en-GB" sz="1200" dirty="0"/>
                        </a:p>
                        <a:p>
                          <a:endParaRPr lang="en-GB" sz="1200" dirty="0"/>
                        </a:p>
                        <a:p>
                          <a:endParaRPr lang="en-GB" sz="1200" dirty="0"/>
                        </a:p>
                        <a:p>
                          <a:endParaRPr lang="en-GB" sz="1200" dirty="0"/>
                        </a:p>
                        <a:p>
                          <a:endParaRPr lang="en-GB" sz="1200" dirty="0"/>
                        </a:p>
                        <a:p>
                          <a:endParaRPr lang="en-GB" sz="1200" dirty="0"/>
                        </a:p>
                        <a:p>
                          <a:endParaRPr lang="en-GB" sz="1200" dirty="0"/>
                        </a:p>
                        <a:p>
                          <a:endParaRPr lang="en-GB" sz="1200" dirty="0"/>
                        </a:p>
                        <a:p>
                          <a:pPr marL="228600" indent="-228600">
                            <a:buAutoNum type="alphaLcParenR"/>
                          </a:pPr>
                          <a:r>
                            <a:rPr lang="en-GB" sz="1200" dirty="0"/>
                            <a:t>Which planet has the smallest radius.</a:t>
                          </a:r>
                        </a:p>
                        <a:p>
                          <a:pPr marL="228600" indent="-228600">
                            <a:buAutoNum type="alphaLcParenR"/>
                          </a:pPr>
                          <a:endParaRPr lang="en-GB" sz="1200" dirty="0"/>
                        </a:p>
                        <a:p>
                          <a:pPr marL="228600" indent="-228600">
                            <a:buAutoNum type="alphaLcParenR"/>
                          </a:pPr>
                          <a:endParaRPr lang="en-GB" sz="1200" dirty="0"/>
                        </a:p>
                        <a:p>
                          <a:pPr marL="228600" indent="-228600">
                            <a:buAutoNum type="alphaLcParenR"/>
                          </a:pPr>
                          <a:endParaRPr lang="en-GB" sz="1200" dirty="0"/>
                        </a:p>
                        <a:p>
                          <a:pPr marL="0" indent="0">
                            <a:buNone/>
                          </a:pPr>
                          <a:endParaRPr lang="en-GB" sz="1200" dirty="0"/>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b) Work out the circumference of the Earth. Write your answer in standard form correct to 3 significant figures. </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dirty="0"/>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dirty="0"/>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dirty="0"/>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dirty="0"/>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dirty="0"/>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dirty="0"/>
                            <a:t>c) How many times bigger is Jupiter’s radius than the radius of Mars? Give your answer to the nearest whole number.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dirty="0"/>
                            <a:t>18. The table shows the diameter of some planets in the solar system. </a:t>
                          </a:r>
                        </a:p>
                        <a:p>
                          <a:endParaRPr lang="en-GB" sz="1200" dirty="0"/>
                        </a:p>
                        <a:p>
                          <a:endParaRPr lang="en-GB" sz="1200" dirty="0"/>
                        </a:p>
                        <a:p>
                          <a:endParaRPr lang="en-GB" sz="1200" dirty="0"/>
                        </a:p>
                        <a:p>
                          <a:endParaRPr lang="en-GB" sz="1200" dirty="0"/>
                        </a:p>
                        <a:p>
                          <a:endParaRPr lang="en-GB" sz="1200" dirty="0"/>
                        </a:p>
                        <a:p>
                          <a:endParaRPr lang="en-GB" sz="1200" dirty="0"/>
                        </a:p>
                        <a:p>
                          <a:endParaRPr lang="en-GB" sz="1200" dirty="0"/>
                        </a:p>
                        <a:p>
                          <a:endParaRPr lang="en-GB" sz="1200" dirty="0"/>
                        </a:p>
                        <a:p>
                          <a:pPr marL="228600" indent="-228600">
                            <a:buAutoNum type="alphaLcParenR"/>
                          </a:pPr>
                          <a:r>
                            <a:rPr lang="en-GB" sz="1200" dirty="0"/>
                            <a:t>Calculate the difference, in km, between the diameter of Earth and the diameter of Saturn. Give your answer in standard form</a:t>
                          </a:r>
                        </a:p>
                        <a:p>
                          <a:pPr marL="228600" indent="-228600">
                            <a:buAutoNum type="alphaLcParenR"/>
                          </a:pPr>
                          <a:endParaRPr lang="en-GB" sz="1200" dirty="0"/>
                        </a:p>
                        <a:p>
                          <a:pPr marL="228600" indent="-228600">
                            <a:buAutoNum type="alphaLcParenR"/>
                          </a:pPr>
                          <a:endParaRPr lang="en-GB" sz="1200" dirty="0"/>
                        </a:p>
                        <a:p>
                          <a:pPr marL="228600" indent="-228600">
                            <a:buAutoNum type="alphaLcParenR"/>
                          </a:pPr>
                          <a:endParaRPr lang="en-GB" sz="1200" dirty="0"/>
                        </a:p>
                        <a:p>
                          <a:pPr marL="228600" indent="-228600">
                            <a:buAutoNum type="alphaLcParenR"/>
                          </a:pPr>
                          <a:endParaRPr lang="en-GB" sz="1200" dirty="0"/>
                        </a:p>
                        <a:p>
                          <a:pPr marL="228600" indent="-228600">
                            <a:buAutoNum type="alphaLcParenR"/>
                          </a:pPr>
                          <a:r>
                            <a:rPr lang="en-GB" sz="1200" dirty="0"/>
                            <a:t>The diameter of Neptune is 𝑘 times bigger than the diameter of Mercury. Find the value of 𝑘 to 1 decimal place. </a:t>
                          </a:r>
                        </a:p>
                        <a:p>
                          <a:pPr marL="228600" indent="-228600">
                            <a:buAutoNum type="alphaLcParenR"/>
                          </a:pPr>
                          <a:endParaRPr lang="en-GB" sz="1200" dirty="0"/>
                        </a:p>
                        <a:p>
                          <a:pPr marL="228600" indent="-228600">
                            <a:buAutoNum type="alphaLcParenR"/>
                          </a:pPr>
                          <a:endParaRPr lang="en-GB" sz="1200" dirty="0"/>
                        </a:p>
                        <a:p>
                          <a:pPr marL="228600" indent="-228600">
                            <a:buAutoNum type="alphaLcParenR"/>
                          </a:pPr>
                          <a:endParaRPr lang="en-GB" sz="1200" dirty="0"/>
                        </a:p>
                        <a:p>
                          <a:pPr marL="228600" indent="-228600">
                            <a:buAutoNum type="alphaLcParenR"/>
                          </a:pPr>
                          <a:endParaRPr lang="en-GB" sz="1200" dirty="0"/>
                        </a:p>
                        <a:p>
                          <a:pPr marL="228600" indent="-228600">
                            <a:buAutoNum type="alphaLcParenR"/>
                          </a:pPr>
                          <a:r>
                            <a:rPr lang="en-GB" sz="1200" dirty="0"/>
                            <a:t>Find the ratio of the diameter of Saturn to the diameter of Mercury in the form 𝑛 ∶ 1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60979206"/>
                      </a:ext>
                    </a:extLst>
                  </a:tr>
                </a:tbl>
              </a:graphicData>
            </a:graphic>
          </p:graphicFrame>
        </mc:Fallback>
      </mc:AlternateContent>
      <p:pic>
        <p:nvPicPr>
          <p:cNvPr id="4" name="Picture 3">
            <a:extLst>
              <a:ext uri="{FF2B5EF4-FFF2-40B4-BE49-F238E27FC236}">
                <a16:creationId xmlns:a16="http://schemas.microsoft.com/office/drawing/2014/main" id="{07444484-4992-ADB7-452D-68EF638DB5F8}"/>
              </a:ext>
            </a:extLst>
          </p:cNvPr>
          <p:cNvPicPr>
            <a:picLocks noChangeAspect="1"/>
          </p:cNvPicPr>
          <p:nvPr/>
        </p:nvPicPr>
        <p:blipFill>
          <a:blip r:embed="rId3"/>
          <a:stretch>
            <a:fillRect/>
          </a:stretch>
        </p:blipFill>
        <p:spPr>
          <a:xfrm>
            <a:off x="272546" y="4107463"/>
            <a:ext cx="2512173" cy="1450424"/>
          </a:xfrm>
          <a:prstGeom prst="rect">
            <a:avLst/>
          </a:prstGeom>
        </p:spPr>
      </p:pic>
      <p:pic>
        <p:nvPicPr>
          <p:cNvPr id="7" name="Picture 6">
            <a:extLst>
              <a:ext uri="{FF2B5EF4-FFF2-40B4-BE49-F238E27FC236}">
                <a16:creationId xmlns:a16="http://schemas.microsoft.com/office/drawing/2014/main" id="{6C095541-34A6-3FC6-3F04-7D9F856FA352}"/>
              </a:ext>
            </a:extLst>
          </p:cNvPr>
          <p:cNvPicPr>
            <a:picLocks noChangeAspect="1"/>
          </p:cNvPicPr>
          <p:nvPr/>
        </p:nvPicPr>
        <p:blipFill>
          <a:blip r:embed="rId4"/>
          <a:stretch>
            <a:fillRect/>
          </a:stretch>
        </p:blipFill>
        <p:spPr>
          <a:xfrm>
            <a:off x="3648770" y="4378343"/>
            <a:ext cx="2472377" cy="1179544"/>
          </a:xfrm>
          <a:prstGeom prst="rect">
            <a:avLst/>
          </a:prstGeom>
        </p:spPr>
      </p:pic>
      <p:sp>
        <p:nvSpPr>
          <p:cNvPr id="14" name="Slide Number Placeholder 13">
            <a:extLst>
              <a:ext uri="{FF2B5EF4-FFF2-40B4-BE49-F238E27FC236}">
                <a16:creationId xmlns:a16="http://schemas.microsoft.com/office/drawing/2014/main" id="{B883BDFF-45E4-613B-B946-5D42C97DCF94}"/>
              </a:ext>
            </a:extLst>
          </p:cNvPr>
          <p:cNvSpPr>
            <a:spLocks noGrp="1"/>
          </p:cNvSpPr>
          <p:nvPr>
            <p:ph type="sldNum" sz="quarter" idx="12"/>
          </p:nvPr>
        </p:nvSpPr>
        <p:spPr/>
        <p:txBody>
          <a:bodyPr/>
          <a:lstStyle/>
          <a:p>
            <a:fld id="{DFE403A4-BF53-4A18-A219-2FCD9C5F3F46}" type="slidenum">
              <a:rPr lang="en-GB" smtClean="0"/>
              <a:t>87</a:t>
            </a:fld>
            <a:endParaRPr lang="en-GB"/>
          </a:p>
        </p:txBody>
      </p:sp>
    </p:spTree>
    <p:extLst>
      <p:ext uri="{BB962C8B-B14F-4D97-AF65-F5344CB8AC3E}">
        <p14:creationId xmlns:p14="http://schemas.microsoft.com/office/powerpoint/2010/main" val="40208522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1C1C58C-2A27-3ACB-5E4F-E9C2C5BA4FBE}"/>
              </a:ext>
            </a:extLst>
          </p:cNvPr>
          <p:cNvSpPr>
            <a:spLocks noGrp="1"/>
          </p:cNvSpPr>
          <p:nvPr>
            <p:ph type="sldNum" sz="quarter" idx="12"/>
          </p:nvPr>
        </p:nvSpPr>
        <p:spPr/>
        <p:txBody>
          <a:bodyPr/>
          <a:lstStyle/>
          <a:p>
            <a:fld id="{19F1D9CC-7119-45EC-A96C-D8C0660F3AAB}" type="slidenum">
              <a:rPr lang="en-GB" smtClean="0"/>
              <a:t>88</a:t>
            </a:fld>
            <a:endParaRPr lang="en-GB"/>
          </a:p>
        </p:txBody>
      </p:sp>
      <p:pic>
        <p:nvPicPr>
          <p:cNvPr id="4" name="Picture 3" descr="A paper with text and images&#10;&#10;AI-generated content may be incorrect.">
            <a:extLst>
              <a:ext uri="{FF2B5EF4-FFF2-40B4-BE49-F238E27FC236}">
                <a16:creationId xmlns:a16="http://schemas.microsoft.com/office/drawing/2014/main" id="{7CC1EED6-E4BF-C8E1-99EA-9F99283BF8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042" y="407561"/>
            <a:ext cx="5548785" cy="5855454"/>
          </a:xfrm>
          <a:prstGeom prst="rect">
            <a:avLst/>
          </a:prstGeom>
        </p:spPr>
      </p:pic>
      <p:sp>
        <p:nvSpPr>
          <p:cNvPr id="5" name="Rectangle 4">
            <a:extLst>
              <a:ext uri="{FF2B5EF4-FFF2-40B4-BE49-F238E27FC236}">
                <a16:creationId xmlns:a16="http://schemas.microsoft.com/office/drawing/2014/main" id="{4EE4C196-F35B-3420-272A-09F493BD61C6}"/>
              </a:ext>
            </a:extLst>
          </p:cNvPr>
          <p:cNvSpPr/>
          <p:nvPr/>
        </p:nvSpPr>
        <p:spPr>
          <a:xfrm>
            <a:off x="-1" y="1"/>
            <a:ext cx="6858001" cy="407559"/>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b="1" dirty="0"/>
              <a:t>GCSE Past Paper Questions</a:t>
            </a:r>
          </a:p>
        </p:txBody>
      </p:sp>
      <p:pic>
        <p:nvPicPr>
          <p:cNvPr id="7" name="Picture 6" descr="A screenshot of a test&#10;&#10;AI-generated content may be incorrect.">
            <a:extLst>
              <a:ext uri="{FF2B5EF4-FFF2-40B4-BE49-F238E27FC236}">
                <a16:creationId xmlns:a16="http://schemas.microsoft.com/office/drawing/2014/main" id="{AE7D0F7B-1C18-22F0-8994-F0B2D6A9E9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135" y="6216582"/>
            <a:ext cx="5452691" cy="3558194"/>
          </a:xfrm>
          <a:prstGeom prst="rect">
            <a:avLst/>
          </a:prstGeom>
        </p:spPr>
      </p:pic>
    </p:spTree>
    <p:extLst>
      <p:ext uri="{BB962C8B-B14F-4D97-AF65-F5344CB8AC3E}">
        <p14:creationId xmlns:p14="http://schemas.microsoft.com/office/powerpoint/2010/main" val="79308722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3AA19A-7B5F-05A4-7FF8-FBE160F54BE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8D83A81-C1B3-610B-1603-F2FD6CDD29BC}"/>
              </a:ext>
            </a:extLst>
          </p:cNvPr>
          <p:cNvSpPr>
            <a:spLocks noGrp="1"/>
          </p:cNvSpPr>
          <p:nvPr>
            <p:ph type="sldNum" sz="quarter" idx="12"/>
          </p:nvPr>
        </p:nvSpPr>
        <p:spPr/>
        <p:txBody>
          <a:bodyPr/>
          <a:lstStyle/>
          <a:p>
            <a:fld id="{19F1D9CC-7119-45EC-A96C-D8C0660F3AAB}" type="slidenum">
              <a:rPr lang="en-GB" smtClean="0"/>
              <a:t>89</a:t>
            </a:fld>
            <a:endParaRPr lang="en-GB"/>
          </a:p>
        </p:txBody>
      </p:sp>
      <p:pic>
        <p:nvPicPr>
          <p:cNvPr id="4" name="Picture 3" descr="A paper with text and numbers&#10;&#10;AI-generated content may be incorrect.">
            <a:extLst>
              <a:ext uri="{FF2B5EF4-FFF2-40B4-BE49-F238E27FC236}">
                <a16:creationId xmlns:a16="http://schemas.microsoft.com/office/drawing/2014/main" id="{36FF0B81-8B24-E5E6-FF0C-8FB0BA3EB6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0436" y="144961"/>
            <a:ext cx="6388149" cy="9129124"/>
          </a:xfrm>
          <a:prstGeom prst="rect">
            <a:avLst/>
          </a:prstGeom>
        </p:spPr>
      </p:pic>
    </p:spTree>
    <p:extLst>
      <p:ext uri="{BB962C8B-B14F-4D97-AF65-F5344CB8AC3E}">
        <p14:creationId xmlns:p14="http://schemas.microsoft.com/office/powerpoint/2010/main" val="348974762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FECBD35-2FA9-D94C-85CC-B269D46DFAF6}"/>
              </a:ext>
            </a:extLst>
          </p:cNvPr>
          <p:cNvSpPr/>
          <p:nvPr/>
        </p:nvSpPr>
        <p:spPr>
          <a:xfrm>
            <a:off x="0" y="0"/>
            <a:ext cx="6858000" cy="2880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Calibri" panose="020F0502020204030204"/>
                <a:ea typeface="+mn-ea"/>
                <a:cs typeface="+mn-cs"/>
              </a:rPr>
              <a:t>Subtopic 9 </a:t>
            </a:r>
            <a:r>
              <a:rPr lang="en-GB" dirty="0">
                <a:solidFill>
                  <a:prstClr val="white"/>
                </a:solidFill>
                <a:latin typeface="Calibri" panose="020F0502020204030204"/>
              </a:rPr>
              <a:t>(Crossover) </a:t>
            </a:r>
            <a:r>
              <a:rPr kumimoji="0" lang="en-GB" sz="1800" b="0" i="0" u="none" strike="noStrike" kern="1200" cap="none" spc="0" normalizeH="0" baseline="0" noProof="0" dirty="0">
                <a:ln>
                  <a:noFill/>
                </a:ln>
                <a:solidFill>
                  <a:prstClr val="white"/>
                </a:solidFill>
                <a:effectLst/>
                <a:uLnTx/>
                <a:uFillTx/>
                <a:latin typeface="Calibri" panose="020F0502020204030204"/>
                <a:ea typeface="+mn-ea"/>
                <a:cs typeface="+mn-cs"/>
              </a:rPr>
              <a:t>– Limits of accuracy</a:t>
            </a:r>
          </a:p>
        </p:txBody>
      </p:sp>
      <p:sp>
        <p:nvSpPr>
          <p:cNvPr id="4" name="Rectangle 3">
            <a:extLst>
              <a:ext uri="{FF2B5EF4-FFF2-40B4-BE49-F238E27FC236}">
                <a16:creationId xmlns:a16="http://schemas.microsoft.com/office/drawing/2014/main" id="{04BFD1EF-DBB4-2249-B998-BA5834451F7D}"/>
              </a:ext>
            </a:extLst>
          </p:cNvPr>
          <p:cNvSpPr/>
          <p:nvPr/>
        </p:nvSpPr>
        <p:spPr>
          <a:xfrm>
            <a:off x="72056" y="389733"/>
            <a:ext cx="6728829" cy="178111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ysClr val="windowText" lastClr="000000"/>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40A63AA0-9785-7842-8746-181CA9DC5483}"/>
              </a:ext>
            </a:extLst>
          </p:cNvPr>
          <p:cNvSpPr txBox="1"/>
          <p:nvPr/>
        </p:nvSpPr>
        <p:spPr>
          <a:xfrm>
            <a:off x="149877" y="884722"/>
            <a:ext cx="1149390"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prstClr val="black"/>
                </a:solidFill>
                <a:effectLst/>
                <a:uLnTx/>
                <a:uFillTx/>
                <a:latin typeface="Calibri" panose="020F0502020204030204"/>
                <a:ea typeface="+mn-ea"/>
                <a:cs typeface="+mn-cs"/>
              </a:rPr>
              <a:t>Objectives</a:t>
            </a:r>
            <a:r>
              <a:rPr kumimoji="0" lang="en-GB" sz="1400" b="1" i="0" u="none" strike="noStrike" kern="1200" cap="none" spc="0" normalizeH="0" baseline="0" noProof="0">
                <a:ln>
                  <a:noFill/>
                </a:ln>
                <a:solidFill>
                  <a:srgbClr val="0070C0"/>
                </a:solidFill>
                <a:effectLst/>
                <a:uLnTx/>
                <a:uFillTx/>
                <a:latin typeface="Calibri" panose="020F0502020204030204"/>
                <a:ea typeface="+mn-ea"/>
                <a:cs typeface="+mn-cs"/>
              </a:rPr>
              <a:t>:</a:t>
            </a:r>
          </a:p>
        </p:txBody>
      </p:sp>
      <p:sp>
        <p:nvSpPr>
          <p:cNvPr id="6" name="TextBox 5">
            <a:extLst>
              <a:ext uri="{FF2B5EF4-FFF2-40B4-BE49-F238E27FC236}">
                <a16:creationId xmlns:a16="http://schemas.microsoft.com/office/drawing/2014/main" id="{8D99EBB3-E635-9B48-A13A-F8FC9E5CF168}"/>
              </a:ext>
            </a:extLst>
          </p:cNvPr>
          <p:cNvSpPr txBox="1"/>
          <p:nvPr/>
        </p:nvSpPr>
        <p:spPr>
          <a:xfrm>
            <a:off x="540187" y="1105424"/>
            <a:ext cx="6317813"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solidFill>
                <a:effectLst/>
                <a:uLnTx/>
                <a:uFillTx/>
                <a:latin typeface="Calibri" panose="020F0502020204030204"/>
                <a:ea typeface="+mn-ea"/>
                <a:cs typeface="+mn-cs"/>
              </a:rPr>
              <a:t>1. To </a:t>
            </a: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find the error interval</a:t>
            </a:r>
            <a:r>
              <a:rPr kumimoji="0" lang="en-GB" sz="1200" b="0" i="0" u="none" strike="noStrike" kern="1200" cap="none" spc="0" normalizeH="0" baseline="0" noProof="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2. To find the limits of accuracy.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3. To answer worded questions on rounding. </a:t>
            </a:r>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F48C742E-559E-184B-B2D4-43B2F774DF10}"/>
              </a:ext>
            </a:extLst>
          </p:cNvPr>
          <p:cNvSpPr txBox="1"/>
          <p:nvPr/>
        </p:nvSpPr>
        <p:spPr>
          <a:xfrm>
            <a:off x="331188" y="392492"/>
            <a:ext cx="5879111" cy="461665"/>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prstClr val="black"/>
                </a:solidFill>
                <a:effectLst/>
                <a:uLnTx/>
                <a:uFillTx/>
                <a:latin typeface="Calibri" panose="020F0502020204030204"/>
                <a:ea typeface="+mn-ea"/>
                <a:cs typeface="+mn-cs"/>
              </a:rPr>
              <a:t>LEARNING OUTCOME: </a:t>
            </a:r>
            <a:r>
              <a:rPr kumimoji="0" lang="en-GB" sz="1200" i="0" u="none" strike="noStrike" kern="1200" cap="none" spc="0" normalizeH="0" baseline="0" noProof="0">
                <a:ln>
                  <a:noFill/>
                </a:ln>
                <a:solidFill>
                  <a:prstClr val="black"/>
                </a:solidFill>
                <a:effectLst/>
                <a:uLnTx/>
                <a:uFillTx/>
                <a:latin typeface="Calibri" panose="020F0502020204030204"/>
                <a:ea typeface="+mn-ea"/>
                <a:cs typeface="+mn-cs"/>
              </a:rPr>
              <a:t>To </a:t>
            </a:r>
            <a:r>
              <a:rPr kumimoji="0" lang="en-US" sz="1200" i="0" u="none" strike="noStrike" kern="1200" cap="none" spc="0" normalizeH="0" baseline="0" noProof="0">
                <a:ln>
                  <a:noFill/>
                </a:ln>
                <a:solidFill>
                  <a:prstClr val="black"/>
                </a:solidFill>
                <a:effectLst/>
                <a:uLnTx/>
                <a:uFillTx/>
                <a:latin typeface="Calibri" panose="020F0502020204030204"/>
                <a:ea typeface="+mn-ea"/>
                <a:cs typeface="+mn-cs"/>
              </a:rPr>
              <a:t>find the error interval or limits of accuracy of numbers that have been rounded to different degrees of accuracy.</a:t>
            </a:r>
            <a:endParaRPr kumimoji="0" lang="en-GB" sz="120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F56BA6AD-76E4-264F-9E79-1A6D05899D87}"/>
              </a:ext>
            </a:extLst>
          </p:cNvPr>
          <p:cNvSpPr txBox="1"/>
          <p:nvPr/>
        </p:nvSpPr>
        <p:spPr>
          <a:xfrm>
            <a:off x="5213234" y="905369"/>
            <a:ext cx="1543050" cy="1046440"/>
          </a:xfrm>
          <a:prstGeom prst="rect">
            <a:avLst/>
          </a:prstGeom>
          <a:noFill/>
          <a:ln w="12700">
            <a:solidFill>
              <a:schemeClr val="tx1"/>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sng" strike="noStrike" kern="1200" cap="none" spc="0" normalizeH="0" baseline="0" noProof="0">
                <a:ln>
                  <a:noFill/>
                </a:ln>
                <a:solidFill>
                  <a:prstClr val="black"/>
                </a:solidFill>
                <a:effectLst/>
                <a:uLnTx/>
                <a:uFillTx/>
                <a:latin typeface="Calibri" panose="020F0502020204030204"/>
                <a:ea typeface="+mn-ea"/>
                <a:cs typeface="+mn-cs"/>
              </a:rPr>
              <a:t>Keywords:</a:t>
            </a:r>
            <a:endParaRPr kumimoji="0" lang="en-US" sz="14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-Error interval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-Limits of accuracy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-Lower bound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-Upper bound</a:t>
            </a:r>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lide Number Placeholder 14"/>
          <p:cNvSpPr>
            <a:spLocks noGrp="1"/>
          </p:cNvSpPr>
          <p:nvPr>
            <p:ph type="sldNum" sz="quarter" idx="12"/>
          </p:nvPr>
        </p:nvSpPr>
        <p:spPr>
          <a:xfrm>
            <a:off x="5314950" y="9544975"/>
            <a:ext cx="1543050" cy="52740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F1D9CC-7119-45EC-A96C-D8C0660F3AAB}" type="slidenum">
              <a:rPr kumimoji="0" lang="en-GB" sz="9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90</a:t>
            </a:fld>
            <a:endParaRPr kumimoji="0" lang="en-GB" sz="9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cxnSp>
        <p:nvCxnSpPr>
          <p:cNvPr id="29" name="Straight Connector 28">
            <a:extLst>
              <a:ext uri="{FF2B5EF4-FFF2-40B4-BE49-F238E27FC236}">
                <a16:creationId xmlns:a16="http://schemas.microsoft.com/office/drawing/2014/main" id="{4661366C-5E76-D1A1-C8D7-EF7E07E20704}"/>
              </a:ext>
            </a:extLst>
          </p:cNvPr>
          <p:cNvCxnSpPr>
            <a:cxnSpLocks/>
          </p:cNvCxnSpPr>
          <p:nvPr/>
        </p:nvCxnSpPr>
        <p:spPr>
          <a:xfrm>
            <a:off x="926852" y="6968041"/>
            <a:ext cx="0" cy="0"/>
          </a:xfrm>
          <a:prstGeom prst="line">
            <a:avLst/>
          </a:prstGeom>
          <a:ln w="28575"/>
        </p:spPr>
        <p:style>
          <a:lnRef idx="1">
            <a:schemeClr val="accent1"/>
          </a:lnRef>
          <a:fillRef idx="0">
            <a:schemeClr val="accent1"/>
          </a:fillRef>
          <a:effectRef idx="0">
            <a:schemeClr val="accent1"/>
          </a:effectRef>
          <a:fontRef idx="minor">
            <a:schemeClr val="tx1"/>
          </a:fontRef>
        </p:style>
      </p:cxnSp>
      <p:graphicFrame>
        <p:nvGraphicFramePr>
          <p:cNvPr id="30" name="Table 29">
            <a:extLst>
              <a:ext uri="{FF2B5EF4-FFF2-40B4-BE49-F238E27FC236}">
                <a16:creationId xmlns:a16="http://schemas.microsoft.com/office/drawing/2014/main" id="{7062E3B2-7288-1A64-BC90-8F2B41F99B58}"/>
              </a:ext>
            </a:extLst>
          </p:cNvPr>
          <p:cNvGraphicFramePr>
            <a:graphicFrameLocks noGrp="1"/>
          </p:cNvGraphicFramePr>
          <p:nvPr/>
        </p:nvGraphicFramePr>
        <p:xfrm>
          <a:off x="128593" y="5673287"/>
          <a:ext cx="6543680" cy="3026540"/>
        </p:xfrm>
        <a:graphic>
          <a:graphicData uri="http://schemas.openxmlformats.org/drawingml/2006/table">
            <a:tbl>
              <a:tblPr firstRow="1" bandRow="1">
                <a:tableStyleId>{5C22544A-7EE6-4342-B048-85BDC9FD1C3A}</a:tableStyleId>
              </a:tblPr>
              <a:tblGrid>
                <a:gridCol w="1087440">
                  <a:extLst>
                    <a:ext uri="{9D8B030D-6E8A-4147-A177-3AD203B41FA5}">
                      <a16:colId xmlns:a16="http://schemas.microsoft.com/office/drawing/2014/main" val="1568142362"/>
                    </a:ext>
                  </a:extLst>
                </a:gridCol>
                <a:gridCol w="1778000">
                  <a:extLst>
                    <a:ext uri="{9D8B030D-6E8A-4147-A177-3AD203B41FA5}">
                      <a16:colId xmlns:a16="http://schemas.microsoft.com/office/drawing/2014/main" val="609968388"/>
                    </a:ext>
                  </a:extLst>
                </a:gridCol>
                <a:gridCol w="1778000">
                  <a:extLst>
                    <a:ext uri="{9D8B030D-6E8A-4147-A177-3AD203B41FA5}">
                      <a16:colId xmlns:a16="http://schemas.microsoft.com/office/drawing/2014/main" val="3207776717"/>
                    </a:ext>
                  </a:extLst>
                </a:gridCol>
                <a:gridCol w="1900240">
                  <a:extLst>
                    <a:ext uri="{9D8B030D-6E8A-4147-A177-3AD203B41FA5}">
                      <a16:colId xmlns:a16="http://schemas.microsoft.com/office/drawing/2014/main" val="1889420402"/>
                    </a:ext>
                  </a:extLst>
                </a:gridCol>
              </a:tblGrid>
              <a:tr h="373784">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mn-lt"/>
                          <a:ea typeface="+mn-ea"/>
                          <a:cs typeface="+mn-cs"/>
                        </a:rPr>
                        <a:t>Work out the upper bound and lower bound for…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861558">
                <a:tc>
                  <a:txBody>
                    <a:bodyPr/>
                    <a:lstStyle/>
                    <a:p>
                      <a:pPr marL="0" indent="0">
                        <a:buNone/>
                      </a:pPr>
                      <a:r>
                        <a:rPr lang="en-US" sz="1100"/>
                        <a:t>1. Identify the degree of accuracy stated.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mn-lt"/>
                          <a:ea typeface="+mn-ea"/>
                          <a:cs typeface="+mn-cs"/>
                        </a:rPr>
                        <a:t>32 cm, measured to the nearest cm.</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mn-lt"/>
                          <a:ea typeface="+mn-ea"/>
                          <a:cs typeface="+mn-cs"/>
                        </a:rPr>
                        <a:t>The lower bound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prstClr val="black"/>
                          </a:solidFill>
                          <a:latin typeface="+mn-lt"/>
                        </a:rPr>
                        <a:t>The upper bound =</a:t>
                      </a:r>
                    </a:p>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prstClr val="black"/>
                          </a:solidFill>
                          <a:latin typeface="+mn-lt"/>
                        </a:rPr>
                        <a:t>48</a:t>
                      </a:r>
                      <a:r>
                        <a:rPr kumimoji="0" lang="en-US" sz="1100" b="0" i="0" u="none" strike="noStrike" kern="1200" cap="none" spc="0" normalizeH="0" baseline="0" noProof="0">
                          <a:ln>
                            <a:noFill/>
                          </a:ln>
                          <a:solidFill>
                            <a:prstClr val="black"/>
                          </a:solidFill>
                          <a:effectLst/>
                          <a:uLnTx/>
                          <a:uFillTx/>
                          <a:latin typeface="+mn-lt"/>
                          <a:ea typeface="+mn-ea"/>
                          <a:cs typeface="+mn-cs"/>
                        </a:rPr>
                        <a:t> cm, measured to the nearest cm</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mn-lt"/>
                          <a:ea typeface="+mn-ea"/>
                          <a:cs typeface="+mn-cs"/>
                        </a:rPr>
                        <a:t>The lower bound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prstClr val="black"/>
                          </a:solidFill>
                          <a:latin typeface="+mn-lt"/>
                        </a:rPr>
                        <a:t>The upper bound =</a:t>
                      </a:r>
                    </a:p>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prstClr val="black"/>
                          </a:solidFill>
                          <a:latin typeface="+mn-lt"/>
                        </a:rPr>
                        <a:t>75</a:t>
                      </a:r>
                      <a:r>
                        <a:rPr kumimoji="0" lang="en-US" sz="1100" b="0" i="0" u="none" strike="noStrike" kern="1200" cap="none" spc="0" normalizeH="0" baseline="0" noProof="0">
                          <a:ln>
                            <a:noFill/>
                          </a:ln>
                          <a:solidFill>
                            <a:prstClr val="black"/>
                          </a:solidFill>
                          <a:effectLst/>
                          <a:uLnTx/>
                          <a:uFillTx/>
                          <a:latin typeface="+mn-lt"/>
                          <a:ea typeface="+mn-ea"/>
                          <a:cs typeface="+mn-cs"/>
                        </a:rPr>
                        <a:t> cm, measured to the nearest cm</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mn-lt"/>
                          <a:ea typeface="+mn-ea"/>
                          <a:cs typeface="+mn-cs"/>
                        </a:rPr>
                        <a:t>The lower bound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prstClr val="black"/>
                          </a:solidFill>
                          <a:latin typeface="+mn-lt"/>
                        </a:rPr>
                        <a:t>The upper bound =</a:t>
                      </a:r>
                    </a:p>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861558">
                <a:tc>
                  <a:txBody>
                    <a:bodyPr/>
                    <a:lstStyle/>
                    <a:p>
                      <a:pPr marL="0" indent="0">
                        <a:buNone/>
                      </a:pPr>
                      <a:r>
                        <a:rPr lang="en-US" sz="1100"/>
                        <a:t>2. For the lower bound, work out the lowest it could be.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1576845939"/>
                  </a:ext>
                </a:extLst>
              </a:tr>
              <a:tr h="861558">
                <a:tc>
                  <a:txBody>
                    <a:bodyPr/>
                    <a:lstStyle/>
                    <a:p>
                      <a:pPr marL="0" indent="0">
                        <a:buNone/>
                      </a:pPr>
                      <a:r>
                        <a:rPr lang="en-US" sz="1100"/>
                        <a:t>3. For the upper bound, work out the greatest it can be.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66057224"/>
                  </a:ext>
                </a:extLst>
              </a:tr>
            </a:tbl>
          </a:graphicData>
        </a:graphic>
      </p:graphicFrame>
      <p:sp>
        <p:nvSpPr>
          <p:cNvPr id="31" name="TextBox 30">
            <a:extLst>
              <a:ext uri="{FF2B5EF4-FFF2-40B4-BE49-F238E27FC236}">
                <a16:creationId xmlns:a16="http://schemas.microsoft.com/office/drawing/2014/main" id="{CD4162F8-118D-F31B-A47A-26B44AB624E0}"/>
              </a:ext>
            </a:extLst>
          </p:cNvPr>
          <p:cNvSpPr txBox="1"/>
          <p:nvPr/>
        </p:nvSpPr>
        <p:spPr>
          <a:xfrm>
            <a:off x="1461479" y="5354551"/>
            <a:ext cx="1410704" cy="276999"/>
          </a:xfrm>
          <a:prstGeom prst="rect">
            <a:avLst/>
          </a:prstGeom>
          <a:noFill/>
          <a:ln>
            <a:noFill/>
          </a:ln>
        </p:spPr>
        <p:txBody>
          <a:bodyPr wrap="square" rtlCol="0">
            <a:spAutoFit/>
          </a:bodyPr>
          <a:lstStyle/>
          <a:p>
            <a:r>
              <a:rPr lang="en-GB" sz="1200" b="1" i="1">
                <a:solidFill>
                  <a:srgbClr val="FF0000"/>
                </a:solidFill>
              </a:rPr>
              <a:t>Example 1 - I do…</a:t>
            </a:r>
          </a:p>
        </p:txBody>
      </p:sp>
      <p:sp>
        <p:nvSpPr>
          <p:cNvPr id="32" name="TextBox 31">
            <a:extLst>
              <a:ext uri="{FF2B5EF4-FFF2-40B4-BE49-F238E27FC236}">
                <a16:creationId xmlns:a16="http://schemas.microsoft.com/office/drawing/2014/main" id="{C8D538E4-D3D8-630C-4F13-6264D0C55FF7}"/>
              </a:ext>
            </a:extLst>
          </p:cNvPr>
          <p:cNvSpPr txBox="1"/>
          <p:nvPr/>
        </p:nvSpPr>
        <p:spPr>
          <a:xfrm>
            <a:off x="4880061" y="5349338"/>
            <a:ext cx="1643405" cy="276999"/>
          </a:xfrm>
          <a:prstGeom prst="rect">
            <a:avLst/>
          </a:prstGeom>
          <a:noFill/>
          <a:ln>
            <a:noFill/>
          </a:ln>
        </p:spPr>
        <p:txBody>
          <a:bodyPr wrap="square" rtlCol="0">
            <a:spAutoFit/>
          </a:bodyPr>
          <a:lstStyle/>
          <a:p>
            <a:r>
              <a:rPr lang="en-GB" sz="1200" b="1" i="1">
                <a:solidFill>
                  <a:srgbClr val="00B050"/>
                </a:solidFill>
              </a:rPr>
              <a:t>Example 3 – You do…</a:t>
            </a:r>
          </a:p>
        </p:txBody>
      </p:sp>
      <p:sp>
        <p:nvSpPr>
          <p:cNvPr id="33" name="TextBox 32">
            <a:extLst>
              <a:ext uri="{FF2B5EF4-FFF2-40B4-BE49-F238E27FC236}">
                <a16:creationId xmlns:a16="http://schemas.microsoft.com/office/drawing/2014/main" id="{3E9EB551-1898-4D89-0A56-C40E0137F514}"/>
              </a:ext>
            </a:extLst>
          </p:cNvPr>
          <p:cNvSpPr txBox="1"/>
          <p:nvPr/>
        </p:nvSpPr>
        <p:spPr>
          <a:xfrm>
            <a:off x="3092316" y="5354550"/>
            <a:ext cx="1667605" cy="276999"/>
          </a:xfrm>
          <a:prstGeom prst="rect">
            <a:avLst/>
          </a:prstGeom>
          <a:noFill/>
          <a:ln>
            <a:noFill/>
          </a:ln>
        </p:spPr>
        <p:txBody>
          <a:bodyPr wrap="square" rtlCol="0">
            <a:spAutoFit/>
          </a:bodyPr>
          <a:lstStyle/>
          <a:p>
            <a:r>
              <a:rPr lang="en-GB" sz="1200" b="1" i="1">
                <a:solidFill>
                  <a:schemeClr val="accent2"/>
                </a:solidFill>
              </a:rPr>
              <a:t>Example 2 - We do…</a:t>
            </a:r>
          </a:p>
        </p:txBody>
      </p:sp>
      <p:sp>
        <p:nvSpPr>
          <p:cNvPr id="34" name="Rectangle 33">
            <a:extLst>
              <a:ext uri="{FF2B5EF4-FFF2-40B4-BE49-F238E27FC236}">
                <a16:creationId xmlns:a16="http://schemas.microsoft.com/office/drawing/2014/main" id="{6BD38B25-573C-93F0-D6BF-AB4343382604}"/>
              </a:ext>
            </a:extLst>
          </p:cNvPr>
          <p:cNvSpPr/>
          <p:nvPr/>
        </p:nvSpPr>
        <p:spPr>
          <a:xfrm>
            <a:off x="1318113" y="7581699"/>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5" name="Rectangle 34">
            <a:extLst>
              <a:ext uri="{FF2B5EF4-FFF2-40B4-BE49-F238E27FC236}">
                <a16:creationId xmlns:a16="http://schemas.microsoft.com/office/drawing/2014/main" id="{E7900387-5E67-7044-F92E-0FA0FF1CA239}"/>
              </a:ext>
            </a:extLst>
          </p:cNvPr>
          <p:cNvSpPr/>
          <p:nvPr/>
        </p:nvSpPr>
        <p:spPr>
          <a:xfrm>
            <a:off x="1318113" y="8177429"/>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7" name="Rectangle 36">
            <a:extLst>
              <a:ext uri="{FF2B5EF4-FFF2-40B4-BE49-F238E27FC236}">
                <a16:creationId xmlns:a16="http://schemas.microsoft.com/office/drawing/2014/main" id="{F9A4F6CB-B516-3D4A-7747-1113A3465773}"/>
              </a:ext>
            </a:extLst>
          </p:cNvPr>
          <p:cNvSpPr/>
          <p:nvPr/>
        </p:nvSpPr>
        <p:spPr>
          <a:xfrm>
            <a:off x="3092316" y="8135085"/>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8" name="Rectangle 37">
            <a:extLst>
              <a:ext uri="{FF2B5EF4-FFF2-40B4-BE49-F238E27FC236}">
                <a16:creationId xmlns:a16="http://schemas.microsoft.com/office/drawing/2014/main" id="{2B5FEBA2-1149-DFB9-B000-D29017C5FEBC}"/>
              </a:ext>
            </a:extLst>
          </p:cNvPr>
          <p:cNvSpPr/>
          <p:nvPr/>
        </p:nvSpPr>
        <p:spPr>
          <a:xfrm>
            <a:off x="3092316" y="7592309"/>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9" name="Rectangle 38">
            <a:extLst>
              <a:ext uri="{FF2B5EF4-FFF2-40B4-BE49-F238E27FC236}">
                <a16:creationId xmlns:a16="http://schemas.microsoft.com/office/drawing/2014/main" id="{36EBA755-0E68-8B6F-4508-4235DF0F9292}"/>
              </a:ext>
            </a:extLst>
          </p:cNvPr>
          <p:cNvSpPr/>
          <p:nvPr/>
        </p:nvSpPr>
        <p:spPr>
          <a:xfrm>
            <a:off x="4866519" y="7600528"/>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1" name="Rectangle 40">
            <a:extLst>
              <a:ext uri="{FF2B5EF4-FFF2-40B4-BE49-F238E27FC236}">
                <a16:creationId xmlns:a16="http://schemas.microsoft.com/office/drawing/2014/main" id="{002CD46E-96A1-DA9F-FB9B-EAA42EBF7247}"/>
              </a:ext>
            </a:extLst>
          </p:cNvPr>
          <p:cNvSpPr/>
          <p:nvPr/>
        </p:nvSpPr>
        <p:spPr>
          <a:xfrm>
            <a:off x="4880061" y="8112995"/>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3" name="Rectangle 42">
            <a:extLst>
              <a:ext uri="{FF2B5EF4-FFF2-40B4-BE49-F238E27FC236}">
                <a16:creationId xmlns:a16="http://schemas.microsoft.com/office/drawing/2014/main" id="{D7F31251-FFA8-2FC5-0E6E-424386828DAA}"/>
              </a:ext>
            </a:extLst>
          </p:cNvPr>
          <p:cNvSpPr/>
          <p:nvPr/>
        </p:nvSpPr>
        <p:spPr>
          <a:xfrm>
            <a:off x="109747" y="5118690"/>
            <a:ext cx="6691138" cy="19658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a:solidFill>
                  <a:schemeClr val="bg1"/>
                </a:solidFill>
              </a:rPr>
              <a:t>Upper and lower bounds.</a:t>
            </a:r>
            <a:endParaRPr lang="en-GB" sz="1200">
              <a:solidFill>
                <a:schemeClr val="bg1"/>
              </a:solidFill>
            </a:endParaRPr>
          </a:p>
        </p:txBody>
      </p:sp>
      <p:grpSp>
        <p:nvGrpSpPr>
          <p:cNvPr id="25" name="Group 24">
            <a:extLst>
              <a:ext uri="{FF2B5EF4-FFF2-40B4-BE49-F238E27FC236}">
                <a16:creationId xmlns:a16="http://schemas.microsoft.com/office/drawing/2014/main" id="{468185DD-6A5D-81A3-8148-4BFC174F1C60}"/>
              </a:ext>
            </a:extLst>
          </p:cNvPr>
          <p:cNvGrpSpPr/>
          <p:nvPr/>
        </p:nvGrpSpPr>
        <p:grpSpPr>
          <a:xfrm>
            <a:off x="90204" y="2239876"/>
            <a:ext cx="6713942" cy="2688400"/>
            <a:chOff x="79390" y="1883086"/>
            <a:chExt cx="6713942" cy="2688400"/>
          </a:xfrm>
        </p:grpSpPr>
        <p:cxnSp>
          <p:nvCxnSpPr>
            <p:cNvPr id="26" name="Straight Connector 25">
              <a:extLst>
                <a:ext uri="{FF2B5EF4-FFF2-40B4-BE49-F238E27FC236}">
                  <a16:creationId xmlns:a16="http://schemas.microsoft.com/office/drawing/2014/main" id="{2E387707-AC26-F9FE-017A-28725C1D9982}"/>
                </a:ext>
              </a:extLst>
            </p:cNvPr>
            <p:cNvCxnSpPr/>
            <p:nvPr/>
          </p:nvCxnSpPr>
          <p:spPr>
            <a:xfrm flipV="1">
              <a:off x="934071" y="3846068"/>
              <a:ext cx="5541513" cy="2282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773928E6-0C43-801E-4C7C-8BDFAEC52E00}"/>
                </a:ext>
              </a:extLst>
            </p:cNvPr>
            <p:cNvSpPr/>
            <p:nvPr/>
          </p:nvSpPr>
          <p:spPr>
            <a:xfrm>
              <a:off x="79390" y="1915472"/>
              <a:ext cx="6699219" cy="26560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8" name="Straight Connector 27">
              <a:extLst>
                <a:ext uri="{FF2B5EF4-FFF2-40B4-BE49-F238E27FC236}">
                  <a16:creationId xmlns:a16="http://schemas.microsoft.com/office/drawing/2014/main" id="{81648B85-270B-F4CD-96B7-0FF847ED5E1A}"/>
                </a:ext>
              </a:extLst>
            </p:cNvPr>
            <p:cNvCxnSpPr>
              <a:cxnSpLocks/>
              <a:stCxn id="27" idx="1"/>
              <a:endCxn id="27" idx="3"/>
            </p:cNvCxnSpPr>
            <p:nvPr/>
          </p:nvCxnSpPr>
          <p:spPr>
            <a:xfrm>
              <a:off x="79390" y="3243479"/>
              <a:ext cx="6699219" cy="0"/>
            </a:xfrm>
            <a:prstGeom prst="line">
              <a:avLst/>
            </a:prstGeom>
          </p:spPr>
          <p:style>
            <a:lnRef idx="1">
              <a:schemeClr val="dk1"/>
            </a:lnRef>
            <a:fillRef idx="0">
              <a:schemeClr val="dk1"/>
            </a:fillRef>
            <a:effectRef idx="0">
              <a:schemeClr val="dk1"/>
            </a:effectRef>
            <a:fontRef idx="minor">
              <a:schemeClr val="tx1"/>
            </a:fontRef>
          </p:style>
        </p:cxnSp>
        <p:cxnSp>
          <p:nvCxnSpPr>
            <p:cNvPr id="36" name="Straight Connector 35">
              <a:extLst>
                <a:ext uri="{FF2B5EF4-FFF2-40B4-BE49-F238E27FC236}">
                  <a16:creationId xmlns:a16="http://schemas.microsoft.com/office/drawing/2014/main" id="{152CDDAC-5398-4529-F860-D4B332B924E1}"/>
                </a:ext>
              </a:extLst>
            </p:cNvPr>
            <p:cNvCxnSpPr>
              <a:cxnSpLocks/>
              <a:stCxn id="27" idx="2"/>
              <a:endCxn id="27" idx="0"/>
            </p:cNvCxnSpPr>
            <p:nvPr/>
          </p:nvCxnSpPr>
          <p:spPr>
            <a:xfrm flipV="1">
              <a:off x="3429000" y="1915472"/>
              <a:ext cx="0" cy="2656014"/>
            </a:xfrm>
            <a:prstGeom prst="line">
              <a:avLst/>
            </a:prstGeom>
          </p:spPr>
          <p:style>
            <a:lnRef idx="1">
              <a:schemeClr val="dk1"/>
            </a:lnRef>
            <a:fillRef idx="0">
              <a:schemeClr val="dk1"/>
            </a:fillRef>
            <a:effectRef idx="0">
              <a:schemeClr val="dk1"/>
            </a:effectRef>
            <a:fontRef idx="minor">
              <a:schemeClr val="tx1"/>
            </a:fontRef>
          </p:style>
        </p:cxnSp>
        <p:sp>
          <p:nvSpPr>
            <p:cNvPr id="40" name="TextBox 39">
              <a:extLst>
                <a:ext uri="{FF2B5EF4-FFF2-40B4-BE49-F238E27FC236}">
                  <a16:creationId xmlns:a16="http://schemas.microsoft.com/office/drawing/2014/main" id="{C7C41575-51B5-FDF8-9259-1DE5AB456746}"/>
                </a:ext>
              </a:extLst>
            </p:cNvPr>
            <p:cNvSpPr txBox="1"/>
            <p:nvPr/>
          </p:nvSpPr>
          <p:spPr>
            <a:xfrm>
              <a:off x="97145" y="1915472"/>
              <a:ext cx="824713" cy="461665"/>
            </a:xfrm>
            <a:prstGeom prst="rect">
              <a:avLst/>
            </a:prstGeom>
            <a:noFill/>
          </p:spPr>
          <p:txBody>
            <a:bodyPr wrap="none" rtlCol="0">
              <a:spAutoFit/>
            </a:bodyPr>
            <a:lstStyle/>
            <a:p>
              <a:r>
                <a:rPr lang="en-US" sz="1200" b="1"/>
                <a:t>Definition</a:t>
              </a:r>
            </a:p>
            <a:p>
              <a:endParaRPr lang="en-US" sz="1200"/>
            </a:p>
          </p:txBody>
        </p:sp>
        <p:sp>
          <p:nvSpPr>
            <p:cNvPr id="42" name="TextBox 41">
              <a:extLst>
                <a:ext uri="{FF2B5EF4-FFF2-40B4-BE49-F238E27FC236}">
                  <a16:creationId xmlns:a16="http://schemas.microsoft.com/office/drawing/2014/main" id="{6C6C9F1F-025B-2926-BE00-C9A80E456E27}"/>
                </a:ext>
              </a:extLst>
            </p:cNvPr>
            <p:cNvSpPr txBox="1"/>
            <p:nvPr/>
          </p:nvSpPr>
          <p:spPr>
            <a:xfrm>
              <a:off x="5621196" y="1883086"/>
              <a:ext cx="1112228" cy="276999"/>
            </a:xfrm>
            <a:prstGeom prst="rect">
              <a:avLst/>
            </a:prstGeom>
            <a:noFill/>
          </p:spPr>
          <p:txBody>
            <a:bodyPr wrap="none" rtlCol="0">
              <a:spAutoFit/>
            </a:bodyPr>
            <a:lstStyle/>
            <a:p>
              <a:r>
                <a:rPr lang="en-US" sz="1200" b="1"/>
                <a:t>Characteristics</a:t>
              </a:r>
              <a:endParaRPr lang="en-GB" sz="1200" b="1"/>
            </a:p>
          </p:txBody>
        </p:sp>
        <p:sp>
          <p:nvSpPr>
            <p:cNvPr id="44" name="TextBox 43">
              <a:extLst>
                <a:ext uri="{FF2B5EF4-FFF2-40B4-BE49-F238E27FC236}">
                  <a16:creationId xmlns:a16="http://schemas.microsoft.com/office/drawing/2014/main" id="{2CCD1585-0BD5-3ECB-5CE9-C3756E796475}"/>
                </a:ext>
              </a:extLst>
            </p:cNvPr>
            <p:cNvSpPr txBox="1"/>
            <p:nvPr/>
          </p:nvSpPr>
          <p:spPr>
            <a:xfrm>
              <a:off x="112604" y="3220614"/>
              <a:ext cx="788164" cy="276999"/>
            </a:xfrm>
            <a:prstGeom prst="rect">
              <a:avLst/>
            </a:prstGeom>
            <a:noFill/>
          </p:spPr>
          <p:txBody>
            <a:bodyPr wrap="none" rtlCol="0">
              <a:spAutoFit/>
            </a:bodyPr>
            <a:lstStyle/>
            <a:p>
              <a:r>
                <a:rPr lang="en-US" sz="1200" b="1"/>
                <a:t>Examples</a:t>
              </a:r>
              <a:endParaRPr lang="en-GB" sz="1200" b="1"/>
            </a:p>
          </p:txBody>
        </p:sp>
        <p:sp>
          <p:nvSpPr>
            <p:cNvPr id="45" name="TextBox 44">
              <a:extLst>
                <a:ext uri="{FF2B5EF4-FFF2-40B4-BE49-F238E27FC236}">
                  <a16:creationId xmlns:a16="http://schemas.microsoft.com/office/drawing/2014/main" id="{282F4445-D1DD-30BD-B35B-60014A3CF62B}"/>
                </a:ext>
              </a:extLst>
            </p:cNvPr>
            <p:cNvSpPr txBox="1"/>
            <p:nvPr/>
          </p:nvSpPr>
          <p:spPr>
            <a:xfrm>
              <a:off x="5620447" y="3220615"/>
              <a:ext cx="1172885" cy="276999"/>
            </a:xfrm>
            <a:prstGeom prst="rect">
              <a:avLst/>
            </a:prstGeom>
            <a:noFill/>
          </p:spPr>
          <p:txBody>
            <a:bodyPr wrap="none" rtlCol="0">
              <a:spAutoFit/>
            </a:bodyPr>
            <a:lstStyle/>
            <a:p>
              <a:r>
                <a:rPr lang="en-US" sz="1200" b="1"/>
                <a:t>Non - Examples</a:t>
              </a:r>
              <a:endParaRPr lang="en-GB" sz="1200" b="1"/>
            </a:p>
          </p:txBody>
        </p:sp>
        <p:sp>
          <p:nvSpPr>
            <p:cNvPr id="46" name="TextBox 45">
              <a:extLst>
                <a:ext uri="{FF2B5EF4-FFF2-40B4-BE49-F238E27FC236}">
                  <a16:creationId xmlns:a16="http://schemas.microsoft.com/office/drawing/2014/main" id="{9BC3BA53-0753-31D0-BEB5-ADE6880A4218}"/>
                </a:ext>
              </a:extLst>
            </p:cNvPr>
            <p:cNvSpPr txBox="1"/>
            <p:nvPr/>
          </p:nvSpPr>
          <p:spPr>
            <a:xfrm>
              <a:off x="209445" y="2307385"/>
              <a:ext cx="3230335" cy="646331"/>
            </a:xfrm>
            <a:prstGeom prst="rect">
              <a:avLst/>
            </a:prstGeom>
            <a:noFill/>
          </p:spPr>
          <p:txBody>
            <a:bodyPr wrap="square" rtlCol="0">
              <a:spAutoFit/>
            </a:bodyPr>
            <a:lstStyle/>
            <a:p>
              <a:pPr algn="l"/>
              <a:r>
                <a:rPr lang="en-GB" sz="1200" b="0" i="0">
                  <a:solidFill>
                    <a:srgbClr val="0D0D0D"/>
                  </a:solidFill>
                  <a:effectLst/>
                  <a:latin typeface="ui-sans-serif"/>
                </a:rPr>
                <a:t>Values that define the upper and lower limits of a number or function, especially in rounding or error intervals.</a:t>
              </a:r>
            </a:p>
          </p:txBody>
        </p:sp>
        <p:sp>
          <p:nvSpPr>
            <p:cNvPr id="47" name="TextBox 46">
              <a:extLst>
                <a:ext uri="{FF2B5EF4-FFF2-40B4-BE49-F238E27FC236}">
                  <a16:creationId xmlns:a16="http://schemas.microsoft.com/office/drawing/2014/main" id="{DE73F931-C506-36A2-F88C-1969A1D5C553}"/>
                </a:ext>
              </a:extLst>
            </p:cNvPr>
            <p:cNvSpPr txBox="1"/>
            <p:nvPr/>
          </p:nvSpPr>
          <p:spPr>
            <a:xfrm>
              <a:off x="3494027" y="2068306"/>
              <a:ext cx="3230335" cy="830997"/>
            </a:xfrm>
            <a:prstGeom prst="rect">
              <a:avLst/>
            </a:prstGeom>
            <a:noFill/>
          </p:spPr>
          <p:txBody>
            <a:bodyPr wrap="square" rtlCol="0">
              <a:spAutoFit/>
            </a:bodyPr>
            <a:lstStyle/>
            <a:p>
              <a:pPr algn="l">
                <a:buFont typeface="Arial" panose="020B0604020202020204" pitchFamily="34" charset="0"/>
                <a:buChar char="•"/>
              </a:pPr>
              <a:r>
                <a:rPr lang="en-GB" sz="1200" b="1" i="0">
                  <a:solidFill>
                    <a:srgbClr val="0D0D0D"/>
                  </a:solidFill>
                  <a:effectLst/>
                </a:rPr>
                <a:t>Upper Bound</a:t>
              </a:r>
              <a:r>
                <a:rPr lang="en-GB" sz="1200" b="0" i="0">
                  <a:solidFill>
                    <a:srgbClr val="0D0D0D"/>
                  </a:solidFill>
                  <a:effectLst/>
                </a:rPr>
                <a:t>: The maximum value a number or measurement can be.</a:t>
              </a:r>
            </a:p>
            <a:p>
              <a:pPr algn="l">
                <a:buFont typeface="Arial" panose="020B0604020202020204" pitchFamily="34" charset="0"/>
                <a:buChar char="•"/>
              </a:pPr>
              <a:r>
                <a:rPr lang="en-GB" sz="1200" b="1" i="0">
                  <a:solidFill>
                    <a:srgbClr val="0D0D0D"/>
                  </a:solidFill>
                  <a:effectLst/>
                </a:rPr>
                <a:t>Lower Bound</a:t>
              </a:r>
              <a:r>
                <a:rPr lang="en-GB" sz="1200" b="0" i="0">
                  <a:solidFill>
                    <a:srgbClr val="0D0D0D"/>
                  </a:solidFill>
                  <a:effectLst/>
                </a:rPr>
                <a:t>: The minimum value a number or measurement can be.</a:t>
              </a:r>
            </a:p>
          </p:txBody>
        </p:sp>
        <p:sp>
          <p:nvSpPr>
            <p:cNvPr id="48" name="TextBox 47">
              <a:extLst>
                <a:ext uri="{FF2B5EF4-FFF2-40B4-BE49-F238E27FC236}">
                  <a16:creationId xmlns:a16="http://schemas.microsoft.com/office/drawing/2014/main" id="{6CB83044-8C81-E9E5-06F5-735B0C013742}"/>
                </a:ext>
              </a:extLst>
            </p:cNvPr>
            <p:cNvSpPr txBox="1"/>
            <p:nvPr/>
          </p:nvSpPr>
          <p:spPr>
            <a:xfrm>
              <a:off x="2998667" y="2959114"/>
              <a:ext cx="886781" cy="369332"/>
            </a:xfrm>
            <a:prstGeom prst="rect">
              <a:avLst/>
            </a:prstGeom>
            <a:solidFill>
              <a:schemeClr val="bg1"/>
            </a:solidFill>
            <a:ln>
              <a:solidFill>
                <a:schemeClr val="tx1"/>
              </a:solidFill>
            </a:ln>
          </p:spPr>
          <p:txBody>
            <a:bodyPr wrap="none" rtlCol="0">
              <a:spAutoFit/>
            </a:bodyPr>
            <a:lstStyle/>
            <a:p>
              <a:r>
                <a:rPr lang="en-US"/>
                <a:t>Bounds</a:t>
              </a:r>
              <a:endParaRPr lang="en-GB"/>
            </a:p>
          </p:txBody>
        </p:sp>
        <p:sp>
          <p:nvSpPr>
            <p:cNvPr id="66" name="TextBox 65">
              <a:extLst>
                <a:ext uri="{FF2B5EF4-FFF2-40B4-BE49-F238E27FC236}">
                  <a16:creationId xmlns:a16="http://schemas.microsoft.com/office/drawing/2014/main" id="{DD54FCF6-7EFF-C7C3-0385-72FEE4067F51}"/>
                </a:ext>
              </a:extLst>
            </p:cNvPr>
            <p:cNvSpPr txBox="1"/>
            <p:nvPr/>
          </p:nvSpPr>
          <p:spPr>
            <a:xfrm>
              <a:off x="152000" y="3527845"/>
              <a:ext cx="3230335" cy="461665"/>
            </a:xfrm>
            <a:prstGeom prst="rect">
              <a:avLst/>
            </a:prstGeom>
            <a:noFill/>
          </p:spPr>
          <p:txBody>
            <a:bodyPr wrap="square" rtlCol="0">
              <a:spAutoFit/>
            </a:bodyPr>
            <a:lstStyle/>
            <a:p>
              <a:pPr algn="l"/>
              <a:r>
                <a:rPr lang="en-GB" sz="1200">
                  <a:solidFill>
                    <a:srgbClr val="0D0D0D"/>
                  </a:solidFill>
                  <a:latin typeface="ui-sans-serif"/>
                </a:rPr>
                <a:t>When 15 is rounded to the nearest integer, the lower bound is 14.5 and the upper bound is 15.5</a:t>
              </a:r>
              <a:endParaRPr lang="en-GB" sz="1200" b="0" i="0">
                <a:solidFill>
                  <a:srgbClr val="0D0D0D"/>
                </a:solidFill>
                <a:effectLst/>
                <a:latin typeface="ui-sans-serif"/>
              </a:endParaRPr>
            </a:p>
          </p:txBody>
        </p:sp>
        <p:sp>
          <p:nvSpPr>
            <p:cNvPr id="67" name="TextBox 66">
              <a:extLst>
                <a:ext uri="{FF2B5EF4-FFF2-40B4-BE49-F238E27FC236}">
                  <a16:creationId xmlns:a16="http://schemas.microsoft.com/office/drawing/2014/main" id="{F0F5F2E5-9F73-E4D0-FD4C-29228BFFAC0E}"/>
                </a:ext>
              </a:extLst>
            </p:cNvPr>
            <p:cNvSpPr txBox="1"/>
            <p:nvPr/>
          </p:nvSpPr>
          <p:spPr>
            <a:xfrm>
              <a:off x="3475666" y="3539279"/>
              <a:ext cx="3230335" cy="461665"/>
            </a:xfrm>
            <a:prstGeom prst="rect">
              <a:avLst/>
            </a:prstGeom>
            <a:noFill/>
          </p:spPr>
          <p:txBody>
            <a:bodyPr wrap="square" rtlCol="0">
              <a:spAutoFit/>
            </a:bodyPr>
            <a:lstStyle/>
            <a:p>
              <a:pPr algn="l"/>
              <a:r>
                <a:rPr lang="en-GB" sz="1200">
                  <a:solidFill>
                    <a:srgbClr val="0D0D0D"/>
                  </a:solidFill>
                  <a:latin typeface="ui-sans-serif"/>
                </a:rPr>
                <a:t>When 15 is rounded to the nearest integer, the lower bound is 14 and the upper bound is 15.4</a:t>
              </a:r>
              <a:endParaRPr lang="en-GB" sz="1200" b="0" i="0">
                <a:solidFill>
                  <a:srgbClr val="0D0D0D"/>
                </a:solidFill>
                <a:effectLst/>
                <a:latin typeface="ui-sans-serif"/>
              </a:endParaRPr>
            </a:p>
          </p:txBody>
        </p:sp>
      </p:grpSp>
    </p:spTree>
    <p:extLst>
      <p:ext uri="{BB962C8B-B14F-4D97-AF65-F5344CB8AC3E}">
        <p14:creationId xmlns:p14="http://schemas.microsoft.com/office/powerpoint/2010/main" val="122646108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Slide Number Placeholder 14">
            <a:extLst>
              <a:ext uri="{FF2B5EF4-FFF2-40B4-BE49-F238E27FC236}">
                <a16:creationId xmlns:a16="http://schemas.microsoft.com/office/drawing/2014/main" id="{A722BB9B-CDBC-5AE2-8035-D007E7AEE474}"/>
              </a:ext>
            </a:extLst>
          </p:cNvPr>
          <p:cNvSpPr>
            <a:spLocks noGrp="1"/>
          </p:cNvSpPr>
          <p:nvPr>
            <p:ph type="sldNum" sz="quarter" idx="12"/>
          </p:nvPr>
        </p:nvSpPr>
        <p:spPr>
          <a:xfrm>
            <a:off x="5314950" y="9544975"/>
            <a:ext cx="1543050" cy="52740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F1D9CC-7119-45EC-A96C-D8C0660F3AAB}" type="slidenum">
              <a:rPr kumimoji="0" lang="en-GB" sz="9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91</a:t>
            </a:fld>
            <a:endParaRPr kumimoji="0" lang="en-GB" sz="9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cxnSp>
        <p:nvCxnSpPr>
          <p:cNvPr id="46" name="Straight Connector 45">
            <a:extLst>
              <a:ext uri="{FF2B5EF4-FFF2-40B4-BE49-F238E27FC236}">
                <a16:creationId xmlns:a16="http://schemas.microsoft.com/office/drawing/2014/main" id="{485EC723-2F35-DB3A-28B0-07355D22D079}"/>
              </a:ext>
            </a:extLst>
          </p:cNvPr>
          <p:cNvCxnSpPr>
            <a:cxnSpLocks/>
          </p:cNvCxnSpPr>
          <p:nvPr/>
        </p:nvCxnSpPr>
        <p:spPr>
          <a:xfrm>
            <a:off x="955419" y="1618703"/>
            <a:ext cx="0" cy="0"/>
          </a:xfrm>
          <a:prstGeom prst="line">
            <a:avLst/>
          </a:prstGeom>
          <a:ln w="28575"/>
        </p:spPr>
        <p:style>
          <a:lnRef idx="1">
            <a:schemeClr val="accent1"/>
          </a:lnRef>
          <a:fillRef idx="0">
            <a:schemeClr val="accent1"/>
          </a:fillRef>
          <a:effectRef idx="0">
            <a:schemeClr val="accent1"/>
          </a:effectRef>
          <a:fontRef idx="minor">
            <a:schemeClr val="tx1"/>
          </a:fontRef>
        </p:style>
      </p:cxnSp>
      <p:graphicFrame>
        <p:nvGraphicFramePr>
          <p:cNvPr id="47" name="Table 46">
            <a:extLst>
              <a:ext uri="{FF2B5EF4-FFF2-40B4-BE49-F238E27FC236}">
                <a16:creationId xmlns:a16="http://schemas.microsoft.com/office/drawing/2014/main" id="{E05A2E01-A472-D92D-D530-0E7DF04DD9A2}"/>
              </a:ext>
            </a:extLst>
          </p:cNvPr>
          <p:cNvGraphicFramePr>
            <a:graphicFrameLocks noGrp="1"/>
          </p:cNvGraphicFramePr>
          <p:nvPr/>
        </p:nvGraphicFramePr>
        <p:xfrm>
          <a:off x="157160" y="323949"/>
          <a:ext cx="6543680" cy="3026540"/>
        </p:xfrm>
        <a:graphic>
          <a:graphicData uri="http://schemas.openxmlformats.org/drawingml/2006/table">
            <a:tbl>
              <a:tblPr firstRow="1" bandRow="1">
                <a:tableStyleId>{5C22544A-7EE6-4342-B048-85BDC9FD1C3A}</a:tableStyleId>
              </a:tblPr>
              <a:tblGrid>
                <a:gridCol w="1087440">
                  <a:extLst>
                    <a:ext uri="{9D8B030D-6E8A-4147-A177-3AD203B41FA5}">
                      <a16:colId xmlns:a16="http://schemas.microsoft.com/office/drawing/2014/main" val="1568142362"/>
                    </a:ext>
                  </a:extLst>
                </a:gridCol>
                <a:gridCol w="1778000">
                  <a:extLst>
                    <a:ext uri="{9D8B030D-6E8A-4147-A177-3AD203B41FA5}">
                      <a16:colId xmlns:a16="http://schemas.microsoft.com/office/drawing/2014/main" val="609968388"/>
                    </a:ext>
                  </a:extLst>
                </a:gridCol>
                <a:gridCol w="1778000">
                  <a:extLst>
                    <a:ext uri="{9D8B030D-6E8A-4147-A177-3AD203B41FA5}">
                      <a16:colId xmlns:a16="http://schemas.microsoft.com/office/drawing/2014/main" val="3207776717"/>
                    </a:ext>
                  </a:extLst>
                </a:gridCol>
                <a:gridCol w="1900240">
                  <a:extLst>
                    <a:ext uri="{9D8B030D-6E8A-4147-A177-3AD203B41FA5}">
                      <a16:colId xmlns:a16="http://schemas.microsoft.com/office/drawing/2014/main" val="1889420402"/>
                    </a:ext>
                  </a:extLst>
                </a:gridCol>
              </a:tblGrid>
              <a:tr h="373784">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mn-lt"/>
                          <a:ea typeface="+mn-ea"/>
                          <a:cs typeface="+mn-cs"/>
                        </a:rPr>
                        <a:t>Work out the upper bound and lower bound for…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861558">
                <a:tc>
                  <a:txBody>
                    <a:bodyPr/>
                    <a:lstStyle/>
                    <a:p>
                      <a:pPr marL="0" indent="0">
                        <a:buNone/>
                      </a:pPr>
                      <a:r>
                        <a:rPr lang="en-US" sz="1100"/>
                        <a:t>1. Identify the degree of accuracy stated.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mn-lt"/>
                          <a:ea typeface="+mn-ea"/>
                          <a:cs typeface="+mn-cs"/>
                        </a:rPr>
                        <a:t>3000, rounded to the nearest </a:t>
                      </a:r>
                      <a:r>
                        <a:rPr kumimoji="0" lang="en-US" sz="1100" b="1" i="0" u="none" strike="noStrike" kern="1200" cap="none" spc="0" normalizeH="0" baseline="0" noProof="0">
                          <a:ln>
                            <a:noFill/>
                          </a:ln>
                          <a:solidFill>
                            <a:prstClr val="black"/>
                          </a:solidFill>
                          <a:effectLst/>
                          <a:uLnTx/>
                          <a:uFillTx/>
                          <a:latin typeface="+mn-lt"/>
                          <a:ea typeface="+mn-ea"/>
                          <a:cs typeface="+mn-cs"/>
                        </a:rPr>
                        <a:t>thousand</a:t>
                      </a:r>
                      <a:r>
                        <a:rPr kumimoji="0" lang="en-US" sz="1100" b="0" i="0" u="none" strike="noStrike" kern="1200" cap="none" spc="0" normalizeH="0" baseline="0" noProof="0">
                          <a:ln>
                            <a:noFill/>
                          </a:ln>
                          <a:solidFill>
                            <a:prstClr val="black"/>
                          </a:solidFill>
                          <a:effectLst/>
                          <a:uLnTx/>
                          <a:uFillTx/>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mn-lt"/>
                          <a:ea typeface="+mn-ea"/>
                          <a:cs typeface="+mn-cs"/>
                        </a:rPr>
                        <a:t>The lower bound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prstClr val="black"/>
                          </a:solidFill>
                          <a:latin typeface="+mn-lt"/>
                        </a:rPr>
                        <a:t>The upper bound =</a:t>
                      </a:r>
                    </a:p>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prstClr val="black"/>
                          </a:solidFill>
                          <a:latin typeface="+mn-lt"/>
                        </a:rPr>
                        <a:t>2000, rounded to the nearest </a:t>
                      </a:r>
                      <a:r>
                        <a:rPr lang="en-US" sz="1100" b="1">
                          <a:solidFill>
                            <a:prstClr val="black"/>
                          </a:solidFill>
                          <a:latin typeface="+mn-lt"/>
                        </a:rPr>
                        <a:t>hundred</a:t>
                      </a:r>
                      <a:r>
                        <a:rPr lang="en-US" sz="1100">
                          <a:solidFill>
                            <a:prstClr val="black"/>
                          </a:solidFill>
                          <a:latin typeface="+mn-lt"/>
                        </a:rPr>
                        <a:t>.</a:t>
                      </a:r>
                      <a:endParaRPr kumimoji="0" lang="en-US" sz="11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mn-lt"/>
                          <a:ea typeface="+mn-ea"/>
                          <a:cs typeface="+mn-cs"/>
                        </a:rPr>
                        <a:t>The lower bound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prstClr val="black"/>
                          </a:solidFill>
                          <a:latin typeface="+mn-lt"/>
                        </a:rPr>
                        <a:t>The upper bound =</a:t>
                      </a:r>
                    </a:p>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prstClr val="black"/>
                          </a:solidFill>
                          <a:latin typeface="+mn-lt"/>
                        </a:rPr>
                        <a:t>8000, rounded to the nearest </a:t>
                      </a:r>
                      <a:r>
                        <a:rPr lang="en-US" sz="1100" b="1">
                          <a:solidFill>
                            <a:prstClr val="black"/>
                          </a:solidFill>
                          <a:latin typeface="+mn-lt"/>
                        </a:rPr>
                        <a:t>thousand</a:t>
                      </a:r>
                      <a:r>
                        <a:rPr lang="en-US" sz="1100">
                          <a:solidFill>
                            <a:prstClr val="black"/>
                          </a:solidFill>
                          <a:latin typeface="+mn-lt"/>
                        </a:rPr>
                        <a:t>.</a:t>
                      </a:r>
                      <a:endParaRPr kumimoji="0" lang="en-US" sz="11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mn-lt"/>
                          <a:ea typeface="+mn-ea"/>
                          <a:cs typeface="+mn-cs"/>
                        </a:rPr>
                        <a:t>The lower bound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prstClr val="black"/>
                          </a:solidFill>
                          <a:latin typeface="+mn-lt"/>
                        </a:rPr>
                        <a:t>The upper bound =</a:t>
                      </a:r>
                    </a:p>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861558">
                <a:tc>
                  <a:txBody>
                    <a:bodyPr/>
                    <a:lstStyle/>
                    <a:p>
                      <a:pPr marL="0" indent="0">
                        <a:buNone/>
                      </a:pPr>
                      <a:r>
                        <a:rPr lang="en-US" sz="1100"/>
                        <a:t>2. For the lower bound, work out the lowest it could be.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1576845939"/>
                  </a:ext>
                </a:extLst>
              </a:tr>
              <a:tr h="861558">
                <a:tc>
                  <a:txBody>
                    <a:bodyPr/>
                    <a:lstStyle/>
                    <a:p>
                      <a:pPr marL="0" indent="0">
                        <a:buNone/>
                      </a:pPr>
                      <a:r>
                        <a:rPr lang="en-US" sz="1100"/>
                        <a:t>3. For the upper bound, work out the greatest it can be.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66057224"/>
                  </a:ext>
                </a:extLst>
              </a:tr>
            </a:tbl>
          </a:graphicData>
        </a:graphic>
      </p:graphicFrame>
      <p:sp>
        <p:nvSpPr>
          <p:cNvPr id="48" name="TextBox 47">
            <a:extLst>
              <a:ext uri="{FF2B5EF4-FFF2-40B4-BE49-F238E27FC236}">
                <a16:creationId xmlns:a16="http://schemas.microsoft.com/office/drawing/2014/main" id="{8563DD69-A81F-8A5B-0F37-50D0F42F39FA}"/>
              </a:ext>
            </a:extLst>
          </p:cNvPr>
          <p:cNvSpPr txBox="1"/>
          <p:nvPr/>
        </p:nvSpPr>
        <p:spPr>
          <a:xfrm>
            <a:off x="1490046" y="5213"/>
            <a:ext cx="1410704" cy="276999"/>
          </a:xfrm>
          <a:prstGeom prst="rect">
            <a:avLst/>
          </a:prstGeom>
          <a:noFill/>
          <a:ln>
            <a:noFill/>
          </a:ln>
        </p:spPr>
        <p:txBody>
          <a:bodyPr wrap="square" rtlCol="0">
            <a:spAutoFit/>
          </a:bodyPr>
          <a:lstStyle/>
          <a:p>
            <a:r>
              <a:rPr lang="en-GB" sz="1200" b="1" i="1">
                <a:solidFill>
                  <a:srgbClr val="FF0000"/>
                </a:solidFill>
              </a:rPr>
              <a:t>Example 4 - I do…</a:t>
            </a:r>
          </a:p>
        </p:txBody>
      </p:sp>
      <p:sp>
        <p:nvSpPr>
          <p:cNvPr id="49" name="TextBox 48">
            <a:extLst>
              <a:ext uri="{FF2B5EF4-FFF2-40B4-BE49-F238E27FC236}">
                <a16:creationId xmlns:a16="http://schemas.microsoft.com/office/drawing/2014/main" id="{1957F648-F86A-3C40-249F-42D6A30F7A7E}"/>
              </a:ext>
            </a:extLst>
          </p:cNvPr>
          <p:cNvSpPr txBox="1"/>
          <p:nvPr/>
        </p:nvSpPr>
        <p:spPr>
          <a:xfrm>
            <a:off x="4908628" y="0"/>
            <a:ext cx="1643405" cy="276999"/>
          </a:xfrm>
          <a:prstGeom prst="rect">
            <a:avLst/>
          </a:prstGeom>
          <a:noFill/>
          <a:ln>
            <a:noFill/>
          </a:ln>
        </p:spPr>
        <p:txBody>
          <a:bodyPr wrap="square" rtlCol="0">
            <a:spAutoFit/>
          </a:bodyPr>
          <a:lstStyle/>
          <a:p>
            <a:r>
              <a:rPr lang="en-GB" sz="1200" b="1" i="1">
                <a:solidFill>
                  <a:srgbClr val="00B050"/>
                </a:solidFill>
              </a:rPr>
              <a:t>Example 6 – You do…</a:t>
            </a:r>
          </a:p>
        </p:txBody>
      </p:sp>
      <p:sp>
        <p:nvSpPr>
          <p:cNvPr id="50" name="TextBox 49">
            <a:extLst>
              <a:ext uri="{FF2B5EF4-FFF2-40B4-BE49-F238E27FC236}">
                <a16:creationId xmlns:a16="http://schemas.microsoft.com/office/drawing/2014/main" id="{FF7150CE-1D4B-3C10-66FD-0354907B46CE}"/>
              </a:ext>
            </a:extLst>
          </p:cNvPr>
          <p:cNvSpPr txBox="1"/>
          <p:nvPr/>
        </p:nvSpPr>
        <p:spPr>
          <a:xfrm>
            <a:off x="3120883" y="5212"/>
            <a:ext cx="1667605" cy="276999"/>
          </a:xfrm>
          <a:prstGeom prst="rect">
            <a:avLst/>
          </a:prstGeom>
          <a:noFill/>
          <a:ln>
            <a:noFill/>
          </a:ln>
        </p:spPr>
        <p:txBody>
          <a:bodyPr wrap="square" rtlCol="0">
            <a:spAutoFit/>
          </a:bodyPr>
          <a:lstStyle/>
          <a:p>
            <a:r>
              <a:rPr lang="en-GB" sz="1200" b="1" i="1">
                <a:solidFill>
                  <a:schemeClr val="accent2"/>
                </a:solidFill>
              </a:rPr>
              <a:t>Example 5 - We do…</a:t>
            </a:r>
          </a:p>
        </p:txBody>
      </p:sp>
      <p:sp>
        <p:nvSpPr>
          <p:cNvPr id="51" name="Rectangle 50">
            <a:extLst>
              <a:ext uri="{FF2B5EF4-FFF2-40B4-BE49-F238E27FC236}">
                <a16:creationId xmlns:a16="http://schemas.microsoft.com/office/drawing/2014/main" id="{73837370-5CE6-D73D-FA65-A2EA362BF152}"/>
              </a:ext>
            </a:extLst>
          </p:cNvPr>
          <p:cNvSpPr/>
          <p:nvPr/>
        </p:nvSpPr>
        <p:spPr>
          <a:xfrm>
            <a:off x="1346680" y="2232361"/>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2" name="Rectangle 51">
            <a:extLst>
              <a:ext uri="{FF2B5EF4-FFF2-40B4-BE49-F238E27FC236}">
                <a16:creationId xmlns:a16="http://schemas.microsoft.com/office/drawing/2014/main" id="{4D79A839-9C67-23B4-298B-A41E0DBD3FA6}"/>
              </a:ext>
            </a:extLst>
          </p:cNvPr>
          <p:cNvSpPr/>
          <p:nvPr/>
        </p:nvSpPr>
        <p:spPr>
          <a:xfrm>
            <a:off x="1346680" y="2828091"/>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3" name="Rectangle 52">
            <a:extLst>
              <a:ext uri="{FF2B5EF4-FFF2-40B4-BE49-F238E27FC236}">
                <a16:creationId xmlns:a16="http://schemas.microsoft.com/office/drawing/2014/main" id="{4697993D-158E-928C-366E-F52E80C6BA3D}"/>
              </a:ext>
            </a:extLst>
          </p:cNvPr>
          <p:cNvSpPr/>
          <p:nvPr/>
        </p:nvSpPr>
        <p:spPr>
          <a:xfrm>
            <a:off x="3120883" y="2785747"/>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4" name="Rectangle 53">
            <a:extLst>
              <a:ext uri="{FF2B5EF4-FFF2-40B4-BE49-F238E27FC236}">
                <a16:creationId xmlns:a16="http://schemas.microsoft.com/office/drawing/2014/main" id="{280569AA-24F9-708E-D84A-7CF1092A2B30}"/>
              </a:ext>
            </a:extLst>
          </p:cNvPr>
          <p:cNvSpPr/>
          <p:nvPr/>
        </p:nvSpPr>
        <p:spPr>
          <a:xfrm>
            <a:off x="3120883" y="2242971"/>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5" name="Rectangle 54">
            <a:extLst>
              <a:ext uri="{FF2B5EF4-FFF2-40B4-BE49-F238E27FC236}">
                <a16:creationId xmlns:a16="http://schemas.microsoft.com/office/drawing/2014/main" id="{67652BAB-892D-5984-77EF-A4F041968E64}"/>
              </a:ext>
            </a:extLst>
          </p:cNvPr>
          <p:cNvSpPr/>
          <p:nvPr/>
        </p:nvSpPr>
        <p:spPr>
          <a:xfrm>
            <a:off x="4895086" y="2251190"/>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6" name="Rectangle 55">
            <a:extLst>
              <a:ext uri="{FF2B5EF4-FFF2-40B4-BE49-F238E27FC236}">
                <a16:creationId xmlns:a16="http://schemas.microsoft.com/office/drawing/2014/main" id="{DE023D62-25A3-0E43-D449-590128BA6C27}"/>
              </a:ext>
            </a:extLst>
          </p:cNvPr>
          <p:cNvSpPr/>
          <p:nvPr/>
        </p:nvSpPr>
        <p:spPr>
          <a:xfrm>
            <a:off x="4908628" y="2763657"/>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graphicFrame>
        <p:nvGraphicFramePr>
          <p:cNvPr id="2" name="Table 4">
            <a:extLst>
              <a:ext uri="{FF2B5EF4-FFF2-40B4-BE49-F238E27FC236}">
                <a16:creationId xmlns:a16="http://schemas.microsoft.com/office/drawing/2014/main" id="{E345FAAC-54F9-561F-257E-19DDF331B04A}"/>
              </a:ext>
            </a:extLst>
          </p:cNvPr>
          <p:cNvGraphicFramePr>
            <a:graphicFrameLocks noGrp="1"/>
          </p:cNvGraphicFramePr>
          <p:nvPr>
            <p:extLst>
              <p:ext uri="{D42A27DB-BD31-4B8C-83A1-F6EECF244321}">
                <p14:modId xmlns:p14="http://schemas.microsoft.com/office/powerpoint/2010/main" val="1523486682"/>
              </p:ext>
            </p:extLst>
          </p:nvPr>
        </p:nvGraphicFramePr>
        <p:xfrm>
          <a:off x="157159" y="3813278"/>
          <a:ext cx="6543680" cy="5518840"/>
        </p:xfrm>
        <a:graphic>
          <a:graphicData uri="http://schemas.openxmlformats.org/drawingml/2006/table">
            <a:tbl>
              <a:tblPr firstRow="1" bandRow="1">
                <a:tableStyleId>{5C22544A-7EE6-4342-B048-85BDC9FD1C3A}</a:tableStyleId>
              </a:tblPr>
              <a:tblGrid>
                <a:gridCol w="1635920">
                  <a:extLst>
                    <a:ext uri="{9D8B030D-6E8A-4147-A177-3AD203B41FA5}">
                      <a16:colId xmlns:a16="http://schemas.microsoft.com/office/drawing/2014/main" val="2883400625"/>
                    </a:ext>
                  </a:extLst>
                </a:gridCol>
                <a:gridCol w="1635920">
                  <a:extLst>
                    <a:ext uri="{9D8B030D-6E8A-4147-A177-3AD203B41FA5}">
                      <a16:colId xmlns:a16="http://schemas.microsoft.com/office/drawing/2014/main" val="3749730281"/>
                    </a:ext>
                  </a:extLst>
                </a:gridCol>
                <a:gridCol w="1635920">
                  <a:extLst>
                    <a:ext uri="{9D8B030D-6E8A-4147-A177-3AD203B41FA5}">
                      <a16:colId xmlns:a16="http://schemas.microsoft.com/office/drawing/2014/main" val="469938388"/>
                    </a:ext>
                  </a:extLst>
                </a:gridCol>
                <a:gridCol w="1635920">
                  <a:extLst>
                    <a:ext uri="{9D8B030D-6E8A-4147-A177-3AD203B41FA5}">
                      <a16:colId xmlns:a16="http://schemas.microsoft.com/office/drawing/2014/main" val="2138273463"/>
                    </a:ext>
                  </a:extLst>
                </a:gridCol>
              </a:tblGrid>
              <a:tr h="370840">
                <a:tc gridSpan="4">
                  <a:txBody>
                    <a:bodyPr/>
                    <a:lstStyle/>
                    <a:p>
                      <a:r>
                        <a:rPr lang="en-GB" sz="1200" b="0">
                          <a:solidFill>
                            <a:schemeClr val="tx1"/>
                          </a:solidFill>
                        </a:rPr>
                        <a:t>Question 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02723375"/>
                  </a:ext>
                </a:extLst>
              </a:tr>
              <a:tr h="468000">
                <a:tc>
                  <a:txBody>
                    <a:bodyPr/>
                    <a:lstStyle/>
                    <a:p>
                      <a:r>
                        <a:rPr lang="en-GB" sz="1200" b="1"/>
                        <a:t>Value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1"/>
                        <a:t>Rounded 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1"/>
                        <a:t>Lower Bound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1"/>
                        <a:t>Upper Bound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07404164"/>
                  </a:ext>
                </a:extLst>
              </a:tr>
              <a:tr h="468000">
                <a:tc>
                  <a:txBody>
                    <a:bodyPr/>
                    <a:lstStyle/>
                    <a:p>
                      <a:r>
                        <a:rPr lang="en-GB" sz="1200" b="0"/>
                        <a:t>6000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t>Nearest thousand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92606302"/>
                  </a:ext>
                </a:extLst>
              </a:tr>
              <a:tr h="468000">
                <a:tc>
                  <a:txBody>
                    <a:bodyPr/>
                    <a:lstStyle/>
                    <a:p>
                      <a:r>
                        <a:rPr lang="en-GB" sz="1200" b="0"/>
                        <a:t>6000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t>Nearest hundred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45985246"/>
                  </a:ext>
                </a:extLst>
              </a:tr>
              <a:tr h="468000">
                <a:tc>
                  <a:txBody>
                    <a:bodyPr/>
                    <a:lstStyle/>
                    <a:p>
                      <a:r>
                        <a:rPr lang="en-GB" sz="1200" b="0"/>
                        <a:t>600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t>Nearest hundred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7029901"/>
                  </a:ext>
                </a:extLst>
              </a:tr>
              <a:tr h="468000">
                <a:tc>
                  <a:txBody>
                    <a:bodyPr/>
                    <a:lstStyle/>
                    <a:p>
                      <a:r>
                        <a:rPr lang="en-GB" sz="1200" b="0"/>
                        <a:t>600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t>Nearest ten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9084959"/>
                  </a:ext>
                </a:extLst>
              </a:tr>
              <a:tr h="468000">
                <a:tc>
                  <a:txBody>
                    <a:bodyPr/>
                    <a:lstStyle/>
                    <a:p>
                      <a:r>
                        <a:rPr lang="en-GB" sz="1200" b="0"/>
                        <a:t>6000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t>Nearest ten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33786819"/>
                  </a:ext>
                </a:extLst>
              </a:tr>
              <a:tr h="468000">
                <a:tc>
                  <a:txBody>
                    <a:bodyPr/>
                    <a:lstStyle/>
                    <a:p>
                      <a:r>
                        <a:rPr lang="en-GB" sz="1200" b="0"/>
                        <a:t>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t>Nearest ten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749284"/>
                  </a:ext>
                </a:extLst>
              </a:tr>
              <a:tr h="468000">
                <a:tc>
                  <a:txBody>
                    <a:bodyPr/>
                    <a:lstStyle/>
                    <a:p>
                      <a:r>
                        <a:rPr lang="en-GB" sz="1200" b="0"/>
                        <a:t>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t>Nearest whole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80349422"/>
                  </a:ext>
                </a:extLst>
              </a:tr>
              <a:tr h="468000">
                <a:tc>
                  <a:txBody>
                    <a:bodyPr/>
                    <a:lstStyle/>
                    <a:p>
                      <a:r>
                        <a:rPr lang="en-GB" sz="1200" b="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t>Nearest whole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29859243"/>
                  </a:ext>
                </a:extLst>
              </a:tr>
              <a:tr h="468000">
                <a:tc>
                  <a:txBody>
                    <a:bodyPr/>
                    <a:lstStyle/>
                    <a:p>
                      <a:r>
                        <a:rPr lang="en-GB" sz="1200" b="0"/>
                        <a:t>6000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t>Nearest whole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21698252"/>
                  </a:ext>
                </a:extLst>
              </a:tr>
              <a:tr h="468000">
                <a:tc>
                  <a:txBody>
                    <a:bodyPr/>
                    <a:lstStyle/>
                    <a:p>
                      <a:r>
                        <a:rPr lang="en-GB" sz="1200" b="0"/>
                        <a:t>600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t>Nearest whole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44196757"/>
                  </a:ext>
                </a:extLst>
              </a:tr>
            </a:tbl>
          </a:graphicData>
        </a:graphic>
      </p:graphicFrame>
      <p:sp>
        <p:nvSpPr>
          <p:cNvPr id="58" name="Rectangle 57">
            <a:extLst>
              <a:ext uri="{FF2B5EF4-FFF2-40B4-BE49-F238E27FC236}">
                <a16:creationId xmlns:a16="http://schemas.microsoft.com/office/drawing/2014/main" id="{F3B4E04F-B7D3-562E-816F-9C5A3284A2E9}"/>
              </a:ext>
            </a:extLst>
          </p:cNvPr>
          <p:cNvSpPr/>
          <p:nvPr/>
        </p:nvSpPr>
        <p:spPr>
          <a:xfrm>
            <a:off x="157160" y="3377616"/>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spTree>
    <p:extLst>
      <p:ext uri="{BB962C8B-B14F-4D97-AF65-F5344CB8AC3E}">
        <p14:creationId xmlns:p14="http://schemas.microsoft.com/office/powerpoint/2010/main" val="31760852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4A127B4B-D38F-F12E-3BF5-745C776A8041}"/>
              </a:ext>
            </a:extLst>
          </p:cNvPr>
          <p:cNvCxnSpPr>
            <a:cxnSpLocks/>
          </p:cNvCxnSpPr>
          <p:nvPr/>
        </p:nvCxnSpPr>
        <p:spPr>
          <a:xfrm>
            <a:off x="914340" y="1696239"/>
            <a:ext cx="0" cy="0"/>
          </a:xfrm>
          <a:prstGeom prst="line">
            <a:avLst/>
          </a:prstGeom>
          <a:ln w="28575"/>
        </p:spPr>
        <p:style>
          <a:lnRef idx="1">
            <a:schemeClr val="accent1"/>
          </a:lnRef>
          <a:fillRef idx="0">
            <a:schemeClr val="accent1"/>
          </a:fillRef>
          <a:effectRef idx="0">
            <a:schemeClr val="accent1"/>
          </a:effectRef>
          <a:fontRef idx="minor">
            <a:schemeClr val="tx1"/>
          </a:fontRef>
        </p:style>
      </p:cxnSp>
      <p:graphicFrame>
        <p:nvGraphicFramePr>
          <p:cNvPr id="4" name="Table 3">
            <a:extLst>
              <a:ext uri="{FF2B5EF4-FFF2-40B4-BE49-F238E27FC236}">
                <a16:creationId xmlns:a16="http://schemas.microsoft.com/office/drawing/2014/main" id="{64FA5363-349C-E16E-398E-DE0EFF7E3405}"/>
              </a:ext>
            </a:extLst>
          </p:cNvPr>
          <p:cNvGraphicFramePr>
            <a:graphicFrameLocks noGrp="1"/>
          </p:cNvGraphicFramePr>
          <p:nvPr/>
        </p:nvGraphicFramePr>
        <p:xfrm>
          <a:off x="116081" y="401485"/>
          <a:ext cx="6543680" cy="3026540"/>
        </p:xfrm>
        <a:graphic>
          <a:graphicData uri="http://schemas.openxmlformats.org/drawingml/2006/table">
            <a:tbl>
              <a:tblPr firstRow="1" bandRow="1">
                <a:tableStyleId>{5C22544A-7EE6-4342-B048-85BDC9FD1C3A}</a:tableStyleId>
              </a:tblPr>
              <a:tblGrid>
                <a:gridCol w="1087440">
                  <a:extLst>
                    <a:ext uri="{9D8B030D-6E8A-4147-A177-3AD203B41FA5}">
                      <a16:colId xmlns:a16="http://schemas.microsoft.com/office/drawing/2014/main" val="1568142362"/>
                    </a:ext>
                  </a:extLst>
                </a:gridCol>
                <a:gridCol w="1778000">
                  <a:extLst>
                    <a:ext uri="{9D8B030D-6E8A-4147-A177-3AD203B41FA5}">
                      <a16:colId xmlns:a16="http://schemas.microsoft.com/office/drawing/2014/main" val="609968388"/>
                    </a:ext>
                  </a:extLst>
                </a:gridCol>
                <a:gridCol w="1778000">
                  <a:extLst>
                    <a:ext uri="{9D8B030D-6E8A-4147-A177-3AD203B41FA5}">
                      <a16:colId xmlns:a16="http://schemas.microsoft.com/office/drawing/2014/main" val="3207776717"/>
                    </a:ext>
                  </a:extLst>
                </a:gridCol>
                <a:gridCol w="1900240">
                  <a:extLst>
                    <a:ext uri="{9D8B030D-6E8A-4147-A177-3AD203B41FA5}">
                      <a16:colId xmlns:a16="http://schemas.microsoft.com/office/drawing/2014/main" val="1889420402"/>
                    </a:ext>
                  </a:extLst>
                </a:gridCol>
              </a:tblGrid>
              <a:tr h="373784">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mn-lt"/>
                          <a:ea typeface="+mn-ea"/>
                          <a:cs typeface="+mn-cs"/>
                        </a:rPr>
                        <a:t>Work out the upper bound and lower bound for…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861558">
                <a:tc>
                  <a:txBody>
                    <a:bodyPr/>
                    <a:lstStyle/>
                    <a:p>
                      <a:pPr marL="0" indent="0">
                        <a:buNone/>
                      </a:pPr>
                      <a:r>
                        <a:rPr lang="en-US" sz="1100"/>
                        <a:t>1. Identify the degree of accuracy stated.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mn-lt"/>
                          <a:ea typeface="+mn-ea"/>
                          <a:cs typeface="+mn-cs"/>
                        </a:rPr>
                        <a:t>A plank of wood</a:t>
                      </a:r>
                      <a:r>
                        <a:rPr kumimoji="0" lang="en-US" sz="1100" b="0" i="0" u="none" strike="noStrike" kern="1200" cap="none" spc="0" normalizeH="0" noProof="0">
                          <a:ln>
                            <a:noFill/>
                          </a:ln>
                          <a:solidFill>
                            <a:prstClr val="black"/>
                          </a:solidFill>
                          <a:effectLst/>
                          <a:uLnTx/>
                          <a:uFillTx/>
                          <a:latin typeface="+mn-lt"/>
                          <a:ea typeface="+mn-ea"/>
                          <a:cs typeface="+mn-cs"/>
                        </a:rPr>
                        <a:t> is 22.8cm to one decimal place. Find the lower bound and the upper bound.</a:t>
                      </a: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mn-lt"/>
                          <a:ea typeface="+mn-ea"/>
                          <a:cs typeface="+mn-cs"/>
                        </a:rPr>
                        <a:t>The lower bound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prstClr val="black"/>
                          </a:solidFill>
                          <a:latin typeface="+mn-lt"/>
                        </a:rPr>
                        <a:t>The upper bound =</a:t>
                      </a:r>
                    </a:p>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mn-lt"/>
                          <a:ea typeface="+mn-ea"/>
                          <a:cs typeface="+mn-cs"/>
                        </a:rPr>
                        <a:t>A plank of wood</a:t>
                      </a:r>
                      <a:r>
                        <a:rPr kumimoji="0" lang="en-US" sz="1100" b="0" i="0" u="none" strike="noStrike" kern="1200" cap="none" spc="0" normalizeH="0" noProof="0">
                          <a:ln>
                            <a:noFill/>
                          </a:ln>
                          <a:solidFill>
                            <a:prstClr val="black"/>
                          </a:solidFill>
                          <a:effectLst/>
                          <a:uLnTx/>
                          <a:uFillTx/>
                          <a:latin typeface="+mn-lt"/>
                          <a:ea typeface="+mn-ea"/>
                          <a:cs typeface="+mn-cs"/>
                        </a:rPr>
                        <a:t> is 2.3m to one decimal place. Find the lower bound and the upper bound.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mn-lt"/>
                          <a:ea typeface="+mn-ea"/>
                          <a:cs typeface="+mn-cs"/>
                        </a:rPr>
                        <a:t>The lower bound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prstClr val="black"/>
                          </a:solidFill>
                          <a:latin typeface="+mn-lt"/>
                        </a:rPr>
                        <a:t>The upper bound =</a:t>
                      </a:r>
                    </a:p>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mn-lt"/>
                          <a:ea typeface="+mn-ea"/>
                          <a:cs typeface="+mn-cs"/>
                        </a:rPr>
                        <a:t>A plank of wood</a:t>
                      </a:r>
                      <a:r>
                        <a:rPr kumimoji="0" lang="en-US" sz="1100" b="0" i="0" u="none" strike="noStrike" kern="1200" cap="none" spc="0" normalizeH="0" noProof="0" dirty="0">
                          <a:ln>
                            <a:noFill/>
                          </a:ln>
                          <a:solidFill>
                            <a:prstClr val="black"/>
                          </a:solidFill>
                          <a:effectLst/>
                          <a:uLnTx/>
                          <a:uFillTx/>
                          <a:latin typeface="+mn-lt"/>
                          <a:ea typeface="+mn-ea"/>
                          <a:cs typeface="+mn-cs"/>
                        </a:rPr>
                        <a:t> weighs 765.4g to one decimal place. Find the lower bound and the upper bound.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dirty="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dirty="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dirty="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dirty="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mn-lt"/>
                          <a:ea typeface="+mn-ea"/>
                          <a:cs typeface="+mn-cs"/>
                        </a:rPr>
                        <a:t>The lower bound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dirty="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prstClr val="black"/>
                          </a:solidFill>
                          <a:latin typeface="+mn-lt"/>
                        </a:rPr>
                        <a:t>The upper bound =</a:t>
                      </a:r>
                    </a:p>
                    <a:p>
                      <a:pPr marL="0" indent="0">
                        <a:buNone/>
                      </a:pPr>
                      <a:endParaRPr lang="en-US"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861558">
                <a:tc>
                  <a:txBody>
                    <a:bodyPr/>
                    <a:lstStyle/>
                    <a:p>
                      <a:pPr marL="0" indent="0">
                        <a:buNone/>
                      </a:pPr>
                      <a:r>
                        <a:rPr lang="en-US" sz="1100"/>
                        <a:t>2. For the lower bound, work out the lowest it could be.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1576845939"/>
                  </a:ext>
                </a:extLst>
              </a:tr>
              <a:tr h="861558">
                <a:tc>
                  <a:txBody>
                    <a:bodyPr/>
                    <a:lstStyle/>
                    <a:p>
                      <a:pPr marL="0" indent="0">
                        <a:buNone/>
                      </a:pPr>
                      <a:r>
                        <a:rPr lang="en-US" sz="1100" dirty="0"/>
                        <a:t>3. For the upper bound, work out the greatest it can be.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66057224"/>
                  </a:ext>
                </a:extLst>
              </a:tr>
            </a:tbl>
          </a:graphicData>
        </a:graphic>
      </p:graphicFrame>
      <p:sp>
        <p:nvSpPr>
          <p:cNvPr id="6" name="TextBox 5">
            <a:extLst>
              <a:ext uri="{FF2B5EF4-FFF2-40B4-BE49-F238E27FC236}">
                <a16:creationId xmlns:a16="http://schemas.microsoft.com/office/drawing/2014/main" id="{A06FE650-A2E9-2526-4EBD-ACA188563D55}"/>
              </a:ext>
            </a:extLst>
          </p:cNvPr>
          <p:cNvSpPr txBox="1"/>
          <p:nvPr/>
        </p:nvSpPr>
        <p:spPr>
          <a:xfrm>
            <a:off x="1448967" y="82749"/>
            <a:ext cx="1410704" cy="276999"/>
          </a:xfrm>
          <a:prstGeom prst="rect">
            <a:avLst/>
          </a:prstGeom>
          <a:noFill/>
          <a:ln>
            <a:noFill/>
          </a:ln>
        </p:spPr>
        <p:txBody>
          <a:bodyPr wrap="square" rtlCol="0">
            <a:spAutoFit/>
          </a:bodyPr>
          <a:lstStyle/>
          <a:p>
            <a:r>
              <a:rPr lang="en-GB" sz="1200" b="1" i="1">
                <a:solidFill>
                  <a:srgbClr val="FF0000"/>
                </a:solidFill>
              </a:rPr>
              <a:t>Example 7 - I do…</a:t>
            </a:r>
          </a:p>
        </p:txBody>
      </p:sp>
      <p:sp>
        <p:nvSpPr>
          <p:cNvPr id="7" name="TextBox 6">
            <a:extLst>
              <a:ext uri="{FF2B5EF4-FFF2-40B4-BE49-F238E27FC236}">
                <a16:creationId xmlns:a16="http://schemas.microsoft.com/office/drawing/2014/main" id="{003BDED2-34C5-4121-71BE-3B2289AC9EC1}"/>
              </a:ext>
            </a:extLst>
          </p:cNvPr>
          <p:cNvSpPr txBox="1"/>
          <p:nvPr/>
        </p:nvSpPr>
        <p:spPr>
          <a:xfrm>
            <a:off x="4867549" y="77536"/>
            <a:ext cx="1643405" cy="276999"/>
          </a:xfrm>
          <a:prstGeom prst="rect">
            <a:avLst/>
          </a:prstGeom>
          <a:noFill/>
          <a:ln>
            <a:noFill/>
          </a:ln>
        </p:spPr>
        <p:txBody>
          <a:bodyPr wrap="square" rtlCol="0">
            <a:spAutoFit/>
          </a:bodyPr>
          <a:lstStyle/>
          <a:p>
            <a:r>
              <a:rPr lang="en-GB" sz="1200" b="1" i="1">
                <a:solidFill>
                  <a:srgbClr val="00B050"/>
                </a:solidFill>
              </a:rPr>
              <a:t>Example 9 – You do…</a:t>
            </a:r>
          </a:p>
        </p:txBody>
      </p:sp>
      <p:sp>
        <p:nvSpPr>
          <p:cNvPr id="8" name="TextBox 7">
            <a:extLst>
              <a:ext uri="{FF2B5EF4-FFF2-40B4-BE49-F238E27FC236}">
                <a16:creationId xmlns:a16="http://schemas.microsoft.com/office/drawing/2014/main" id="{10B0D60D-2E56-D0E5-5E97-CBE77718ACC5}"/>
              </a:ext>
            </a:extLst>
          </p:cNvPr>
          <p:cNvSpPr txBox="1"/>
          <p:nvPr/>
        </p:nvSpPr>
        <p:spPr>
          <a:xfrm>
            <a:off x="3079804" y="82748"/>
            <a:ext cx="1667605" cy="276999"/>
          </a:xfrm>
          <a:prstGeom prst="rect">
            <a:avLst/>
          </a:prstGeom>
          <a:noFill/>
          <a:ln>
            <a:noFill/>
          </a:ln>
        </p:spPr>
        <p:txBody>
          <a:bodyPr wrap="square" rtlCol="0">
            <a:spAutoFit/>
          </a:bodyPr>
          <a:lstStyle/>
          <a:p>
            <a:r>
              <a:rPr lang="en-GB" sz="1200" b="1" i="1">
                <a:solidFill>
                  <a:schemeClr val="accent2"/>
                </a:solidFill>
              </a:rPr>
              <a:t>Example 8 - We do…</a:t>
            </a:r>
          </a:p>
        </p:txBody>
      </p:sp>
      <p:sp>
        <p:nvSpPr>
          <p:cNvPr id="9" name="Rectangle 8">
            <a:extLst>
              <a:ext uri="{FF2B5EF4-FFF2-40B4-BE49-F238E27FC236}">
                <a16:creationId xmlns:a16="http://schemas.microsoft.com/office/drawing/2014/main" id="{AE103024-0724-2923-AB4F-A3AE4C0C3C42}"/>
              </a:ext>
            </a:extLst>
          </p:cNvPr>
          <p:cNvSpPr/>
          <p:nvPr/>
        </p:nvSpPr>
        <p:spPr>
          <a:xfrm>
            <a:off x="1305601" y="2309897"/>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0" name="Rectangle 9">
            <a:extLst>
              <a:ext uri="{FF2B5EF4-FFF2-40B4-BE49-F238E27FC236}">
                <a16:creationId xmlns:a16="http://schemas.microsoft.com/office/drawing/2014/main" id="{A414E921-2F4B-88C6-FDB3-0B1056F12B6C}"/>
              </a:ext>
            </a:extLst>
          </p:cNvPr>
          <p:cNvSpPr/>
          <p:nvPr/>
        </p:nvSpPr>
        <p:spPr>
          <a:xfrm>
            <a:off x="1305601" y="2905627"/>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1" name="Rectangle 10">
            <a:extLst>
              <a:ext uri="{FF2B5EF4-FFF2-40B4-BE49-F238E27FC236}">
                <a16:creationId xmlns:a16="http://schemas.microsoft.com/office/drawing/2014/main" id="{E4F941F8-00A5-2380-9FE7-37584E2C8228}"/>
              </a:ext>
            </a:extLst>
          </p:cNvPr>
          <p:cNvSpPr/>
          <p:nvPr/>
        </p:nvSpPr>
        <p:spPr>
          <a:xfrm>
            <a:off x="3079804" y="2863283"/>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2" name="Rectangle 11">
            <a:extLst>
              <a:ext uri="{FF2B5EF4-FFF2-40B4-BE49-F238E27FC236}">
                <a16:creationId xmlns:a16="http://schemas.microsoft.com/office/drawing/2014/main" id="{8404E10B-AD99-0E9F-DE2E-F40E4D31F57B}"/>
              </a:ext>
            </a:extLst>
          </p:cNvPr>
          <p:cNvSpPr/>
          <p:nvPr/>
        </p:nvSpPr>
        <p:spPr>
          <a:xfrm>
            <a:off x="3079804" y="2320507"/>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3" name="Rectangle 12">
            <a:extLst>
              <a:ext uri="{FF2B5EF4-FFF2-40B4-BE49-F238E27FC236}">
                <a16:creationId xmlns:a16="http://schemas.microsoft.com/office/drawing/2014/main" id="{DE2FE3DD-721B-F1DC-3F58-90D6E763DC91}"/>
              </a:ext>
            </a:extLst>
          </p:cNvPr>
          <p:cNvSpPr/>
          <p:nvPr/>
        </p:nvSpPr>
        <p:spPr>
          <a:xfrm>
            <a:off x="4854007" y="2328726"/>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4" name="Rectangle 13">
            <a:extLst>
              <a:ext uri="{FF2B5EF4-FFF2-40B4-BE49-F238E27FC236}">
                <a16:creationId xmlns:a16="http://schemas.microsoft.com/office/drawing/2014/main" id="{CDD22C06-8960-A5CA-9D4D-275916D595C0}"/>
              </a:ext>
            </a:extLst>
          </p:cNvPr>
          <p:cNvSpPr/>
          <p:nvPr/>
        </p:nvSpPr>
        <p:spPr>
          <a:xfrm>
            <a:off x="4867549" y="2841193"/>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1" name="Slide Number Placeholder 14">
            <a:extLst>
              <a:ext uri="{FF2B5EF4-FFF2-40B4-BE49-F238E27FC236}">
                <a16:creationId xmlns:a16="http://schemas.microsoft.com/office/drawing/2014/main" id="{A722BB9B-CDBC-5AE2-8035-D007E7AEE474}"/>
              </a:ext>
            </a:extLst>
          </p:cNvPr>
          <p:cNvSpPr>
            <a:spLocks noGrp="1"/>
          </p:cNvSpPr>
          <p:nvPr>
            <p:ph type="sldNum" sz="quarter" idx="12"/>
          </p:nvPr>
        </p:nvSpPr>
        <p:spPr>
          <a:xfrm>
            <a:off x="5314950" y="9544975"/>
            <a:ext cx="1543050" cy="52740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F1D9CC-7119-45EC-A96C-D8C0660F3AAB}" type="slidenum">
              <a:rPr kumimoji="0" lang="en-GB" sz="9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92</a:t>
            </a:fld>
            <a:endParaRPr kumimoji="0" lang="en-GB" sz="9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cxnSp>
        <p:nvCxnSpPr>
          <p:cNvPr id="47" name="Straight Connector 46">
            <a:extLst>
              <a:ext uri="{FF2B5EF4-FFF2-40B4-BE49-F238E27FC236}">
                <a16:creationId xmlns:a16="http://schemas.microsoft.com/office/drawing/2014/main" id="{84C2D1EA-43AE-6A9A-1B41-EF79DAB8BD1B}"/>
              </a:ext>
            </a:extLst>
          </p:cNvPr>
          <p:cNvCxnSpPr>
            <a:cxnSpLocks/>
          </p:cNvCxnSpPr>
          <p:nvPr/>
        </p:nvCxnSpPr>
        <p:spPr>
          <a:xfrm>
            <a:off x="955419" y="5056953"/>
            <a:ext cx="0" cy="0"/>
          </a:xfrm>
          <a:prstGeom prst="line">
            <a:avLst/>
          </a:prstGeom>
          <a:ln w="28575"/>
        </p:spPr>
        <p:style>
          <a:lnRef idx="1">
            <a:schemeClr val="accent1"/>
          </a:lnRef>
          <a:fillRef idx="0">
            <a:schemeClr val="accent1"/>
          </a:fillRef>
          <a:effectRef idx="0">
            <a:schemeClr val="accent1"/>
          </a:effectRef>
          <a:fontRef idx="minor">
            <a:schemeClr val="tx1"/>
          </a:fontRef>
        </p:style>
      </p:cxnSp>
      <p:graphicFrame>
        <p:nvGraphicFramePr>
          <p:cNvPr id="48" name="Table 47">
            <a:extLst>
              <a:ext uri="{FF2B5EF4-FFF2-40B4-BE49-F238E27FC236}">
                <a16:creationId xmlns:a16="http://schemas.microsoft.com/office/drawing/2014/main" id="{730E3BF0-2562-7F8B-AC38-27ADA0635861}"/>
              </a:ext>
            </a:extLst>
          </p:cNvPr>
          <p:cNvGraphicFramePr>
            <a:graphicFrameLocks noGrp="1"/>
          </p:cNvGraphicFramePr>
          <p:nvPr/>
        </p:nvGraphicFramePr>
        <p:xfrm>
          <a:off x="157160" y="3762199"/>
          <a:ext cx="6543680" cy="3026540"/>
        </p:xfrm>
        <a:graphic>
          <a:graphicData uri="http://schemas.openxmlformats.org/drawingml/2006/table">
            <a:tbl>
              <a:tblPr firstRow="1" bandRow="1">
                <a:tableStyleId>{5C22544A-7EE6-4342-B048-85BDC9FD1C3A}</a:tableStyleId>
              </a:tblPr>
              <a:tblGrid>
                <a:gridCol w="1087440">
                  <a:extLst>
                    <a:ext uri="{9D8B030D-6E8A-4147-A177-3AD203B41FA5}">
                      <a16:colId xmlns:a16="http://schemas.microsoft.com/office/drawing/2014/main" val="1568142362"/>
                    </a:ext>
                  </a:extLst>
                </a:gridCol>
                <a:gridCol w="1778000">
                  <a:extLst>
                    <a:ext uri="{9D8B030D-6E8A-4147-A177-3AD203B41FA5}">
                      <a16:colId xmlns:a16="http://schemas.microsoft.com/office/drawing/2014/main" val="609968388"/>
                    </a:ext>
                  </a:extLst>
                </a:gridCol>
                <a:gridCol w="1778000">
                  <a:extLst>
                    <a:ext uri="{9D8B030D-6E8A-4147-A177-3AD203B41FA5}">
                      <a16:colId xmlns:a16="http://schemas.microsoft.com/office/drawing/2014/main" val="3207776717"/>
                    </a:ext>
                  </a:extLst>
                </a:gridCol>
                <a:gridCol w="1900240">
                  <a:extLst>
                    <a:ext uri="{9D8B030D-6E8A-4147-A177-3AD203B41FA5}">
                      <a16:colId xmlns:a16="http://schemas.microsoft.com/office/drawing/2014/main" val="1889420402"/>
                    </a:ext>
                  </a:extLst>
                </a:gridCol>
              </a:tblGrid>
              <a:tr h="373784">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mn-lt"/>
                          <a:ea typeface="+mn-ea"/>
                          <a:cs typeface="+mn-cs"/>
                        </a:rPr>
                        <a:t>Work out the upper bound and lower bound for…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861558">
                <a:tc>
                  <a:txBody>
                    <a:bodyPr/>
                    <a:lstStyle/>
                    <a:p>
                      <a:pPr marL="0" indent="0">
                        <a:buNone/>
                      </a:pPr>
                      <a:r>
                        <a:rPr lang="en-US" sz="1100"/>
                        <a:t>1. Identify the degree of accuracy stated.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mn-lt"/>
                          <a:ea typeface="+mn-ea"/>
                          <a:cs typeface="+mn-cs"/>
                        </a:rPr>
                        <a:t>Work out the upper bound and lower bound for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mn-lt"/>
                          <a:ea typeface="+mn-ea"/>
                          <a:cs typeface="+mn-cs"/>
                        </a:rPr>
                        <a:t>37.82 cm, measured to two decimal places.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mn-lt"/>
                          <a:ea typeface="+mn-ea"/>
                          <a:cs typeface="+mn-cs"/>
                        </a:rPr>
                        <a:t>The lower bound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prstClr val="black"/>
                          </a:solidFill>
                          <a:latin typeface="+mn-lt"/>
                        </a:rPr>
                        <a:t>The upper bound =</a:t>
                      </a:r>
                    </a:p>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mn-lt"/>
                          <a:ea typeface="+mn-ea"/>
                          <a:cs typeface="+mn-cs"/>
                        </a:rPr>
                        <a:t>Work out the upper bound and lower bound for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prstClr val="black"/>
                          </a:solidFill>
                          <a:latin typeface="+mn-lt"/>
                        </a:rPr>
                        <a:t>5.78kg measured to two decimal places. </a:t>
                      </a:r>
                      <a:endParaRPr kumimoji="0" lang="en-US" sz="11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mn-lt"/>
                          <a:ea typeface="+mn-ea"/>
                          <a:cs typeface="+mn-cs"/>
                        </a:rPr>
                        <a:t>The lower bound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prstClr val="black"/>
                          </a:solidFill>
                          <a:latin typeface="+mn-lt"/>
                        </a:rPr>
                        <a:t>The upper bound =</a:t>
                      </a:r>
                    </a:p>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mn-lt"/>
                          <a:ea typeface="+mn-ea"/>
                          <a:cs typeface="+mn-cs"/>
                        </a:rPr>
                        <a:t>Work out the upper bound and lower bound for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prstClr val="black"/>
                          </a:solidFill>
                          <a:latin typeface="+mn-lt"/>
                        </a:rPr>
                        <a:t>157.25mm measured to two decimal places. </a:t>
                      </a:r>
                      <a:endParaRPr kumimoji="0" lang="en-US" sz="11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mn-lt"/>
                          <a:ea typeface="+mn-ea"/>
                          <a:cs typeface="+mn-cs"/>
                        </a:rPr>
                        <a:t>The lower bound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prstClr val="black"/>
                          </a:solidFill>
                          <a:latin typeface="+mn-lt"/>
                        </a:rPr>
                        <a:t>The upper bound =</a:t>
                      </a:r>
                    </a:p>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861558">
                <a:tc>
                  <a:txBody>
                    <a:bodyPr/>
                    <a:lstStyle/>
                    <a:p>
                      <a:pPr marL="0" indent="0">
                        <a:buNone/>
                      </a:pPr>
                      <a:r>
                        <a:rPr lang="en-US" sz="1100"/>
                        <a:t>2. For the lower bound, work out the lowest it could be.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1576845939"/>
                  </a:ext>
                </a:extLst>
              </a:tr>
              <a:tr h="861558">
                <a:tc>
                  <a:txBody>
                    <a:bodyPr/>
                    <a:lstStyle/>
                    <a:p>
                      <a:pPr marL="0" indent="0">
                        <a:buNone/>
                      </a:pPr>
                      <a:r>
                        <a:rPr lang="en-US" sz="1100"/>
                        <a:t>3. For the upper bound, work out the greatest it can be.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66057224"/>
                  </a:ext>
                </a:extLst>
              </a:tr>
            </a:tbl>
          </a:graphicData>
        </a:graphic>
      </p:graphicFrame>
      <p:sp>
        <p:nvSpPr>
          <p:cNvPr id="49" name="TextBox 48">
            <a:extLst>
              <a:ext uri="{FF2B5EF4-FFF2-40B4-BE49-F238E27FC236}">
                <a16:creationId xmlns:a16="http://schemas.microsoft.com/office/drawing/2014/main" id="{2455B9F9-0CB3-05AE-8B5C-23A3127C8EAE}"/>
              </a:ext>
            </a:extLst>
          </p:cNvPr>
          <p:cNvSpPr txBox="1"/>
          <p:nvPr/>
        </p:nvSpPr>
        <p:spPr>
          <a:xfrm>
            <a:off x="1490046" y="3443463"/>
            <a:ext cx="1410704" cy="276999"/>
          </a:xfrm>
          <a:prstGeom prst="rect">
            <a:avLst/>
          </a:prstGeom>
          <a:noFill/>
          <a:ln>
            <a:noFill/>
          </a:ln>
        </p:spPr>
        <p:txBody>
          <a:bodyPr wrap="square" rtlCol="0">
            <a:spAutoFit/>
          </a:bodyPr>
          <a:lstStyle/>
          <a:p>
            <a:r>
              <a:rPr lang="en-GB" sz="1200" b="1" i="1">
                <a:solidFill>
                  <a:srgbClr val="FF0000"/>
                </a:solidFill>
              </a:rPr>
              <a:t>Example 10 - I do…</a:t>
            </a:r>
          </a:p>
        </p:txBody>
      </p:sp>
      <p:sp>
        <p:nvSpPr>
          <p:cNvPr id="50" name="TextBox 49">
            <a:extLst>
              <a:ext uri="{FF2B5EF4-FFF2-40B4-BE49-F238E27FC236}">
                <a16:creationId xmlns:a16="http://schemas.microsoft.com/office/drawing/2014/main" id="{8614A145-C67D-CA7B-8141-DA089756307E}"/>
              </a:ext>
            </a:extLst>
          </p:cNvPr>
          <p:cNvSpPr txBox="1"/>
          <p:nvPr/>
        </p:nvSpPr>
        <p:spPr>
          <a:xfrm>
            <a:off x="4908628" y="3438250"/>
            <a:ext cx="1643405" cy="276999"/>
          </a:xfrm>
          <a:prstGeom prst="rect">
            <a:avLst/>
          </a:prstGeom>
          <a:noFill/>
          <a:ln>
            <a:noFill/>
          </a:ln>
        </p:spPr>
        <p:txBody>
          <a:bodyPr wrap="square" rtlCol="0">
            <a:spAutoFit/>
          </a:bodyPr>
          <a:lstStyle/>
          <a:p>
            <a:r>
              <a:rPr lang="en-GB" sz="1200" b="1" i="1">
                <a:solidFill>
                  <a:srgbClr val="00B050"/>
                </a:solidFill>
              </a:rPr>
              <a:t>Example 12 – You do…</a:t>
            </a:r>
          </a:p>
        </p:txBody>
      </p:sp>
      <p:sp>
        <p:nvSpPr>
          <p:cNvPr id="51" name="TextBox 50">
            <a:extLst>
              <a:ext uri="{FF2B5EF4-FFF2-40B4-BE49-F238E27FC236}">
                <a16:creationId xmlns:a16="http://schemas.microsoft.com/office/drawing/2014/main" id="{BE9CEE24-9A51-9C22-329B-7330B915EDD7}"/>
              </a:ext>
            </a:extLst>
          </p:cNvPr>
          <p:cNvSpPr txBox="1"/>
          <p:nvPr/>
        </p:nvSpPr>
        <p:spPr>
          <a:xfrm>
            <a:off x="3120883" y="3443462"/>
            <a:ext cx="1667605" cy="276999"/>
          </a:xfrm>
          <a:prstGeom prst="rect">
            <a:avLst/>
          </a:prstGeom>
          <a:noFill/>
          <a:ln>
            <a:noFill/>
          </a:ln>
        </p:spPr>
        <p:txBody>
          <a:bodyPr wrap="square" rtlCol="0">
            <a:spAutoFit/>
          </a:bodyPr>
          <a:lstStyle/>
          <a:p>
            <a:r>
              <a:rPr lang="en-GB" sz="1200" b="1" i="1">
                <a:solidFill>
                  <a:schemeClr val="accent2"/>
                </a:solidFill>
              </a:rPr>
              <a:t>Example 11 - We do…</a:t>
            </a:r>
          </a:p>
        </p:txBody>
      </p:sp>
      <p:sp>
        <p:nvSpPr>
          <p:cNvPr id="52" name="Rectangle 51">
            <a:extLst>
              <a:ext uri="{FF2B5EF4-FFF2-40B4-BE49-F238E27FC236}">
                <a16:creationId xmlns:a16="http://schemas.microsoft.com/office/drawing/2014/main" id="{33E7047C-829A-11B6-12DC-6E6735B942BA}"/>
              </a:ext>
            </a:extLst>
          </p:cNvPr>
          <p:cNvSpPr/>
          <p:nvPr/>
        </p:nvSpPr>
        <p:spPr>
          <a:xfrm>
            <a:off x="1346680" y="5670611"/>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3" name="Rectangle 52">
            <a:extLst>
              <a:ext uri="{FF2B5EF4-FFF2-40B4-BE49-F238E27FC236}">
                <a16:creationId xmlns:a16="http://schemas.microsoft.com/office/drawing/2014/main" id="{A5667E9B-EB78-DE7F-ABD7-F2D1427331CB}"/>
              </a:ext>
            </a:extLst>
          </p:cNvPr>
          <p:cNvSpPr/>
          <p:nvPr/>
        </p:nvSpPr>
        <p:spPr>
          <a:xfrm>
            <a:off x="1346680" y="6266341"/>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4" name="Rectangle 53">
            <a:extLst>
              <a:ext uri="{FF2B5EF4-FFF2-40B4-BE49-F238E27FC236}">
                <a16:creationId xmlns:a16="http://schemas.microsoft.com/office/drawing/2014/main" id="{156AEA17-1CD2-7F4D-2B11-8D371BE44942}"/>
              </a:ext>
            </a:extLst>
          </p:cNvPr>
          <p:cNvSpPr/>
          <p:nvPr/>
        </p:nvSpPr>
        <p:spPr>
          <a:xfrm>
            <a:off x="3120883" y="6223997"/>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5" name="Rectangle 54">
            <a:extLst>
              <a:ext uri="{FF2B5EF4-FFF2-40B4-BE49-F238E27FC236}">
                <a16:creationId xmlns:a16="http://schemas.microsoft.com/office/drawing/2014/main" id="{91D5E1D9-5632-5216-1695-15A37D8C4784}"/>
              </a:ext>
            </a:extLst>
          </p:cNvPr>
          <p:cNvSpPr/>
          <p:nvPr/>
        </p:nvSpPr>
        <p:spPr>
          <a:xfrm>
            <a:off x="3120883" y="5681221"/>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6" name="Rectangle 55">
            <a:extLst>
              <a:ext uri="{FF2B5EF4-FFF2-40B4-BE49-F238E27FC236}">
                <a16:creationId xmlns:a16="http://schemas.microsoft.com/office/drawing/2014/main" id="{53967E26-CCD4-8C27-DAF8-063D234FCF3D}"/>
              </a:ext>
            </a:extLst>
          </p:cNvPr>
          <p:cNvSpPr/>
          <p:nvPr/>
        </p:nvSpPr>
        <p:spPr>
          <a:xfrm>
            <a:off x="4895086" y="5689440"/>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7" name="Rectangle 56">
            <a:extLst>
              <a:ext uri="{FF2B5EF4-FFF2-40B4-BE49-F238E27FC236}">
                <a16:creationId xmlns:a16="http://schemas.microsoft.com/office/drawing/2014/main" id="{533FDE13-8F50-6906-D2B6-8EA5D93DBF51}"/>
              </a:ext>
            </a:extLst>
          </p:cNvPr>
          <p:cNvSpPr/>
          <p:nvPr/>
        </p:nvSpPr>
        <p:spPr>
          <a:xfrm>
            <a:off x="4908628" y="6201907"/>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8" name="Rectangle 57">
            <a:extLst>
              <a:ext uri="{FF2B5EF4-FFF2-40B4-BE49-F238E27FC236}">
                <a16:creationId xmlns:a16="http://schemas.microsoft.com/office/drawing/2014/main" id="{2F712E5A-E1B6-7792-19BE-8B3E92367737}"/>
              </a:ext>
            </a:extLst>
          </p:cNvPr>
          <p:cNvSpPr/>
          <p:nvPr/>
        </p:nvSpPr>
        <p:spPr>
          <a:xfrm>
            <a:off x="167647" y="6791468"/>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graphicFrame>
        <p:nvGraphicFramePr>
          <p:cNvPr id="2" name="Table 1">
            <a:extLst>
              <a:ext uri="{FF2B5EF4-FFF2-40B4-BE49-F238E27FC236}">
                <a16:creationId xmlns:a16="http://schemas.microsoft.com/office/drawing/2014/main" id="{B772889E-999E-1AEE-29D3-453F45BDF3FF}"/>
              </a:ext>
            </a:extLst>
          </p:cNvPr>
          <p:cNvGraphicFramePr>
            <a:graphicFrameLocks noGrp="1"/>
          </p:cNvGraphicFramePr>
          <p:nvPr/>
        </p:nvGraphicFramePr>
        <p:xfrm>
          <a:off x="167647" y="7188622"/>
          <a:ext cx="6543680" cy="2242840"/>
        </p:xfrm>
        <a:graphic>
          <a:graphicData uri="http://schemas.openxmlformats.org/drawingml/2006/table">
            <a:tbl>
              <a:tblPr firstRow="1" bandRow="1">
                <a:tableStyleId>{5C22544A-7EE6-4342-B048-85BDC9FD1C3A}</a:tableStyleId>
              </a:tblPr>
              <a:tblGrid>
                <a:gridCol w="1635920">
                  <a:extLst>
                    <a:ext uri="{9D8B030D-6E8A-4147-A177-3AD203B41FA5}">
                      <a16:colId xmlns:a16="http://schemas.microsoft.com/office/drawing/2014/main" val="3698336071"/>
                    </a:ext>
                  </a:extLst>
                </a:gridCol>
                <a:gridCol w="1635920">
                  <a:extLst>
                    <a:ext uri="{9D8B030D-6E8A-4147-A177-3AD203B41FA5}">
                      <a16:colId xmlns:a16="http://schemas.microsoft.com/office/drawing/2014/main" val="1261027799"/>
                    </a:ext>
                  </a:extLst>
                </a:gridCol>
                <a:gridCol w="1635920">
                  <a:extLst>
                    <a:ext uri="{9D8B030D-6E8A-4147-A177-3AD203B41FA5}">
                      <a16:colId xmlns:a16="http://schemas.microsoft.com/office/drawing/2014/main" val="785472344"/>
                    </a:ext>
                  </a:extLst>
                </a:gridCol>
                <a:gridCol w="1635920">
                  <a:extLst>
                    <a:ext uri="{9D8B030D-6E8A-4147-A177-3AD203B41FA5}">
                      <a16:colId xmlns:a16="http://schemas.microsoft.com/office/drawing/2014/main" val="81049670"/>
                    </a:ext>
                  </a:extLst>
                </a:gridCol>
              </a:tblGrid>
              <a:tr h="370840">
                <a:tc gridSpan="4">
                  <a:txBody>
                    <a:bodyPr/>
                    <a:lstStyle/>
                    <a:p>
                      <a:r>
                        <a:rPr lang="en-GB" sz="1200" b="0">
                          <a:solidFill>
                            <a:schemeClr val="tx1"/>
                          </a:solidFill>
                        </a:rPr>
                        <a:t>Question 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90634322"/>
                  </a:ext>
                </a:extLst>
              </a:tr>
              <a:tr h="468000">
                <a:tc>
                  <a:txBody>
                    <a:bodyPr/>
                    <a:lstStyle/>
                    <a:p>
                      <a:r>
                        <a:rPr lang="en-GB" sz="1200" b="1"/>
                        <a:t>Value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1"/>
                        <a:t>Rounded 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1"/>
                        <a:t>Lower Bound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1"/>
                        <a:t>Upper Bound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62488499"/>
                  </a:ext>
                </a:extLst>
              </a:tr>
              <a:tr h="468000">
                <a:tc>
                  <a:txBody>
                    <a:bodyPr/>
                    <a:lstStyle/>
                    <a:p>
                      <a:r>
                        <a:rPr lang="en-GB" sz="1200" b="0"/>
                        <a:t>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t>1 decimal place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12160000"/>
                  </a:ext>
                </a:extLst>
              </a:tr>
              <a:tr h="468000">
                <a:tc>
                  <a:txBody>
                    <a:bodyPr/>
                    <a:lstStyle/>
                    <a:p>
                      <a:r>
                        <a:rPr lang="en-GB" sz="1200" b="0"/>
                        <a:t>15.9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t>1 decimal place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1124713"/>
                  </a:ext>
                </a:extLst>
              </a:tr>
              <a:tr h="468000">
                <a:tc>
                  <a:txBody>
                    <a:bodyPr/>
                    <a:lstStyle/>
                    <a:p>
                      <a:r>
                        <a:rPr lang="en-GB" sz="1200" b="0"/>
                        <a:t>20.4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t>1 decimal place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53370893"/>
                  </a:ext>
                </a:extLst>
              </a:tr>
            </a:tbl>
          </a:graphicData>
        </a:graphic>
      </p:graphicFrame>
    </p:spTree>
    <p:extLst>
      <p:ext uri="{BB962C8B-B14F-4D97-AF65-F5344CB8AC3E}">
        <p14:creationId xmlns:p14="http://schemas.microsoft.com/office/powerpoint/2010/main" val="387935062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Slide Number Placeholder 14">
            <a:extLst>
              <a:ext uri="{FF2B5EF4-FFF2-40B4-BE49-F238E27FC236}">
                <a16:creationId xmlns:a16="http://schemas.microsoft.com/office/drawing/2014/main" id="{A722BB9B-CDBC-5AE2-8035-D007E7AEE474}"/>
              </a:ext>
            </a:extLst>
          </p:cNvPr>
          <p:cNvSpPr>
            <a:spLocks noGrp="1"/>
          </p:cNvSpPr>
          <p:nvPr>
            <p:ph type="sldNum" sz="quarter" idx="12"/>
          </p:nvPr>
        </p:nvSpPr>
        <p:spPr>
          <a:xfrm>
            <a:off x="5314950" y="9544975"/>
            <a:ext cx="1543050" cy="52740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F1D9CC-7119-45EC-A96C-D8C0660F3AAB}" type="slidenum">
              <a:rPr kumimoji="0" lang="en-GB" sz="9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93</a:t>
            </a:fld>
            <a:endParaRPr kumimoji="0" lang="en-GB" sz="9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2" name="Table 1">
            <a:extLst>
              <a:ext uri="{FF2B5EF4-FFF2-40B4-BE49-F238E27FC236}">
                <a16:creationId xmlns:a16="http://schemas.microsoft.com/office/drawing/2014/main" id="{B772889E-999E-1AEE-29D3-453F45BDF3FF}"/>
              </a:ext>
            </a:extLst>
          </p:cNvPr>
          <p:cNvGraphicFramePr>
            <a:graphicFrameLocks noGrp="1"/>
          </p:cNvGraphicFramePr>
          <p:nvPr/>
        </p:nvGraphicFramePr>
        <p:xfrm>
          <a:off x="157160" y="0"/>
          <a:ext cx="6543680" cy="8434840"/>
        </p:xfrm>
        <a:graphic>
          <a:graphicData uri="http://schemas.openxmlformats.org/drawingml/2006/table">
            <a:tbl>
              <a:tblPr firstRow="1" bandRow="1">
                <a:tableStyleId>{5C22544A-7EE6-4342-B048-85BDC9FD1C3A}</a:tableStyleId>
              </a:tblPr>
              <a:tblGrid>
                <a:gridCol w="1635920">
                  <a:extLst>
                    <a:ext uri="{9D8B030D-6E8A-4147-A177-3AD203B41FA5}">
                      <a16:colId xmlns:a16="http://schemas.microsoft.com/office/drawing/2014/main" val="3698336071"/>
                    </a:ext>
                  </a:extLst>
                </a:gridCol>
                <a:gridCol w="1635920">
                  <a:extLst>
                    <a:ext uri="{9D8B030D-6E8A-4147-A177-3AD203B41FA5}">
                      <a16:colId xmlns:a16="http://schemas.microsoft.com/office/drawing/2014/main" val="1261027799"/>
                    </a:ext>
                  </a:extLst>
                </a:gridCol>
                <a:gridCol w="1635920">
                  <a:extLst>
                    <a:ext uri="{9D8B030D-6E8A-4147-A177-3AD203B41FA5}">
                      <a16:colId xmlns:a16="http://schemas.microsoft.com/office/drawing/2014/main" val="785472344"/>
                    </a:ext>
                  </a:extLst>
                </a:gridCol>
                <a:gridCol w="1635920">
                  <a:extLst>
                    <a:ext uri="{9D8B030D-6E8A-4147-A177-3AD203B41FA5}">
                      <a16:colId xmlns:a16="http://schemas.microsoft.com/office/drawing/2014/main" val="81049670"/>
                    </a:ext>
                  </a:extLst>
                </a:gridCol>
              </a:tblGrid>
              <a:tr h="370840">
                <a:tc gridSpan="4">
                  <a:txBody>
                    <a:bodyPr/>
                    <a:lstStyle/>
                    <a:p>
                      <a:r>
                        <a:rPr lang="en-GB" sz="1200" b="0">
                          <a:solidFill>
                            <a:schemeClr val="tx1"/>
                          </a:solidFill>
                        </a:rPr>
                        <a:t>Question 2 continued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90634322"/>
                  </a:ext>
                </a:extLst>
              </a:tr>
              <a:tr h="576000">
                <a:tc>
                  <a:txBody>
                    <a:bodyPr/>
                    <a:lstStyle/>
                    <a:p>
                      <a:r>
                        <a:rPr lang="en-GB" sz="1200" b="1"/>
                        <a:t>Value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1"/>
                        <a:t>Rounded 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1"/>
                        <a:t>Lower Bound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1"/>
                        <a:t>Upper Bound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62488499"/>
                  </a:ext>
                </a:extLst>
              </a:tr>
              <a:tr h="576000">
                <a:tc>
                  <a:txBody>
                    <a:bodyPr/>
                    <a:lstStyle/>
                    <a:p>
                      <a:r>
                        <a:rPr lang="en-GB" sz="1200" b="0"/>
                        <a:t>20.4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t>1 decimal place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12160000"/>
                  </a:ext>
                </a:extLst>
              </a:tr>
              <a:tr h="576000">
                <a:tc>
                  <a:txBody>
                    <a:bodyPr/>
                    <a:lstStyle/>
                    <a:p>
                      <a:r>
                        <a:rPr lang="en-GB" sz="1200" b="0"/>
                        <a:t>28.3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t>1 decimal place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1124713"/>
                  </a:ext>
                </a:extLst>
              </a:tr>
              <a:tr h="576000">
                <a:tc>
                  <a:txBody>
                    <a:bodyPr/>
                    <a:lstStyle/>
                    <a:p>
                      <a:r>
                        <a:rPr lang="en-GB" sz="1200" b="0"/>
                        <a:t>120.2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t>1 decimal place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53370893"/>
                  </a:ext>
                </a:extLst>
              </a:tr>
              <a:tr h="576000">
                <a:tc>
                  <a:txBody>
                    <a:bodyPr/>
                    <a:lstStyle/>
                    <a:p>
                      <a:r>
                        <a:rPr lang="en-GB" sz="1200" b="0"/>
                        <a:t>2.57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t>2 decimal places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53755044"/>
                  </a:ext>
                </a:extLst>
              </a:tr>
              <a:tr h="576000">
                <a:tc>
                  <a:txBody>
                    <a:bodyPr/>
                    <a:lstStyle/>
                    <a:p>
                      <a:r>
                        <a:rPr lang="en-GB" sz="1200" b="0"/>
                        <a:t>8.82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a:t>2 decimal places</a:t>
                      </a:r>
                    </a:p>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49944701"/>
                  </a:ext>
                </a:extLst>
              </a:tr>
              <a:tr h="576000">
                <a:tc>
                  <a:txBody>
                    <a:bodyPr/>
                    <a:lstStyle/>
                    <a:p>
                      <a:r>
                        <a:rPr lang="en-GB" sz="1200" b="0"/>
                        <a:t>34.91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a:t>2 decimal places</a:t>
                      </a:r>
                    </a:p>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97504666"/>
                  </a:ext>
                </a:extLst>
              </a:tr>
              <a:tr h="576000">
                <a:tc>
                  <a:txBody>
                    <a:bodyPr/>
                    <a:lstStyle/>
                    <a:p>
                      <a:r>
                        <a:rPr lang="en-GB" sz="1200" b="0"/>
                        <a:t>0.43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a:t>2 decimal places</a:t>
                      </a:r>
                    </a:p>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18950033"/>
                  </a:ext>
                </a:extLst>
              </a:tr>
              <a:tr h="576000">
                <a:tc>
                  <a:txBody>
                    <a:bodyPr/>
                    <a:lstStyle/>
                    <a:p>
                      <a:r>
                        <a:rPr lang="en-GB" sz="1200" b="0"/>
                        <a:t>9.20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a:t>2 decimal places</a:t>
                      </a:r>
                    </a:p>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23005355"/>
                  </a:ext>
                </a:extLst>
              </a:tr>
              <a:tr h="576000">
                <a:tc>
                  <a:txBody>
                    <a:bodyPr/>
                    <a:lstStyle/>
                    <a:p>
                      <a:r>
                        <a:rPr lang="en-GB" sz="1200" b="0"/>
                        <a:t>4.258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a:t>3 decimal places</a:t>
                      </a:r>
                    </a:p>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28645482"/>
                  </a:ext>
                </a:extLst>
              </a:tr>
              <a:tr h="576000">
                <a:tc>
                  <a:txBody>
                    <a:bodyPr/>
                    <a:lstStyle/>
                    <a:p>
                      <a:r>
                        <a:rPr lang="en-GB" sz="1200" b="0"/>
                        <a:t>6.532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a:t>3 decimal places</a:t>
                      </a:r>
                    </a:p>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73523659"/>
                  </a:ext>
                </a:extLst>
              </a:tr>
              <a:tr h="576000">
                <a:tc>
                  <a:txBody>
                    <a:bodyPr/>
                    <a:lstStyle/>
                    <a:p>
                      <a:r>
                        <a:rPr lang="en-GB" sz="1200" b="0"/>
                        <a:t>18.742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a:t>3 decimal places</a:t>
                      </a:r>
                    </a:p>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56796067"/>
                  </a:ext>
                </a:extLst>
              </a:tr>
              <a:tr h="576000">
                <a:tc>
                  <a:txBody>
                    <a:bodyPr/>
                    <a:lstStyle/>
                    <a:p>
                      <a:r>
                        <a:rPr lang="en-GB" sz="1200" b="0"/>
                        <a:t>0.981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a:t>3 decimal places</a:t>
                      </a:r>
                    </a:p>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04050591"/>
                  </a:ext>
                </a:extLst>
              </a:tr>
              <a:tr h="576000">
                <a:tc>
                  <a:txBody>
                    <a:bodyPr/>
                    <a:lstStyle/>
                    <a:p>
                      <a:r>
                        <a:rPr lang="en-GB" sz="1200" b="0"/>
                        <a:t>4.200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a:t>3 decimal places</a:t>
                      </a:r>
                    </a:p>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2490738"/>
                  </a:ext>
                </a:extLst>
              </a:tr>
            </a:tbl>
          </a:graphicData>
        </a:graphic>
      </p:graphicFrame>
    </p:spTree>
    <p:extLst>
      <p:ext uri="{BB962C8B-B14F-4D97-AF65-F5344CB8AC3E}">
        <p14:creationId xmlns:p14="http://schemas.microsoft.com/office/powerpoint/2010/main" val="114547323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5179732" y="9444444"/>
            <a:ext cx="1543050" cy="52740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F1D9CC-7119-45EC-A96C-D8C0660F3AAB}" type="slidenum">
              <a:rPr kumimoji="0" lang="en-GB" sz="9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94</a:t>
            </a:fld>
            <a:endParaRPr kumimoji="0" lang="en-GB" sz="9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cxnSp>
        <p:nvCxnSpPr>
          <p:cNvPr id="83" name="Straight Connector 82">
            <a:extLst>
              <a:ext uri="{FF2B5EF4-FFF2-40B4-BE49-F238E27FC236}">
                <a16:creationId xmlns:a16="http://schemas.microsoft.com/office/drawing/2014/main" id="{6C6AE656-93C0-EAC0-DAC0-0C1CFF08C85D}"/>
              </a:ext>
            </a:extLst>
          </p:cNvPr>
          <p:cNvCxnSpPr>
            <a:cxnSpLocks/>
          </p:cNvCxnSpPr>
          <p:nvPr/>
        </p:nvCxnSpPr>
        <p:spPr>
          <a:xfrm>
            <a:off x="955419" y="1697507"/>
            <a:ext cx="0" cy="0"/>
          </a:xfrm>
          <a:prstGeom prst="line">
            <a:avLst/>
          </a:prstGeom>
          <a:ln w="28575"/>
        </p:spPr>
        <p:style>
          <a:lnRef idx="1">
            <a:schemeClr val="accent1"/>
          </a:lnRef>
          <a:fillRef idx="0">
            <a:schemeClr val="accent1"/>
          </a:fillRef>
          <a:effectRef idx="0">
            <a:schemeClr val="accent1"/>
          </a:effectRef>
          <a:fontRef idx="minor">
            <a:schemeClr val="tx1"/>
          </a:fontRef>
        </p:style>
      </p:cxnSp>
      <p:graphicFrame>
        <p:nvGraphicFramePr>
          <p:cNvPr id="84" name="Table 83">
            <a:extLst>
              <a:ext uri="{FF2B5EF4-FFF2-40B4-BE49-F238E27FC236}">
                <a16:creationId xmlns:a16="http://schemas.microsoft.com/office/drawing/2014/main" id="{910AD7F0-05F1-E993-B19B-844E7ACACCBD}"/>
              </a:ext>
            </a:extLst>
          </p:cNvPr>
          <p:cNvGraphicFramePr>
            <a:graphicFrameLocks noGrp="1"/>
          </p:cNvGraphicFramePr>
          <p:nvPr/>
        </p:nvGraphicFramePr>
        <p:xfrm>
          <a:off x="157160" y="402753"/>
          <a:ext cx="6543680" cy="3026540"/>
        </p:xfrm>
        <a:graphic>
          <a:graphicData uri="http://schemas.openxmlformats.org/drawingml/2006/table">
            <a:tbl>
              <a:tblPr firstRow="1" bandRow="1">
                <a:tableStyleId>{5C22544A-7EE6-4342-B048-85BDC9FD1C3A}</a:tableStyleId>
              </a:tblPr>
              <a:tblGrid>
                <a:gridCol w="1087440">
                  <a:extLst>
                    <a:ext uri="{9D8B030D-6E8A-4147-A177-3AD203B41FA5}">
                      <a16:colId xmlns:a16="http://schemas.microsoft.com/office/drawing/2014/main" val="1568142362"/>
                    </a:ext>
                  </a:extLst>
                </a:gridCol>
                <a:gridCol w="1778000">
                  <a:extLst>
                    <a:ext uri="{9D8B030D-6E8A-4147-A177-3AD203B41FA5}">
                      <a16:colId xmlns:a16="http://schemas.microsoft.com/office/drawing/2014/main" val="609968388"/>
                    </a:ext>
                  </a:extLst>
                </a:gridCol>
                <a:gridCol w="1778000">
                  <a:extLst>
                    <a:ext uri="{9D8B030D-6E8A-4147-A177-3AD203B41FA5}">
                      <a16:colId xmlns:a16="http://schemas.microsoft.com/office/drawing/2014/main" val="3207776717"/>
                    </a:ext>
                  </a:extLst>
                </a:gridCol>
                <a:gridCol w="1900240">
                  <a:extLst>
                    <a:ext uri="{9D8B030D-6E8A-4147-A177-3AD203B41FA5}">
                      <a16:colId xmlns:a16="http://schemas.microsoft.com/office/drawing/2014/main" val="1889420402"/>
                    </a:ext>
                  </a:extLst>
                </a:gridCol>
              </a:tblGrid>
              <a:tr h="373784">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mn-lt"/>
                          <a:ea typeface="+mn-ea"/>
                          <a:cs typeface="+mn-cs"/>
                        </a:rPr>
                        <a:t>Work out the upper bound and lower bound for…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861558">
                <a:tc>
                  <a:txBody>
                    <a:bodyPr/>
                    <a:lstStyle/>
                    <a:p>
                      <a:pPr marL="0" indent="0">
                        <a:buNone/>
                      </a:pPr>
                      <a:r>
                        <a:rPr lang="en-US" sz="1100"/>
                        <a:t>1. Identify the degree of accuracy stated.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mn-lt"/>
                          <a:ea typeface="+mn-ea"/>
                          <a:cs typeface="+mn-cs"/>
                        </a:rPr>
                        <a:t>A table</a:t>
                      </a:r>
                      <a:r>
                        <a:rPr kumimoji="0" lang="en-US" sz="1100" b="0" i="0" u="none" strike="noStrike" kern="1200" cap="none" spc="0" normalizeH="0" noProof="0">
                          <a:ln>
                            <a:noFill/>
                          </a:ln>
                          <a:solidFill>
                            <a:prstClr val="black"/>
                          </a:solidFill>
                          <a:effectLst/>
                          <a:uLnTx/>
                          <a:uFillTx/>
                          <a:latin typeface="+mn-lt"/>
                          <a:ea typeface="+mn-ea"/>
                          <a:cs typeface="+mn-cs"/>
                        </a:rPr>
                        <a:t> is measured at 300cm long rounded to one significant figure.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mn-lt"/>
                          <a:ea typeface="+mn-ea"/>
                          <a:cs typeface="+mn-cs"/>
                        </a:rPr>
                        <a:t>Find the lower bound and upper bound.</a:t>
                      </a:r>
                      <a:r>
                        <a:rPr kumimoji="0" lang="en-US" sz="1100" b="0" i="0" u="none" strike="noStrike" kern="1200" cap="none" spc="0" normalizeH="0" noProof="0">
                          <a:ln>
                            <a:noFill/>
                          </a:ln>
                          <a:solidFill>
                            <a:prstClr val="black"/>
                          </a:solidFill>
                          <a:effectLst/>
                          <a:uLnTx/>
                          <a:uFillTx/>
                          <a:latin typeface="+mn-lt"/>
                          <a:ea typeface="+mn-ea"/>
                          <a:cs typeface="+mn-cs"/>
                        </a:rPr>
                        <a:t> </a:t>
                      </a:r>
                      <a:endParaRPr kumimoji="0" lang="en-US" sz="11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mn-lt"/>
                          <a:ea typeface="+mn-ea"/>
                          <a:cs typeface="+mn-cs"/>
                        </a:rPr>
                        <a:t>The lower bound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prstClr val="black"/>
                          </a:solidFill>
                          <a:latin typeface="+mn-lt"/>
                        </a:rPr>
                        <a:t>The upper bound =</a:t>
                      </a:r>
                    </a:p>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mn-lt"/>
                          <a:ea typeface="+mn-ea"/>
                          <a:cs typeface="+mn-cs"/>
                        </a:rPr>
                        <a:t>A chair is measured at 46cm</a:t>
                      </a:r>
                      <a:r>
                        <a:rPr kumimoji="0" lang="en-US" sz="1100" b="0" i="0" u="none" strike="noStrike" kern="1200" cap="none" spc="0" normalizeH="0" noProof="0">
                          <a:ln>
                            <a:noFill/>
                          </a:ln>
                          <a:solidFill>
                            <a:prstClr val="black"/>
                          </a:solidFill>
                          <a:effectLst/>
                          <a:uLnTx/>
                          <a:uFillTx/>
                          <a:latin typeface="+mn-lt"/>
                          <a:ea typeface="+mn-ea"/>
                          <a:cs typeface="+mn-cs"/>
                        </a:rPr>
                        <a:t> long rounded to two significant figures.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mn-lt"/>
                          <a:ea typeface="+mn-ea"/>
                          <a:cs typeface="+mn-cs"/>
                        </a:rPr>
                        <a:t>Find the lower bound and upper bound.</a:t>
                      </a: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mn-lt"/>
                          <a:ea typeface="+mn-ea"/>
                          <a:cs typeface="+mn-cs"/>
                        </a:rPr>
                        <a:t>The lower bound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prstClr val="black"/>
                          </a:solidFill>
                          <a:latin typeface="+mn-lt"/>
                        </a:rPr>
                        <a:t>The upper bound =</a:t>
                      </a:r>
                    </a:p>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mn-lt"/>
                          <a:ea typeface="+mn-ea"/>
                          <a:cs typeface="+mn-cs"/>
                        </a:rPr>
                        <a:t>A cupboard is measured at 4300m</a:t>
                      </a:r>
                      <a:r>
                        <a:rPr kumimoji="0" lang="en-US" sz="1100" b="0" i="0" u="none" strike="noStrike" kern="1200" cap="none" spc="0" normalizeH="0" noProof="0">
                          <a:ln>
                            <a:noFill/>
                          </a:ln>
                          <a:solidFill>
                            <a:prstClr val="black"/>
                          </a:solidFill>
                          <a:effectLst/>
                          <a:uLnTx/>
                          <a:uFillTx/>
                          <a:latin typeface="+mn-lt"/>
                          <a:ea typeface="+mn-ea"/>
                          <a:cs typeface="+mn-cs"/>
                        </a:rPr>
                        <a:t> tall rounded to two significant figures.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mn-lt"/>
                          <a:ea typeface="+mn-ea"/>
                          <a:cs typeface="+mn-cs"/>
                        </a:rPr>
                        <a:t>Find the lower bound and upper bound.</a:t>
                      </a: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mn-lt"/>
                          <a:ea typeface="+mn-ea"/>
                          <a:cs typeface="+mn-cs"/>
                        </a:rPr>
                        <a:t>The lower bound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prstClr val="black"/>
                          </a:solidFill>
                          <a:latin typeface="+mn-lt"/>
                        </a:rPr>
                        <a:t>The upper bound =</a:t>
                      </a:r>
                    </a:p>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861558">
                <a:tc>
                  <a:txBody>
                    <a:bodyPr/>
                    <a:lstStyle/>
                    <a:p>
                      <a:pPr marL="0" indent="0">
                        <a:buNone/>
                      </a:pPr>
                      <a:r>
                        <a:rPr lang="en-US" sz="1100"/>
                        <a:t>2. For the lower bound, work out the lowest it could be.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1576845939"/>
                  </a:ext>
                </a:extLst>
              </a:tr>
              <a:tr h="861558">
                <a:tc>
                  <a:txBody>
                    <a:bodyPr/>
                    <a:lstStyle/>
                    <a:p>
                      <a:pPr marL="0" indent="0">
                        <a:buNone/>
                      </a:pPr>
                      <a:r>
                        <a:rPr lang="en-US" sz="1100"/>
                        <a:t>3. For the upper bound, work out the greatest it can be.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66057224"/>
                  </a:ext>
                </a:extLst>
              </a:tr>
            </a:tbl>
          </a:graphicData>
        </a:graphic>
      </p:graphicFrame>
      <p:sp>
        <p:nvSpPr>
          <p:cNvPr id="85" name="Rectangle 84">
            <a:extLst>
              <a:ext uri="{FF2B5EF4-FFF2-40B4-BE49-F238E27FC236}">
                <a16:creationId xmlns:a16="http://schemas.microsoft.com/office/drawing/2014/main" id="{30F39907-770A-FCC7-81E4-9473DF39E64E}"/>
              </a:ext>
            </a:extLst>
          </p:cNvPr>
          <p:cNvSpPr/>
          <p:nvPr/>
        </p:nvSpPr>
        <p:spPr>
          <a:xfrm>
            <a:off x="1346680" y="2311165"/>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6" name="Rectangle 85">
            <a:extLst>
              <a:ext uri="{FF2B5EF4-FFF2-40B4-BE49-F238E27FC236}">
                <a16:creationId xmlns:a16="http://schemas.microsoft.com/office/drawing/2014/main" id="{7FE4C189-C47C-9BC6-2CAD-A9CF666D10D9}"/>
              </a:ext>
            </a:extLst>
          </p:cNvPr>
          <p:cNvSpPr/>
          <p:nvPr/>
        </p:nvSpPr>
        <p:spPr>
          <a:xfrm>
            <a:off x="1346680" y="2906895"/>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7" name="Rectangle 86">
            <a:extLst>
              <a:ext uri="{FF2B5EF4-FFF2-40B4-BE49-F238E27FC236}">
                <a16:creationId xmlns:a16="http://schemas.microsoft.com/office/drawing/2014/main" id="{465BED49-B547-80C5-66D0-BE6C4BED22B1}"/>
              </a:ext>
            </a:extLst>
          </p:cNvPr>
          <p:cNvSpPr/>
          <p:nvPr/>
        </p:nvSpPr>
        <p:spPr>
          <a:xfrm>
            <a:off x="3120883" y="2864551"/>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8" name="Rectangle 87">
            <a:extLst>
              <a:ext uri="{FF2B5EF4-FFF2-40B4-BE49-F238E27FC236}">
                <a16:creationId xmlns:a16="http://schemas.microsoft.com/office/drawing/2014/main" id="{0FE42CDA-88B8-D892-9FD8-6859E899225D}"/>
              </a:ext>
            </a:extLst>
          </p:cNvPr>
          <p:cNvSpPr/>
          <p:nvPr/>
        </p:nvSpPr>
        <p:spPr>
          <a:xfrm>
            <a:off x="3120883" y="2321775"/>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9" name="Rectangle 88">
            <a:extLst>
              <a:ext uri="{FF2B5EF4-FFF2-40B4-BE49-F238E27FC236}">
                <a16:creationId xmlns:a16="http://schemas.microsoft.com/office/drawing/2014/main" id="{69B059DA-EC4C-9F77-405B-695754D2FACD}"/>
              </a:ext>
            </a:extLst>
          </p:cNvPr>
          <p:cNvSpPr/>
          <p:nvPr/>
        </p:nvSpPr>
        <p:spPr>
          <a:xfrm>
            <a:off x="4895086" y="2329994"/>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90" name="Rectangle 89">
            <a:extLst>
              <a:ext uri="{FF2B5EF4-FFF2-40B4-BE49-F238E27FC236}">
                <a16:creationId xmlns:a16="http://schemas.microsoft.com/office/drawing/2014/main" id="{BCB7A618-A1A0-EAA6-566E-E3304D755B31}"/>
              </a:ext>
            </a:extLst>
          </p:cNvPr>
          <p:cNvSpPr/>
          <p:nvPr/>
        </p:nvSpPr>
        <p:spPr>
          <a:xfrm>
            <a:off x="4908628" y="2842461"/>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91" name="TextBox 90">
            <a:extLst>
              <a:ext uri="{FF2B5EF4-FFF2-40B4-BE49-F238E27FC236}">
                <a16:creationId xmlns:a16="http://schemas.microsoft.com/office/drawing/2014/main" id="{AA5AC7FE-9231-675C-171E-80C4838BF78E}"/>
              </a:ext>
            </a:extLst>
          </p:cNvPr>
          <p:cNvSpPr txBox="1"/>
          <p:nvPr/>
        </p:nvSpPr>
        <p:spPr>
          <a:xfrm>
            <a:off x="1522036" y="117056"/>
            <a:ext cx="1410704" cy="276999"/>
          </a:xfrm>
          <a:prstGeom prst="rect">
            <a:avLst/>
          </a:prstGeom>
          <a:noFill/>
          <a:ln>
            <a:noFill/>
          </a:ln>
        </p:spPr>
        <p:txBody>
          <a:bodyPr wrap="square" rtlCol="0">
            <a:spAutoFit/>
          </a:bodyPr>
          <a:lstStyle/>
          <a:p>
            <a:r>
              <a:rPr lang="en-GB" sz="1200" b="1" i="1">
                <a:solidFill>
                  <a:srgbClr val="FF0000"/>
                </a:solidFill>
              </a:rPr>
              <a:t>Example 13 - I do…</a:t>
            </a:r>
          </a:p>
        </p:txBody>
      </p:sp>
      <p:sp>
        <p:nvSpPr>
          <p:cNvPr id="92" name="TextBox 91">
            <a:extLst>
              <a:ext uri="{FF2B5EF4-FFF2-40B4-BE49-F238E27FC236}">
                <a16:creationId xmlns:a16="http://schemas.microsoft.com/office/drawing/2014/main" id="{AB5F82E7-7CA6-35ED-4538-085E8ED06220}"/>
              </a:ext>
            </a:extLst>
          </p:cNvPr>
          <p:cNvSpPr txBox="1"/>
          <p:nvPr/>
        </p:nvSpPr>
        <p:spPr>
          <a:xfrm>
            <a:off x="4940618" y="111843"/>
            <a:ext cx="1643405" cy="276999"/>
          </a:xfrm>
          <a:prstGeom prst="rect">
            <a:avLst/>
          </a:prstGeom>
          <a:noFill/>
          <a:ln>
            <a:noFill/>
          </a:ln>
        </p:spPr>
        <p:txBody>
          <a:bodyPr wrap="square" rtlCol="0">
            <a:spAutoFit/>
          </a:bodyPr>
          <a:lstStyle/>
          <a:p>
            <a:r>
              <a:rPr lang="en-GB" sz="1200" b="1" i="1">
                <a:solidFill>
                  <a:srgbClr val="00B050"/>
                </a:solidFill>
              </a:rPr>
              <a:t>Example 15 – You do…</a:t>
            </a:r>
          </a:p>
        </p:txBody>
      </p:sp>
      <p:sp>
        <p:nvSpPr>
          <p:cNvPr id="93" name="TextBox 92">
            <a:extLst>
              <a:ext uri="{FF2B5EF4-FFF2-40B4-BE49-F238E27FC236}">
                <a16:creationId xmlns:a16="http://schemas.microsoft.com/office/drawing/2014/main" id="{F4DF40EB-837B-84B7-BE56-CCE8719F8475}"/>
              </a:ext>
            </a:extLst>
          </p:cNvPr>
          <p:cNvSpPr txBox="1"/>
          <p:nvPr/>
        </p:nvSpPr>
        <p:spPr>
          <a:xfrm>
            <a:off x="3152873" y="117055"/>
            <a:ext cx="1667605" cy="276999"/>
          </a:xfrm>
          <a:prstGeom prst="rect">
            <a:avLst/>
          </a:prstGeom>
          <a:noFill/>
          <a:ln>
            <a:noFill/>
          </a:ln>
        </p:spPr>
        <p:txBody>
          <a:bodyPr wrap="square" rtlCol="0">
            <a:spAutoFit/>
          </a:bodyPr>
          <a:lstStyle/>
          <a:p>
            <a:r>
              <a:rPr lang="en-GB" sz="1200" b="1" i="1">
                <a:solidFill>
                  <a:schemeClr val="accent2"/>
                </a:solidFill>
              </a:rPr>
              <a:t>Example 14 - We do…</a:t>
            </a:r>
          </a:p>
        </p:txBody>
      </p:sp>
      <p:graphicFrame>
        <p:nvGraphicFramePr>
          <p:cNvPr id="41" name="Table 4">
            <a:extLst>
              <a:ext uri="{FF2B5EF4-FFF2-40B4-BE49-F238E27FC236}">
                <a16:creationId xmlns:a16="http://schemas.microsoft.com/office/drawing/2014/main" id="{D5ACFDF3-5259-E156-8C0E-47570B162B81}"/>
              </a:ext>
            </a:extLst>
          </p:cNvPr>
          <p:cNvGraphicFramePr>
            <a:graphicFrameLocks noGrp="1"/>
          </p:cNvGraphicFramePr>
          <p:nvPr/>
        </p:nvGraphicFramePr>
        <p:xfrm>
          <a:off x="157160" y="4008629"/>
          <a:ext cx="6543680" cy="5518840"/>
        </p:xfrm>
        <a:graphic>
          <a:graphicData uri="http://schemas.openxmlformats.org/drawingml/2006/table">
            <a:tbl>
              <a:tblPr firstRow="1" bandRow="1">
                <a:tableStyleId>{5C22544A-7EE6-4342-B048-85BDC9FD1C3A}</a:tableStyleId>
              </a:tblPr>
              <a:tblGrid>
                <a:gridCol w="1635920">
                  <a:extLst>
                    <a:ext uri="{9D8B030D-6E8A-4147-A177-3AD203B41FA5}">
                      <a16:colId xmlns:a16="http://schemas.microsoft.com/office/drawing/2014/main" val="2883400625"/>
                    </a:ext>
                  </a:extLst>
                </a:gridCol>
                <a:gridCol w="1635920">
                  <a:extLst>
                    <a:ext uri="{9D8B030D-6E8A-4147-A177-3AD203B41FA5}">
                      <a16:colId xmlns:a16="http://schemas.microsoft.com/office/drawing/2014/main" val="3749730281"/>
                    </a:ext>
                  </a:extLst>
                </a:gridCol>
                <a:gridCol w="1635920">
                  <a:extLst>
                    <a:ext uri="{9D8B030D-6E8A-4147-A177-3AD203B41FA5}">
                      <a16:colId xmlns:a16="http://schemas.microsoft.com/office/drawing/2014/main" val="469938388"/>
                    </a:ext>
                  </a:extLst>
                </a:gridCol>
                <a:gridCol w="1635920">
                  <a:extLst>
                    <a:ext uri="{9D8B030D-6E8A-4147-A177-3AD203B41FA5}">
                      <a16:colId xmlns:a16="http://schemas.microsoft.com/office/drawing/2014/main" val="2138273463"/>
                    </a:ext>
                  </a:extLst>
                </a:gridCol>
              </a:tblGrid>
              <a:tr h="370840">
                <a:tc gridSpan="4">
                  <a:txBody>
                    <a:bodyPr/>
                    <a:lstStyle/>
                    <a:p>
                      <a:r>
                        <a:rPr lang="en-GB" sz="1200" b="0">
                          <a:solidFill>
                            <a:schemeClr val="tx1"/>
                          </a:solidFill>
                        </a:rPr>
                        <a:t>Question 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02723375"/>
                  </a:ext>
                </a:extLst>
              </a:tr>
              <a:tr h="468000">
                <a:tc>
                  <a:txBody>
                    <a:bodyPr/>
                    <a:lstStyle/>
                    <a:p>
                      <a:r>
                        <a:rPr lang="en-GB" sz="1200" b="1"/>
                        <a:t>Value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1"/>
                        <a:t>Rounded 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1"/>
                        <a:t>Lower Bound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1"/>
                        <a:t>Upper Bound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07404164"/>
                  </a:ext>
                </a:extLst>
              </a:tr>
              <a:tr h="468000">
                <a:tc>
                  <a:txBody>
                    <a:bodyPr/>
                    <a:lstStyle/>
                    <a:p>
                      <a:r>
                        <a:rPr lang="en-GB" sz="1200" b="0"/>
                        <a:t>4000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t>1 significant figure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92606302"/>
                  </a:ext>
                </a:extLst>
              </a:tr>
              <a:tr h="468000">
                <a:tc>
                  <a:txBody>
                    <a:bodyPr/>
                    <a:lstStyle/>
                    <a:p>
                      <a:r>
                        <a:rPr lang="en-GB" sz="1200" b="0"/>
                        <a:t>5000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t>1 significant figure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45985246"/>
                  </a:ext>
                </a:extLst>
              </a:tr>
              <a:tr h="468000">
                <a:tc>
                  <a:txBody>
                    <a:bodyPr/>
                    <a:lstStyle/>
                    <a:p>
                      <a:r>
                        <a:rPr lang="en-GB" sz="1200" b="0"/>
                        <a:t>6000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t>1 significant figure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7029901"/>
                  </a:ext>
                </a:extLst>
              </a:tr>
              <a:tr h="468000">
                <a:tc>
                  <a:txBody>
                    <a:bodyPr/>
                    <a:lstStyle/>
                    <a:p>
                      <a:r>
                        <a:rPr lang="en-GB" sz="1200" b="0"/>
                        <a:t>600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t>1 significant figure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9084959"/>
                  </a:ext>
                </a:extLst>
              </a:tr>
              <a:tr h="468000">
                <a:tc>
                  <a:txBody>
                    <a:bodyPr/>
                    <a:lstStyle/>
                    <a:p>
                      <a:r>
                        <a:rPr lang="en-GB" sz="1200" b="0"/>
                        <a:t>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t>1 significant figure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33786819"/>
                  </a:ext>
                </a:extLst>
              </a:tr>
              <a:tr h="468000">
                <a:tc>
                  <a:txBody>
                    <a:bodyPr/>
                    <a:lstStyle/>
                    <a:p>
                      <a:r>
                        <a:rPr lang="en-GB" sz="1200" b="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t>1 significant figure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749284"/>
                  </a:ext>
                </a:extLst>
              </a:tr>
              <a:tr h="468000">
                <a:tc>
                  <a:txBody>
                    <a:bodyPr/>
                    <a:lstStyle/>
                    <a:p>
                      <a:r>
                        <a:rPr lang="en-GB" sz="1200" b="0"/>
                        <a:t>5300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t>2 significant figures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80349422"/>
                  </a:ext>
                </a:extLst>
              </a:tr>
              <a:tr h="468000">
                <a:tc>
                  <a:txBody>
                    <a:bodyPr/>
                    <a:lstStyle/>
                    <a:p>
                      <a:r>
                        <a:rPr lang="en-GB" sz="1200" b="0"/>
                        <a:t>5200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a:t>2 significant figures</a:t>
                      </a:r>
                    </a:p>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29859243"/>
                  </a:ext>
                </a:extLst>
              </a:tr>
              <a:tr h="468000">
                <a:tc>
                  <a:txBody>
                    <a:bodyPr/>
                    <a:lstStyle/>
                    <a:p>
                      <a:r>
                        <a:rPr lang="en-GB" sz="1200" b="0"/>
                        <a:t>5100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a:t>2 significant figures</a:t>
                      </a:r>
                    </a:p>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21698252"/>
                  </a:ext>
                </a:extLst>
              </a:tr>
              <a:tr h="468000">
                <a:tc>
                  <a:txBody>
                    <a:bodyPr/>
                    <a:lstStyle/>
                    <a:p>
                      <a:r>
                        <a:rPr lang="en-GB" sz="1200" b="0"/>
                        <a:t>5000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a:t>2 significant figures</a:t>
                      </a:r>
                    </a:p>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44196757"/>
                  </a:ext>
                </a:extLst>
              </a:tr>
            </a:tbl>
          </a:graphicData>
        </a:graphic>
      </p:graphicFrame>
      <p:sp>
        <p:nvSpPr>
          <p:cNvPr id="42" name="Rectangle 41">
            <a:extLst>
              <a:ext uri="{FF2B5EF4-FFF2-40B4-BE49-F238E27FC236}">
                <a16:creationId xmlns:a16="http://schemas.microsoft.com/office/drawing/2014/main" id="{4C4B2C60-AD15-0AC3-92F5-B21508001244}"/>
              </a:ext>
            </a:extLst>
          </p:cNvPr>
          <p:cNvSpPr/>
          <p:nvPr/>
        </p:nvSpPr>
        <p:spPr>
          <a:xfrm>
            <a:off x="157161" y="3572967"/>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spTree>
    <p:extLst>
      <p:ext uri="{BB962C8B-B14F-4D97-AF65-F5344CB8AC3E}">
        <p14:creationId xmlns:p14="http://schemas.microsoft.com/office/powerpoint/2010/main" val="147779962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5179732" y="9444444"/>
            <a:ext cx="1543050" cy="52740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F1D9CC-7119-45EC-A96C-D8C0660F3AAB}" type="slidenum">
              <a:rPr kumimoji="0" lang="en-GB" sz="9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95</a:t>
            </a:fld>
            <a:endParaRPr kumimoji="0" lang="en-GB" sz="9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41" name="Table 4">
            <a:extLst>
              <a:ext uri="{FF2B5EF4-FFF2-40B4-BE49-F238E27FC236}">
                <a16:creationId xmlns:a16="http://schemas.microsoft.com/office/drawing/2014/main" id="{D5ACFDF3-5259-E156-8C0E-47570B162B81}"/>
              </a:ext>
            </a:extLst>
          </p:cNvPr>
          <p:cNvGraphicFramePr>
            <a:graphicFrameLocks noGrp="1"/>
          </p:cNvGraphicFramePr>
          <p:nvPr/>
        </p:nvGraphicFramePr>
        <p:xfrm>
          <a:off x="157160" y="103379"/>
          <a:ext cx="6543680" cy="6696040"/>
        </p:xfrm>
        <a:graphic>
          <a:graphicData uri="http://schemas.openxmlformats.org/drawingml/2006/table">
            <a:tbl>
              <a:tblPr firstRow="1" bandRow="1">
                <a:tableStyleId>{5C22544A-7EE6-4342-B048-85BDC9FD1C3A}</a:tableStyleId>
              </a:tblPr>
              <a:tblGrid>
                <a:gridCol w="1635920">
                  <a:extLst>
                    <a:ext uri="{9D8B030D-6E8A-4147-A177-3AD203B41FA5}">
                      <a16:colId xmlns:a16="http://schemas.microsoft.com/office/drawing/2014/main" val="2883400625"/>
                    </a:ext>
                  </a:extLst>
                </a:gridCol>
                <a:gridCol w="1635920">
                  <a:extLst>
                    <a:ext uri="{9D8B030D-6E8A-4147-A177-3AD203B41FA5}">
                      <a16:colId xmlns:a16="http://schemas.microsoft.com/office/drawing/2014/main" val="3749730281"/>
                    </a:ext>
                  </a:extLst>
                </a:gridCol>
                <a:gridCol w="1635920">
                  <a:extLst>
                    <a:ext uri="{9D8B030D-6E8A-4147-A177-3AD203B41FA5}">
                      <a16:colId xmlns:a16="http://schemas.microsoft.com/office/drawing/2014/main" val="469938388"/>
                    </a:ext>
                  </a:extLst>
                </a:gridCol>
                <a:gridCol w="1635920">
                  <a:extLst>
                    <a:ext uri="{9D8B030D-6E8A-4147-A177-3AD203B41FA5}">
                      <a16:colId xmlns:a16="http://schemas.microsoft.com/office/drawing/2014/main" val="2138273463"/>
                    </a:ext>
                  </a:extLst>
                </a:gridCol>
              </a:tblGrid>
              <a:tr h="370840">
                <a:tc gridSpan="4">
                  <a:txBody>
                    <a:bodyPr/>
                    <a:lstStyle/>
                    <a:p>
                      <a:r>
                        <a:rPr lang="en-GB" sz="1200" b="0">
                          <a:solidFill>
                            <a:schemeClr val="tx1"/>
                          </a:solidFill>
                        </a:rPr>
                        <a:t>Question 3 continued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02723375"/>
                  </a:ext>
                </a:extLst>
              </a:tr>
              <a:tr h="432000">
                <a:tc>
                  <a:txBody>
                    <a:bodyPr/>
                    <a:lstStyle/>
                    <a:p>
                      <a:r>
                        <a:rPr lang="en-GB" sz="1200" b="1"/>
                        <a:t>Value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1"/>
                        <a:t>Rounded 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1"/>
                        <a:t>Lower Bound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1"/>
                        <a:t>Upper Bound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07404164"/>
                  </a:ext>
                </a:extLst>
              </a:tr>
              <a:tr h="432000">
                <a:tc>
                  <a:txBody>
                    <a:bodyPr/>
                    <a:lstStyle/>
                    <a:p>
                      <a:r>
                        <a:rPr lang="en-GB" sz="1200" b="0"/>
                        <a:t>5320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t>3 significant figures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92606302"/>
                  </a:ext>
                </a:extLst>
              </a:tr>
              <a:tr h="432000">
                <a:tc>
                  <a:txBody>
                    <a:bodyPr/>
                    <a:lstStyle/>
                    <a:p>
                      <a:r>
                        <a:rPr lang="en-GB" sz="1200" b="0"/>
                        <a:t>5310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a:t>3 significant figures</a:t>
                      </a:r>
                    </a:p>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45985246"/>
                  </a:ext>
                </a:extLst>
              </a:tr>
              <a:tr h="432000">
                <a:tc>
                  <a:txBody>
                    <a:bodyPr/>
                    <a:lstStyle/>
                    <a:p>
                      <a:r>
                        <a:rPr lang="en-GB" sz="1200" b="0"/>
                        <a:t>5300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a:t>3 significant figures</a:t>
                      </a:r>
                    </a:p>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7029901"/>
                  </a:ext>
                </a:extLst>
              </a:tr>
              <a:tr h="432000">
                <a:tc>
                  <a:txBody>
                    <a:bodyPr/>
                    <a:lstStyle/>
                    <a:p>
                      <a:r>
                        <a:rPr lang="en-GB" sz="1200" b="0"/>
                        <a:t>8000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a:t>3 significant figures</a:t>
                      </a:r>
                    </a:p>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9084959"/>
                  </a:ext>
                </a:extLst>
              </a:tr>
              <a:tr h="432000">
                <a:tc>
                  <a:txBody>
                    <a:bodyPr/>
                    <a:lstStyle/>
                    <a:p>
                      <a:r>
                        <a:rPr lang="en-GB" sz="1200" b="0"/>
                        <a:t>8000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a:t>2 significant figures</a:t>
                      </a:r>
                    </a:p>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33786819"/>
                  </a:ext>
                </a:extLst>
              </a:tr>
              <a:tr h="432000">
                <a:tc>
                  <a:txBody>
                    <a:bodyPr/>
                    <a:lstStyle/>
                    <a:p>
                      <a:r>
                        <a:rPr lang="en-GB" sz="1200" b="0"/>
                        <a:t>8000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a:t>1 significant figure</a:t>
                      </a:r>
                    </a:p>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749284"/>
                  </a:ext>
                </a:extLst>
              </a:tr>
              <a:tr h="432000">
                <a:tc>
                  <a:txBody>
                    <a:bodyPr/>
                    <a:lstStyle/>
                    <a:p>
                      <a:r>
                        <a:rPr lang="en-GB" sz="1200" b="0"/>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a:t>1 significant figure</a:t>
                      </a:r>
                    </a:p>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80349422"/>
                  </a:ext>
                </a:extLst>
              </a:tr>
              <a:tr h="432000">
                <a:tc>
                  <a:txBody>
                    <a:bodyPr/>
                    <a:lstStyle/>
                    <a:p>
                      <a:r>
                        <a:rPr lang="en-GB" sz="1200" b="0"/>
                        <a:t>0.8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a:t>1 significant figure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29859243"/>
                  </a:ext>
                </a:extLst>
              </a:tr>
              <a:tr h="432000">
                <a:tc>
                  <a:txBody>
                    <a:bodyPr/>
                    <a:lstStyle/>
                    <a:p>
                      <a:r>
                        <a:rPr lang="en-GB" sz="1200" b="0"/>
                        <a:t>3.8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a:t>2 significant figures</a:t>
                      </a:r>
                    </a:p>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21698252"/>
                  </a:ext>
                </a:extLst>
              </a:tr>
              <a:tr h="432000">
                <a:tc>
                  <a:txBody>
                    <a:bodyPr/>
                    <a:lstStyle/>
                    <a:p>
                      <a:r>
                        <a:rPr lang="en-GB" sz="1200" b="0"/>
                        <a:t>3.7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a:t>2 significant figures</a:t>
                      </a:r>
                    </a:p>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44196757"/>
                  </a:ext>
                </a:extLst>
              </a:tr>
              <a:tr h="432000">
                <a:tc>
                  <a:txBody>
                    <a:bodyPr/>
                    <a:lstStyle/>
                    <a:p>
                      <a:r>
                        <a:rPr lang="en-GB" sz="1200" b="0"/>
                        <a:t>13.7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a:t>3 significant figures</a:t>
                      </a:r>
                    </a:p>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09134806"/>
                  </a:ext>
                </a:extLst>
              </a:tr>
              <a:tr h="432000">
                <a:tc>
                  <a:txBody>
                    <a:bodyPr/>
                    <a:lstStyle/>
                    <a:p>
                      <a:r>
                        <a:rPr lang="en-GB" sz="1200" b="0"/>
                        <a:t>1.37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a:t>3 significant figures</a:t>
                      </a:r>
                    </a:p>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15546988"/>
                  </a:ext>
                </a:extLst>
              </a:tr>
              <a:tr h="432000">
                <a:tc>
                  <a:txBody>
                    <a:bodyPr/>
                    <a:lstStyle/>
                    <a:p>
                      <a:r>
                        <a:rPr lang="en-GB" sz="1200" b="0"/>
                        <a:t>1.38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a:t>3 significant figures</a:t>
                      </a:r>
                    </a:p>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46451335"/>
                  </a:ext>
                </a:extLst>
              </a:tr>
            </a:tbl>
          </a:graphicData>
        </a:graphic>
      </p:graphicFrame>
      <p:sp>
        <p:nvSpPr>
          <p:cNvPr id="29" name="TextBox 28">
            <a:extLst>
              <a:ext uri="{FF2B5EF4-FFF2-40B4-BE49-F238E27FC236}">
                <a16:creationId xmlns:a16="http://schemas.microsoft.com/office/drawing/2014/main" id="{D0B39793-701A-750D-CD5E-13426B91A525}"/>
              </a:ext>
            </a:extLst>
          </p:cNvPr>
          <p:cNvSpPr txBox="1"/>
          <p:nvPr/>
        </p:nvSpPr>
        <p:spPr>
          <a:xfrm>
            <a:off x="48792" y="6799419"/>
            <a:ext cx="2463367" cy="276999"/>
          </a:xfrm>
          <a:prstGeom prst="rect">
            <a:avLst/>
          </a:prstGeom>
          <a:noFill/>
        </p:spPr>
        <p:txBody>
          <a:bodyPr wrap="none" rtlCol="0">
            <a:spAutoFit/>
          </a:bodyPr>
          <a:lstStyle/>
          <a:p>
            <a:r>
              <a:rPr lang="en-US" sz="1200"/>
              <a:t>Question 4 - Work out the following:</a:t>
            </a:r>
            <a:endParaRPr lang="en-GB" sz="1200"/>
          </a:p>
        </p:txBody>
      </p:sp>
      <p:sp>
        <p:nvSpPr>
          <p:cNvPr id="30" name="TextBox 29">
            <a:extLst>
              <a:ext uri="{FF2B5EF4-FFF2-40B4-BE49-F238E27FC236}">
                <a16:creationId xmlns:a16="http://schemas.microsoft.com/office/drawing/2014/main" id="{B7DC8B2C-7CCE-6098-A871-8215A7E4D793}"/>
              </a:ext>
            </a:extLst>
          </p:cNvPr>
          <p:cNvSpPr txBox="1"/>
          <p:nvPr/>
        </p:nvSpPr>
        <p:spPr>
          <a:xfrm>
            <a:off x="62188" y="7076418"/>
            <a:ext cx="1670010" cy="2462213"/>
          </a:xfrm>
          <a:prstGeom prst="rect">
            <a:avLst/>
          </a:prstGeom>
          <a:noFill/>
          <a:ln>
            <a:solidFill>
              <a:schemeClr val="tx1"/>
            </a:solidFill>
          </a:ln>
        </p:spPr>
        <p:txBody>
          <a:bodyPr wrap="square" rtlCol="0">
            <a:spAutoFit/>
          </a:bodyPr>
          <a:lstStyle/>
          <a:p>
            <a:pPr algn="l"/>
            <a:r>
              <a:rPr lang="en-GB" sz="1100" b="0" i="0" u="none" strike="noStrike" baseline="0">
                <a:solidFill>
                  <a:srgbClr val="000000"/>
                </a:solidFill>
              </a:rPr>
              <a:t>a) Upper and lower bounds of 286 metres to the nearest metre. </a:t>
            </a:r>
          </a:p>
          <a:p>
            <a:pPr algn="l"/>
            <a:endParaRPr lang="en-GB" sz="1100">
              <a:solidFill>
                <a:srgbClr val="000000"/>
              </a:solidFill>
            </a:endParaRPr>
          </a:p>
          <a:p>
            <a:pPr algn="l"/>
            <a:endParaRPr lang="en-GB" sz="1100" b="0" i="0" u="none" strike="noStrike" baseline="0">
              <a:solidFill>
                <a:srgbClr val="000000"/>
              </a:solidFill>
            </a:endParaRPr>
          </a:p>
          <a:p>
            <a:pPr algn="l"/>
            <a:endParaRPr lang="en-GB" sz="1100" b="0" i="0" u="none" strike="noStrike" baseline="0">
              <a:solidFill>
                <a:srgbClr val="000000"/>
              </a:solidFill>
            </a:endParaRPr>
          </a:p>
          <a:p>
            <a:pPr algn="l"/>
            <a:endParaRPr lang="en-GB" sz="1100" b="0" i="0" u="none" strike="noStrike" baseline="0">
              <a:solidFill>
                <a:srgbClr val="000000"/>
              </a:solidFill>
            </a:endParaRPr>
          </a:p>
          <a:p>
            <a:pPr algn="l"/>
            <a:endParaRPr lang="en-GB" sz="1100">
              <a:solidFill>
                <a:srgbClr val="000000"/>
              </a:solidFill>
            </a:endParaRPr>
          </a:p>
          <a:p>
            <a:pPr algn="l"/>
            <a:r>
              <a:rPr lang="en-GB" sz="1100" b="0" i="0" u="none" strike="noStrike" baseline="0">
                <a:solidFill>
                  <a:srgbClr val="000000"/>
                </a:solidFill>
              </a:rPr>
              <a:t>Upper bound = </a:t>
            </a:r>
          </a:p>
          <a:p>
            <a:pPr algn="l"/>
            <a:endParaRPr lang="en-GB" sz="1100">
              <a:solidFill>
                <a:srgbClr val="000000"/>
              </a:solidFill>
            </a:endParaRPr>
          </a:p>
          <a:p>
            <a:pPr algn="l"/>
            <a:endParaRPr lang="en-GB" sz="1100" b="0" i="0" u="none" strike="noStrike" baseline="0">
              <a:solidFill>
                <a:srgbClr val="000000"/>
              </a:solidFill>
            </a:endParaRPr>
          </a:p>
          <a:p>
            <a:pPr algn="l"/>
            <a:r>
              <a:rPr lang="en-GB" sz="1100">
                <a:solidFill>
                  <a:srgbClr val="000000"/>
                </a:solidFill>
              </a:rPr>
              <a:t>Lower bound = </a:t>
            </a:r>
            <a:r>
              <a:rPr lang="en-GB" sz="1100" b="0" i="0" u="none" strike="noStrike" baseline="0">
                <a:solidFill>
                  <a:srgbClr val="000000"/>
                </a:solidFill>
              </a:rPr>
              <a:t>	</a:t>
            </a:r>
          </a:p>
          <a:p>
            <a:endParaRPr lang="en-GB" sz="1100"/>
          </a:p>
          <a:p>
            <a:endParaRPr lang="en-GB" sz="1100"/>
          </a:p>
        </p:txBody>
      </p:sp>
      <p:sp>
        <p:nvSpPr>
          <p:cNvPr id="31" name="Rectangle 30">
            <a:extLst>
              <a:ext uri="{FF2B5EF4-FFF2-40B4-BE49-F238E27FC236}">
                <a16:creationId xmlns:a16="http://schemas.microsoft.com/office/drawing/2014/main" id="{40F4A583-B624-984D-0837-7A1C0D5D4205}"/>
              </a:ext>
            </a:extLst>
          </p:cNvPr>
          <p:cNvSpPr/>
          <p:nvPr/>
        </p:nvSpPr>
        <p:spPr>
          <a:xfrm>
            <a:off x="135122" y="8627464"/>
            <a:ext cx="1352948" cy="335778"/>
          </a:xfrm>
          <a:prstGeom prst="rect">
            <a:avLst/>
          </a:prstGeom>
          <a:noFill/>
          <a:ln w="6350">
            <a:solidFill>
              <a:srgbClr val="FF000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Rectangle 31">
            <a:extLst>
              <a:ext uri="{FF2B5EF4-FFF2-40B4-BE49-F238E27FC236}">
                <a16:creationId xmlns:a16="http://schemas.microsoft.com/office/drawing/2014/main" id="{B032FB58-90AA-8AB4-9C90-27C6F94B46F9}"/>
              </a:ext>
            </a:extLst>
          </p:cNvPr>
          <p:cNvSpPr/>
          <p:nvPr/>
        </p:nvSpPr>
        <p:spPr>
          <a:xfrm>
            <a:off x="135122" y="9168985"/>
            <a:ext cx="1352948" cy="335778"/>
          </a:xfrm>
          <a:prstGeom prst="rect">
            <a:avLst/>
          </a:prstGeom>
          <a:noFill/>
          <a:ln w="6350">
            <a:solidFill>
              <a:srgbClr val="FF000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TextBox 32">
            <a:extLst>
              <a:ext uri="{FF2B5EF4-FFF2-40B4-BE49-F238E27FC236}">
                <a16:creationId xmlns:a16="http://schemas.microsoft.com/office/drawing/2014/main" id="{982FBB35-3341-863C-92D6-5CEC2CD598D9}"/>
              </a:ext>
            </a:extLst>
          </p:cNvPr>
          <p:cNvSpPr txBox="1"/>
          <p:nvPr/>
        </p:nvSpPr>
        <p:spPr>
          <a:xfrm>
            <a:off x="1745594" y="7076418"/>
            <a:ext cx="1670010" cy="2462213"/>
          </a:xfrm>
          <a:prstGeom prst="rect">
            <a:avLst/>
          </a:prstGeom>
          <a:noFill/>
          <a:ln>
            <a:solidFill>
              <a:schemeClr val="tx1"/>
            </a:solidFill>
          </a:ln>
        </p:spPr>
        <p:txBody>
          <a:bodyPr wrap="square" rtlCol="0">
            <a:spAutoFit/>
          </a:bodyPr>
          <a:lstStyle/>
          <a:p>
            <a:pPr algn="l"/>
            <a:r>
              <a:rPr lang="en-GB" sz="1100" b="0" i="0" u="none" strike="noStrike" baseline="0">
                <a:solidFill>
                  <a:srgbClr val="000000"/>
                </a:solidFill>
              </a:rPr>
              <a:t>b) Upper and lower bounds of 21cm to the nearest cm. </a:t>
            </a:r>
          </a:p>
          <a:p>
            <a:pPr algn="l"/>
            <a:endParaRPr lang="en-GB" sz="1100">
              <a:solidFill>
                <a:srgbClr val="000000"/>
              </a:solidFill>
            </a:endParaRPr>
          </a:p>
          <a:p>
            <a:pPr algn="l"/>
            <a:endParaRPr lang="en-GB" sz="1100" b="0" i="0" u="none" strike="noStrike" baseline="0">
              <a:solidFill>
                <a:srgbClr val="000000"/>
              </a:solidFill>
            </a:endParaRPr>
          </a:p>
          <a:p>
            <a:pPr algn="l"/>
            <a:endParaRPr lang="en-GB" sz="1100" b="0" i="0" u="none" strike="noStrike" baseline="0">
              <a:solidFill>
                <a:srgbClr val="000000"/>
              </a:solidFill>
            </a:endParaRPr>
          </a:p>
          <a:p>
            <a:pPr algn="l"/>
            <a:endParaRPr lang="en-GB" sz="1100" b="0" i="0" u="none" strike="noStrike" baseline="0">
              <a:solidFill>
                <a:srgbClr val="000000"/>
              </a:solidFill>
            </a:endParaRPr>
          </a:p>
          <a:p>
            <a:pPr algn="l"/>
            <a:endParaRPr lang="en-GB" sz="1100">
              <a:solidFill>
                <a:srgbClr val="000000"/>
              </a:solidFill>
            </a:endParaRPr>
          </a:p>
          <a:p>
            <a:pPr algn="l"/>
            <a:r>
              <a:rPr lang="en-GB" sz="1100" b="0" i="0" u="none" strike="noStrike" baseline="0">
                <a:solidFill>
                  <a:srgbClr val="000000"/>
                </a:solidFill>
              </a:rPr>
              <a:t>Upper bound = </a:t>
            </a:r>
          </a:p>
          <a:p>
            <a:pPr algn="l"/>
            <a:endParaRPr lang="en-GB" sz="1100">
              <a:solidFill>
                <a:srgbClr val="000000"/>
              </a:solidFill>
            </a:endParaRPr>
          </a:p>
          <a:p>
            <a:pPr algn="l"/>
            <a:endParaRPr lang="en-GB" sz="1100" b="0" i="0" u="none" strike="noStrike" baseline="0">
              <a:solidFill>
                <a:srgbClr val="000000"/>
              </a:solidFill>
            </a:endParaRPr>
          </a:p>
          <a:p>
            <a:pPr algn="l"/>
            <a:r>
              <a:rPr lang="en-GB" sz="1100">
                <a:solidFill>
                  <a:srgbClr val="000000"/>
                </a:solidFill>
              </a:rPr>
              <a:t>Lower bound = </a:t>
            </a:r>
            <a:r>
              <a:rPr lang="en-GB" sz="1100" b="0" i="0" u="none" strike="noStrike" baseline="0">
                <a:solidFill>
                  <a:srgbClr val="000000"/>
                </a:solidFill>
              </a:rPr>
              <a:t>	</a:t>
            </a:r>
          </a:p>
          <a:p>
            <a:endParaRPr lang="en-GB" sz="1100"/>
          </a:p>
          <a:p>
            <a:endParaRPr lang="en-GB" sz="1100"/>
          </a:p>
        </p:txBody>
      </p:sp>
      <p:sp>
        <p:nvSpPr>
          <p:cNvPr id="34" name="Rectangle 33">
            <a:extLst>
              <a:ext uri="{FF2B5EF4-FFF2-40B4-BE49-F238E27FC236}">
                <a16:creationId xmlns:a16="http://schemas.microsoft.com/office/drawing/2014/main" id="{8A076CA1-1672-1378-82B8-033648A2503D}"/>
              </a:ext>
            </a:extLst>
          </p:cNvPr>
          <p:cNvSpPr/>
          <p:nvPr/>
        </p:nvSpPr>
        <p:spPr>
          <a:xfrm>
            <a:off x="1818528" y="8627464"/>
            <a:ext cx="1352948" cy="335778"/>
          </a:xfrm>
          <a:prstGeom prst="rect">
            <a:avLst/>
          </a:prstGeom>
          <a:noFill/>
          <a:ln w="6350">
            <a:solidFill>
              <a:srgbClr val="FF000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Rectangle 34">
            <a:extLst>
              <a:ext uri="{FF2B5EF4-FFF2-40B4-BE49-F238E27FC236}">
                <a16:creationId xmlns:a16="http://schemas.microsoft.com/office/drawing/2014/main" id="{546E9BB9-2C97-6682-1AED-D2657179A42D}"/>
              </a:ext>
            </a:extLst>
          </p:cNvPr>
          <p:cNvSpPr/>
          <p:nvPr/>
        </p:nvSpPr>
        <p:spPr>
          <a:xfrm>
            <a:off x="1818528" y="9168985"/>
            <a:ext cx="1352948" cy="335778"/>
          </a:xfrm>
          <a:prstGeom prst="rect">
            <a:avLst/>
          </a:prstGeom>
          <a:noFill/>
          <a:ln w="6350">
            <a:solidFill>
              <a:srgbClr val="FF000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TextBox 35">
            <a:extLst>
              <a:ext uri="{FF2B5EF4-FFF2-40B4-BE49-F238E27FC236}">
                <a16:creationId xmlns:a16="http://schemas.microsoft.com/office/drawing/2014/main" id="{8D01F984-0FE4-3E48-5749-1DCD558B3F2C}"/>
              </a:ext>
            </a:extLst>
          </p:cNvPr>
          <p:cNvSpPr txBox="1"/>
          <p:nvPr/>
        </p:nvSpPr>
        <p:spPr>
          <a:xfrm>
            <a:off x="3429000" y="7076418"/>
            <a:ext cx="1670010" cy="2462213"/>
          </a:xfrm>
          <a:prstGeom prst="rect">
            <a:avLst/>
          </a:prstGeom>
          <a:noFill/>
          <a:ln>
            <a:solidFill>
              <a:schemeClr val="tx1"/>
            </a:solidFill>
          </a:ln>
        </p:spPr>
        <p:txBody>
          <a:bodyPr wrap="square" rtlCol="0">
            <a:spAutoFit/>
          </a:bodyPr>
          <a:lstStyle/>
          <a:p>
            <a:pPr algn="l"/>
            <a:r>
              <a:rPr lang="en-GB" sz="1100" b="0" i="0" u="none" strike="noStrike" baseline="0">
                <a:solidFill>
                  <a:srgbClr val="000000"/>
                </a:solidFill>
              </a:rPr>
              <a:t>c) Upper and lower bounds of 7.8cm to 1 decimal place. </a:t>
            </a:r>
          </a:p>
          <a:p>
            <a:pPr algn="l"/>
            <a:endParaRPr lang="en-GB" sz="1100">
              <a:solidFill>
                <a:srgbClr val="000000"/>
              </a:solidFill>
            </a:endParaRPr>
          </a:p>
          <a:p>
            <a:pPr algn="l"/>
            <a:endParaRPr lang="en-GB" sz="1100" b="0" i="0" u="none" strike="noStrike" baseline="0">
              <a:solidFill>
                <a:srgbClr val="000000"/>
              </a:solidFill>
            </a:endParaRPr>
          </a:p>
          <a:p>
            <a:pPr algn="l"/>
            <a:endParaRPr lang="en-GB" sz="1100" b="0" i="0" u="none" strike="noStrike" baseline="0">
              <a:solidFill>
                <a:srgbClr val="000000"/>
              </a:solidFill>
            </a:endParaRPr>
          </a:p>
          <a:p>
            <a:pPr algn="l"/>
            <a:endParaRPr lang="en-GB" sz="1100" b="0" i="0" u="none" strike="noStrike" baseline="0">
              <a:solidFill>
                <a:srgbClr val="000000"/>
              </a:solidFill>
            </a:endParaRPr>
          </a:p>
          <a:p>
            <a:pPr algn="l"/>
            <a:endParaRPr lang="en-GB" sz="1100">
              <a:solidFill>
                <a:srgbClr val="000000"/>
              </a:solidFill>
            </a:endParaRPr>
          </a:p>
          <a:p>
            <a:pPr algn="l"/>
            <a:r>
              <a:rPr lang="en-GB" sz="1100" b="0" i="0" u="none" strike="noStrike" baseline="0">
                <a:solidFill>
                  <a:srgbClr val="000000"/>
                </a:solidFill>
              </a:rPr>
              <a:t>Upper bound = </a:t>
            </a:r>
          </a:p>
          <a:p>
            <a:pPr algn="l"/>
            <a:endParaRPr lang="en-GB" sz="1100">
              <a:solidFill>
                <a:srgbClr val="000000"/>
              </a:solidFill>
            </a:endParaRPr>
          </a:p>
          <a:p>
            <a:pPr algn="l"/>
            <a:endParaRPr lang="en-GB" sz="1100" b="0" i="0" u="none" strike="noStrike" baseline="0">
              <a:solidFill>
                <a:srgbClr val="000000"/>
              </a:solidFill>
            </a:endParaRPr>
          </a:p>
          <a:p>
            <a:pPr algn="l"/>
            <a:r>
              <a:rPr lang="en-GB" sz="1100">
                <a:solidFill>
                  <a:srgbClr val="000000"/>
                </a:solidFill>
              </a:rPr>
              <a:t>Lower bound = </a:t>
            </a:r>
            <a:r>
              <a:rPr lang="en-GB" sz="1100" b="0" i="0" u="none" strike="noStrike" baseline="0">
                <a:solidFill>
                  <a:srgbClr val="000000"/>
                </a:solidFill>
              </a:rPr>
              <a:t>	</a:t>
            </a:r>
          </a:p>
          <a:p>
            <a:endParaRPr lang="en-GB" sz="1100"/>
          </a:p>
          <a:p>
            <a:endParaRPr lang="en-GB" sz="1100"/>
          </a:p>
        </p:txBody>
      </p:sp>
      <p:sp>
        <p:nvSpPr>
          <p:cNvPr id="37" name="Rectangle 36">
            <a:extLst>
              <a:ext uri="{FF2B5EF4-FFF2-40B4-BE49-F238E27FC236}">
                <a16:creationId xmlns:a16="http://schemas.microsoft.com/office/drawing/2014/main" id="{ED68CB37-21E1-BF28-C5D3-E9CE78512384}"/>
              </a:ext>
            </a:extLst>
          </p:cNvPr>
          <p:cNvSpPr/>
          <p:nvPr/>
        </p:nvSpPr>
        <p:spPr>
          <a:xfrm>
            <a:off x="3501934" y="8627464"/>
            <a:ext cx="1352948" cy="335778"/>
          </a:xfrm>
          <a:prstGeom prst="rect">
            <a:avLst/>
          </a:prstGeom>
          <a:noFill/>
          <a:ln w="6350">
            <a:solidFill>
              <a:srgbClr val="FF000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Rectangle 37">
            <a:extLst>
              <a:ext uri="{FF2B5EF4-FFF2-40B4-BE49-F238E27FC236}">
                <a16:creationId xmlns:a16="http://schemas.microsoft.com/office/drawing/2014/main" id="{A2768F64-CFE4-48CD-3444-748BEAE87D05}"/>
              </a:ext>
            </a:extLst>
          </p:cNvPr>
          <p:cNvSpPr/>
          <p:nvPr/>
        </p:nvSpPr>
        <p:spPr>
          <a:xfrm>
            <a:off x="3501934" y="9168985"/>
            <a:ext cx="1352948" cy="335778"/>
          </a:xfrm>
          <a:prstGeom prst="rect">
            <a:avLst/>
          </a:prstGeom>
          <a:noFill/>
          <a:ln w="6350">
            <a:solidFill>
              <a:srgbClr val="FF000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TextBox 38">
            <a:extLst>
              <a:ext uri="{FF2B5EF4-FFF2-40B4-BE49-F238E27FC236}">
                <a16:creationId xmlns:a16="http://schemas.microsoft.com/office/drawing/2014/main" id="{95A8A424-10B0-1305-9401-69F9A7556E01}"/>
              </a:ext>
            </a:extLst>
          </p:cNvPr>
          <p:cNvSpPr txBox="1"/>
          <p:nvPr/>
        </p:nvSpPr>
        <p:spPr>
          <a:xfrm>
            <a:off x="5112406" y="7076418"/>
            <a:ext cx="1670010" cy="2462213"/>
          </a:xfrm>
          <a:prstGeom prst="rect">
            <a:avLst/>
          </a:prstGeom>
          <a:noFill/>
          <a:ln>
            <a:solidFill>
              <a:schemeClr val="tx1"/>
            </a:solidFill>
          </a:ln>
        </p:spPr>
        <p:txBody>
          <a:bodyPr wrap="square" rtlCol="0">
            <a:spAutoFit/>
          </a:bodyPr>
          <a:lstStyle/>
          <a:p>
            <a:pPr algn="l"/>
            <a:r>
              <a:rPr lang="en-GB" sz="1100" b="0" i="0" u="none" strike="noStrike" baseline="0">
                <a:solidFill>
                  <a:srgbClr val="000000"/>
                </a:solidFill>
              </a:rPr>
              <a:t>d) Upper and lower bounds of 5.24kg to 2 decimal places. </a:t>
            </a:r>
          </a:p>
          <a:p>
            <a:pPr algn="l"/>
            <a:endParaRPr lang="en-GB" sz="1100" b="0" i="0" u="none" strike="noStrike" baseline="0">
              <a:solidFill>
                <a:srgbClr val="000000"/>
              </a:solidFill>
            </a:endParaRPr>
          </a:p>
          <a:p>
            <a:pPr algn="l"/>
            <a:endParaRPr lang="en-GB" sz="1100">
              <a:solidFill>
                <a:srgbClr val="000000"/>
              </a:solidFill>
            </a:endParaRPr>
          </a:p>
          <a:p>
            <a:pPr algn="l"/>
            <a:endParaRPr lang="en-GB" sz="1100" b="0" i="0" u="none" strike="noStrike" baseline="0">
              <a:solidFill>
                <a:srgbClr val="000000"/>
              </a:solidFill>
            </a:endParaRPr>
          </a:p>
          <a:p>
            <a:pPr algn="l"/>
            <a:endParaRPr lang="en-GB" sz="1100" b="0" i="0" u="none" strike="noStrike" baseline="0">
              <a:solidFill>
                <a:srgbClr val="000000"/>
              </a:solidFill>
            </a:endParaRPr>
          </a:p>
          <a:p>
            <a:pPr algn="l"/>
            <a:endParaRPr lang="en-GB" sz="1100">
              <a:solidFill>
                <a:srgbClr val="000000"/>
              </a:solidFill>
            </a:endParaRPr>
          </a:p>
          <a:p>
            <a:pPr algn="l"/>
            <a:r>
              <a:rPr lang="en-GB" sz="1100" b="0" i="0" u="none" strike="noStrike" baseline="0">
                <a:solidFill>
                  <a:srgbClr val="000000"/>
                </a:solidFill>
              </a:rPr>
              <a:t>Upper bound = </a:t>
            </a:r>
          </a:p>
          <a:p>
            <a:pPr algn="l"/>
            <a:endParaRPr lang="en-GB" sz="1100">
              <a:solidFill>
                <a:srgbClr val="000000"/>
              </a:solidFill>
            </a:endParaRPr>
          </a:p>
          <a:p>
            <a:pPr algn="l"/>
            <a:endParaRPr lang="en-GB" sz="1100" b="0" i="0" u="none" strike="noStrike" baseline="0">
              <a:solidFill>
                <a:srgbClr val="000000"/>
              </a:solidFill>
            </a:endParaRPr>
          </a:p>
          <a:p>
            <a:pPr algn="l"/>
            <a:r>
              <a:rPr lang="en-GB" sz="1100">
                <a:solidFill>
                  <a:srgbClr val="000000"/>
                </a:solidFill>
              </a:rPr>
              <a:t>Lower bound = </a:t>
            </a:r>
            <a:r>
              <a:rPr lang="en-GB" sz="1100" b="0" i="0" u="none" strike="noStrike" baseline="0">
                <a:solidFill>
                  <a:srgbClr val="000000"/>
                </a:solidFill>
              </a:rPr>
              <a:t>	</a:t>
            </a:r>
          </a:p>
          <a:p>
            <a:endParaRPr lang="en-GB" sz="1100"/>
          </a:p>
          <a:p>
            <a:endParaRPr lang="en-GB" sz="1100"/>
          </a:p>
        </p:txBody>
      </p:sp>
      <p:sp>
        <p:nvSpPr>
          <p:cNvPr id="40" name="Rectangle 39">
            <a:extLst>
              <a:ext uri="{FF2B5EF4-FFF2-40B4-BE49-F238E27FC236}">
                <a16:creationId xmlns:a16="http://schemas.microsoft.com/office/drawing/2014/main" id="{090E461F-01C2-13CF-0716-CB90A682C36C}"/>
              </a:ext>
            </a:extLst>
          </p:cNvPr>
          <p:cNvSpPr/>
          <p:nvPr/>
        </p:nvSpPr>
        <p:spPr>
          <a:xfrm>
            <a:off x="5185340" y="8627464"/>
            <a:ext cx="1352948" cy="335778"/>
          </a:xfrm>
          <a:prstGeom prst="rect">
            <a:avLst/>
          </a:prstGeom>
          <a:noFill/>
          <a:ln w="6350">
            <a:solidFill>
              <a:srgbClr val="FF000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Rectangle 42">
            <a:extLst>
              <a:ext uri="{FF2B5EF4-FFF2-40B4-BE49-F238E27FC236}">
                <a16:creationId xmlns:a16="http://schemas.microsoft.com/office/drawing/2014/main" id="{9B78F63D-514E-18A3-090D-38C2A0B97B63}"/>
              </a:ext>
            </a:extLst>
          </p:cNvPr>
          <p:cNvSpPr/>
          <p:nvPr/>
        </p:nvSpPr>
        <p:spPr>
          <a:xfrm>
            <a:off x="5185340" y="9168985"/>
            <a:ext cx="1352948" cy="335778"/>
          </a:xfrm>
          <a:prstGeom prst="rect">
            <a:avLst/>
          </a:prstGeom>
          <a:noFill/>
          <a:ln w="6350">
            <a:solidFill>
              <a:srgbClr val="FF000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045810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TextBox 149"/>
          <p:cNvSpPr txBox="1"/>
          <p:nvPr/>
        </p:nvSpPr>
        <p:spPr>
          <a:xfrm>
            <a:off x="1385887" y="4412146"/>
            <a:ext cx="4086225"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prstClr val="black"/>
                </a:solidFill>
                <a:latin typeface="Calibri" panose="020F0502020204030204"/>
              </a:rPr>
              <a:t>5</a:t>
            </a:r>
            <a:r>
              <a:rPr lang="en-US" sz="1200" b="1">
                <a:solidFill>
                  <a:prstClr val="black"/>
                </a:solidFill>
                <a:latin typeface="Calibri" panose="020F0502020204030204"/>
              </a:rPr>
              <a:t>.</a:t>
            </a:r>
            <a:r>
              <a:rPr kumimoji="0" lang="en-US" sz="1200" b="1" i="0" u="none" strike="noStrike" kern="1200" cap="none" spc="0" normalizeH="0" baseline="0" noProof="0">
                <a:ln>
                  <a:noFill/>
                </a:ln>
                <a:solidFill>
                  <a:prstClr val="black"/>
                </a:solidFill>
                <a:effectLst/>
                <a:uLnTx/>
                <a:uFillTx/>
                <a:latin typeface="Calibri" panose="020F0502020204030204"/>
                <a:ea typeface="+mn-ea"/>
                <a:cs typeface="+mn-cs"/>
              </a:rPr>
              <a:t> </a:t>
            </a: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Fill in the blanks</a:t>
            </a:r>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lide Number Placeholder 11"/>
          <p:cNvSpPr>
            <a:spLocks noGrp="1"/>
          </p:cNvSpPr>
          <p:nvPr>
            <p:ph type="sldNum" sz="quarter" idx="12"/>
          </p:nvPr>
        </p:nvSpPr>
        <p:spPr>
          <a:xfrm>
            <a:off x="5378450" y="9580707"/>
            <a:ext cx="1543050" cy="52740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F1D9CC-7119-45EC-A96C-D8C0660F3AAB}" type="slidenum">
              <a:rPr kumimoji="0" lang="en-GB" sz="9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96</a:t>
            </a:fld>
            <a:endParaRPr kumimoji="0" lang="en-GB" sz="9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2" name="Rectangle 1">
            <a:extLst>
              <a:ext uri="{FF2B5EF4-FFF2-40B4-BE49-F238E27FC236}">
                <a16:creationId xmlns:a16="http://schemas.microsoft.com/office/drawing/2014/main" id="{B85E45F3-141A-9343-1B5F-7F1A6B203A62}"/>
              </a:ext>
            </a:extLst>
          </p:cNvPr>
          <p:cNvSpPr/>
          <p:nvPr/>
        </p:nvSpPr>
        <p:spPr>
          <a:xfrm>
            <a:off x="72327" y="4407868"/>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sp>
        <p:nvSpPr>
          <p:cNvPr id="3" name="Rectangle 2">
            <a:extLst>
              <a:ext uri="{FF2B5EF4-FFF2-40B4-BE49-F238E27FC236}">
                <a16:creationId xmlns:a16="http://schemas.microsoft.com/office/drawing/2014/main" id="{EDFBA9B3-9C1E-08F6-370C-29C7C9C42E83}"/>
              </a:ext>
            </a:extLst>
          </p:cNvPr>
          <p:cNvSpPr/>
          <p:nvPr/>
        </p:nvSpPr>
        <p:spPr>
          <a:xfrm>
            <a:off x="-2848" y="-30862"/>
            <a:ext cx="6691138" cy="39082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a:solidFill>
                  <a:schemeClr val="bg1"/>
                </a:solidFill>
              </a:rPr>
              <a:t>Error intervals</a:t>
            </a:r>
            <a:endParaRPr lang="en-GB" sz="1600">
              <a:solidFill>
                <a:schemeClr val="bg1"/>
              </a:solidFill>
            </a:endParaRPr>
          </a:p>
        </p:txBody>
      </p:sp>
      <p:cxnSp>
        <p:nvCxnSpPr>
          <p:cNvPr id="4" name="Straight Connector 3">
            <a:extLst>
              <a:ext uri="{FF2B5EF4-FFF2-40B4-BE49-F238E27FC236}">
                <a16:creationId xmlns:a16="http://schemas.microsoft.com/office/drawing/2014/main" id="{873FBD00-493E-360E-27C7-F1F23B0B7B08}"/>
              </a:ext>
            </a:extLst>
          </p:cNvPr>
          <p:cNvCxnSpPr>
            <a:cxnSpLocks/>
          </p:cNvCxnSpPr>
          <p:nvPr/>
        </p:nvCxnSpPr>
        <p:spPr>
          <a:xfrm>
            <a:off x="862131" y="1945523"/>
            <a:ext cx="0" cy="0"/>
          </a:xfrm>
          <a:prstGeom prst="line">
            <a:avLst/>
          </a:prstGeom>
          <a:ln w="28575"/>
        </p:spPr>
        <p:style>
          <a:lnRef idx="1">
            <a:schemeClr val="accent1"/>
          </a:lnRef>
          <a:fillRef idx="0">
            <a:schemeClr val="accent1"/>
          </a:fillRef>
          <a:effectRef idx="0">
            <a:schemeClr val="accent1"/>
          </a:effectRef>
          <a:fontRef idx="minor">
            <a:schemeClr val="tx1"/>
          </a:fontRef>
        </p:style>
      </p:cxnSp>
      <p:graphicFrame>
        <p:nvGraphicFramePr>
          <p:cNvPr id="5" name="Table 4">
            <a:extLst>
              <a:ext uri="{FF2B5EF4-FFF2-40B4-BE49-F238E27FC236}">
                <a16:creationId xmlns:a16="http://schemas.microsoft.com/office/drawing/2014/main" id="{9FB8CCA3-CA08-A6D0-E019-6841639D3CA9}"/>
              </a:ext>
            </a:extLst>
          </p:cNvPr>
          <p:cNvGraphicFramePr>
            <a:graphicFrameLocks noGrp="1"/>
          </p:cNvGraphicFramePr>
          <p:nvPr/>
        </p:nvGraphicFramePr>
        <p:xfrm>
          <a:off x="63872" y="650769"/>
          <a:ext cx="6543680" cy="3661329"/>
        </p:xfrm>
        <a:graphic>
          <a:graphicData uri="http://schemas.openxmlformats.org/drawingml/2006/table">
            <a:tbl>
              <a:tblPr firstRow="1" bandRow="1">
                <a:tableStyleId>{5C22544A-7EE6-4342-B048-85BDC9FD1C3A}</a:tableStyleId>
              </a:tblPr>
              <a:tblGrid>
                <a:gridCol w="1087440">
                  <a:extLst>
                    <a:ext uri="{9D8B030D-6E8A-4147-A177-3AD203B41FA5}">
                      <a16:colId xmlns:a16="http://schemas.microsoft.com/office/drawing/2014/main" val="1568142362"/>
                    </a:ext>
                  </a:extLst>
                </a:gridCol>
                <a:gridCol w="1778000">
                  <a:extLst>
                    <a:ext uri="{9D8B030D-6E8A-4147-A177-3AD203B41FA5}">
                      <a16:colId xmlns:a16="http://schemas.microsoft.com/office/drawing/2014/main" val="609968388"/>
                    </a:ext>
                  </a:extLst>
                </a:gridCol>
                <a:gridCol w="1778000">
                  <a:extLst>
                    <a:ext uri="{9D8B030D-6E8A-4147-A177-3AD203B41FA5}">
                      <a16:colId xmlns:a16="http://schemas.microsoft.com/office/drawing/2014/main" val="3207776717"/>
                    </a:ext>
                  </a:extLst>
                </a:gridCol>
                <a:gridCol w="1900240">
                  <a:extLst>
                    <a:ext uri="{9D8B030D-6E8A-4147-A177-3AD203B41FA5}">
                      <a16:colId xmlns:a16="http://schemas.microsoft.com/office/drawing/2014/main" val="1889420402"/>
                    </a:ext>
                  </a:extLst>
                </a:gridCol>
              </a:tblGrid>
              <a:tr h="285669">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mn-lt"/>
                          <a:ea typeface="+mn-ea"/>
                          <a:cs typeface="+mn-cs"/>
                        </a:rPr>
                        <a:t>Work out the error interval for…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658460">
                <a:tc>
                  <a:txBody>
                    <a:bodyPr/>
                    <a:lstStyle/>
                    <a:p>
                      <a:pPr marL="0" indent="0">
                        <a:buNone/>
                      </a:pPr>
                      <a:r>
                        <a:rPr lang="en-US" sz="1100"/>
                        <a:t>1. Identify the degree of accuracy stated.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mn-lt"/>
                          <a:ea typeface="+mn-ea"/>
                          <a:cs typeface="+mn-cs"/>
                        </a:rPr>
                        <a:t>What is the error interval of 62 kg, measured to the nearest kg?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mn-lt"/>
                          <a:ea typeface="+mn-ea"/>
                          <a:cs typeface="+mn-cs"/>
                        </a:rPr>
                        <a:t>Lower bound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prstClr val="black"/>
                          </a:solidFill>
                          <a:latin typeface="+mn-lt"/>
                        </a:rPr>
                        <a:t>Upper bound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prstClr val="black"/>
                          </a:solidFill>
                          <a:latin typeface="+mn-lt"/>
                        </a:rPr>
                        <a:t>Error interval</a:t>
                      </a:r>
                    </a:p>
                    <a:p>
                      <a:pPr marL="0" indent="0">
                        <a:buNone/>
                      </a:pPr>
                      <a:endParaRPr lang="en-US" sz="1200">
                        <a:solidFill>
                          <a:schemeClr val="tx1"/>
                        </a:solidFill>
                      </a:endParaRPr>
                    </a:p>
                    <a:p>
                      <a:pPr marL="0" indent="0">
                        <a:buNone/>
                      </a:pPr>
                      <a:endParaRPr lang="en-US" sz="1200">
                        <a:solidFill>
                          <a:schemeClr val="tx1"/>
                        </a:solidFill>
                      </a:endParaRPr>
                    </a:p>
                    <a:p>
                      <a:pPr marL="0" indent="0">
                        <a:buNone/>
                      </a:pPr>
                      <a:endParaRPr lang="en-US"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mn-lt"/>
                          <a:ea typeface="+mn-ea"/>
                          <a:cs typeface="+mn-cs"/>
                        </a:rPr>
                        <a:t>What is the error interval of </a:t>
                      </a:r>
                      <a:r>
                        <a:rPr lang="en-US" sz="1200">
                          <a:solidFill>
                            <a:prstClr val="black"/>
                          </a:solidFill>
                          <a:latin typeface="+mn-lt"/>
                        </a:rPr>
                        <a:t>285</a:t>
                      </a:r>
                      <a:r>
                        <a:rPr kumimoji="0" lang="en-US" sz="1200" b="0" i="0" u="none" strike="noStrike" kern="1200" cap="none" spc="0" normalizeH="0" baseline="0" noProof="0">
                          <a:ln>
                            <a:noFill/>
                          </a:ln>
                          <a:solidFill>
                            <a:prstClr val="black"/>
                          </a:solidFill>
                          <a:effectLst/>
                          <a:uLnTx/>
                          <a:uFillTx/>
                          <a:latin typeface="+mn-lt"/>
                          <a:ea typeface="+mn-ea"/>
                          <a:cs typeface="+mn-cs"/>
                        </a:rPr>
                        <a:t> g, measured to the nearest 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mn-lt"/>
                          <a:ea typeface="+mn-ea"/>
                          <a:cs typeface="+mn-cs"/>
                        </a:rPr>
                        <a:t>What is the error interval of 800 cm, rounded</a:t>
                      </a:r>
                      <a:r>
                        <a:rPr kumimoji="0" lang="en-US" sz="1200" b="0" i="0" u="none" strike="noStrike" kern="1200" cap="none" spc="0" normalizeH="0" noProof="0">
                          <a:ln>
                            <a:noFill/>
                          </a:ln>
                          <a:solidFill>
                            <a:prstClr val="black"/>
                          </a:solidFill>
                          <a:effectLst/>
                          <a:uLnTx/>
                          <a:uFillTx/>
                          <a:latin typeface="+mn-lt"/>
                          <a:ea typeface="+mn-ea"/>
                          <a:cs typeface="+mn-cs"/>
                        </a:rPr>
                        <a:t> to the nearest 100?</a:t>
                      </a: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indent="0">
                        <a:buNone/>
                      </a:pPr>
                      <a:endParaRPr lang="en-US"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658460">
                <a:tc>
                  <a:txBody>
                    <a:bodyPr/>
                    <a:lstStyle/>
                    <a:p>
                      <a:pPr marL="0" indent="0">
                        <a:buNone/>
                      </a:pPr>
                      <a:r>
                        <a:rPr lang="en-US" sz="1100"/>
                        <a:t>2. For the lower bound, work out the lowest it could be.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1576845939"/>
                  </a:ext>
                </a:extLst>
              </a:tr>
              <a:tr h="922020">
                <a:tc>
                  <a:txBody>
                    <a:bodyPr/>
                    <a:lstStyle/>
                    <a:p>
                      <a:pPr marL="0" indent="0">
                        <a:buNone/>
                      </a:pPr>
                      <a:r>
                        <a:rPr lang="en-US" sz="1100"/>
                        <a:t>3. For the upper bound, work out the greatest it can be.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66057224"/>
                  </a:ext>
                </a:extLst>
              </a:tr>
              <a:tr h="922020">
                <a:tc>
                  <a:txBody>
                    <a:bodyPr/>
                    <a:lstStyle/>
                    <a:p>
                      <a:pPr marL="0" indent="0">
                        <a:buNone/>
                      </a:pPr>
                      <a:r>
                        <a:rPr lang="en-US" sz="1100"/>
                        <a:t>4. Write these as an error interval.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721016692"/>
                  </a:ext>
                </a:extLst>
              </a:tr>
            </a:tbl>
          </a:graphicData>
        </a:graphic>
      </p:graphicFrame>
      <p:sp>
        <p:nvSpPr>
          <p:cNvPr id="6" name="TextBox 5">
            <a:extLst>
              <a:ext uri="{FF2B5EF4-FFF2-40B4-BE49-F238E27FC236}">
                <a16:creationId xmlns:a16="http://schemas.microsoft.com/office/drawing/2014/main" id="{97D48F79-B88F-FC1D-5446-C1C96E963B0F}"/>
              </a:ext>
            </a:extLst>
          </p:cNvPr>
          <p:cNvSpPr txBox="1"/>
          <p:nvPr/>
        </p:nvSpPr>
        <p:spPr>
          <a:xfrm>
            <a:off x="1396758" y="332033"/>
            <a:ext cx="1410704" cy="276999"/>
          </a:xfrm>
          <a:prstGeom prst="rect">
            <a:avLst/>
          </a:prstGeom>
          <a:noFill/>
          <a:ln>
            <a:noFill/>
          </a:ln>
        </p:spPr>
        <p:txBody>
          <a:bodyPr wrap="square" rtlCol="0">
            <a:spAutoFit/>
          </a:bodyPr>
          <a:lstStyle/>
          <a:p>
            <a:r>
              <a:rPr lang="en-GB" sz="1200" b="1" i="1">
                <a:solidFill>
                  <a:srgbClr val="FF0000"/>
                </a:solidFill>
              </a:rPr>
              <a:t>Example 7 - I do…</a:t>
            </a:r>
          </a:p>
        </p:txBody>
      </p:sp>
      <p:sp>
        <p:nvSpPr>
          <p:cNvPr id="7" name="TextBox 6">
            <a:extLst>
              <a:ext uri="{FF2B5EF4-FFF2-40B4-BE49-F238E27FC236}">
                <a16:creationId xmlns:a16="http://schemas.microsoft.com/office/drawing/2014/main" id="{D88CE26C-766D-BB02-863F-884D793B310C}"/>
              </a:ext>
            </a:extLst>
          </p:cNvPr>
          <p:cNvSpPr txBox="1"/>
          <p:nvPr/>
        </p:nvSpPr>
        <p:spPr>
          <a:xfrm>
            <a:off x="4815340" y="326820"/>
            <a:ext cx="1643405" cy="276999"/>
          </a:xfrm>
          <a:prstGeom prst="rect">
            <a:avLst/>
          </a:prstGeom>
          <a:noFill/>
          <a:ln>
            <a:noFill/>
          </a:ln>
        </p:spPr>
        <p:txBody>
          <a:bodyPr wrap="square" rtlCol="0">
            <a:spAutoFit/>
          </a:bodyPr>
          <a:lstStyle/>
          <a:p>
            <a:r>
              <a:rPr lang="en-GB" sz="1200" b="1" i="1">
                <a:solidFill>
                  <a:srgbClr val="00B050"/>
                </a:solidFill>
              </a:rPr>
              <a:t>Example 9 – You do…</a:t>
            </a:r>
          </a:p>
        </p:txBody>
      </p:sp>
      <p:sp>
        <p:nvSpPr>
          <p:cNvPr id="8" name="TextBox 7">
            <a:extLst>
              <a:ext uri="{FF2B5EF4-FFF2-40B4-BE49-F238E27FC236}">
                <a16:creationId xmlns:a16="http://schemas.microsoft.com/office/drawing/2014/main" id="{6379E8A4-D975-7D1C-53B5-89913506AF50}"/>
              </a:ext>
            </a:extLst>
          </p:cNvPr>
          <p:cNvSpPr txBox="1"/>
          <p:nvPr/>
        </p:nvSpPr>
        <p:spPr>
          <a:xfrm>
            <a:off x="3027595" y="332032"/>
            <a:ext cx="1667605" cy="276999"/>
          </a:xfrm>
          <a:prstGeom prst="rect">
            <a:avLst/>
          </a:prstGeom>
          <a:noFill/>
          <a:ln>
            <a:noFill/>
          </a:ln>
        </p:spPr>
        <p:txBody>
          <a:bodyPr wrap="square" rtlCol="0">
            <a:spAutoFit/>
          </a:bodyPr>
          <a:lstStyle/>
          <a:p>
            <a:r>
              <a:rPr lang="en-GB" sz="1200" b="1" i="1">
                <a:solidFill>
                  <a:schemeClr val="accent2"/>
                </a:solidFill>
              </a:rPr>
              <a:t>Example 8 - We do…</a:t>
            </a:r>
          </a:p>
        </p:txBody>
      </p:sp>
      <p:sp>
        <p:nvSpPr>
          <p:cNvPr id="10" name="Rectangle 9">
            <a:extLst>
              <a:ext uri="{FF2B5EF4-FFF2-40B4-BE49-F238E27FC236}">
                <a16:creationId xmlns:a16="http://schemas.microsoft.com/office/drawing/2014/main" id="{B186E1D2-4C10-A3FE-9DEC-8C74B59087FD}"/>
              </a:ext>
            </a:extLst>
          </p:cNvPr>
          <p:cNvSpPr/>
          <p:nvPr/>
        </p:nvSpPr>
        <p:spPr>
          <a:xfrm>
            <a:off x="1253392" y="2477623"/>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8" name="Rectangle 17">
            <a:extLst>
              <a:ext uri="{FF2B5EF4-FFF2-40B4-BE49-F238E27FC236}">
                <a16:creationId xmlns:a16="http://schemas.microsoft.com/office/drawing/2014/main" id="{40C0851B-A73D-067A-79E2-B1D736F55979}"/>
              </a:ext>
            </a:extLst>
          </p:cNvPr>
          <p:cNvSpPr/>
          <p:nvPr/>
        </p:nvSpPr>
        <p:spPr>
          <a:xfrm>
            <a:off x="1253392" y="3079101"/>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4" name="Rectangle 23">
            <a:extLst>
              <a:ext uri="{FF2B5EF4-FFF2-40B4-BE49-F238E27FC236}">
                <a16:creationId xmlns:a16="http://schemas.microsoft.com/office/drawing/2014/main" id="{54D23599-2A16-0298-B585-E53AFBE8A817}"/>
              </a:ext>
            </a:extLst>
          </p:cNvPr>
          <p:cNvSpPr/>
          <p:nvPr/>
        </p:nvSpPr>
        <p:spPr>
          <a:xfrm>
            <a:off x="1210281" y="3851641"/>
            <a:ext cx="1659920"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5" name="Rectangle 24">
            <a:extLst>
              <a:ext uri="{FF2B5EF4-FFF2-40B4-BE49-F238E27FC236}">
                <a16:creationId xmlns:a16="http://schemas.microsoft.com/office/drawing/2014/main" id="{F72982A7-2D3F-1DBA-4E3C-FC0EF71FF68E}"/>
              </a:ext>
            </a:extLst>
          </p:cNvPr>
          <p:cNvSpPr/>
          <p:nvPr/>
        </p:nvSpPr>
        <p:spPr>
          <a:xfrm>
            <a:off x="2968294" y="3863017"/>
            <a:ext cx="1659920"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6" name="Rectangle 25">
            <a:extLst>
              <a:ext uri="{FF2B5EF4-FFF2-40B4-BE49-F238E27FC236}">
                <a16:creationId xmlns:a16="http://schemas.microsoft.com/office/drawing/2014/main" id="{E5243336-CF1B-5DED-8B6D-811D422C5DAF}"/>
              </a:ext>
            </a:extLst>
          </p:cNvPr>
          <p:cNvSpPr/>
          <p:nvPr/>
        </p:nvSpPr>
        <p:spPr>
          <a:xfrm>
            <a:off x="4798825" y="3863017"/>
            <a:ext cx="1659920"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mc:AlternateContent xmlns:mc="http://schemas.openxmlformats.org/markup-compatibility/2006" xmlns:a14="http://schemas.microsoft.com/office/drawing/2010/main">
        <mc:Choice Requires="a14">
          <p:graphicFrame>
            <p:nvGraphicFramePr>
              <p:cNvPr id="27" name="Table 26">
                <a:extLst>
                  <a:ext uri="{FF2B5EF4-FFF2-40B4-BE49-F238E27FC236}">
                    <a16:creationId xmlns:a16="http://schemas.microsoft.com/office/drawing/2014/main" id="{E9CCF660-90AC-6786-E581-0ABAC584B45F}"/>
                  </a:ext>
                </a:extLst>
              </p:cNvPr>
              <p:cNvGraphicFramePr>
                <a:graphicFrameLocks noGrp="1"/>
              </p:cNvGraphicFramePr>
              <p:nvPr/>
            </p:nvGraphicFramePr>
            <p:xfrm>
              <a:off x="165529" y="4823795"/>
              <a:ext cx="6442023" cy="4756912"/>
            </p:xfrm>
            <a:graphic>
              <a:graphicData uri="http://schemas.openxmlformats.org/drawingml/2006/table">
                <a:tbl>
                  <a:tblPr firstRow="1" firstCol="1" bandRow="1">
                    <a:tableStyleId>{5C22544A-7EE6-4342-B048-85BDC9FD1C3A}</a:tableStyleId>
                  </a:tblPr>
                  <a:tblGrid>
                    <a:gridCol w="850054">
                      <a:extLst>
                        <a:ext uri="{9D8B030D-6E8A-4147-A177-3AD203B41FA5}">
                          <a16:colId xmlns:a16="http://schemas.microsoft.com/office/drawing/2014/main" val="3943433533"/>
                        </a:ext>
                      </a:extLst>
                    </a:gridCol>
                    <a:gridCol w="1668350">
                      <a:extLst>
                        <a:ext uri="{9D8B030D-6E8A-4147-A177-3AD203B41FA5}">
                          <a16:colId xmlns:a16="http://schemas.microsoft.com/office/drawing/2014/main" val="2174510615"/>
                        </a:ext>
                      </a:extLst>
                    </a:gridCol>
                    <a:gridCol w="996396">
                      <a:extLst>
                        <a:ext uri="{9D8B030D-6E8A-4147-A177-3AD203B41FA5}">
                          <a16:colId xmlns:a16="http://schemas.microsoft.com/office/drawing/2014/main" val="3660280050"/>
                        </a:ext>
                      </a:extLst>
                    </a:gridCol>
                    <a:gridCol w="959404">
                      <a:extLst>
                        <a:ext uri="{9D8B030D-6E8A-4147-A177-3AD203B41FA5}">
                          <a16:colId xmlns:a16="http://schemas.microsoft.com/office/drawing/2014/main" val="1884859641"/>
                        </a:ext>
                      </a:extLst>
                    </a:gridCol>
                    <a:gridCol w="1967819">
                      <a:extLst>
                        <a:ext uri="{9D8B030D-6E8A-4147-A177-3AD203B41FA5}">
                          <a16:colId xmlns:a16="http://schemas.microsoft.com/office/drawing/2014/main" val="1497501360"/>
                        </a:ext>
                      </a:extLst>
                    </a:gridCol>
                  </a:tblGrid>
                  <a:tr h="0">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m:rPr>
                                    <m:sty m:val="p"/>
                                  </m:rPr>
                                  <a:rPr lang="en-US" sz="1200" i="0" smtClean="0">
                                    <a:solidFill>
                                      <a:schemeClr val="tx1"/>
                                    </a:solidFill>
                                    <a:effectLst/>
                                    <a:latin typeface="Cambria Math" panose="02040503050406030204" pitchFamily="18" charset="0"/>
                                  </a:rPr>
                                  <m:t>x</m:t>
                                </m:r>
                              </m:oMath>
                            </m:oMathPara>
                          </a14:m>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Level of Accuracy</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Lower Bound</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Upper Bound</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Error Interval</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09293543"/>
                      </a:ext>
                    </a:extLst>
                  </a:tr>
                  <a:tr h="214132">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US" sz="1200" i="0" smtClean="0">
                                    <a:solidFill>
                                      <a:schemeClr val="tx1"/>
                                    </a:solidFill>
                                    <a:effectLst/>
                                    <a:latin typeface="Cambria Math" panose="02040503050406030204" pitchFamily="18" charset="0"/>
                                  </a:rPr>
                                  <m:t>30 </m:t>
                                </m:r>
                              </m:oMath>
                            </m:oMathPara>
                          </a14:m>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m:rPr>
                                    <m:sty m:val="p"/>
                                  </m:rPr>
                                  <a:rPr lang="en-US" sz="1200" i="0" smtClean="0">
                                    <a:solidFill>
                                      <a:schemeClr val="tx1"/>
                                    </a:solidFill>
                                    <a:effectLst/>
                                    <a:latin typeface="Cambria Math" panose="02040503050406030204" pitchFamily="18" charset="0"/>
                                  </a:rPr>
                                  <m:t>to</m:t>
                                </m:r>
                                <m:r>
                                  <a:rPr lang="en-US" sz="1200" i="0" smtClean="0">
                                    <a:solidFill>
                                      <a:schemeClr val="tx1"/>
                                    </a:solidFill>
                                    <a:effectLst/>
                                    <a:latin typeface="Cambria Math" panose="02040503050406030204" pitchFamily="18" charset="0"/>
                                  </a:rPr>
                                  <m:t> </m:t>
                                </m:r>
                                <m:r>
                                  <m:rPr>
                                    <m:sty m:val="p"/>
                                  </m:rPr>
                                  <a:rPr lang="en-US" sz="1200" i="0" smtClean="0">
                                    <a:solidFill>
                                      <a:schemeClr val="tx1"/>
                                    </a:solidFill>
                                    <a:effectLst/>
                                    <a:latin typeface="Cambria Math" panose="02040503050406030204" pitchFamily="18" charset="0"/>
                                  </a:rPr>
                                  <m:t>the</m:t>
                                </m:r>
                                <m:r>
                                  <a:rPr lang="en-US" sz="1200" i="0" smtClean="0">
                                    <a:solidFill>
                                      <a:schemeClr val="tx1"/>
                                    </a:solidFill>
                                    <a:effectLst/>
                                    <a:latin typeface="Cambria Math" panose="02040503050406030204" pitchFamily="18" charset="0"/>
                                  </a:rPr>
                                  <m:t> </m:t>
                                </m:r>
                                <m:r>
                                  <m:rPr>
                                    <m:sty m:val="p"/>
                                  </m:rPr>
                                  <a:rPr lang="en-US" sz="1200" i="0" smtClean="0">
                                    <a:solidFill>
                                      <a:schemeClr val="tx1"/>
                                    </a:solidFill>
                                    <a:effectLst/>
                                    <a:latin typeface="Cambria Math" panose="02040503050406030204" pitchFamily="18" charset="0"/>
                                  </a:rPr>
                                  <m:t>nearest</m:t>
                                </m:r>
                                <m:r>
                                  <a:rPr lang="en-US" sz="1200" i="0" smtClean="0">
                                    <a:solidFill>
                                      <a:schemeClr val="tx1"/>
                                    </a:solidFill>
                                    <a:effectLst/>
                                    <a:latin typeface="Cambria Math" panose="02040503050406030204" pitchFamily="18" charset="0"/>
                                  </a:rPr>
                                  <m:t> 10</m:t>
                                </m:r>
                              </m:oMath>
                            </m:oMathPara>
                          </a14:m>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US" sz="1200" i="0" smtClean="0">
                                    <a:solidFill>
                                      <a:schemeClr val="tx1"/>
                                    </a:solidFill>
                                    <a:effectLst/>
                                    <a:latin typeface="Cambria Math" panose="02040503050406030204" pitchFamily="18" charset="0"/>
                                  </a:rPr>
                                  <m:t>25</m:t>
                                </m:r>
                              </m:oMath>
                            </m:oMathPara>
                          </a14:m>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US" sz="1200" i="0" smtClean="0">
                                    <a:solidFill>
                                      <a:schemeClr val="tx1"/>
                                    </a:solidFill>
                                    <a:effectLst/>
                                    <a:latin typeface="Cambria Math" panose="02040503050406030204" pitchFamily="18" charset="0"/>
                                  </a:rPr>
                                  <m:t>25≤</m:t>
                                </m:r>
                                <m:r>
                                  <m:rPr>
                                    <m:sty m:val="p"/>
                                  </m:rPr>
                                  <a:rPr lang="en-US" sz="1200" i="0" smtClean="0">
                                    <a:solidFill>
                                      <a:schemeClr val="tx1"/>
                                    </a:solidFill>
                                    <a:effectLst/>
                                    <a:latin typeface="Cambria Math" panose="02040503050406030204" pitchFamily="18" charset="0"/>
                                  </a:rPr>
                                  <m:t>x</m:t>
                                </m:r>
                                <m:r>
                                  <a:rPr lang="en-US" sz="1200" i="0" smtClean="0">
                                    <a:solidFill>
                                      <a:schemeClr val="tx1"/>
                                    </a:solidFill>
                                    <a:effectLst/>
                                    <a:latin typeface="Cambria Math" panose="02040503050406030204" pitchFamily="18" charset="0"/>
                                  </a:rPr>
                                  <m:t>&lt;35</m:t>
                                </m:r>
                              </m:oMath>
                            </m:oMathPara>
                          </a14:m>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6225743"/>
                      </a:ext>
                    </a:extLst>
                  </a:tr>
                  <a:tr h="129010">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US" sz="1200" i="0" smtClean="0">
                                    <a:solidFill>
                                      <a:schemeClr val="tx1"/>
                                    </a:solidFill>
                                    <a:effectLst/>
                                    <a:latin typeface="Cambria Math" panose="02040503050406030204" pitchFamily="18" charset="0"/>
                                  </a:rPr>
                                  <m:t>700</m:t>
                                </m:r>
                              </m:oMath>
                            </m:oMathPara>
                          </a14:m>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m:rPr>
                                    <m:sty m:val="p"/>
                                  </m:rPr>
                                  <a:rPr lang="en-US" sz="1200" i="0" smtClean="0">
                                    <a:solidFill>
                                      <a:schemeClr val="tx1"/>
                                    </a:solidFill>
                                    <a:effectLst/>
                                    <a:latin typeface="Cambria Math" panose="02040503050406030204" pitchFamily="18" charset="0"/>
                                  </a:rPr>
                                  <m:t>to</m:t>
                                </m:r>
                                <m:r>
                                  <a:rPr lang="en-US" sz="1200" i="0" smtClean="0">
                                    <a:solidFill>
                                      <a:schemeClr val="tx1"/>
                                    </a:solidFill>
                                    <a:effectLst/>
                                    <a:latin typeface="Cambria Math" panose="02040503050406030204" pitchFamily="18" charset="0"/>
                                  </a:rPr>
                                  <m:t> </m:t>
                                </m:r>
                                <m:r>
                                  <m:rPr>
                                    <m:sty m:val="p"/>
                                  </m:rPr>
                                  <a:rPr lang="en-US" sz="1200" i="0" smtClean="0">
                                    <a:solidFill>
                                      <a:schemeClr val="tx1"/>
                                    </a:solidFill>
                                    <a:effectLst/>
                                    <a:latin typeface="Cambria Math" panose="02040503050406030204" pitchFamily="18" charset="0"/>
                                  </a:rPr>
                                  <m:t>the</m:t>
                                </m:r>
                                <m:r>
                                  <a:rPr lang="en-US" sz="1200" i="0" smtClean="0">
                                    <a:solidFill>
                                      <a:schemeClr val="tx1"/>
                                    </a:solidFill>
                                    <a:effectLst/>
                                    <a:latin typeface="Cambria Math" panose="02040503050406030204" pitchFamily="18" charset="0"/>
                                  </a:rPr>
                                  <m:t> </m:t>
                                </m:r>
                                <m:r>
                                  <m:rPr>
                                    <m:sty m:val="p"/>
                                  </m:rPr>
                                  <a:rPr lang="en-US" sz="1200" i="0" smtClean="0">
                                    <a:solidFill>
                                      <a:schemeClr val="tx1"/>
                                    </a:solidFill>
                                    <a:effectLst/>
                                    <a:latin typeface="Cambria Math" panose="02040503050406030204" pitchFamily="18" charset="0"/>
                                  </a:rPr>
                                  <m:t>nearest</m:t>
                                </m:r>
                                <m:r>
                                  <a:rPr lang="en-US" sz="1200" i="0" smtClean="0">
                                    <a:solidFill>
                                      <a:schemeClr val="tx1"/>
                                    </a:solidFill>
                                    <a:effectLst/>
                                    <a:latin typeface="Cambria Math" panose="02040503050406030204" pitchFamily="18" charset="0"/>
                                  </a:rPr>
                                  <m:t> 100</m:t>
                                </m:r>
                              </m:oMath>
                            </m:oMathPara>
                          </a14:m>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US" sz="1200" i="0" smtClean="0">
                                    <a:solidFill>
                                      <a:schemeClr val="tx1"/>
                                    </a:solidFill>
                                    <a:effectLst/>
                                    <a:latin typeface="Cambria Math" panose="02040503050406030204" pitchFamily="18" charset="0"/>
                                  </a:rPr>
                                  <m:t>750</m:t>
                                </m:r>
                              </m:oMath>
                            </m:oMathPara>
                          </a14:m>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67275474"/>
                      </a:ext>
                    </a:extLst>
                  </a:tr>
                  <a:tr h="220651">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US" sz="1200" i="0" smtClean="0">
                                    <a:solidFill>
                                      <a:schemeClr val="tx1"/>
                                    </a:solidFill>
                                    <a:effectLst/>
                                    <a:latin typeface="Cambria Math" panose="02040503050406030204" pitchFamily="18" charset="0"/>
                                  </a:rPr>
                                  <m:t>25</m:t>
                                </m:r>
                              </m:oMath>
                            </m:oMathPara>
                          </a14:m>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m:rPr>
                                    <m:sty m:val="p"/>
                                  </m:rPr>
                                  <a:rPr lang="en-US" sz="1200" i="0" smtClean="0">
                                    <a:solidFill>
                                      <a:schemeClr val="tx1"/>
                                    </a:solidFill>
                                    <a:effectLst/>
                                    <a:latin typeface="Cambria Math" panose="02040503050406030204" pitchFamily="18" charset="0"/>
                                  </a:rPr>
                                  <m:t>to</m:t>
                                </m:r>
                                <m:r>
                                  <a:rPr lang="en-US" sz="1200" i="0" smtClean="0">
                                    <a:solidFill>
                                      <a:schemeClr val="tx1"/>
                                    </a:solidFill>
                                    <a:effectLst/>
                                    <a:latin typeface="Cambria Math" panose="02040503050406030204" pitchFamily="18" charset="0"/>
                                  </a:rPr>
                                  <m:t> </m:t>
                                </m:r>
                                <m:r>
                                  <m:rPr>
                                    <m:sty m:val="p"/>
                                  </m:rPr>
                                  <a:rPr lang="en-US" sz="1200" i="0" smtClean="0">
                                    <a:solidFill>
                                      <a:schemeClr val="tx1"/>
                                    </a:solidFill>
                                    <a:effectLst/>
                                    <a:latin typeface="Cambria Math" panose="02040503050406030204" pitchFamily="18" charset="0"/>
                                  </a:rPr>
                                  <m:t>the</m:t>
                                </m:r>
                                <m:r>
                                  <a:rPr lang="en-US" sz="1200" i="0" smtClean="0">
                                    <a:solidFill>
                                      <a:schemeClr val="tx1"/>
                                    </a:solidFill>
                                    <a:effectLst/>
                                    <a:latin typeface="Cambria Math" panose="02040503050406030204" pitchFamily="18" charset="0"/>
                                  </a:rPr>
                                  <m:t> </m:t>
                                </m:r>
                                <m:r>
                                  <m:rPr>
                                    <m:sty m:val="p"/>
                                  </m:rPr>
                                  <a:rPr lang="en-US" sz="1200" i="0" smtClean="0">
                                    <a:solidFill>
                                      <a:schemeClr val="tx1"/>
                                    </a:solidFill>
                                    <a:effectLst/>
                                    <a:latin typeface="Cambria Math" panose="02040503050406030204" pitchFamily="18" charset="0"/>
                                  </a:rPr>
                                  <m:t>nearest</m:t>
                                </m:r>
                                <m:r>
                                  <a:rPr lang="en-US" sz="1200" i="0" smtClean="0">
                                    <a:solidFill>
                                      <a:schemeClr val="tx1"/>
                                    </a:solidFill>
                                    <a:effectLst/>
                                    <a:latin typeface="Cambria Math" panose="02040503050406030204" pitchFamily="18" charset="0"/>
                                  </a:rPr>
                                  <m:t> </m:t>
                                </m:r>
                                <m:r>
                                  <m:rPr>
                                    <m:sty m:val="p"/>
                                  </m:rPr>
                                  <a:rPr lang="en-US" sz="1200" i="0" smtClean="0">
                                    <a:solidFill>
                                      <a:schemeClr val="tx1"/>
                                    </a:solidFill>
                                    <a:effectLst/>
                                    <a:latin typeface="Cambria Math" panose="02040503050406030204" pitchFamily="18" charset="0"/>
                                  </a:rPr>
                                  <m:t>integer</m:t>
                                </m:r>
                              </m:oMath>
                            </m:oMathPara>
                          </a14:m>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US" sz="1200" i="0" smtClean="0">
                                    <a:solidFill>
                                      <a:schemeClr val="tx1"/>
                                    </a:solidFill>
                                    <a:effectLst/>
                                    <a:latin typeface="Cambria Math" panose="02040503050406030204" pitchFamily="18" charset="0"/>
                                  </a:rPr>
                                  <m:t>25.5</m:t>
                                </m:r>
                              </m:oMath>
                            </m:oMathPara>
                          </a14:m>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30157274"/>
                      </a:ext>
                    </a:extLst>
                  </a:tr>
                  <a:tr h="211211">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US" sz="1200" i="0" smtClean="0">
                                    <a:solidFill>
                                      <a:schemeClr val="tx1"/>
                                    </a:solidFill>
                                    <a:effectLst/>
                                    <a:latin typeface="Cambria Math" panose="02040503050406030204" pitchFamily="18" charset="0"/>
                                  </a:rPr>
                                  <m:t>25</m:t>
                                </m:r>
                              </m:oMath>
                            </m:oMathPara>
                          </a14:m>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m:rPr>
                                    <m:sty m:val="p"/>
                                  </m:rPr>
                                  <a:rPr lang="en-US" sz="1200" i="0" smtClean="0">
                                    <a:solidFill>
                                      <a:schemeClr val="tx1"/>
                                    </a:solidFill>
                                    <a:effectLst/>
                                    <a:latin typeface="Cambria Math" panose="02040503050406030204" pitchFamily="18" charset="0"/>
                                  </a:rPr>
                                  <m:t>to</m:t>
                                </m:r>
                                <m:r>
                                  <a:rPr lang="en-US" sz="1200" i="0" smtClean="0">
                                    <a:solidFill>
                                      <a:schemeClr val="tx1"/>
                                    </a:solidFill>
                                    <a:effectLst/>
                                    <a:latin typeface="Cambria Math" panose="02040503050406030204" pitchFamily="18" charset="0"/>
                                  </a:rPr>
                                  <m:t> </m:t>
                                </m:r>
                                <m:r>
                                  <m:rPr>
                                    <m:sty m:val="p"/>
                                  </m:rPr>
                                  <a:rPr lang="en-US" sz="1200" i="0" smtClean="0">
                                    <a:solidFill>
                                      <a:schemeClr val="tx1"/>
                                    </a:solidFill>
                                    <a:effectLst/>
                                    <a:latin typeface="Cambria Math" panose="02040503050406030204" pitchFamily="18" charset="0"/>
                                  </a:rPr>
                                  <m:t>the</m:t>
                                </m:r>
                                <m:r>
                                  <a:rPr lang="en-US" sz="1200" i="0" smtClean="0">
                                    <a:solidFill>
                                      <a:schemeClr val="tx1"/>
                                    </a:solidFill>
                                    <a:effectLst/>
                                    <a:latin typeface="Cambria Math" panose="02040503050406030204" pitchFamily="18" charset="0"/>
                                  </a:rPr>
                                  <m:t> </m:t>
                                </m:r>
                                <m:r>
                                  <m:rPr>
                                    <m:sty m:val="p"/>
                                  </m:rPr>
                                  <a:rPr lang="en-US" sz="1200" i="0" smtClean="0">
                                    <a:solidFill>
                                      <a:schemeClr val="tx1"/>
                                    </a:solidFill>
                                    <a:effectLst/>
                                    <a:latin typeface="Cambria Math" panose="02040503050406030204" pitchFamily="18" charset="0"/>
                                  </a:rPr>
                                  <m:t>nearest</m:t>
                                </m:r>
                                <m:r>
                                  <a:rPr lang="en-US" sz="1200" i="0" smtClean="0">
                                    <a:solidFill>
                                      <a:schemeClr val="tx1"/>
                                    </a:solidFill>
                                    <a:effectLst/>
                                    <a:latin typeface="Cambria Math" panose="02040503050406030204" pitchFamily="18" charset="0"/>
                                  </a:rPr>
                                  <m:t> 5</m:t>
                                </m:r>
                              </m:oMath>
                            </m:oMathPara>
                          </a14:m>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US" sz="1200" i="0" smtClean="0">
                                    <a:solidFill>
                                      <a:schemeClr val="tx1"/>
                                    </a:solidFill>
                                    <a:effectLst/>
                                    <a:latin typeface="Cambria Math" panose="02040503050406030204" pitchFamily="18" charset="0"/>
                                  </a:rPr>
                                  <m:t>22.5</m:t>
                                </m:r>
                              </m:oMath>
                            </m:oMathPara>
                          </a14:m>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95204234"/>
                      </a:ext>
                    </a:extLst>
                  </a:tr>
                  <a:tr h="235637">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US" sz="1200" i="0" smtClean="0">
                                    <a:solidFill>
                                      <a:schemeClr val="tx1"/>
                                    </a:solidFill>
                                    <a:effectLst/>
                                    <a:latin typeface="Cambria Math" panose="02040503050406030204" pitchFamily="18" charset="0"/>
                                  </a:rPr>
                                  <m:t>24000</m:t>
                                </m:r>
                              </m:oMath>
                            </m:oMathPara>
                          </a14:m>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m:rPr>
                                    <m:sty m:val="p"/>
                                  </m:rPr>
                                  <a:rPr lang="en-US" sz="1200" i="0" smtClean="0">
                                    <a:solidFill>
                                      <a:schemeClr val="tx1"/>
                                    </a:solidFill>
                                    <a:effectLst/>
                                    <a:latin typeface="Cambria Math" panose="02040503050406030204" pitchFamily="18" charset="0"/>
                                  </a:rPr>
                                  <m:t>to</m:t>
                                </m:r>
                                <m:r>
                                  <a:rPr lang="en-US" sz="1200" i="0" smtClean="0">
                                    <a:solidFill>
                                      <a:schemeClr val="tx1"/>
                                    </a:solidFill>
                                    <a:effectLst/>
                                    <a:latin typeface="Cambria Math" panose="02040503050406030204" pitchFamily="18" charset="0"/>
                                  </a:rPr>
                                  <m:t> </m:t>
                                </m:r>
                                <m:r>
                                  <m:rPr>
                                    <m:sty m:val="p"/>
                                  </m:rPr>
                                  <a:rPr lang="en-US" sz="1200" i="0" smtClean="0">
                                    <a:solidFill>
                                      <a:schemeClr val="tx1"/>
                                    </a:solidFill>
                                    <a:effectLst/>
                                    <a:latin typeface="Cambria Math" panose="02040503050406030204" pitchFamily="18" charset="0"/>
                                  </a:rPr>
                                  <m:t>the</m:t>
                                </m:r>
                                <m:r>
                                  <a:rPr lang="en-US" sz="1200" i="0" smtClean="0">
                                    <a:solidFill>
                                      <a:schemeClr val="tx1"/>
                                    </a:solidFill>
                                    <a:effectLst/>
                                    <a:latin typeface="Cambria Math" panose="02040503050406030204" pitchFamily="18" charset="0"/>
                                  </a:rPr>
                                  <m:t> </m:t>
                                </m:r>
                                <m:r>
                                  <m:rPr>
                                    <m:sty m:val="p"/>
                                  </m:rPr>
                                  <a:rPr lang="en-US" sz="1200" i="0" smtClean="0">
                                    <a:solidFill>
                                      <a:schemeClr val="tx1"/>
                                    </a:solidFill>
                                    <a:effectLst/>
                                    <a:latin typeface="Cambria Math" panose="02040503050406030204" pitchFamily="18" charset="0"/>
                                  </a:rPr>
                                  <m:t>nearest</m:t>
                                </m:r>
                                <m:r>
                                  <a:rPr lang="en-US" sz="1200" i="0" smtClean="0">
                                    <a:solidFill>
                                      <a:schemeClr val="tx1"/>
                                    </a:solidFill>
                                    <a:effectLst/>
                                    <a:latin typeface="Cambria Math" panose="02040503050406030204" pitchFamily="18" charset="0"/>
                                  </a:rPr>
                                  <m:t> 1000</m:t>
                                </m:r>
                              </m:oMath>
                            </m:oMathPara>
                          </a14:m>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73329376"/>
                      </a:ext>
                    </a:extLst>
                  </a:tr>
                  <a:tr h="217730">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US" sz="1200" i="0" smtClean="0">
                                    <a:solidFill>
                                      <a:schemeClr val="tx1"/>
                                    </a:solidFill>
                                    <a:effectLst/>
                                    <a:latin typeface="Cambria Math" panose="02040503050406030204" pitchFamily="18" charset="0"/>
                                  </a:rPr>
                                  <m:t>7.8</m:t>
                                </m:r>
                              </m:oMath>
                            </m:oMathPara>
                          </a14:m>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m:rPr>
                                    <m:sty m:val="p"/>
                                  </m:rPr>
                                  <a:rPr lang="en-US" sz="1200" i="0" smtClean="0">
                                    <a:solidFill>
                                      <a:schemeClr val="tx1"/>
                                    </a:solidFill>
                                    <a:effectLst/>
                                    <a:latin typeface="Cambria Math" panose="02040503050406030204" pitchFamily="18" charset="0"/>
                                  </a:rPr>
                                  <m:t>to</m:t>
                                </m:r>
                                <m:r>
                                  <a:rPr lang="en-US" sz="1200" i="0" smtClean="0">
                                    <a:solidFill>
                                      <a:schemeClr val="tx1"/>
                                    </a:solidFill>
                                    <a:effectLst/>
                                    <a:latin typeface="Cambria Math" panose="02040503050406030204" pitchFamily="18" charset="0"/>
                                  </a:rPr>
                                  <m:t> </m:t>
                                </m:r>
                                <m:r>
                                  <m:rPr>
                                    <m:sty m:val="p"/>
                                  </m:rPr>
                                  <a:rPr lang="en-US" sz="1200" i="0" smtClean="0">
                                    <a:solidFill>
                                      <a:schemeClr val="tx1"/>
                                    </a:solidFill>
                                    <a:effectLst/>
                                    <a:latin typeface="Cambria Math" panose="02040503050406030204" pitchFamily="18" charset="0"/>
                                  </a:rPr>
                                  <m:t>the</m:t>
                                </m:r>
                                <m:r>
                                  <a:rPr lang="en-US" sz="1200" i="0" smtClean="0">
                                    <a:solidFill>
                                      <a:schemeClr val="tx1"/>
                                    </a:solidFill>
                                    <a:effectLst/>
                                    <a:latin typeface="Cambria Math" panose="02040503050406030204" pitchFamily="18" charset="0"/>
                                  </a:rPr>
                                  <m:t> </m:t>
                                </m:r>
                                <m:r>
                                  <m:rPr>
                                    <m:sty m:val="p"/>
                                  </m:rPr>
                                  <a:rPr lang="en-US" sz="1200" i="0" smtClean="0">
                                    <a:solidFill>
                                      <a:schemeClr val="tx1"/>
                                    </a:solidFill>
                                    <a:effectLst/>
                                    <a:latin typeface="Cambria Math" panose="02040503050406030204" pitchFamily="18" charset="0"/>
                                  </a:rPr>
                                  <m:t>nearest</m:t>
                                </m:r>
                                <m:r>
                                  <a:rPr lang="en-US" sz="1200" i="0" smtClean="0">
                                    <a:solidFill>
                                      <a:schemeClr val="tx1"/>
                                    </a:solidFill>
                                    <a:effectLst/>
                                    <a:latin typeface="Cambria Math" panose="02040503050406030204" pitchFamily="18" charset="0"/>
                                  </a:rPr>
                                  <m:t> 0.1</m:t>
                                </m:r>
                              </m:oMath>
                            </m:oMathPara>
                          </a14:m>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77901999"/>
                      </a:ext>
                    </a:extLst>
                  </a:tr>
                  <a:tr h="191357">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US" sz="1200" i="0" smtClean="0">
                                    <a:solidFill>
                                      <a:schemeClr val="tx1"/>
                                    </a:solidFill>
                                    <a:effectLst/>
                                    <a:latin typeface="Cambria Math" panose="02040503050406030204" pitchFamily="18" charset="0"/>
                                  </a:rPr>
                                  <m:t>360</m:t>
                                </m:r>
                              </m:oMath>
                            </m:oMathPara>
                          </a14:m>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m:rPr>
                                    <m:sty m:val="p"/>
                                  </m:rPr>
                                  <a:rPr lang="en-US" sz="1200" i="0" smtClean="0">
                                    <a:solidFill>
                                      <a:schemeClr val="tx1"/>
                                    </a:solidFill>
                                    <a:effectLst/>
                                    <a:latin typeface="Cambria Math" panose="02040503050406030204" pitchFamily="18" charset="0"/>
                                  </a:rPr>
                                  <m:t>to</m:t>
                                </m:r>
                                <m:r>
                                  <a:rPr lang="en-US" sz="1200" i="0" smtClean="0">
                                    <a:solidFill>
                                      <a:schemeClr val="tx1"/>
                                    </a:solidFill>
                                    <a:effectLst/>
                                    <a:latin typeface="Cambria Math" panose="02040503050406030204" pitchFamily="18" charset="0"/>
                                  </a:rPr>
                                  <m:t> </m:t>
                                </m:r>
                                <m:r>
                                  <m:rPr>
                                    <m:sty m:val="p"/>
                                  </m:rPr>
                                  <a:rPr lang="en-US" sz="1200" i="0" smtClean="0">
                                    <a:solidFill>
                                      <a:schemeClr val="tx1"/>
                                    </a:solidFill>
                                    <a:effectLst/>
                                    <a:latin typeface="Cambria Math" panose="02040503050406030204" pitchFamily="18" charset="0"/>
                                  </a:rPr>
                                  <m:t>the</m:t>
                                </m:r>
                                <m:r>
                                  <a:rPr lang="en-US" sz="1200" i="0" smtClean="0">
                                    <a:solidFill>
                                      <a:schemeClr val="tx1"/>
                                    </a:solidFill>
                                    <a:effectLst/>
                                    <a:latin typeface="Cambria Math" panose="02040503050406030204" pitchFamily="18" charset="0"/>
                                  </a:rPr>
                                  <m:t> </m:t>
                                </m:r>
                                <m:r>
                                  <m:rPr>
                                    <m:sty m:val="p"/>
                                  </m:rPr>
                                  <a:rPr lang="en-US" sz="1200" i="0" smtClean="0">
                                    <a:solidFill>
                                      <a:schemeClr val="tx1"/>
                                    </a:solidFill>
                                    <a:effectLst/>
                                    <a:latin typeface="Cambria Math" panose="02040503050406030204" pitchFamily="18" charset="0"/>
                                  </a:rPr>
                                  <m:t>nearest</m:t>
                                </m:r>
                                <m:r>
                                  <a:rPr lang="en-US" sz="1200" i="0" smtClean="0">
                                    <a:solidFill>
                                      <a:schemeClr val="tx1"/>
                                    </a:solidFill>
                                    <a:effectLst/>
                                    <a:latin typeface="Cambria Math" panose="02040503050406030204" pitchFamily="18" charset="0"/>
                                  </a:rPr>
                                  <m:t> 20</m:t>
                                </m:r>
                              </m:oMath>
                            </m:oMathPara>
                          </a14:m>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88288776"/>
                      </a:ext>
                    </a:extLst>
                  </a:tr>
                  <a:tr h="215783">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US" sz="1200" i="0" smtClean="0">
                                    <a:solidFill>
                                      <a:schemeClr val="tx1"/>
                                    </a:solidFill>
                                    <a:effectLst/>
                                    <a:latin typeface="Cambria Math" panose="02040503050406030204" pitchFamily="18" charset="0"/>
                                  </a:rPr>
                                  <m:t>360</m:t>
                                </m:r>
                              </m:oMath>
                            </m:oMathPara>
                          </a14:m>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m:rPr>
                                    <m:sty m:val="p"/>
                                  </m:rPr>
                                  <a:rPr lang="en-US" sz="1200" i="0" smtClean="0">
                                    <a:solidFill>
                                      <a:schemeClr val="tx1"/>
                                    </a:solidFill>
                                    <a:effectLst/>
                                    <a:latin typeface="Cambria Math" panose="02040503050406030204" pitchFamily="18" charset="0"/>
                                  </a:rPr>
                                  <m:t>to</m:t>
                                </m:r>
                                <m:r>
                                  <a:rPr lang="en-US" sz="1200" i="0" smtClean="0">
                                    <a:solidFill>
                                      <a:schemeClr val="tx1"/>
                                    </a:solidFill>
                                    <a:effectLst/>
                                    <a:latin typeface="Cambria Math" panose="02040503050406030204" pitchFamily="18" charset="0"/>
                                  </a:rPr>
                                  <m:t> </m:t>
                                </m:r>
                                <m:r>
                                  <m:rPr>
                                    <m:sty m:val="p"/>
                                  </m:rPr>
                                  <a:rPr lang="en-US" sz="1200" i="0" smtClean="0">
                                    <a:solidFill>
                                      <a:schemeClr val="tx1"/>
                                    </a:solidFill>
                                    <a:effectLst/>
                                    <a:latin typeface="Cambria Math" panose="02040503050406030204" pitchFamily="18" charset="0"/>
                                  </a:rPr>
                                  <m:t>the</m:t>
                                </m:r>
                                <m:r>
                                  <a:rPr lang="en-US" sz="1200" i="0" smtClean="0">
                                    <a:solidFill>
                                      <a:schemeClr val="tx1"/>
                                    </a:solidFill>
                                    <a:effectLst/>
                                    <a:latin typeface="Cambria Math" panose="02040503050406030204" pitchFamily="18" charset="0"/>
                                  </a:rPr>
                                  <m:t> </m:t>
                                </m:r>
                                <m:r>
                                  <m:rPr>
                                    <m:sty m:val="p"/>
                                  </m:rPr>
                                  <a:rPr lang="en-US" sz="1200" i="0" smtClean="0">
                                    <a:solidFill>
                                      <a:schemeClr val="tx1"/>
                                    </a:solidFill>
                                    <a:effectLst/>
                                    <a:latin typeface="Cambria Math" panose="02040503050406030204" pitchFamily="18" charset="0"/>
                                  </a:rPr>
                                  <m:t>nearest</m:t>
                                </m:r>
                                <m:r>
                                  <a:rPr lang="en-US" sz="1200" i="0" smtClean="0">
                                    <a:solidFill>
                                      <a:schemeClr val="tx1"/>
                                    </a:solidFill>
                                    <a:effectLst/>
                                    <a:latin typeface="Cambria Math" panose="02040503050406030204" pitchFamily="18" charset="0"/>
                                  </a:rPr>
                                  <m:t> </m:t>
                                </m:r>
                                <m:r>
                                  <m:rPr>
                                    <m:sty m:val="p"/>
                                  </m:rPr>
                                  <a:rPr lang="en-US" sz="1200" i="0" smtClean="0">
                                    <a:solidFill>
                                      <a:schemeClr val="tx1"/>
                                    </a:solidFill>
                                    <a:effectLst/>
                                    <a:latin typeface="Cambria Math" panose="02040503050406030204" pitchFamily="18" charset="0"/>
                                  </a:rPr>
                                  <m:t>integer</m:t>
                                </m:r>
                              </m:oMath>
                            </m:oMathPara>
                          </a14:m>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96616019"/>
                      </a:ext>
                    </a:extLst>
                  </a:tr>
                  <a:tr h="138609">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US" sz="1200" i="0" smtClean="0">
                                    <a:solidFill>
                                      <a:schemeClr val="tx1"/>
                                    </a:solidFill>
                                    <a:effectLst/>
                                    <a:latin typeface="Cambria Math" panose="02040503050406030204" pitchFamily="18" charset="0"/>
                                  </a:rPr>
                                  <m:t>6000</m:t>
                                </m:r>
                              </m:oMath>
                            </m:oMathPara>
                          </a14:m>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m:rPr>
                                    <m:sty m:val="p"/>
                                  </m:rPr>
                                  <a:rPr lang="en-US" sz="1200" i="0" smtClean="0">
                                    <a:solidFill>
                                      <a:schemeClr val="tx1"/>
                                    </a:solidFill>
                                    <a:effectLst/>
                                    <a:latin typeface="Cambria Math" panose="02040503050406030204" pitchFamily="18" charset="0"/>
                                  </a:rPr>
                                  <m:t>to</m:t>
                                </m:r>
                                <m:r>
                                  <a:rPr lang="en-US" sz="1200" i="0" smtClean="0">
                                    <a:solidFill>
                                      <a:schemeClr val="tx1"/>
                                    </a:solidFill>
                                    <a:effectLst/>
                                    <a:latin typeface="Cambria Math" panose="02040503050406030204" pitchFamily="18" charset="0"/>
                                  </a:rPr>
                                  <m:t> </m:t>
                                </m:r>
                                <m:r>
                                  <m:rPr>
                                    <m:sty m:val="p"/>
                                  </m:rPr>
                                  <a:rPr lang="en-US" sz="1200" i="0" smtClean="0">
                                    <a:solidFill>
                                      <a:schemeClr val="tx1"/>
                                    </a:solidFill>
                                    <a:effectLst/>
                                    <a:latin typeface="Cambria Math" panose="02040503050406030204" pitchFamily="18" charset="0"/>
                                  </a:rPr>
                                  <m:t>the</m:t>
                                </m:r>
                                <m:r>
                                  <a:rPr lang="en-US" sz="1200" i="0" smtClean="0">
                                    <a:solidFill>
                                      <a:schemeClr val="tx1"/>
                                    </a:solidFill>
                                    <a:effectLst/>
                                    <a:latin typeface="Cambria Math" panose="02040503050406030204" pitchFamily="18" charset="0"/>
                                  </a:rPr>
                                  <m:t> </m:t>
                                </m:r>
                                <m:r>
                                  <m:rPr>
                                    <m:sty m:val="p"/>
                                  </m:rPr>
                                  <a:rPr lang="en-US" sz="1200" i="0" smtClean="0">
                                    <a:solidFill>
                                      <a:schemeClr val="tx1"/>
                                    </a:solidFill>
                                    <a:effectLst/>
                                    <a:latin typeface="Cambria Math" panose="02040503050406030204" pitchFamily="18" charset="0"/>
                                  </a:rPr>
                                  <m:t>nearest</m:t>
                                </m:r>
                                <m:r>
                                  <a:rPr lang="en-US" sz="1200" i="0" smtClean="0">
                                    <a:solidFill>
                                      <a:schemeClr val="tx1"/>
                                    </a:solidFill>
                                    <a:effectLst/>
                                    <a:latin typeface="Cambria Math" panose="02040503050406030204" pitchFamily="18" charset="0"/>
                                  </a:rPr>
                                  <m:t> 100</m:t>
                                </m:r>
                              </m:oMath>
                            </m:oMathPara>
                          </a14:m>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81900776"/>
                      </a:ext>
                    </a:extLst>
                  </a:tr>
                  <a:tr h="163036">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US" sz="1200" i="0" smtClean="0">
                                    <a:solidFill>
                                      <a:schemeClr val="tx1"/>
                                    </a:solidFill>
                                    <a:effectLst/>
                                    <a:latin typeface="Cambria Math" panose="02040503050406030204" pitchFamily="18" charset="0"/>
                                  </a:rPr>
                                  <m:t>200</m:t>
                                </m:r>
                              </m:oMath>
                            </m:oMathPara>
                          </a14:m>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m:rPr>
                                    <m:sty m:val="p"/>
                                  </m:rPr>
                                  <a:rPr lang="en-US" sz="1200" i="0" smtClean="0">
                                    <a:solidFill>
                                      <a:schemeClr val="tx1"/>
                                    </a:solidFill>
                                    <a:effectLst/>
                                    <a:latin typeface="Cambria Math" panose="02040503050406030204" pitchFamily="18" charset="0"/>
                                  </a:rPr>
                                  <m:t>to</m:t>
                                </m:r>
                                <m:r>
                                  <a:rPr lang="en-US" sz="1200" i="0" smtClean="0">
                                    <a:solidFill>
                                      <a:schemeClr val="tx1"/>
                                    </a:solidFill>
                                    <a:effectLst/>
                                    <a:latin typeface="Cambria Math" panose="02040503050406030204" pitchFamily="18" charset="0"/>
                                  </a:rPr>
                                  <m:t> </m:t>
                                </m:r>
                                <m:r>
                                  <m:rPr>
                                    <m:sty m:val="p"/>
                                  </m:rPr>
                                  <a:rPr lang="en-US" sz="1200" i="0" smtClean="0">
                                    <a:solidFill>
                                      <a:schemeClr val="tx1"/>
                                    </a:solidFill>
                                    <a:effectLst/>
                                    <a:latin typeface="Cambria Math" panose="02040503050406030204" pitchFamily="18" charset="0"/>
                                  </a:rPr>
                                  <m:t>the</m:t>
                                </m:r>
                                <m:r>
                                  <a:rPr lang="en-US" sz="1200" i="0" smtClean="0">
                                    <a:solidFill>
                                      <a:schemeClr val="tx1"/>
                                    </a:solidFill>
                                    <a:effectLst/>
                                    <a:latin typeface="Cambria Math" panose="02040503050406030204" pitchFamily="18" charset="0"/>
                                  </a:rPr>
                                  <m:t> </m:t>
                                </m:r>
                                <m:r>
                                  <m:rPr>
                                    <m:sty m:val="p"/>
                                  </m:rPr>
                                  <a:rPr lang="en-US" sz="1200" i="0" smtClean="0">
                                    <a:solidFill>
                                      <a:schemeClr val="tx1"/>
                                    </a:solidFill>
                                    <a:effectLst/>
                                    <a:latin typeface="Cambria Math" panose="02040503050406030204" pitchFamily="18" charset="0"/>
                                  </a:rPr>
                                  <m:t>nearest</m:t>
                                </m:r>
                                <m:r>
                                  <a:rPr lang="en-US" sz="1200" i="0" smtClean="0">
                                    <a:solidFill>
                                      <a:schemeClr val="tx1"/>
                                    </a:solidFill>
                                    <a:effectLst/>
                                    <a:latin typeface="Cambria Math" panose="02040503050406030204" pitchFamily="18" charset="0"/>
                                  </a:rPr>
                                  <m:t> 5</m:t>
                                </m:r>
                              </m:oMath>
                            </m:oMathPara>
                          </a14:m>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61902131"/>
                      </a:ext>
                    </a:extLst>
                  </a:tr>
                  <a:tr h="204395">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US" sz="1200" i="0" smtClean="0">
                                    <a:solidFill>
                                      <a:schemeClr val="tx1"/>
                                    </a:solidFill>
                                    <a:effectLst/>
                                    <a:latin typeface="Cambria Math" panose="02040503050406030204" pitchFamily="18" charset="0"/>
                                  </a:rPr>
                                  <m:t>200</m:t>
                                </m:r>
                              </m:oMath>
                            </m:oMathPara>
                          </a14:m>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m:rPr>
                                    <m:sty m:val="p"/>
                                  </m:rPr>
                                  <a:rPr lang="en-US" sz="1200" i="0" smtClean="0">
                                    <a:solidFill>
                                      <a:schemeClr val="tx1"/>
                                    </a:solidFill>
                                    <a:effectLst/>
                                    <a:latin typeface="Cambria Math" panose="02040503050406030204" pitchFamily="18" charset="0"/>
                                  </a:rPr>
                                  <m:t>to</m:t>
                                </m:r>
                                <m:r>
                                  <a:rPr lang="en-US" sz="1200" i="0" smtClean="0">
                                    <a:solidFill>
                                      <a:schemeClr val="tx1"/>
                                    </a:solidFill>
                                    <a:effectLst/>
                                    <a:latin typeface="Cambria Math" panose="02040503050406030204" pitchFamily="18" charset="0"/>
                                  </a:rPr>
                                  <m:t> </m:t>
                                </m:r>
                                <m:r>
                                  <m:rPr>
                                    <m:sty m:val="p"/>
                                  </m:rPr>
                                  <a:rPr lang="en-US" sz="1200" i="0" smtClean="0">
                                    <a:solidFill>
                                      <a:schemeClr val="tx1"/>
                                    </a:solidFill>
                                    <a:effectLst/>
                                    <a:latin typeface="Cambria Math" panose="02040503050406030204" pitchFamily="18" charset="0"/>
                                  </a:rPr>
                                  <m:t>the</m:t>
                                </m:r>
                                <m:r>
                                  <a:rPr lang="en-US" sz="1200" i="0" smtClean="0">
                                    <a:solidFill>
                                      <a:schemeClr val="tx1"/>
                                    </a:solidFill>
                                    <a:effectLst/>
                                    <a:latin typeface="Cambria Math" panose="02040503050406030204" pitchFamily="18" charset="0"/>
                                  </a:rPr>
                                  <m:t> </m:t>
                                </m:r>
                                <m:r>
                                  <m:rPr>
                                    <m:sty m:val="p"/>
                                  </m:rPr>
                                  <a:rPr lang="en-US" sz="1200" i="0" smtClean="0">
                                    <a:solidFill>
                                      <a:schemeClr val="tx1"/>
                                    </a:solidFill>
                                    <a:effectLst/>
                                    <a:latin typeface="Cambria Math" panose="02040503050406030204" pitchFamily="18" charset="0"/>
                                  </a:rPr>
                                  <m:t>nearest</m:t>
                                </m:r>
                                <m:r>
                                  <a:rPr lang="en-US" sz="1200" i="0" smtClean="0">
                                    <a:solidFill>
                                      <a:schemeClr val="tx1"/>
                                    </a:solidFill>
                                    <a:effectLst/>
                                    <a:latin typeface="Cambria Math" panose="02040503050406030204" pitchFamily="18" charset="0"/>
                                  </a:rPr>
                                  <m:t> 10</m:t>
                                </m:r>
                              </m:oMath>
                            </m:oMathPara>
                          </a14:m>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98207386"/>
                      </a:ext>
                    </a:extLst>
                  </a:tr>
                  <a:tr h="186488">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US" sz="1200" i="0" smtClean="0">
                                    <a:solidFill>
                                      <a:schemeClr val="tx1"/>
                                    </a:solidFill>
                                    <a:effectLst/>
                                    <a:latin typeface="Cambria Math" panose="02040503050406030204" pitchFamily="18" charset="0"/>
                                  </a:rPr>
                                  <m:t>13</m:t>
                                </m:r>
                              </m:oMath>
                            </m:oMathPara>
                          </a14:m>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m:rPr>
                                    <m:sty m:val="p"/>
                                  </m:rPr>
                                  <a:rPr lang="en-US" sz="1200" i="0" smtClean="0">
                                    <a:solidFill>
                                      <a:schemeClr val="tx1"/>
                                    </a:solidFill>
                                    <a:effectLst/>
                                    <a:latin typeface="Cambria Math" panose="02040503050406030204" pitchFamily="18" charset="0"/>
                                  </a:rPr>
                                  <m:t>to</m:t>
                                </m:r>
                                <m:r>
                                  <a:rPr lang="en-US" sz="1200" i="0" smtClean="0">
                                    <a:solidFill>
                                      <a:schemeClr val="tx1"/>
                                    </a:solidFill>
                                    <a:effectLst/>
                                    <a:latin typeface="Cambria Math" panose="02040503050406030204" pitchFamily="18" charset="0"/>
                                  </a:rPr>
                                  <m:t> </m:t>
                                </m:r>
                                <m:r>
                                  <m:rPr>
                                    <m:sty m:val="p"/>
                                  </m:rPr>
                                  <a:rPr lang="en-US" sz="1200" i="0" smtClean="0">
                                    <a:solidFill>
                                      <a:schemeClr val="tx1"/>
                                    </a:solidFill>
                                    <a:effectLst/>
                                    <a:latin typeface="Cambria Math" panose="02040503050406030204" pitchFamily="18" charset="0"/>
                                  </a:rPr>
                                  <m:t>the</m:t>
                                </m:r>
                                <m:r>
                                  <a:rPr lang="en-US" sz="1200" i="0" smtClean="0">
                                    <a:solidFill>
                                      <a:schemeClr val="tx1"/>
                                    </a:solidFill>
                                    <a:effectLst/>
                                    <a:latin typeface="Cambria Math" panose="02040503050406030204" pitchFamily="18" charset="0"/>
                                  </a:rPr>
                                  <m:t> </m:t>
                                </m:r>
                                <m:r>
                                  <m:rPr>
                                    <m:sty m:val="p"/>
                                  </m:rPr>
                                  <a:rPr lang="en-US" sz="1200" i="0" smtClean="0">
                                    <a:solidFill>
                                      <a:schemeClr val="tx1"/>
                                    </a:solidFill>
                                    <a:effectLst/>
                                    <a:latin typeface="Cambria Math" panose="02040503050406030204" pitchFamily="18" charset="0"/>
                                  </a:rPr>
                                  <m:t>nearest</m:t>
                                </m:r>
                                <m:r>
                                  <a:rPr lang="en-US" sz="1200" i="0" smtClean="0">
                                    <a:solidFill>
                                      <a:schemeClr val="tx1"/>
                                    </a:solidFill>
                                    <a:effectLst/>
                                    <a:latin typeface="Cambria Math" panose="02040503050406030204" pitchFamily="18" charset="0"/>
                                  </a:rPr>
                                  <m:t> </m:t>
                                </m:r>
                                <m:r>
                                  <m:rPr>
                                    <m:sty m:val="p"/>
                                  </m:rPr>
                                  <a:rPr lang="en-US" sz="1200" i="0" smtClean="0">
                                    <a:solidFill>
                                      <a:schemeClr val="tx1"/>
                                    </a:solidFill>
                                    <a:effectLst/>
                                    <a:latin typeface="Cambria Math" panose="02040503050406030204" pitchFamily="18" charset="0"/>
                                  </a:rPr>
                                  <m:t>tenth</m:t>
                                </m:r>
                              </m:oMath>
                            </m:oMathPara>
                          </a14:m>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40458967"/>
                      </a:ext>
                    </a:extLst>
                  </a:tr>
                  <a:tr h="160115">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m:rPr>
                                    <m:sty m:val="p"/>
                                  </m:rPr>
                                  <a:rPr lang="en-US" sz="1200" i="0" smtClean="0">
                                    <a:solidFill>
                                      <a:schemeClr val="tx1"/>
                                    </a:solidFill>
                                    <a:effectLst/>
                                    <a:latin typeface="Cambria Math" panose="02040503050406030204" pitchFamily="18" charset="0"/>
                                  </a:rPr>
                                  <m:t>to</m:t>
                                </m:r>
                                <m:r>
                                  <a:rPr lang="en-US" sz="1200" i="0" smtClean="0">
                                    <a:solidFill>
                                      <a:schemeClr val="tx1"/>
                                    </a:solidFill>
                                    <a:effectLst/>
                                    <a:latin typeface="Cambria Math" panose="02040503050406030204" pitchFamily="18" charset="0"/>
                                  </a:rPr>
                                  <m:t> </m:t>
                                </m:r>
                                <m:r>
                                  <m:rPr>
                                    <m:sty m:val="p"/>
                                  </m:rPr>
                                  <a:rPr lang="en-US" sz="1200" i="0" smtClean="0">
                                    <a:solidFill>
                                      <a:schemeClr val="tx1"/>
                                    </a:solidFill>
                                    <a:effectLst/>
                                    <a:latin typeface="Cambria Math" panose="02040503050406030204" pitchFamily="18" charset="0"/>
                                  </a:rPr>
                                  <m:t>the</m:t>
                                </m:r>
                                <m:r>
                                  <a:rPr lang="en-US" sz="1200" i="0" smtClean="0">
                                    <a:solidFill>
                                      <a:schemeClr val="tx1"/>
                                    </a:solidFill>
                                    <a:effectLst/>
                                    <a:latin typeface="Cambria Math" panose="02040503050406030204" pitchFamily="18" charset="0"/>
                                  </a:rPr>
                                  <m:t> </m:t>
                                </m:r>
                                <m:r>
                                  <m:rPr>
                                    <m:sty m:val="p"/>
                                  </m:rPr>
                                  <a:rPr lang="en-US" sz="1200" i="0" smtClean="0">
                                    <a:solidFill>
                                      <a:schemeClr val="tx1"/>
                                    </a:solidFill>
                                    <a:effectLst/>
                                    <a:latin typeface="Cambria Math" panose="02040503050406030204" pitchFamily="18" charset="0"/>
                                  </a:rPr>
                                  <m:t>nearest</m:t>
                                </m:r>
                                <m:r>
                                  <a:rPr lang="en-US" sz="1200" i="0" smtClean="0">
                                    <a:solidFill>
                                      <a:schemeClr val="tx1"/>
                                    </a:solidFill>
                                    <a:effectLst/>
                                    <a:latin typeface="Cambria Math" panose="02040503050406030204" pitchFamily="18" charset="0"/>
                                  </a:rPr>
                                  <m:t> </m:t>
                                </m:r>
                                <m:r>
                                  <m:rPr>
                                    <m:sty m:val="p"/>
                                  </m:rPr>
                                  <a:rPr lang="en-US" sz="1200" i="0" smtClean="0">
                                    <a:solidFill>
                                      <a:schemeClr val="tx1"/>
                                    </a:solidFill>
                                    <a:effectLst/>
                                    <a:latin typeface="Cambria Math" panose="02040503050406030204" pitchFamily="18" charset="0"/>
                                  </a:rPr>
                                  <m:t>integer</m:t>
                                </m:r>
                              </m:oMath>
                            </m:oMathPara>
                          </a14:m>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US" sz="1200" i="0" smtClean="0">
                                    <a:solidFill>
                                      <a:schemeClr val="tx1"/>
                                    </a:solidFill>
                                    <a:effectLst/>
                                    <a:latin typeface="Cambria Math" panose="02040503050406030204" pitchFamily="18" charset="0"/>
                                  </a:rPr>
                                  <m:t>8.5</m:t>
                                </m:r>
                              </m:oMath>
                            </m:oMathPara>
                          </a14:m>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42513288"/>
                      </a:ext>
                    </a:extLst>
                  </a:tr>
                  <a:tr h="209941">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US" sz="1200" i="0" smtClean="0">
                                    <a:solidFill>
                                      <a:schemeClr val="tx1"/>
                                    </a:solidFill>
                                    <a:effectLst/>
                                    <a:latin typeface="Cambria Math" panose="02040503050406030204" pitchFamily="18" charset="0"/>
                                  </a:rPr>
                                  <m:t>49500</m:t>
                                </m:r>
                              </m:oMath>
                            </m:oMathPara>
                          </a14:m>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US" sz="1200" i="0" smtClean="0">
                                    <a:solidFill>
                                      <a:schemeClr val="tx1"/>
                                    </a:solidFill>
                                    <a:effectLst/>
                                    <a:latin typeface="Cambria Math" panose="02040503050406030204" pitchFamily="18" charset="0"/>
                                  </a:rPr>
                                  <m:t>50500</m:t>
                                </m:r>
                              </m:oMath>
                            </m:oMathPara>
                          </a14:m>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93234300"/>
                      </a:ext>
                    </a:extLst>
                  </a:tr>
                  <a:tr h="115834">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US" sz="1200" i="0" smtClean="0">
                                    <a:solidFill>
                                      <a:schemeClr val="tx1"/>
                                    </a:solidFill>
                                    <a:effectLst/>
                                    <a:latin typeface="Cambria Math" panose="02040503050406030204" pitchFamily="18" charset="0"/>
                                  </a:rPr>
                                  <m:t>8</m:t>
                                </m:r>
                              </m:oMath>
                            </m:oMathPara>
                          </a14:m>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US" sz="1200" i="0" smtClean="0">
                                    <a:solidFill>
                                      <a:schemeClr val="tx1"/>
                                    </a:solidFill>
                                    <a:effectLst/>
                                    <a:latin typeface="Cambria Math" panose="02040503050406030204" pitchFamily="18" charset="0"/>
                                  </a:rPr>
                                  <m:t>7≤</m:t>
                                </m:r>
                                <m:r>
                                  <m:rPr>
                                    <m:sty m:val="p"/>
                                  </m:rPr>
                                  <a:rPr lang="en-US" sz="1200" i="0" smtClean="0">
                                    <a:solidFill>
                                      <a:schemeClr val="tx1"/>
                                    </a:solidFill>
                                    <a:effectLst/>
                                    <a:latin typeface="Cambria Math" panose="02040503050406030204" pitchFamily="18" charset="0"/>
                                  </a:rPr>
                                  <m:t>x</m:t>
                                </m:r>
                                <m:r>
                                  <a:rPr lang="en-US" sz="1200" i="0" smtClean="0">
                                    <a:solidFill>
                                      <a:schemeClr val="tx1"/>
                                    </a:solidFill>
                                    <a:effectLst/>
                                    <a:latin typeface="Cambria Math" panose="02040503050406030204" pitchFamily="18" charset="0"/>
                                  </a:rPr>
                                  <m:t>&lt;     </m:t>
                                </m:r>
                              </m:oMath>
                            </m:oMathPara>
                          </a14:m>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38631454"/>
                      </a:ext>
                    </a:extLst>
                  </a:tr>
                </a:tbl>
              </a:graphicData>
            </a:graphic>
          </p:graphicFrame>
        </mc:Choice>
        <mc:Fallback xmlns="">
          <p:graphicFrame>
            <p:nvGraphicFramePr>
              <p:cNvPr id="27" name="Table 26">
                <a:extLst>
                  <a:ext uri="{FF2B5EF4-FFF2-40B4-BE49-F238E27FC236}">
                    <a16:creationId xmlns:a16="http://schemas.microsoft.com/office/drawing/2014/main" id="{E9CCF660-90AC-6786-E581-0ABAC584B45F}"/>
                  </a:ext>
                </a:extLst>
              </p:cNvPr>
              <p:cNvGraphicFramePr>
                <a:graphicFrameLocks noGrp="1"/>
              </p:cNvGraphicFramePr>
              <p:nvPr>
                <p:extLst>
                  <p:ext uri="{D42A27DB-BD31-4B8C-83A1-F6EECF244321}">
                    <p14:modId xmlns:p14="http://schemas.microsoft.com/office/powerpoint/2010/main" val="2222351853"/>
                  </p:ext>
                </p:extLst>
              </p:nvPr>
            </p:nvGraphicFramePr>
            <p:xfrm>
              <a:off x="165529" y="4823795"/>
              <a:ext cx="6442023" cy="4756912"/>
            </p:xfrm>
            <a:graphic>
              <a:graphicData uri="http://schemas.openxmlformats.org/drawingml/2006/table">
                <a:tbl>
                  <a:tblPr firstRow="1" firstCol="1" bandRow="1">
                    <a:tableStyleId>{5C22544A-7EE6-4342-B048-85BDC9FD1C3A}</a:tableStyleId>
                  </a:tblPr>
                  <a:tblGrid>
                    <a:gridCol w="850054">
                      <a:extLst>
                        <a:ext uri="{9D8B030D-6E8A-4147-A177-3AD203B41FA5}">
                          <a16:colId xmlns:a16="http://schemas.microsoft.com/office/drawing/2014/main" val="3943433533"/>
                        </a:ext>
                      </a:extLst>
                    </a:gridCol>
                    <a:gridCol w="1668350">
                      <a:extLst>
                        <a:ext uri="{9D8B030D-6E8A-4147-A177-3AD203B41FA5}">
                          <a16:colId xmlns:a16="http://schemas.microsoft.com/office/drawing/2014/main" val="2174510615"/>
                        </a:ext>
                      </a:extLst>
                    </a:gridCol>
                    <a:gridCol w="996396">
                      <a:extLst>
                        <a:ext uri="{9D8B030D-6E8A-4147-A177-3AD203B41FA5}">
                          <a16:colId xmlns:a16="http://schemas.microsoft.com/office/drawing/2014/main" val="3660280050"/>
                        </a:ext>
                      </a:extLst>
                    </a:gridCol>
                    <a:gridCol w="959404">
                      <a:extLst>
                        <a:ext uri="{9D8B030D-6E8A-4147-A177-3AD203B41FA5}">
                          <a16:colId xmlns:a16="http://schemas.microsoft.com/office/drawing/2014/main" val="1884859641"/>
                        </a:ext>
                      </a:extLst>
                    </a:gridCol>
                    <a:gridCol w="1967819">
                      <a:extLst>
                        <a:ext uri="{9D8B030D-6E8A-4147-A177-3AD203B41FA5}">
                          <a16:colId xmlns:a16="http://schemas.microsoft.com/office/drawing/2014/main" val="1497501360"/>
                        </a:ext>
                      </a:extLst>
                    </a:gridCol>
                  </a:tblGrid>
                  <a:tr h="297307">
                    <a:tc>
                      <a:txBody>
                        <a:bodyPr/>
                        <a:lstStyle/>
                        <a:p>
                          <a:endParaRPr lang="en-US"/>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19" t="-2041" r="-661871" b="-1497959"/>
                          </a:stretch>
                        </a:blipFill>
                      </a:tcPr>
                    </a:tc>
                    <a:tc>
                      <a:txBody>
                        <a:bodyPr/>
                        <a:lstStyle/>
                        <a:p>
                          <a:pPr algn="ctr">
                            <a:lnSpc>
                              <a:spcPct val="107000"/>
                            </a:lnSpc>
                            <a:spcAft>
                              <a:spcPts val="800"/>
                            </a:spcAft>
                          </a:pPr>
                          <a:r>
                            <a:rPr lang="en-US" sz="1200" i="0">
                              <a:solidFill>
                                <a:schemeClr val="tx1"/>
                              </a:solidFill>
                              <a:effectLst/>
                            </a:rPr>
                            <a:t>Level of Accuracy</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Lower Bound</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Upper Bound</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Error Interval</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09293543"/>
                      </a:ext>
                    </a:extLst>
                  </a:tr>
                  <a:tr h="297307">
                    <a:tc>
                      <a:txBody>
                        <a:bodyPr/>
                        <a:lstStyle/>
                        <a:p>
                          <a:endParaRPr lang="en-US"/>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19" t="-102041" r="-661871" b="-1397959"/>
                          </a:stretch>
                        </a:blipFill>
                      </a:tcPr>
                    </a:tc>
                    <a:tc>
                      <a:txBody>
                        <a:bodyPr/>
                        <a:lstStyle/>
                        <a:p>
                          <a:endParaRPr lang="en-US"/>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1095" t="-102041" r="-235766" b="-1397959"/>
                          </a:stretch>
                        </a:blipFill>
                      </a:tcPr>
                    </a:tc>
                    <a:tc>
                      <a:txBody>
                        <a:bodyPr/>
                        <a:lstStyle/>
                        <a:p>
                          <a:endParaRPr lang="en-US"/>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52439" t="-102041" r="-293902" b="-1397959"/>
                          </a:stretch>
                        </a:blip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27554" t="-102041" r="-619" b="-1397959"/>
                          </a:stretch>
                        </a:blipFill>
                      </a:tcPr>
                    </a:tc>
                    <a:extLst>
                      <a:ext uri="{0D108BD9-81ED-4DB2-BD59-A6C34878D82A}">
                        <a16:rowId xmlns:a16="http://schemas.microsoft.com/office/drawing/2014/main" val="106225743"/>
                      </a:ext>
                    </a:extLst>
                  </a:tr>
                  <a:tr h="297307">
                    <a:tc>
                      <a:txBody>
                        <a:bodyPr/>
                        <a:lstStyle/>
                        <a:p>
                          <a:endParaRPr lang="en-US"/>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19" t="-206250" r="-661871" b="-1327083"/>
                          </a:stretch>
                        </a:blipFill>
                      </a:tcPr>
                    </a:tc>
                    <a:tc>
                      <a:txBody>
                        <a:bodyPr/>
                        <a:lstStyle/>
                        <a:p>
                          <a:endParaRPr lang="en-US"/>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1095" t="-206250" r="-235766" b="-1327083"/>
                          </a:stretch>
                        </a:blip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68153" t="-206250" r="-207006" b="-1327083"/>
                          </a:stretch>
                        </a:blip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67275474"/>
                      </a:ext>
                    </a:extLst>
                  </a:tr>
                  <a:tr h="297307">
                    <a:tc>
                      <a:txBody>
                        <a:bodyPr/>
                        <a:lstStyle/>
                        <a:p>
                          <a:endParaRPr lang="en-US"/>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19" t="-300000" r="-661871" b="-1200000"/>
                          </a:stretch>
                        </a:blipFill>
                      </a:tcPr>
                    </a:tc>
                    <a:tc>
                      <a:txBody>
                        <a:bodyPr/>
                        <a:lstStyle/>
                        <a:p>
                          <a:endParaRPr lang="en-US"/>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1095" t="-300000" r="-235766" b="-1200000"/>
                          </a:stretch>
                        </a:blip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68153" t="-300000" r="-207006" b="-1200000"/>
                          </a:stretch>
                        </a:blip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30157274"/>
                      </a:ext>
                    </a:extLst>
                  </a:tr>
                  <a:tr h="297307">
                    <a:tc>
                      <a:txBody>
                        <a:bodyPr/>
                        <a:lstStyle/>
                        <a:p>
                          <a:endParaRPr lang="en-US"/>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19" t="-400000" r="-661871" b="-1100000"/>
                          </a:stretch>
                        </a:blipFill>
                      </a:tcPr>
                    </a:tc>
                    <a:tc>
                      <a:txBody>
                        <a:bodyPr/>
                        <a:lstStyle/>
                        <a:p>
                          <a:endParaRPr lang="en-US"/>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1095" t="-400000" r="-235766" b="-1100000"/>
                          </a:stretch>
                        </a:blipFill>
                      </a:tcPr>
                    </a:tc>
                    <a:tc>
                      <a:txBody>
                        <a:bodyPr/>
                        <a:lstStyle/>
                        <a:p>
                          <a:endParaRPr lang="en-US"/>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52439" t="-400000" r="-293902" b="-1100000"/>
                          </a:stretch>
                        </a:blip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95204234"/>
                      </a:ext>
                    </a:extLst>
                  </a:tr>
                  <a:tr h="297307">
                    <a:tc>
                      <a:txBody>
                        <a:bodyPr/>
                        <a:lstStyle/>
                        <a:p>
                          <a:endParaRPr lang="en-US"/>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19" t="-500000" r="-661871" b="-1000000"/>
                          </a:stretch>
                        </a:blipFill>
                      </a:tcPr>
                    </a:tc>
                    <a:tc>
                      <a:txBody>
                        <a:bodyPr/>
                        <a:lstStyle/>
                        <a:p>
                          <a:endParaRPr lang="en-US"/>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1095" t="-500000" r="-235766" b="-1000000"/>
                          </a:stretch>
                        </a:blip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73329376"/>
                      </a:ext>
                    </a:extLst>
                  </a:tr>
                  <a:tr h="297307">
                    <a:tc>
                      <a:txBody>
                        <a:bodyPr/>
                        <a:lstStyle/>
                        <a:p>
                          <a:endParaRPr lang="en-US"/>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19" t="-600000" r="-661871" b="-900000"/>
                          </a:stretch>
                        </a:blipFill>
                      </a:tcPr>
                    </a:tc>
                    <a:tc>
                      <a:txBody>
                        <a:bodyPr/>
                        <a:lstStyle/>
                        <a:p>
                          <a:endParaRPr lang="en-US"/>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1095" t="-600000" r="-235766" b="-900000"/>
                          </a:stretch>
                        </a:blip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77901999"/>
                      </a:ext>
                    </a:extLst>
                  </a:tr>
                  <a:tr h="297307">
                    <a:tc>
                      <a:txBody>
                        <a:bodyPr/>
                        <a:lstStyle/>
                        <a:p>
                          <a:endParaRPr lang="en-US"/>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19" t="-700000" r="-661871" b="-800000"/>
                          </a:stretch>
                        </a:blipFill>
                      </a:tcPr>
                    </a:tc>
                    <a:tc>
                      <a:txBody>
                        <a:bodyPr/>
                        <a:lstStyle/>
                        <a:p>
                          <a:endParaRPr lang="en-US"/>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1095" t="-700000" r="-235766" b="-800000"/>
                          </a:stretch>
                        </a:blip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88288776"/>
                      </a:ext>
                    </a:extLst>
                  </a:tr>
                  <a:tr h="297307">
                    <a:tc>
                      <a:txBody>
                        <a:bodyPr/>
                        <a:lstStyle/>
                        <a:p>
                          <a:endParaRPr lang="en-US"/>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19" t="-816667" r="-661871" b="-716667"/>
                          </a:stretch>
                        </a:blipFill>
                      </a:tcPr>
                    </a:tc>
                    <a:tc>
                      <a:txBody>
                        <a:bodyPr/>
                        <a:lstStyle/>
                        <a:p>
                          <a:endParaRPr lang="en-US"/>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1095" t="-816667" r="-235766" b="-716667"/>
                          </a:stretch>
                        </a:blip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96616019"/>
                      </a:ext>
                    </a:extLst>
                  </a:tr>
                  <a:tr h="297307">
                    <a:tc>
                      <a:txBody>
                        <a:bodyPr/>
                        <a:lstStyle/>
                        <a:p>
                          <a:endParaRPr lang="en-US"/>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19" t="-897959" r="-661871" b="-602041"/>
                          </a:stretch>
                        </a:blipFill>
                      </a:tcPr>
                    </a:tc>
                    <a:tc>
                      <a:txBody>
                        <a:bodyPr/>
                        <a:lstStyle/>
                        <a:p>
                          <a:endParaRPr lang="en-US"/>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1095" t="-897959" r="-235766" b="-602041"/>
                          </a:stretch>
                        </a:blip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81900776"/>
                      </a:ext>
                    </a:extLst>
                  </a:tr>
                  <a:tr h="297307">
                    <a:tc>
                      <a:txBody>
                        <a:bodyPr/>
                        <a:lstStyle/>
                        <a:p>
                          <a:endParaRPr lang="en-US"/>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19" t="-997959" r="-661871" b="-502041"/>
                          </a:stretch>
                        </a:blipFill>
                      </a:tcPr>
                    </a:tc>
                    <a:tc>
                      <a:txBody>
                        <a:bodyPr/>
                        <a:lstStyle/>
                        <a:p>
                          <a:endParaRPr lang="en-US"/>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1095" t="-997959" r="-235766" b="-502041"/>
                          </a:stretch>
                        </a:blip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61902131"/>
                      </a:ext>
                    </a:extLst>
                  </a:tr>
                  <a:tr h="297307">
                    <a:tc>
                      <a:txBody>
                        <a:bodyPr/>
                        <a:lstStyle/>
                        <a:p>
                          <a:endParaRPr lang="en-US"/>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19" t="-1097959" r="-661871" b="-402041"/>
                          </a:stretch>
                        </a:blipFill>
                      </a:tcPr>
                    </a:tc>
                    <a:tc>
                      <a:txBody>
                        <a:bodyPr/>
                        <a:lstStyle/>
                        <a:p>
                          <a:endParaRPr lang="en-US"/>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1095" t="-1097959" r="-235766" b="-402041"/>
                          </a:stretch>
                        </a:blip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98207386"/>
                      </a:ext>
                    </a:extLst>
                  </a:tr>
                  <a:tr h="297307">
                    <a:tc>
                      <a:txBody>
                        <a:bodyPr/>
                        <a:lstStyle/>
                        <a:p>
                          <a:endParaRPr lang="en-US"/>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19" t="-1197959" r="-661871" b="-302041"/>
                          </a:stretch>
                        </a:blipFill>
                      </a:tcPr>
                    </a:tc>
                    <a:tc>
                      <a:txBody>
                        <a:bodyPr/>
                        <a:lstStyle/>
                        <a:p>
                          <a:endParaRPr lang="en-US"/>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1095" t="-1197959" r="-235766" b="-302041"/>
                          </a:stretch>
                        </a:blip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40458967"/>
                      </a:ext>
                    </a:extLst>
                  </a:tr>
                  <a:tr h="297307">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1095" t="-1325000" r="-235766" b="-208333"/>
                          </a:stretch>
                        </a:blip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68153" t="-1325000" r="-207006" b="-208333"/>
                          </a:stretch>
                        </a:blip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42513288"/>
                      </a:ext>
                    </a:extLst>
                  </a:tr>
                  <a:tr h="297307">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52439" t="-1395918" r="-293902" b="-104082"/>
                          </a:stretch>
                        </a:blipFill>
                      </a:tcPr>
                    </a:tc>
                    <a:tc>
                      <a:txBody>
                        <a:bodyPr/>
                        <a:lstStyle/>
                        <a:p>
                          <a:endParaRPr lang="en-US"/>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68153" t="-1395918" r="-207006" b="-104082"/>
                          </a:stretch>
                        </a:blip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93234300"/>
                      </a:ext>
                    </a:extLst>
                  </a:tr>
                  <a:tr h="297307">
                    <a:tc>
                      <a:txBody>
                        <a:bodyPr/>
                        <a:lstStyle/>
                        <a:p>
                          <a:endParaRPr lang="en-US"/>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19" t="-1495918" r="-661871" b="-4082"/>
                          </a:stretch>
                        </a:blip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 </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27554" t="-1495918" r="-619" b="-4082"/>
                          </a:stretch>
                        </a:blipFill>
                      </a:tcPr>
                    </a:tc>
                    <a:extLst>
                      <a:ext uri="{0D108BD9-81ED-4DB2-BD59-A6C34878D82A}">
                        <a16:rowId xmlns:a16="http://schemas.microsoft.com/office/drawing/2014/main" val="2238631454"/>
                      </a:ext>
                    </a:extLst>
                  </a:tr>
                </a:tbl>
              </a:graphicData>
            </a:graphic>
          </p:graphicFrame>
        </mc:Fallback>
      </mc:AlternateContent>
    </p:spTree>
    <p:extLst>
      <p:ext uri="{BB962C8B-B14F-4D97-AF65-F5344CB8AC3E}">
        <p14:creationId xmlns:p14="http://schemas.microsoft.com/office/powerpoint/2010/main" val="269516316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TextBox 149"/>
          <p:cNvSpPr txBox="1"/>
          <p:nvPr/>
        </p:nvSpPr>
        <p:spPr>
          <a:xfrm>
            <a:off x="1396494" y="4102031"/>
            <a:ext cx="4086225"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prstClr val="black"/>
                </a:solidFill>
                <a:effectLst/>
                <a:uLnTx/>
                <a:uFillTx/>
                <a:latin typeface="Calibri" panose="020F0502020204030204"/>
                <a:ea typeface="+mn-ea"/>
                <a:cs typeface="+mn-cs"/>
              </a:rPr>
              <a:t>6.</a:t>
            </a:r>
            <a:r>
              <a:rPr kumimoji="0" lang="en-US" sz="1200" b="1" i="0" u="none" strike="noStrike" kern="1200" cap="none" spc="0" normalizeH="0" baseline="0" noProof="0">
                <a:ln>
                  <a:noFill/>
                </a:ln>
                <a:solidFill>
                  <a:prstClr val="black"/>
                </a:solidFill>
                <a:effectLst/>
                <a:uLnTx/>
                <a:uFillTx/>
                <a:latin typeface="Calibri" panose="020F0502020204030204"/>
                <a:ea typeface="+mn-ea"/>
                <a:cs typeface="+mn-cs"/>
              </a:rPr>
              <a:t> </a:t>
            </a: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Fill in the blanks</a:t>
            </a:r>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lide Number Placeholder 11"/>
          <p:cNvSpPr>
            <a:spLocks noGrp="1"/>
          </p:cNvSpPr>
          <p:nvPr>
            <p:ph type="sldNum" sz="quarter" idx="12"/>
          </p:nvPr>
        </p:nvSpPr>
        <p:spPr>
          <a:xfrm>
            <a:off x="5378450" y="9580707"/>
            <a:ext cx="1543050" cy="52740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F1D9CC-7119-45EC-A96C-D8C0660F3AAB}" type="slidenum">
              <a:rPr kumimoji="0" lang="en-GB" sz="9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97</a:t>
            </a:fld>
            <a:endParaRPr kumimoji="0" lang="en-GB" sz="9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2" name="Rectangle 1">
            <a:extLst>
              <a:ext uri="{FF2B5EF4-FFF2-40B4-BE49-F238E27FC236}">
                <a16:creationId xmlns:a16="http://schemas.microsoft.com/office/drawing/2014/main" id="{B85E45F3-141A-9343-1B5F-7F1A6B203A62}"/>
              </a:ext>
            </a:extLst>
          </p:cNvPr>
          <p:cNvSpPr/>
          <p:nvPr/>
        </p:nvSpPr>
        <p:spPr>
          <a:xfrm>
            <a:off x="82934" y="4097753"/>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cxnSp>
        <p:nvCxnSpPr>
          <p:cNvPr id="4" name="Straight Connector 3">
            <a:extLst>
              <a:ext uri="{FF2B5EF4-FFF2-40B4-BE49-F238E27FC236}">
                <a16:creationId xmlns:a16="http://schemas.microsoft.com/office/drawing/2014/main" id="{873FBD00-493E-360E-27C7-F1F23B0B7B08}"/>
              </a:ext>
            </a:extLst>
          </p:cNvPr>
          <p:cNvCxnSpPr>
            <a:cxnSpLocks/>
          </p:cNvCxnSpPr>
          <p:nvPr/>
        </p:nvCxnSpPr>
        <p:spPr>
          <a:xfrm>
            <a:off x="911705" y="1626021"/>
            <a:ext cx="0" cy="0"/>
          </a:xfrm>
          <a:prstGeom prst="line">
            <a:avLst/>
          </a:prstGeom>
          <a:ln w="28575"/>
        </p:spPr>
        <p:style>
          <a:lnRef idx="1">
            <a:schemeClr val="accent1"/>
          </a:lnRef>
          <a:fillRef idx="0">
            <a:schemeClr val="accent1"/>
          </a:fillRef>
          <a:effectRef idx="0">
            <a:schemeClr val="accent1"/>
          </a:effectRef>
          <a:fontRef idx="minor">
            <a:schemeClr val="tx1"/>
          </a:fontRef>
        </p:style>
      </p:cxnSp>
      <p:graphicFrame>
        <p:nvGraphicFramePr>
          <p:cNvPr id="5" name="Table 4">
            <a:extLst>
              <a:ext uri="{FF2B5EF4-FFF2-40B4-BE49-F238E27FC236}">
                <a16:creationId xmlns:a16="http://schemas.microsoft.com/office/drawing/2014/main" id="{9FB8CCA3-CA08-A6D0-E019-6841639D3CA9}"/>
              </a:ext>
            </a:extLst>
          </p:cNvPr>
          <p:cNvGraphicFramePr>
            <a:graphicFrameLocks noGrp="1"/>
          </p:cNvGraphicFramePr>
          <p:nvPr/>
        </p:nvGraphicFramePr>
        <p:xfrm>
          <a:off x="113446" y="331268"/>
          <a:ext cx="6543680" cy="3668605"/>
        </p:xfrm>
        <a:graphic>
          <a:graphicData uri="http://schemas.openxmlformats.org/drawingml/2006/table">
            <a:tbl>
              <a:tblPr firstRow="1" bandRow="1">
                <a:tableStyleId>{5C22544A-7EE6-4342-B048-85BDC9FD1C3A}</a:tableStyleId>
              </a:tblPr>
              <a:tblGrid>
                <a:gridCol w="1087440">
                  <a:extLst>
                    <a:ext uri="{9D8B030D-6E8A-4147-A177-3AD203B41FA5}">
                      <a16:colId xmlns:a16="http://schemas.microsoft.com/office/drawing/2014/main" val="1568142362"/>
                    </a:ext>
                  </a:extLst>
                </a:gridCol>
                <a:gridCol w="1778000">
                  <a:extLst>
                    <a:ext uri="{9D8B030D-6E8A-4147-A177-3AD203B41FA5}">
                      <a16:colId xmlns:a16="http://schemas.microsoft.com/office/drawing/2014/main" val="609968388"/>
                    </a:ext>
                  </a:extLst>
                </a:gridCol>
                <a:gridCol w="1778000">
                  <a:extLst>
                    <a:ext uri="{9D8B030D-6E8A-4147-A177-3AD203B41FA5}">
                      <a16:colId xmlns:a16="http://schemas.microsoft.com/office/drawing/2014/main" val="3207776717"/>
                    </a:ext>
                  </a:extLst>
                </a:gridCol>
                <a:gridCol w="1900240">
                  <a:extLst>
                    <a:ext uri="{9D8B030D-6E8A-4147-A177-3AD203B41FA5}">
                      <a16:colId xmlns:a16="http://schemas.microsoft.com/office/drawing/2014/main" val="1889420402"/>
                    </a:ext>
                  </a:extLst>
                </a:gridCol>
              </a:tblGrid>
              <a:tr h="262175">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mn-lt"/>
                          <a:ea typeface="+mn-ea"/>
                          <a:cs typeface="+mn-cs"/>
                        </a:rPr>
                        <a:t>Work out the upper bound and lower bound for…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699331">
                <a:tc>
                  <a:txBody>
                    <a:bodyPr/>
                    <a:lstStyle/>
                    <a:p>
                      <a:pPr marL="0" indent="0">
                        <a:buNone/>
                      </a:pPr>
                      <a:r>
                        <a:rPr lang="en-US" sz="1100"/>
                        <a:t>1. Identify the degree of accuracy stated.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mn-lt"/>
                          <a:ea typeface="+mn-ea"/>
                          <a:cs typeface="+mn-cs"/>
                        </a:rPr>
                        <a:t>What is the error interval of 620 kg, measured to two significant figures?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mn-lt"/>
                          <a:ea typeface="+mn-ea"/>
                          <a:cs typeface="+mn-cs"/>
                        </a:rPr>
                        <a:t>Lower bound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prstClr val="black"/>
                          </a:solidFill>
                          <a:latin typeface="+mn-lt"/>
                        </a:rPr>
                        <a:t>Upper bound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prstClr val="black"/>
                          </a:solidFill>
                          <a:latin typeface="+mn-lt"/>
                        </a:rPr>
                        <a:t>Error interval</a:t>
                      </a:r>
                    </a:p>
                    <a:p>
                      <a:pPr marL="0" indent="0">
                        <a:buNone/>
                      </a:pPr>
                      <a:endParaRPr lang="en-US" sz="1200">
                        <a:solidFill>
                          <a:schemeClr val="tx1"/>
                        </a:solidFill>
                      </a:endParaRPr>
                    </a:p>
                    <a:p>
                      <a:pPr marL="0" indent="0">
                        <a:buNone/>
                      </a:pPr>
                      <a:endParaRPr lang="en-US" sz="1200">
                        <a:solidFill>
                          <a:schemeClr val="tx1"/>
                        </a:solidFill>
                      </a:endParaRPr>
                    </a:p>
                    <a:p>
                      <a:pPr marL="0" indent="0">
                        <a:buNone/>
                      </a:pPr>
                      <a:endParaRPr lang="en-US"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mn-lt"/>
                          <a:ea typeface="+mn-ea"/>
                          <a:cs typeface="+mn-cs"/>
                        </a:rPr>
                        <a:t>What is the error interval of </a:t>
                      </a:r>
                      <a:r>
                        <a:rPr lang="en-US" sz="1200">
                          <a:solidFill>
                            <a:prstClr val="black"/>
                          </a:solidFill>
                          <a:latin typeface="+mn-lt"/>
                        </a:rPr>
                        <a:t>2.8</a:t>
                      </a:r>
                      <a:r>
                        <a:rPr kumimoji="0" lang="en-US" sz="1200" b="0" i="0" u="none" strike="noStrike" kern="1200" cap="none" spc="0" normalizeH="0" baseline="0" noProof="0">
                          <a:ln>
                            <a:noFill/>
                          </a:ln>
                          <a:solidFill>
                            <a:prstClr val="black"/>
                          </a:solidFill>
                          <a:effectLst/>
                          <a:uLnTx/>
                          <a:uFillTx/>
                          <a:latin typeface="+mn-lt"/>
                          <a:ea typeface="+mn-ea"/>
                          <a:cs typeface="+mn-cs"/>
                        </a:rPr>
                        <a:t> g, measured to one decimal place?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mn-lt"/>
                          <a:ea typeface="+mn-ea"/>
                          <a:cs typeface="+mn-cs"/>
                        </a:rPr>
                        <a:t>What is the error interval of 82cm, rounded</a:t>
                      </a:r>
                      <a:r>
                        <a:rPr kumimoji="0" lang="en-US" sz="1200" b="0" i="0" u="none" strike="noStrike" kern="1200" cap="none" spc="0" normalizeH="0" noProof="0">
                          <a:ln>
                            <a:noFill/>
                          </a:ln>
                          <a:solidFill>
                            <a:prstClr val="black"/>
                          </a:solidFill>
                          <a:effectLst/>
                          <a:uLnTx/>
                          <a:uFillTx/>
                          <a:latin typeface="+mn-lt"/>
                          <a:ea typeface="+mn-ea"/>
                          <a:cs typeface="+mn-cs"/>
                        </a:rPr>
                        <a:t> to two significant </a:t>
                      </a:r>
                      <a:r>
                        <a:rPr lang="en-US" sz="1200">
                          <a:solidFill>
                            <a:prstClr val="black"/>
                          </a:solidFill>
                          <a:latin typeface="+mn-lt"/>
                        </a:rPr>
                        <a:t>figures. </a:t>
                      </a: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indent="0">
                        <a:buNone/>
                      </a:pPr>
                      <a:endParaRPr lang="en-US"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699331">
                <a:tc>
                  <a:txBody>
                    <a:bodyPr/>
                    <a:lstStyle/>
                    <a:p>
                      <a:pPr marL="0" indent="0">
                        <a:buNone/>
                      </a:pPr>
                      <a:r>
                        <a:rPr lang="en-US" sz="1100"/>
                        <a:t>2. For the lower bound, work out the lowest it could be.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1576845939"/>
                  </a:ext>
                </a:extLst>
              </a:tr>
              <a:tr h="941215">
                <a:tc>
                  <a:txBody>
                    <a:bodyPr/>
                    <a:lstStyle/>
                    <a:p>
                      <a:pPr marL="0" indent="0">
                        <a:buNone/>
                      </a:pPr>
                      <a:r>
                        <a:rPr lang="en-US" sz="1100"/>
                        <a:t>3. For the upper bound, work out the greatest it can be.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66057224"/>
                  </a:ext>
                </a:extLst>
              </a:tr>
              <a:tr h="941215">
                <a:tc>
                  <a:txBody>
                    <a:bodyPr/>
                    <a:lstStyle/>
                    <a:p>
                      <a:pPr marL="0" indent="0">
                        <a:buNone/>
                      </a:pPr>
                      <a:r>
                        <a:rPr lang="en-US" sz="1100"/>
                        <a:t>4. Write these as an error interval.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1904195854"/>
                  </a:ext>
                </a:extLst>
              </a:tr>
            </a:tbl>
          </a:graphicData>
        </a:graphic>
      </p:graphicFrame>
      <p:sp>
        <p:nvSpPr>
          <p:cNvPr id="6" name="TextBox 5">
            <a:extLst>
              <a:ext uri="{FF2B5EF4-FFF2-40B4-BE49-F238E27FC236}">
                <a16:creationId xmlns:a16="http://schemas.microsoft.com/office/drawing/2014/main" id="{97D48F79-B88F-FC1D-5446-C1C96E963B0F}"/>
              </a:ext>
            </a:extLst>
          </p:cNvPr>
          <p:cNvSpPr txBox="1"/>
          <p:nvPr/>
        </p:nvSpPr>
        <p:spPr>
          <a:xfrm>
            <a:off x="1446332" y="12531"/>
            <a:ext cx="1410704" cy="276999"/>
          </a:xfrm>
          <a:prstGeom prst="rect">
            <a:avLst/>
          </a:prstGeom>
          <a:noFill/>
          <a:ln>
            <a:noFill/>
          </a:ln>
        </p:spPr>
        <p:txBody>
          <a:bodyPr wrap="square" rtlCol="0">
            <a:spAutoFit/>
          </a:bodyPr>
          <a:lstStyle/>
          <a:p>
            <a:r>
              <a:rPr lang="en-GB" sz="1200" b="1" i="1" dirty="0">
                <a:solidFill>
                  <a:srgbClr val="FF0000"/>
                </a:solidFill>
              </a:rPr>
              <a:t>Example 10 - I do…</a:t>
            </a:r>
          </a:p>
        </p:txBody>
      </p:sp>
      <p:sp>
        <p:nvSpPr>
          <p:cNvPr id="7" name="TextBox 6">
            <a:extLst>
              <a:ext uri="{FF2B5EF4-FFF2-40B4-BE49-F238E27FC236}">
                <a16:creationId xmlns:a16="http://schemas.microsoft.com/office/drawing/2014/main" id="{D88CE26C-766D-BB02-863F-884D793B310C}"/>
              </a:ext>
            </a:extLst>
          </p:cNvPr>
          <p:cNvSpPr txBox="1"/>
          <p:nvPr/>
        </p:nvSpPr>
        <p:spPr>
          <a:xfrm>
            <a:off x="4864914" y="7318"/>
            <a:ext cx="1643405" cy="276999"/>
          </a:xfrm>
          <a:prstGeom prst="rect">
            <a:avLst/>
          </a:prstGeom>
          <a:noFill/>
          <a:ln>
            <a:noFill/>
          </a:ln>
        </p:spPr>
        <p:txBody>
          <a:bodyPr wrap="square" rtlCol="0">
            <a:spAutoFit/>
          </a:bodyPr>
          <a:lstStyle/>
          <a:p>
            <a:r>
              <a:rPr lang="en-GB" sz="1200" b="1" i="1" dirty="0">
                <a:solidFill>
                  <a:srgbClr val="00B050"/>
                </a:solidFill>
              </a:rPr>
              <a:t>Example 12 – You do…</a:t>
            </a:r>
          </a:p>
        </p:txBody>
      </p:sp>
      <p:sp>
        <p:nvSpPr>
          <p:cNvPr id="8" name="TextBox 7">
            <a:extLst>
              <a:ext uri="{FF2B5EF4-FFF2-40B4-BE49-F238E27FC236}">
                <a16:creationId xmlns:a16="http://schemas.microsoft.com/office/drawing/2014/main" id="{6379E8A4-D975-7D1C-53B5-89913506AF50}"/>
              </a:ext>
            </a:extLst>
          </p:cNvPr>
          <p:cNvSpPr txBox="1"/>
          <p:nvPr/>
        </p:nvSpPr>
        <p:spPr>
          <a:xfrm>
            <a:off x="3077169" y="12530"/>
            <a:ext cx="1667605" cy="276999"/>
          </a:xfrm>
          <a:prstGeom prst="rect">
            <a:avLst/>
          </a:prstGeom>
          <a:noFill/>
          <a:ln>
            <a:noFill/>
          </a:ln>
        </p:spPr>
        <p:txBody>
          <a:bodyPr wrap="square" rtlCol="0">
            <a:spAutoFit/>
          </a:bodyPr>
          <a:lstStyle/>
          <a:p>
            <a:r>
              <a:rPr lang="en-GB" sz="1200" b="1" i="1" dirty="0">
                <a:solidFill>
                  <a:schemeClr val="accent2"/>
                </a:solidFill>
              </a:rPr>
              <a:t>Example 11 - We do…</a:t>
            </a:r>
          </a:p>
        </p:txBody>
      </p:sp>
      <p:sp>
        <p:nvSpPr>
          <p:cNvPr id="10" name="Rectangle 9">
            <a:extLst>
              <a:ext uri="{FF2B5EF4-FFF2-40B4-BE49-F238E27FC236}">
                <a16:creationId xmlns:a16="http://schemas.microsoft.com/office/drawing/2014/main" id="{B186E1D2-4C10-A3FE-9DEC-8C74B59087FD}"/>
              </a:ext>
            </a:extLst>
          </p:cNvPr>
          <p:cNvSpPr/>
          <p:nvPr/>
        </p:nvSpPr>
        <p:spPr>
          <a:xfrm>
            <a:off x="1302966" y="2158121"/>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8" name="Rectangle 17">
            <a:extLst>
              <a:ext uri="{FF2B5EF4-FFF2-40B4-BE49-F238E27FC236}">
                <a16:creationId xmlns:a16="http://schemas.microsoft.com/office/drawing/2014/main" id="{40C0851B-A73D-067A-79E2-B1D736F55979}"/>
              </a:ext>
            </a:extLst>
          </p:cNvPr>
          <p:cNvSpPr/>
          <p:nvPr/>
        </p:nvSpPr>
        <p:spPr>
          <a:xfrm>
            <a:off x="1302966" y="2759599"/>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4" name="Rectangle 23">
            <a:extLst>
              <a:ext uri="{FF2B5EF4-FFF2-40B4-BE49-F238E27FC236}">
                <a16:creationId xmlns:a16="http://schemas.microsoft.com/office/drawing/2014/main" id="{54D23599-2A16-0298-B585-E53AFBE8A817}"/>
              </a:ext>
            </a:extLst>
          </p:cNvPr>
          <p:cNvSpPr/>
          <p:nvPr/>
        </p:nvSpPr>
        <p:spPr>
          <a:xfrm>
            <a:off x="1259855" y="3532139"/>
            <a:ext cx="1659920"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5" name="Rectangle 24">
            <a:extLst>
              <a:ext uri="{FF2B5EF4-FFF2-40B4-BE49-F238E27FC236}">
                <a16:creationId xmlns:a16="http://schemas.microsoft.com/office/drawing/2014/main" id="{F72982A7-2D3F-1DBA-4E3C-FC0EF71FF68E}"/>
              </a:ext>
            </a:extLst>
          </p:cNvPr>
          <p:cNvSpPr/>
          <p:nvPr/>
        </p:nvSpPr>
        <p:spPr>
          <a:xfrm>
            <a:off x="3054127" y="3543515"/>
            <a:ext cx="1659920"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6" name="Rectangle 25">
            <a:extLst>
              <a:ext uri="{FF2B5EF4-FFF2-40B4-BE49-F238E27FC236}">
                <a16:creationId xmlns:a16="http://schemas.microsoft.com/office/drawing/2014/main" id="{E5243336-CF1B-5DED-8B6D-811D422C5DAF}"/>
              </a:ext>
            </a:extLst>
          </p:cNvPr>
          <p:cNvSpPr/>
          <p:nvPr/>
        </p:nvSpPr>
        <p:spPr>
          <a:xfrm>
            <a:off x="4848399" y="3543515"/>
            <a:ext cx="1659920"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mc:AlternateContent xmlns:mc="http://schemas.openxmlformats.org/markup-compatibility/2006" xmlns:a14="http://schemas.microsoft.com/office/drawing/2010/main">
        <mc:Choice Requires="a14">
          <p:graphicFrame>
            <p:nvGraphicFramePr>
              <p:cNvPr id="27" name="Table 26">
                <a:extLst>
                  <a:ext uri="{FF2B5EF4-FFF2-40B4-BE49-F238E27FC236}">
                    <a16:creationId xmlns:a16="http://schemas.microsoft.com/office/drawing/2014/main" id="{E9CCF660-90AC-6786-E581-0ABAC584B45F}"/>
                  </a:ext>
                </a:extLst>
              </p:cNvPr>
              <p:cNvGraphicFramePr>
                <a:graphicFrameLocks noGrp="1"/>
              </p:cNvGraphicFramePr>
              <p:nvPr/>
            </p:nvGraphicFramePr>
            <p:xfrm>
              <a:off x="176136" y="4513680"/>
              <a:ext cx="6442023" cy="4977307"/>
            </p:xfrm>
            <a:graphic>
              <a:graphicData uri="http://schemas.openxmlformats.org/drawingml/2006/table">
                <a:tbl>
                  <a:tblPr firstRow="1" firstCol="1" bandRow="1">
                    <a:tableStyleId>{5C22544A-7EE6-4342-B048-85BDC9FD1C3A}</a:tableStyleId>
                  </a:tblPr>
                  <a:tblGrid>
                    <a:gridCol w="850054">
                      <a:extLst>
                        <a:ext uri="{9D8B030D-6E8A-4147-A177-3AD203B41FA5}">
                          <a16:colId xmlns:a16="http://schemas.microsoft.com/office/drawing/2014/main" val="3943433533"/>
                        </a:ext>
                      </a:extLst>
                    </a:gridCol>
                    <a:gridCol w="1668350">
                      <a:extLst>
                        <a:ext uri="{9D8B030D-6E8A-4147-A177-3AD203B41FA5}">
                          <a16:colId xmlns:a16="http://schemas.microsoft.com/office/drawing/2014/main" val="2174510615"/>
                        </a:ext>
                      </a:extLst>
                    </a:gridCol>
                    <a:gridCol w="996396">
                      <a:extLst>
                        <a:ext uri="{9D8B030D-6E8A-4147-A177-3AD203B41FA5}">
                          <a16:colId xmlns:a16="http://schemas.microsoft.com/office/drawing/2014/main" val="3660280050"/>
                        </a:ext>
                      </a:extLst>
                    </a:gridCol>
                    <a:gridCol w="959404">
                      <a:extLst>
                        <a:ext uri="{9D8B030D-6E8A-4147-A177-3AD203B41FA5}">
                          <a16:colId xmlns:a16="http://schemas.microsoft.com/office/drawing/2014/main" val="1884859641"/>
                        </a:ext>
                      </a:extLst>
                    </a:gridCol>
                    <a:gridCol w="1967819">
                      <a:extLst>
                        <a:ext uri="{9D8B030D-6E8A-4147-A177-3AD203B41FA5}">
                          <a16:colId xmlns:a16="http://schemas.microsoft.com/office/drawing/2014/main" val="1497501360"/>
                        </a:ext>
                      </a:extLst>
                    </a:gridCol>
                  </a:tblGrid>
                  <a:tr h="0">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m:rPr>
                                    <m:sty m:val="p"/>
                                  </m:rPr>
                                  <a:rPr lang="en-US" sz="1200" i="0" smtClean="0">
                                    <a:solidFill>
                                      <a:schemeClr val="tx1"/>
                                    </a:solidFill>
                                    <a:effectLst/>
                                    <a:latin typeface="Cambria Math" panose="02040503050406030204" pitchFamily="18" charset="0"/>
                                  </a:rPr>
                                  <m:t>x</m:t>
                                </m:r>
                              </m:oMath>
                            </m:oMathPara>
                          </a14:m>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Level of Accuracy</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Lower Bound</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Upper Bound</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Error Interval</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09293543"/>
                      </a:ext>
                    </a:extLst>
                  </a:tr>
                  <a:tr h="234000">
                    <a:tc>
                      <a:txBody>
                        <a:bodyPr/>
                        <a:lstStyle/>
                        <a:p>
                          <a:pPr algn="ctr">
                            <a:lnSpc>
                              <a:spcPct val="107000"/>
                            </a:lnSpc>
                            <a:spcAft>
                              <a:spcPts val="800"/>
                            </a:spcAft>
                          </a:pPr>
                          <a:r>
                            <a:rPr lang="en-GB" sz="1200" b="0" i="0">
                              <a:solidFill>
                                <a:schemeClr val="tx1"/>
                              </a:solidFill>
                              <a:effectLst/>
                              <a:latin typeface="Calibri" panose="020F0502020204030204" pitchFamily="34" charset="0"/>
                              <a:ea typeface="Calibri" panose="020F0502020204030204" pitchFamily="34" charset="0"/>
                              <a:cs typeface="Arial" panose="020B0604020202020204" pitchFamily="34" charset="0"/>
                            </a:rPr>
                            <a:t>6</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rPr>
                            <a:t>1 significant figure</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6225743"/>
                      </a:ext>
                    </a:extLst>
                  </a:tr>
                  <a:tr h="234000">
                    <a:tc>
                      <a:txBody>
                        <a:bodyPr/>
                        <a:lstStyle/>
                        <a:p>
                          <a:pPr algn="ctr">
                            <a:lnSpc>
                              <a:spcPct val="107000"/>
                            </a:lnSpc>
                            <a:spcAft>
                              <a:spcPts val="800"/>
                            </a:spcAft>
                          </a:pPr>
                          <a:r>
                            <a:rPr lang="en-GB" sz="1200" b="0" i="0">
                              <a:solidFill>
                                <a:schemeClr val="tx1"/>
                              </a:solidFill>
                              <a:effectLst/>
                              <a:latin typeface="Calibri" panose="020F0502020204030204" pitchFamily="34" charset="0"/>
                              <a:ea typeface="Calibri" panose="020F0502020204030204" pitchFamily="34" charset="0"/>
                              <a:cs typeface="Arial" panose="020B0604020202020204" pitchFamily="34" charset="0"/>
                            </a:rPr>
                            <a:t>17</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rPr>
                            <a:t>2 significant figures</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67275474"/>
                      </a:ext>
                    </a:extLst>
                  </a:tr>
                  <a:tr h="234000">
                    <a:tc>
                      <a:txBody>
                        <a:bodyPr/>
                        <a:lstStyle/>
                        <a:p>
                          <a:pPr algn="ctr">
                            <a:lnSpc>
                              <a:spcPct val="107000"/>
                            </a:lnSpc>
                            <a:spcAft>
                              <a:spcPts val="800"/>
                            </a:spcAft>
                          </a:pPr>
                          <a:r>
                            <a:rPr lang="en-GB" sz="1200" b="0" i="0">
                              <a:solidFill>
                                <a:schemeClr val="tx1"/>
                              </a:solidFill>
                              <a:effectLst/>
                              <a:latin typeface="Calibri" panose="020F0502020204030204" pitchFamily="34" charset="0"/>
                              <a:ea typeface="Calibri" panose="020F0502020204030204" pitchFamily="34" charset="0"/>
                              <a:cs typeface="Arial" panose="020B0604020202020204" pitchFamily="34" charset="0"/>
                            </a:rPr>
                            <a:t>32</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rPr>
                            <a:t>2 significant figures</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30157274"/>
                      </a:ext>
                    </a:extLst>
                  </a:tr>
                  <a:tr h="234000">
                    <a:tc>
                      <a:txBody>
                        <a:bodyPr/>
                        <a:lstStyle/>
                        <a:p>
                          <a:pPr algn="ctr">
                            <a:lnSpc>
                              <a:spcPct val="107000"/>
                            </a:lnSpc>
                            <a:spcAft>
                              <a:spcPts val="800"/>
                            </a:spcAft>
                          </a:pPr>
                          <a:r>
                            <a:rPr lang="en-GB" sz="1200" b="0" i="0">
                              <a:solidFill>
                                <a:schemeClr val="tx1"/>
                              </a:solidFill>
                              <a:effectLst/>
                              <a:latin typeface="Calibri" panose="020F0502020204030204" pitchFamily="34" charset="0"/>
                              <a:ea typeface="Calibri" panose="020F0502020204030204" pitchFamily="34" charset="0"/>
                              <a:cs typeface="Arial" panose="020B0604020202020204" pitchFamily="34" charset="0"/>
                            </a:rPr>
                            <a:t>238</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rPr>
                            <a:t>3 significant figures</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95204234"/>
                      </a:ext>
                    </a:extLst>
                  </a:tr>
                  <a:tr h="234000">
                    <a:tc>
                      <a:txBody>
                        <a:bodyPr/>
                        <a:lstStyle/>
                        <a:p>
                          <a:pPr algn="ctr">
                            <a:lnSpc>
                              <a:spcPct val="107000"/>
                            </a:lnSpc>
                            <a:spcAft>
                              <a:spcPts val="800"/>
                            </a:spcAft>
                          </a:pPr>
                          <a:r>
                            <a:rPr lang="en-GB" sz="1200" b="0" i="0">
                              <a:solidFill>
                                <a:schemeClr val="tx1"/>
                              </a:solidFill>
                              <a:effectLst/>
                              <a:latin typeface="Calibri" panose="020F0502020204030204" pitchFamily="34" charset="0"/>
                              <a:ea typeface="Calibri" panose="020F0502020204030204" pitchFamily="34" charset="0"/>
                              <a:cs typeface="Arial" panose="020B0604020202020204" pitchFamily="34" charset="0"/>
                            </a:rPr>
                            <a:t>7.3</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rPr>
                            <a:t>1 decimal place</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73329376"/>
                      </a:ext>
                    </a:extLst>
                  </a:tr>
                  <a:tr h="234000">
                    <a:tc>
                      <a:txBody>
                        <a:bodyPr/>
                        <a:lstStyle/>
                        <a:p>
                          <a:pPr algn="ctr">
                            <a:lnSpc>
                              <a:spcPct val="107000"/>
                            </a:lnSpc>
                            <a:spcAft>
                              <a:spcPts val="800"/>
                            </a:spcAft>
                          </a:pPr>
                          <a:r>
                            <a:rPr lang="en-GB" sz="1200" b="0" i="0">
                              <a:solidFill>
                                <a:schemeClr val="tx1"/>
                              </a:solidFill>
                              <a:effectLst/>
                              <a:latin typeface="Calibri" panose="020F0502020204030204" pitchFamily="34" charset="0"/>
                              <a:ea typeface="Calibri" panose="020F0502020204030204" pitchFamily="34" charset="0"/>
                              <a:cs typeface="Arial" panose="020B0604020202020204" pitchFamily="34" charset="0"/>
                            </a:rPr>
                            <a:t>25.8</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rPr>
                            <a:t>1 decimal place</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77901999"/>
                      </a:ext>
                    </a:extLst>
                  </a:tr>
                  <a:tr h="234000">
                    <a:tc>
                      <a:txBody>
                        <a:bodyPr/>
                        <a:lstStyle/>
                        <a:p>
                          <a:pPr algn="ctr">
                            <a:lnSpc>
                              <a:spcPct val="107000"/>
                            </a:lnSpc>
                            <a:spcAft>
                              <a:spcPts val="800"/>
                            </a:spcAft>
                          </a:pPr>
                          <a:r>
                            <a:rPr lang="en-GB" sz="1200" b="0" i="0">
                              <a:solidFill>
                                <a:schemeClr val="tx1"/>
                              </a:solidFill>
                              <a:effectLst/>
                              <a:latin typeface="Calibri" panose="020F0502020204030204" pitchFamily="34" charset="0"/>
                              <a:ea typeface="Calibri" panose="020F0502020204030204" pitchFamily="34" charset="0"/>
                              <a:cs typeface="Arial" panose="020B0604020202020204" pitchFamily="34" charset="0"/>
                            </a:rPr>
                            <a:t>3.4</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rPr>
                            <a:t>1 decimal place</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88288776"/>
                      </a:ext>
                    </a:extLst>
                  </a:tr>
                  <a:tr h="234000">
                    <a:tc>
                      <a:txBody>
                        <a:bodyPr/>
                        <a:lstStyle/>
                        <a:p>
                          <a:pPr algn="ctr">
                            <a:lnSpc>
                              <a:spcPct val="107000"/>
                            </a:lnSpc>
                            <a:spcAft>
                              <a:spcPts val="800"/>
                            </a:spcAft>
                          </a:pPr>
                          <a:r>
                            <a:rPr lang="en-GB" sz="1200" b="0" i="0">
                              <a:solidFill>
                                <a:schemeClr val="tx1"/>
                              </a:solidFill>
                              <a:effectLst/>
                              <a:latin typeface="Calibri" panose="020F0502020204030204" pitchFamily="34" charset="0"/>
                              <a:ea typeface="Calibri" panose="020F0502020204030204" pitchFamily="34" charset="0"/>
                              <a:cs typeface="Arial" panose="020B0604020202020204" pitchFamily="34" charset="0"/>
                            </a:rPr>
                            <a:t>87</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rPr>
                            <a:t>2 significant figures</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96616019"/>
                      </a:ext>
                    </a:extLst>
                  </a:tr>
                  <a:tr h="234000">
                    <a:tc>
                      <a:txBody>
                        <a:bodyPr/>
                        <a:lstStyle/>
                        <a:p>
                          <a:pPr algn="ctr">
                            <a:lnSpc>
                              <a:spcPct val="107000"/>
                            </a:lnSpc>
                            <a:spcAft>
                              <a:spcPts val="800"/>
                            </a:spcAft>
                          </a:pPr>
                          <a:r>
                            <a:rPr lang="en-GB" sz="1200" b="0" i="0">
                              <a:solidFill>
                                <a:schemeClr val="tx1"/>
                              </a:solidFill>
                              <a:effectLst/>
                              <a:latin typeface="Calibri" panose="020F0502020204030204" pitchFamily="34" charset="0"/>
                              <a:ea typeface="Calibri" panose="020F0502020204030204" pitchFamily="34" charset="0"/>
                              <a:cs typeface="Arial" panose="020B0604020202020204" pitchFamily="34" charset="0"/>
                            </a:rPr>
                            <a:t>4.23</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rPr>
                            <a:t>2 decimal places</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81900776"/>
                      </a:ext>
                    </a:extLst>
                  </a:tr>
                  <a:tr h="234000">
                    <a:tc>
                      <a:txBody>
                        <a:bodyPr/>
                        <a:lstStyle/>
                        <a:p>
                          <a:pPr algn="ctr">
                            <a:lnSpc>
                              <a:spcPct val="107000"/>
                            </a:lnSpc>
                            <a:spcAft>
                              <a:spcPts val="800"/>
                            </a:spcAft>
                          </a:pPr>
                          <a:r>
                            <a:rPr lang="en-GB" sz="1200" b="0" i="0">
                              <a:solidFill>
                                <a:schemeClr val="tx1"/>
                              </a:solidFill>
                              <a:effectLst/>
                              <a:latin typeface="Calibri" panose="020F0502020204030204" pitchFamily="34" charset="0"/>
                              <a:ea typeface="Calibri" panose="020F0502020204030204" pitchFamily="34" charset="0"/>
                              <a:cs typeface="Arial" panose="020B0604020202020204" pitchFamily="34" charset="0"/>
                            </a:rPr>
                            <a:t>2.19</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rPr>
                            <a:t>2 decimal places</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61902131"/>
                      </a:ext>
                    </a:extLst>
                  </a:tr>
                  <a:tr h="234000">
                    <a:tc>
                      <a:txBody>
                        <a:bodyPr/>
                        <a:lstStyle/>
                        <a:p>
                          <a:pPr algn="ctr">
                            <a:lnSpc>
                              <a:spcPct val="107000"/>
                            </a:lnSpc>
                            <a:spcAft>
                              <a:spcPts val="800"/>
                            </a:spcAft>
                          </a:pPr>
                          <a:r>
                            <a:rPr lang="en-GB" sz="1200" b="0" i="0">
                              <a:solidFill>
                                <a:schemeClr val="tx1"/>
                              </a:solidFill>
                              <a:effectLst/>
                              <a:latin typeface="Calibri" panose="020F0502020204030204" pitchFamily="34" charset="0"/>
                              <a:ea typeface="Calibri" panose="020F0502020204030204" pitchFamily="34" charset="0"/>
                              <a:cs typeface="Arial" panose="020B0604020202020204" pitchFamily="34" charset="0"/>
                            </a:rPr>
                            <a:t>12.67</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rPr>
                            <a:t>2 decimal places</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98207386"/>
                      </a:ext>
                    </a:extLst>
                  </a:tr>
                  <a:tr h="234000">
                    <a:tc>
                      <a:txBody>
                        <a:bodyPr/>
                        <a:lstStyle/>
                        <a:p>
                          <a:pPr algn="ctr">
                            <a:lnSpc>
                              <a:spcPct val="107000"/>
                            </a:lnSpc>
                            <a:spcAft>
                              <a:spcPts val="800"/>
                            </a:spcAft>
                          </a:pPr>
                          <a:r>
                            <a:rPr lang="en-GB" sz="1200" b="0" i="0">
                              <a:solidFill>
                                <a:schemeClr val="tx1"/>
                              </a:solidFill>
                              <a:effectLst/>
                              <a:latin typeface="Calibri" panose="020F0502020204030204" pitchFamily="34" charset="0"/>
                              <a:ea typeface="Calibri" panose="020F0502020204030204" pitchFamily="34" charset="0"/>
                              <a:cs typeface="Arial" panose="020B0604020202020204" pitchFamily="34" charset="0"/>
                            </a:rPr>
                            <a:t>25</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rPr>
                            <a:t>2 significant figures</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40458967"/>
                      </a:ext>
                    </a:extLst>
                  </a:tr>
                  <a:tr h="234000">
                    <a:tc>
                      <a:txBody>
                        <a:bodyPr/>
                        <a:lstStyle/>
                        <a:p>
                          <a:pPr algn="ctr">
                            <a:lnSpc>
                              <a:spcPct val="107000"/>
                            </a:lnSpc>
                            <a:spcAft>
                              <a:spcPts val="800"/>
                            </a:spcAft>
                          </a:pPr>
                          <a:r>
                            <a:rPr lang="en-GB" sz="1200" b="0" i="0">
                              <a:solidFill>
                                <a:schemeClr val="tx1"/>
                              </a:solidFill>
                              <a:effectLst/>
                              <a:latin typeface="Calibri" panose="020F0502020204030204" pitchFamily="34" charset="0"/>
                              <a:ea typeface="Calibri" panose="020F0502020204030204" pitchFamily="34" charset="0"/>
                              <a:cs typeface="Arial" panose="020B0604020202020204" pitchFamily="34" charset="0"/>
                            </a:rPr>
                            <a:t>40</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rPr>
                            <a:t>1 significant figure</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42513288"/>
                      </a:ext>
                    </a:extLst>
                  </a:tr>
                  <a:tr h="234000">
                    <a:tc>
                      <a:txBody>
                        <a:bodyPr/>
                        <a:lstStyle/>
                        <a:p>
                          <a:pPr algn="ctr">
                            <a:lnSpc>
                              <a:spcPct val="107000"/>
                            </a:lnSpc>
                            <a:spcAft>
                              <a:spcPts val="800"/>
                            </a:spcAft>
                          </a:pPr>
                          <a:r>
                            <a:rPr lang="en-GB" sz="1200" b="0" i="0">
                              <a:solidFill>
                                <a:schemeClr val="tx1"/>
                              </a:solidFill>
                              <a:effectLst/>
                              <a:latin typeface="Calibri" panose="020F0502020204030204" pitchFamily="34" charset="0"/>
                              <a:ea typeface="Calibri" panose="020F0502020204030204" pitchFamily="34" charset="0"/>
                              <a:cs typeface="Arial" panose="020B0604020202020204" pitchFamily="34" charset="0"/>
                            </a:rPr>
                            <a:t>600</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rPr>
                            <a:t>2 significant figures</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93234300"/>
                      </a:ext>
                    </a:extLst>
                  </a:tr>
                  <a:tr h="234000">
                    <a:tc>
                      <a:txBody>
                        <a:bodyPr/>
                        <a:lstStyle/>
                        <a:p>
                          <a:pPr algn="ctr">
                            <a:lnSpc>
                              <a:spcPct val="107000"/>
                            </a:lnSpc>
                            <a:spcAft>
                              <a:spcPts val="800"/>
                            </a:spcAft>
                          </a:pPr>
                          <a:r>
                            <a:rPr lang="en-GB" sz="1200" b="0" i="0">
                              <a:solidFill>
                                <a:schemeClr val="tx1"/>
                              </a:solidFill>
                              <a:effectLst/>
                              <a:latin typeface="Calibri" panose="020F0502020204030204" pitchFamily="34" charset="0"/>
                              <a:ea typeface="Calibri" panose="020F0502020204030204" pitchFamily="34" charset="0"/>
                              <a:cs typeface="Arial" panose="020B0604020202020204" pitchFamily="34" charset="0"/>
                            </a:rPr>
                            <a:t>30</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rPr>
                            <a:t>1 significant figure</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38631454"/>
                      </a:ext>
                    </a:extLst>
                  </a:tr>
                  <a:tr h="234000">
                    <a:tc>
                      <a:txBody>
                        <a:bodyPr/>
                        <a:lstStyle/>
                        <a:p>
                          <a:pPr algn="ctr">
                            <a:lnSpc>
                              <a:spcPct val="107000"/>
                            </a:lnSpc>
                            <a:spcAft>
                              <a:spcPts val="800"/>
                            </a:spcAft>
                          </a:pPr>
                          <a:r>
                            <a:rPr lang="en-GB" sz="1200" b="0" i="0">
                              <a:solidFill>
                                <a:schemeClr val="tx1"/>
                              </a:solidFill>
                              <a:effectLst/>
                              <a:latin typeface="Calibri" panose="020F0502020204030204" pitchFamily="34" charset="0"/>
                              <a:ea typeface="Calibri" panose="020F0502020204030204" pitchFamily="34" charset="0"/>
                              <a:cs typeface="Arial" panose="020B0604020202020204" pitchFamily="34" charset="0"/>
                            </a:rPr>
                            <a:t>1000</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rPr>
                            <a:t>2 significant figures</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10496989"/>
                      </a:ext>
                    </a:extLst>
                  </a:tr>
                  <a:tr h="234000">
                    <a:tc>
                      <a:txBody>
                        <a:bodyPr/>
                        <a:lstStyle/>
                        <a:p>
                          <a:pPr algn="ctr">
                            <a:lnSpc>
                              <a:spcPct val="107000"/>
                            </a:lnSpc>
                            <a:spcAft>
                              <a:spcPts val="800"/>
                            </a:spcAft>
                          </a:pPr>
                          <a:r>
                            <a:rPr lang="en-GB" sz="1200" b="0" i="0">
                              <a:solidFill>
                                <a:schemeClr val="tx1"/>
                              </a:solidFill>
                              <a:effectLst/>
                              <a:latin typeface="Calibri" panose="020F0502020204030204" pitchFamily="34" charset="0"/>
                              <a:ea typeface="Calibri" panose="020F0502020204030204" pitchFamily="34" charset="0"/>
                              <a:cs typeface="Arial" panose="020B0604020202020204" pitchFamily="34" charset="0"/>
                            </a:rPr>
                            <a:t>4.0</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rPr>
                            <a:t>1 decimal place</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86828722"/>
                      </a:ext>
                    </a:extLst>
                  </a:tr>
                  <a:tr h="234000">
                    <a:tc>
                      <a:txBody>
                        <a:bodyPr/>
                        <a:lstStyle/>
                        <a:p>
                          <a:pPr algn="ctr">
                            <a:lnSpc>
                              <a:spcPct val="107000"/>
                            </a:lnSpc>
                            <a:spcAft>
                              <a:spcPts val="800"/>
                            </a:spcAft>
                          </a:pPr>
                          <a:r>
                            <a:rPr lang="en-GB" sz="1200" b="0" i="0">
                              <a:solidFill>
                                <a:schemeClr val="tx1"/>
                              </a:solidFill>
                              <a:effectLst/>
                              <a:latin typeface="Calibri" panose="020F0502020204030204" pitchFamily="34" charset="0"/>
                              <a:ea typeface="Calibri" panose="020F0502020204030204" pitchFamily="34" charset="0"/>
                              <a:cs typeface="Arial" panose="020B0604020202020204" pitchFamily="34" charset="0"/>
                            </a:rPr>
                            <a:t>7.04</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rPr>
                            <a:t>2 decimal places</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88827792"/>
                      </a:ext>
                    </a:extLst>
                  </a:tr>
                  <a:tr h="234000">
                    <a:tc>
                      <a:txBody>
                        <a:bodyPr/>
                        <a:lstStyle/>
                        <a:p>
                          <a:pPr algn="ctr">
                            <a:lnSpc>
                              <a:spcPct val="107000"/>
                            </a:lnSpc>
                            <a:spcAft>
                              <a:spcPts val="800"/>
                            </a:spcAft>
                          </a:pPr>
                          <a:r>
                            <a:rPr lang="en-GB" sz="1200" b="0" i="0">
                              <a:solidFill>
                                <a:schemeClr val="tx1"/>
                              </a:solidFill>
                              <a:effectLst/>
                              <a:latin typeface="Calibri" panose="020F0502020204030204" pitchFamily="34" charset="0"/>
                              <a:ea typeface="Calibri" panose="020F0502020204030204" pitchFamily="34" charset="0"/>
                              <a:cs typeface="Arial" panose="020B0604020202020204" pitchFamily="34" charset="0"/>
                            </a:rPr>
                            <a:t>12.0</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rPr>
                            <a:t>1 decimal place</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47617928"/>
                      </a:ext>
                    </a:extLst>
                  </a:tr>
                  <a:tr h="234000">
                    <a:tc>
                      <a:txBody>
                        <a:bodyPr/>
                        <a:lstStyle/>
                        <a:p>
                          <a:pPr algn="ctr">
                            <a:lnSpc>
                              <a:spcPct val="107000"/>
                            </a:lnSpc>
                            <a:spcAft>
                              <a:spcPts val="800"/>
                            </a:spcAft>
                          </a:pPr>
                          <a:r>
                            <a:rPr lang="en-GB" sz="1200" b="0" i="0">
                              <a:solidFill>
                                <a:schemeClr val="tx1"/>
                              </a:solidFill>
                              <a:effectLst/>
                              <a:latin typeface="Calibri" panose="020F0502020204030204" pitchFamily="34" charset="0"/>
                              <a:ea typeface="Calibri" panose="020F0502020204030204" pitchFamily="34" charset="0"/>
                              <a:cs typeface="Arial" panose="020B0604020202020204" pitchFamily="34" charset="0"/>
                            </a:rPr>
                            <a:t>7.00</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rPr>
                            <a:t>2 decimal places</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14321473"/>
                      </a:ext>
                    </a:extLst>
                  </a:tr>
                </a:tbl>
              </a:graphicData>
            </a:graphic>
          </p:graphicFrame>
        </mc:Choice>
        <mc:Fallback xmlns="">
          <p:graphicFrame>
            <p:nvGraphicFramePr>
              <p:cNvPr id="27" name="Table 26">
                <a:extLst>
                  <a:ext uri="{FF2B5EF4-FFF2-40B4-BE49-F238E27FC236}">
                    <a16:creationId xmlns:a16="http://schemas.microsoft.com/office/drawing/2014/main" id="{E9CCF660-90AC-6786-E581-0ABAC584B45F}"/>
                  </a:ext>
                </a:extLst>
              </p:cNvPr>
              <p:cNvGraphicFramePr>
                <a:graphicFrameLocks noGrp="1"/>
              </p:cNvGraphicFramePr>
              <p:nvPr>
                <p:extLst>
                  <p:ext uri="{D42A27DB-BD31-4B8C-83A1-F6EECF244321}">
                    <p14:modId xmlns:p14="http://schemas.microsoft.com/office/powerpoint/2010/main" val="1714328504"/>
                  </p:ext>
                </p:extLst>
              </p:nvPr>
            </p:nvGraphicFramePr>
            <p:xfrm>
              <a:off x="176136" y="4513680"/>
              <a:ext cx="6442023" cy="4977307"/>
            </p:xfrm>
            <a:graphic>
              <a:graphicData uri="http://schemas.openxmlformats.org/drawingml/2006/table">
                <a:tbl>
                  <a:tblPr firstRow="1" firstCol="1" bandRow="1">
                    <a:tableStyleId>{5C22544A-7EE6-4342-B048-85BDC9FD1C3A}</a:tableStyleId>
                  </a:tblPr>
                  <a:tblGrid>
                    <a:gridCol w="850054">
                      <a:extLst>
                        <a:ext uri="{9D8B030D-6E8A-4147-A177-3AD203B41FA5}">
                          <a16:colId xmlns:a16="http://schemas.microsoft.com/office/drawing/2014/main" val="3943433533"/>
                        </a:ext>
                      </a:extLst>
                    </a:gridCol>
                    <a:gridCol w="1668350">
                      <a:extLst>
                        <a:ext uri="{9D8B030D-6E8A-4147-A177-3AD203B41FA5}">
                          <a16:colId xmlns:a16="http://schemas.microsoft.com/office/drawing/2014/main" val="2174510615"/>
                        </a:ext>
                      </a:extLst>
                    </a:gridCol>
                    <a:gridCol w="996396">
                      <a:extLst>
                        <a:ext uri="{9D8B030D-6E8A-4147-A177-3AD203B41FA5}">
                          <a16:colId xmlns:a16="http://schemas.microsoft.com/office/drawing/2014/main" val="3660280050"/>
                        </a:ext>
                      </a:extLst>
                    </a:gridCol>
                    <a:gridCol w="959404">
                      <a:extLst>
                        <a:ext uri="{9D8B030D-6E8A-4147-A177-3AD203B41FA5}">
                          <a16:colId xmlns:a16="http://schemas.microsoft.com/office/drawing/2014/main" val="1884859641"/>
                        </a:ext>
                      </a:extLst>
                    </a:gridCol>
                    <a:gridCol w="1967819">
                      <a:extLst>
                        <a:ext uri="{9D8B030D-6E8A-4147-A177-3AD203B41FA5}">
                          <a16:colId xmlns:a16="http://schemas.microsoft.com/office/drawing/2014/main" val="1497501360"/>
                        </a:ext>
                      </a:extLst>
                    </a:gridCol>
                  </a:tblGrid>
                  <a:tr h="297307">
                    <a:tc>
                      <a:txBody>
                        <a:bodyPr/>
                        <a:lstStyle/>
                        <a:p>
                          <a:endParaRPr lang="en-US"/>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14" t="-2041" r="-657143" b="-1591837"/>
                          </a:stretch>
                        </a:blipFill>
                      </a:tcPr>
                    </a:tc>
                    <a:tc>
                      <a:txBody>
                        <a:bodyPr/>
                        <a:lstStyle/>
                        <a:p>
                          <a:pPr algn="ctr">
                            <a:lnSpc>
                              <a:spcPct val="107000"/>
                            </a:lnSpc>
                            <a:spcAft>
                              <a:spcPts val="800"/>
                            </a:spcAft>
                          </a:pPr>
                          <a:r>
                            <a:rPr lang="en-US" sz="1200" i="0">
                              <a:solidFill>
                                <a:schemeClr val="tx1"/>
                              </a:solidFill>
                              <a:effectLst/>
                            </a:rPr>
                            <a:t>Level of Accuracy</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Lower Bound</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Upper Bound</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i="0">
                              <a:solidFill>
                                <a:schemeClr val="tx1"/>
                              </a:solidFill>
                              <a:effectLst/>
                            </a:rPr>
                            <a:t>Error Interval</a:t>
                          </a: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09293543"/>
                      </a:ext>
                    </a:extLst>
                  </a:tr>
                  <a:tr h="234000">
                    <a:tc>
                      <a:txBody>
                        <a:bodyPr/>
                        <a:lstStyle/>
                        <a:p>
                          <a:pPr algn="ctr">
                            <a:lnSpc>
                              <a:spcPct val="107000"/>
                            </a:lnSpc>
                            <a:spcAft>
                              <a:spcPts val="800"/>
                            </a:spcAft>
                          </a:pPr>
                          <a:r>
                            <a:rPr lang="en-GB" sz="1200" b="0" i="0">
                              <a:solidFill>
                                <a:schemeClr val="tx1"/>
                              </a:solidFill>
                              <a:effectLst/>
                              <a:latin typeface="Calibri" panose="020F0502020204030204" pitchFamily="34" charset="0"/>
                              <a:ea typeface="Calibri" panose="020F0502020204030204" pitchFamily="34" charset="0"/>
                              <a:cs typeface="Arial" panose="020B0604020202020204" pitchFamily="34" charset="0"/>
                            </a:rPr>
                            <a:t>6</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rPr>
                            <a:t>1 significant figure</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6225743"/>
                      </a:ext>
                    </a:extLst>
                  </a:tr>
                  <a:tr h="234000">
                    <a:tc>
                      <a:txBody>
                        <a:bodyPr/>
                        <a:lstStyle/>
                        <a:p>
                          <a:pPr algn="ctr">
                            <a:lnSpc>
                              <a:spcPct val="107000"/>
                            </a:lnSpc>
                            <a:spcAft>
                              <a:spcPts val="800"/>
                            </a:spcAft>
                          </a:pPr>
                          <a:r>
                            <a:rPr lang="en-GB" sz="1200" b="0" i="0">
                              <a:solidFill>
                                <a:schemeClr val="tx1"/>
                              </a:solidFill>
                              <a:effectLst/>
                              <a:latin typeface="Calibri" panose="020F0502020204030204" pitchFamily="34" charset="0"/>
                              <a:ea typeface="Calibri" panose="020F0502020204030204" pitchFamily="34" charset="0"/>
                              <a:cs typeface="Arial" panose="020B0604020202020204" pitchFamily="34" charset="0"/>
                            </a:rPr>
                            <a:t>17</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rPr>
                            <a:t>2 significant figures</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67275474"/>
                      </a:ext>
                    </a:extLst>
                  </a:tr>
                  <a:tr h="234000">
                    <a:tc>
                      <a:txBody>
                        <a:bodyPr/>
                        <a:lstStyle/>
                        <a:p>
                          <a:pPr algn="ctr">
                            <a:lnSpc>
                              <a:spcPct val="107000"/>
                            </a:lnSpc>
                            <a:spcAft>
                              <a:spcPts val="800"/>
                            </a:spcAft>
                          </a:pPr>
                          <a:r>
                            <a:rPr lang="en-GB" sz="1200" b="0" i="0">
                              <a:solidFill>
                                <a:schemeClr val="tx1"/>
                              </a:solidFill>
                              <a:effectLst/>
                              <a:latin typeface="Calibri" panose="020F0502020204030204" pitchFamily="34" charset="0"/>
                              <a:ea typeface="Calibri" panose="020F0502020204030204" pitchFamily="34" charset="0"/>
                              <a:cs typeface="Arial" panose="020B0604020202020204" pitchFamily="34" charset="0"/>
                            </a:rPr>
                            <a:t>32</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rPr>
                            <a:t>2 significant figures</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30157274"/>
                      </a:ext>
                    </a:extLst>
                  </a:tr>
                  <a:tr h="234000">
                    <a:tc>
                      <a:txBody>
                        <a:bodyPr/>
                        <a:lstStyle/>
                        <a:p>
                          <a:pPr algn="ctr">
                            <a:lnSpc>
                              <a:spcPct val="107000"/>
                            </a:lnSpc>
                            <a:spcAft>
                              <a:spcPts val="800"/>
                            </a:spcAft>
                          </a:pPr>
                          <a:r>
                            <a:rPr lang="en-GB" sz="1200" b="0" i="0">
                              <a:solidFill>
                                <a:schemeClr val="tx1"/>
                              </a:solidFill>
                              <a:effectLst/>
                              <a:latin typeface="Calibri" panose="020F0502020204030204" pitchFamily="34" charset="0"/>
                              <a:ea typeface="Calibri" panose="020F0502020204030204" pitchFamily="34" charset="0"/>
                              <a:cs typeface="Arial" panose="020B0604020202020204" pitchFamily="34" charset="0"/>
                            </a:rPr>
                            <a:t>238</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rPr>
                            <a:t>3 significant figures</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95204234"/>
                      </a:ext>
                    </a:extLst>
                  </a:tr>
                  <a:tr h="234000">
                    <a:tc>
                      <a:txBody>
                        <a:bodyPr/>
                        <a:lstStyle/>
                        <a:p>
                          <a:pPr algn="ctr">
                            <a:lnSpc>
                              <a:spcPct val="107000"/>
                            </a:lnSpc>
                            <a:spcAft>
                              <a:spcPts val="800"/>
                            </a:spcAft>
                          </a:pPr>
                          <a:r>
                            <a:rPr lang="en-GB" sz="1200" b="0" i="0">
                              <a:solidFill>
                                <a:schemeClr val="tx1"/>
                              </a:solidFill>
                              <a:effectLst/>
                              <a:latin typeface="Calibri" panose="020F0502020204030204" pitchFamily="34" charset="0"/>
                              <a:ea typeface="Calibri" panose="020F0502020204030204" pitchFamily="34" charset="0"/>
                              <a:cs typeface="Arial" panose="020B0604020202020204" pitchFamily="34" charset="0"/>
                            </a:rPr>
                            <a:t>7.3</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rPr>
                            <a:t>1 decimal place</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73329376"/>
                      </a:ext>
                    </a:extLst>
                  </a:tr>
                  <a:tr h="234000">
                    <a:tc>
                      <a:txBody>
                        <a:bodyPr/>
                        <a:lstStyle/>
                        <a:p>
                          <a:pPr algn="ctr">
                            <a:lnSpc>
                              <a:spcPct val="107000"/>
                            </a:lnSpc>
                            <a:spcAft>
                              <a:spcPts val="800"/>
                            </a:spcAft>
                          </a:pPr>
                          <a:r>
                            <a:rPr lang="en-GB" sz="1200" b="0" i="0">
                              <a:solidFill>
                                <a:schemeClr val="tx1"/>
                              </a:solidFill>
                              <a:effectLst/>
                              <a:latin typeface="Calibri" panose="020F0502020204030204" pitchFamily="34" charset="0"/>
                              <a:ea typeface="Calibri" panose="020F0502020204030204" pitchFamily="34" charset="0"/>
                              <a:cs typeface="Arial" panose="020B0604020202020204" pitchFamily="34" charset="0"/>
                            </a:rPr>
                            <a:t>25.8</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rPr>
                            <a:t>1 decimal place</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77901999"/>
                      </a:ext>
                    </a:extLst>
                  </a:tr>
                  <a:tr h="234000">
                    <a:tc>
                      <a:txBody>
                        <a:bodyPr/>
                        <a:lstStyle/>
                        <a:p>
                          <a:pPr algn="ctr">
                            <a:lnSpc>
                              <a:spcPct val="107000"/>
                            </a:lnSpc>
                            <a:spcAft>
                              <a:spcPts val="800"/>
                            </a:spcAft>
                          </a:pPr>
                          <a:r>
                            <a:rPr lang="en-GB" sz="1200" b="0" i="0">
                              <a:solidFill>
                                <a:schemeClr val="tx1"/>
                              </a:solidFill>
                              <a:effectLst/>
                              <a:latin typeface="Calibri" panose="020F0502020204030204" pitchFamily="34" charset="0"/>
                              <a:ea typeface="Calibri" panose="020F0502020204030204" pitchFamily="34" charset="0"/>
                              <a:cs typeface="Arial" panose="020B0604020202020204" pitchFamily="34" charset="0"/>
                            </a:rPr>
                            <a:t>3.4</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rPr>
                            <a:t>1 decimal place</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88288776"/>
                      </a:ext>
                    </a:extLst>
                  </a:tr>
                  <a:tr h="234000">
                    <a:tc>
                      <a:txBody>
                        <a:bodyPr/>
                        <a:lstStyle/>
                        <a:p>
                          <a:pPr algn="ctr">
                            <a:lnSpc>
                              <a:spcPct val="107000"/>
                            </a:lnSpc>
                            <a:spcAft>
                              <a:spcPts val="800"/>
                            </a:spcAft>
                          </a:pPr>
                          <a:r>
                            <a:rPr lang="en-GB" sz="1200" b="0" i="0">
                              <a:solidFill>
                                <a:schemeClr val="tx1"/>
                              </a:solidFill>
                              <a:effectLst/>
                              <a:latin typeface="Calibri" panose="020F0502020204030204" pitchFamily="34" charset="0"/>
                              <a:ea typeface="Calibri" panose="020F0502020204030204" pitchFamily="34" charset="0"/>
                              <a:cs typeface="Arial" panose="020B0604020202020204" pitchFamily="34" charset="0"/>
                            </a:rPr>
                            <a:t>87</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rPr>
                            <a:t>2 significant figures</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96616019"/>
                      </a:ext>
                    </a:extLst>
                  </a:tr>
                  <a:tr h="234000">
                    <a:tc>
                      <a:txBody>
                        <a:bodyPr/>
                        <a:lstStyle/>
                        <a:p>
                          <a:pPr algn="ctr">
                            <a:lnSpc>
                              <a:spcPct val="107000"/>
                            </a:lnSpc>
                            <a:spcAft>
                              <a:spcPts val="800"/>
                            </a:spcAft>
                          </a:pPr>
                          <a:r>
                            <a:rPr lang="en-GB" sz="1200" b="0" i="0">
                              <a:solidFill>
                                <a:schemeClr val="tx1"/>
                              </a:solidFill>
                              <a:effectLst/>
                              <a:latin typeface="Calibri" panose="020F0502020204030204" pitchFamily="34" charset="0"/>
                              <a:ea typeface="Calibri" panose="020F0502020204030204" pitchFamily="34" charset="0"/>
                              <a:cs typeface="Arial" panose="020B0604020202020204" pitchFamily="34" charset="0"/>
                            </a:rPr>
                            <a:t>4.23</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rPr>
                            <a:t>2 decimal places</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81900776"/>
                      </a:ext>
                    </a:extLst>
                  </a:tr>
                  <a:tr h="234000">
                    <a:tc>
                      <a:txBody>
                        <a:bodyPr/>
                        <a:lstStyle/>
                        <a:p>
                          <a:pPr algn="ctr">
                            <a:lnSpc>
                              <a:spcPct val="107000"/>
                            </a:lnSpc>
                            <a:spcAft>
                              <a:spcPts val="800"/>
                            </a:spcAft>
                          </a:pPr>
                          <a:r>
                            <a:rPr lang="en-GB" sz="1200" b="0" i="0">
                              <a:solidFill>
                                <a:schemeClr val="tx1"/>
                              </a:solidFill>
                              <a:effectLst/>
                              <a:latin typeface="Calibri" panose="020F0502020204030204" pitchFamily="34" charset="0"/>
                              <a:ea typeface="Calibri" panose="020F0502020204030204" pitchFamily="34" charset="0"/>
                              <a:cs typeface="Arial" panose="020B0604020202020204" pitchFamily="34" charset="0"/>
                            </a:rPr>
                            <a:t>2.19</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rPr>
                            <a:t>2 decimal places</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61902131"/>
                      </a:ext>
                    </a:extLst>
                  </a:tr>
                  <a:tr h="234000">
                    <a:tc>
                      <a:txBody>
                        <a:bodyPr/>
                        <a:lstStyle/>
                        <a:p>
                          <a:pPr algn="ctr">
                            <a:lnSpc>
                              <a:spcPct val="107000"/>
                            </a:lnSpc>
                            <a:spcAft>
                              <a:spcPts val="800"/>
                            </a:spcAft>
                          </a:pPr>
                          <a:r>
                            <a:rPr lang="en-GB" sz="1200" b="0" i="0">
                              <a:solidFill>
                                <a:schemeClr val="tx1"/>
                              </a:solidFill>
                              <a:effectLst/>
                              <a:latin typeface="Calibri" panose="020F0502020204030204" pitchFamily="34" charset="0"/>
                              <a:ea typeface="Calibri" panose="020F0502020204030204" pitchFamily="34" charset="0"/>
                              <a:cs typeface="Arial" panose="020B0604020202020204" pitchFamily="34" charset="0"/>
                            </a:rPr>
                            <a:t>12.67</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rPr>
                            <a:t>2 decimal places</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98207386"/>
                      </a:ext>
                    </a:extLst>
                  </a:tr>
                  <a:tr h="234000">
                    <a:tc>
                      <a:txBody>
                        <a:bodyPr/>
                        <a:lstStyle/>
                        <a:p>
                          <a:pPr algn="ctr">
                            <a:lnSpc>
                              <a:spcPct val="107000"/>
                            </a:lnSpc>
                            <a:spcAft>
                              <a:spcPts val="800"/>
                            </a:spcAft>
                          </a:pPr>
                          <a:r>
                            <a:rPr lang="en-GB" sz="1200" b="0" i="0">
                              <a:solidFill>
                                <a:schemeClr val="tx1"/>
                              </a:solidFill>
                              <a:effectLst/>
                              <a:latin typeface="Calibri" panose="020F0502020204030204" pitchFamily="34" charset="0"/>
                              <a:ea typeface="Calibri" panose="020F0502020204030204" pitchFamily="34" charset="0"/>
                              <a:cs typeface="Arial" panose="020B0604020202020204" pitchFamily="34" charset="0"/>
                            </a:rPr>
                            <a:t>25</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rPr>
                            <a:t>2 significant figures</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40458967"/>
                      </a:ext>
                    </a:extLst>
                  </a:tr>
                  <a:tr h="234000">
                    <a:tc>
                      <a:txBody>
                        <a:bodyPr/>
                        <a:lstStyle/>
                        <a:p>
                          <a:pPr algn="ctr">
                            <a:lnSpc>
                              <a:spcPct val="107000"/>
                            </a:lnSpc>
                            <a:spcAft>
                              <a:spcPts val="800"/>
                            </a:spcAft>
                          </a:pPr>
                          <a:r>
                            <a:rPr lang="en-GB" sz="1200" b="0" i="0">
                              <a:solidFill>
                                <a:schemeClr val="tx1"/>
                              </a:solidFill>
                              <a:effectLst/>
                              <a:latin typeface="Calibri" panose="020F0502020204030204" pitchFamily="34" charset="0"/>
                              <a:ea typeface="Calibri" panose="020F0502020204030204" pitchFamily="34" charset="0"/>
                              <a:cs typeface="Arial" panose="020B0604020202020204" pitchFamily="34" charset="0"/>
                            </a:rPr>
                            <a:t>40</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rPr>
                            <a:t>1 significant figure</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42513288"/>
                      </a:ext>
                    </a:extLst>
                  </a:tr>
                  <a:tr h="234000">
                    <a:tc>
                      <a:txBody>
                        <a:bodyPr/>
                        <a:lstStyle/>
                        <a:p>
                          <a:pPr algn="ctr">
                            <a:lnSpc>
                              <a:spcPct val="107000"/>
                            </a:lnSpc>
                            <a:spcAft>
                              <a:spcPts val="800"/>
                            </a:spcAft>
                          </a:pPr>
                          <a:r>
                            <a:rPr lang="en-GB" sz="1200" b="0" i="0">
                              <a:solidFill>
                                <a:schemeClr val="tx1"/>
                              </a:solidFill>
                              <a:effectLst/>
                              <a:latin typeface="Calibri" panose="020F0502020204030204" pitchFamily="34" charset="0"/>
                              <a:ea typeface="Calibri" panose="020F0502020204030204" pitchFamily="34" charset="0"/>
                              <a:cs typeface="Arial" panose="020B0604020202020204" pitchFamily="34" charset="0"/>
                            </a:rPr>
                            <a:t>600</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rPr>
                            <a:t>2 significant figures</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93234300"/>
                      </a:ext>
                    </a:extLst>
                  </a:tr>
                  <a:tr h="234000">
                    <a:tc>
                      <a:txBody>
                        <a:bodyPr/>
                        <a:lstStyle/>
                        <a:p>
                          <a:pPr algn="ctr">
                            <a:lnSpc>
                              <a:spcPct val="107000"/>
                            </a:lnSpc>
                            <a:spcAft>
                              <a:spcPts val="800"/>
                            </a:spcAft>
                          </a:pPr>
                          <a:r>
                            <a:rPr lang="en-GB" sz="1200" b="0" i="0">
                              <a:solidFill>
                                <a:schemeClr val="tx1"/>
                              </a:solidFill>
                              <a:effectLst/>
                              <a:latin typeface="Calibri" panose="020F0502020204030204" pitchFamily="34" charset="0"/>
                              <a:ea typeface="Calibri" panose="020F0502020204030204" pitchFamily="34" charset="0"/>
                              <a:cs typeface="Arial" panose="020B0604020202020204" pitchFamily="34" charset="0"/>
                            </a:rPr>
                            <a:t>30</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rPr>
                            <a:t>1 significant figure</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38631454"/>
                      </a:ext>
                    </a:extLst>
                  </a:tr>
                  <a:tr h="234000">
                    <a:tc>
                      <a:txBody>
                        <a:bodyPr/>
                        <a:lstStyle/>
                        <a:p>
                          <a:pPr algn="ctr">
                            <a:lnSpc>
                              <a:spcPct val="107000"/>
                            </a:lnSpc>
                            <a:spcAft>
                              <a:spcPts val="800"/>
                            </a:spcAft>
                          </a:pPr>
                          <a:r>
                            <a:rPr lang="en-GB" sz="1200" b="0" i="0">
                              <a:solidFill>
                                <a:schemeClr val="tx1"/>
                              </a:solidFill>
                              <a:effectLst/>
                              <a:latin typeface="Calibri" panose="020F0502020204030204" pitchFamily="34" charset="0"/>
                              <a:ea typeface="Calibri" panose="020F0502020204030204" pitchFamily="34" charset="0"/>
                              <a:cs typeface="Arial" panose="020B0604020202020204" pitchFamily="34" charset="0"/>
                            </a:rPr>
                            <a:t>1000</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rPr>
                            <a:t>2 significant figures</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10496989"/>
                      </a:ext>
                    </a:extLst>
                  </a:tr>
                  <a:tr h="234000">
                    <a:tc>
                      <a:txBody>
                        <a:bodyPr/>
                        <a:lstStyle/>
                        <a:p>
                          <a:pPr algn="ctr">
                            <a:lnSpc>
                              <a:spcPct val="107000"/>
                            </a:lnSpc>
                            <a:spcAft>
                              <a:spcPts val="800"/>
                            </a:spcAft>
                          </a:pPr>
                          <a:r>
                            <a:rPr lang="en-GB" sz="1200" b="0" i="0">
                              <a:solidFill>
                                <a:schemeClr val="tx1"/>
                              </a:solidFill>
                              <a:effectLst/>
                              <a:latin typeface="Calibri" panose="020F0502020204030204" pitchFamily="34" charset="0"/>
                              <a:ea typeface="Calibri" panose="020F0502020204030204" pitchFamily="34" charset="0"/>
                              <a:cs typeface="Arial" panose="020B0604020202020204" pitchFamily="34" charset="0"/>
                            </a:rPr>
                            <a:t>4.0</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rPr>
                            <a:t>1 decimal place</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86828722"/>
                      </a:ext>
                    </a:extLst>
                  </a:tr>
                  <a:tr h="234000">
                    <a:tc>
                      <a:txBody>
                        <a:bodyPr/>
                        <a:lstStyle/>
                        <a:p>
                          <a:pPr algn="ctr">
                            <a:lnSpc>
                              <a:spcPct val="107000"/>
                            </a:lnSpc>
                            <a:spcAft>
                              <a:spcPts val="800"/>
                            </a:spcAft>
                          </a:pPr>
                          <a:r>
                            <a:rPr lang="en-GB" sz="1200" b="0" i="0">
                              <a:solidFill>
                                <a:schemeClr val="tx1"/>
                              </a:solidFill>
                              <a:effectLst/>
                              <a:latin typeface="Calibri" panose="020F0502020204030204" pitchFamily="34" charset="0"/>
                              <a:ea typeface="Calibri" panose="020F0502020204030204" pitchFamily="34" charset="0"/>
                              <a:cs typeface="Arial" panose="020B0604020202020204" pitchFamily="34" charset="0"/>
                            </a:rPr>
                            <a:t>7.04</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rPr>
                            <a:t>2 decimal places</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88827792"/>
                      </a:ext>
                    </a:extLst>
                  </a:tr>
                  <a:tr h="234000">
                    <a:tc>
                      <a:txBody>
                        <a:bodyPr/>
                        <a:lstStyle/>
                        <a:p>
                          <a:pPr algn="ctr">
                            <a:lnSpc>
                              <a:spcPct val="107000"/>
                            </a:lnSpc>
                            <a:spcAft>
                              <a:spcPts val="800"/>
                            </a:spcAft>
                          </a:pPr>
                          <a:r>
                            <a:rPr lang="en-GB" sz="1200" b="0" i="0">
                              <a:solidFill>
                                <a:schemeClr val="tx1"/>
                              </a:solidFill>
                              <a:effectLst/>
                              <a:latin typeface="Calibri" panose="020F0502020204030204" pitchFamily="34" charset="0"/>
                              <a:ea typeface="Calibri" panose="020F0502020204030204" pitchFamily="34" charset="0"/>
                              <a:cs typeface="Arial" panose="020B0604020202020204" pitchFamily="34" charset="0"/>
                            </a:rPr>
                            <a:t>12.0</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rPr>
                            <a:t>1 decimal place</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47617928"/>
                      </a:ext>
                    </a:extLst>
                  </a:tr>
                  <a:tr h="234000">
                    <a:tc>
                      <a:txBody>
                        <a:bodyPr/>
                        <a:lstStyle/>
                        <a:p>
                          <a:pPr algn="ctr">
                            <a:lnSpc>
                              <a:spcPct val="107000"/>
                            </a:lnSpc>
                            <a:spcAft>
                              <a:spcPts val="800"/>
                            </a:spcAft>
                          </a:pPr>
                          <a:r>
                            <a:rPr lang="en-GB" sz="1200" b="0" i="0">
                              <a:solidFill>
                                <a:schemeClr val="tx1"/>
                              </a:solidFill>
                              <a:effectLst/>
                              <a:latin typeface="Calibri" panose="020F0502020204030204" pitchFamily="34" charset="0"/>
                              <a:ea typeface="Calibri" panose="020F0502020204030204" pitchFamily="34" charset="0"/>
                              <a:cs typeface="Arial" panose="020B0604020202020204" pitchFamily="34" charset="0"/>
                            </a:rPr>
                            <a:t>7.00</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rPr>
                            <a:t>2 decimal places</a:t>
                          </a: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endParaRPr lang="en-GB" sz="1200" i="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52959" marR="5295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14321473"/>
                      </a:ext>
                    </a:extLst>
                  </a:tr>
                </a:tbl>
              </a:graphicData>
            </a:graphic>
          </p:graphicFrame>
        </mc:Fallback>
      </mc:AlternateContent>
    </p:spTree>
    <p:extLst>
      <p:ext uri="{BB962C8B-B14F-4D97-AF65-F5344CB8AC3E}">
        <p14:creationId xmlns:p14="http://schemas.microsoft.com/office/powerpoint/2010/main" val="16721671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3686" y="256697"/>
            <a:ext cx="6670627" cy="81560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prstClr val="black"/>
                </a:solidFill>
                <a:latin typeface="Calibri" panose="020F0502020204030204"/>
              </a:rPr>
              <a:t>7</a:t>
            </a:r>
            <a:r>
              <a:rPr kumimoji="0" lang="en-US" sz="1200" i="0" u="none" strike="noStrike" kern="1200" cap="none" spc="0" normalizeH="0" baseline="0" noProof="0">
                <a:ln>
                  <a:noFill/>
                </a:ln>
                <a:solidFill>
                  <a:prstClr val="black"/>
                </a:solidFill>
                <a:effectLst/>
                <a:uLnTx/>
                <a:uFillTx/>
                <a:latin typeface="Calibri" panose="020F0502020204030204"/>
                <a:ea typeface="+mn-ea"/>
                <a:cs typeface="+mn-cs"/>
              </a:rPr>
              <a:t>. </a:t>
            </a: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A bus has 53 seats, of which 37 are occupied.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The driver estimates that at the next bus stop 20 people, to the nearest 10, will get on and no one will get off. If she is correct, is it possible they will all get a seat?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4" name="Group 3">
            <a:extLst>
              <a:ext uri="{FF2B5EF4-FFF2-40B4-BE49-F238E27FC236}">
                <a16:creationId xmlns:a16="http://schemas.microsoft.com/office/drawing/2014/main" id="{37DF37BF-6AB6-6C47-B309-8BF11E51454D}"/>
              </a:ext>
            </a:extLst>
          </p:cNvPr>
          <p:cNvGrpSpPr/>
          <p:nvPr/>
        </p:nvGrpSpPr>
        <p:grpSpPr>
          <a:xfrm>
            <a:off x="201281" y="881261"/>
            <a:ext cx="6110172" cy="510111"/>
            <a:chOff x="3583295" y="1332179"/>
            <a:chExt cx="3154879" cy="1411023"/>
          </a:xfrm>
        </p:grpSpPr>
        <p:sp>
          <p:nvSpPr>
            <p:cNvPr id="5" name="Rectangle 4">
              <a:extLst>
                <a:ext uri="{FF2B5EF4-FFF2-40B4-BE49-F238E27FC236}">
                  <a16:creationId xmlns:a16="http://schemas.microsoft.com/office/drawing/2014/main" id="{EAF11235-D4E9-B140-9CD2-AD5D1FE015BC}"/>
                </a:ext>
              </a:extLst>
            </p:cNvPr>
            <p:cNvSpPr/>
            <p:nvPr/>
          </p:nvSpPr>
          <p:spPr>
            <a:xfrm>
              <a:off x="3583295" y="1332179"/>
              <a:ext cx="3154879" cy="141102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Rectangle 5">
              <a:extLst>
                <a:ext uri="{FF2B5EF4-FFF2-40B4-BE49-F238E27FC236}">
                  <a16:creationId xmlns:a16="http://schemas.microsoft.com/office/drawing/2014/main" id="{CC802164-877B-794B-B6F2-28318E9422F6}"/>
                </a:ext>
              </a:extLst>
            </p:cNvPr>
            <p:cNvSpPr/>
            <p:nvPr/>
          </p:nvSpPr>
          <p:spPr>
            <a:xfrm>
              <a:off x="5934658" y="1940484"/>
              <a:ext cx="803516" cy="80271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7" name="TextBox 6"/>
          <p:cNvSpPr txBox="1"/>
          <p:nvPr/>
        </p:nvSpPr>
        <p:spPr>
          <a:xfrm>
            <a:off x="60373" y="1518229"/>
            <a:ext cx="6096587" cy="155427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prstClr val="black"/>
                </a:solidFill>
                <a:effectLst/>
                <a:uLnTx/>
                <a:uFillTx/>
                <a:latin typeface="Calibri" panose="020F0502020204030204"/>
                <a:ea typeface="+mn-ea"/>
                <a:cs typeface="+mn-cs"/>
              </a:rPr>
              <a:t>8.</a:t>
            </a:r>
            <a:r>
              <a:rPr kumimoji="0" lang="en-US" sz="1200" b="1" i="0" u="none" strike="noStrike" kern="1200" cap="none" spc="0" normalizeH="0" baseline="0" noProof="0">
                <a:ln>
                  <a:noFill/>
                </a:ln>
                <a:solidFill>
                  <a:prstClr val="black"/>
                </a:solidFill>
                <a:effectLst/>
                <a:uLnTx/>
                <a:uFillTx/>
                <a:latin typeface="Calibri" panose="020F0502020204030204"/>
                <a:ea typeface="+mn-ea"/>
                <a:cs typeface="+mn-cs"/>
              </a:rPr>
              <a:t> </a:t>
            </a: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A chain is 30 m long, measured to the nearest </a:t>
            </a:r>
            <a:r>
              <a:rPr kumimoji="0" lang="en-US" sz="1200" b="0" i="0" u="none" strike="noStrike" kern="1200" cap="none" spc="0" normalizeH="0" baseline="0" noProof="0" err="1">
                <a:ln>
                  <a:noFill/>
                </a:ln>
                <a:solidFill>
                  <a:prstClr val="black"/>
                </a:solidFill>
                <a:effectLst/>
                <a:uLnTx/>
                <a:uFillTx/>
                <a:latin typeface="Calibri" panose="020F0502020204030204"/>
                <a:ea typeface="+mn-ea"/>
                <a:cs typeface="+mn-cs"/>
              </a:rPr>
              <a:t>metre</a:t>
            </a: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It is needed to fasten a boat to a </a:t>
            </a:r>
            <a:r>
              <a:rPr kumimoji="0" lang="en-US" sz="1200" b="0" i="0" u="none" strike="noStrike" kern="1200" cap="none" spc="0" normalizeH="0" baseline="0" noProof="0" err="1">
                <a:ln>
                  <a:noFill/>
                </a:ln>
                <a:solidFill>
                  <a:prstClr val="black"/>
                </a:solidFill>
                <a:effectLst/>
                <a:uLnTx/>
                <a:uFillTx/>
                <a:latin typeface="Calibri" panose="020F0502020204030204"/>
                <a:ea typeface="+mn-ea"/>
                <a:cs typeface="+mn-cs"/>
              </a:rPr>
              <a:t>harbour</a:t>
            </a: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 wall, a distance that is also 30 m, to the nearest </a:t>
            </a:r>
            <a:r>
              <a:rPr kumimoji="0" lang="en-US" sz="1200" b="0" i="0" u="none" strike="noStrike" kern="1200" cap="none" spc="0" normalizeH="0" baseline="0" noProof="0" err="1">
                <a:ln>
                  <a:noFill/>
                </a:ln>
                <a:solidFill>
                  <a:prstClr val="black"/>
                </a:solidFill>
                <a:effectLst/>
                <a:uLnTx/>
                <a:uFillTx/>
                <a:latin typeface="Calibri" panose="020F0502020204030204"/>
                <a:ea typeface="+mn-ea"/>
                <a:cs typeface="+mn-cs"/>
              </a:rPr>
              <a:t>metre</a:t>
            </a: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Which statement is definitely true? Explain your decision.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A: The chain will be long enough.</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B: The chain will not be long enough.</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C: It is impossible to tell whether or not the chain is long enough.</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8" name="Group 7">
            <a:extLst>
              <a:ext uri="{FF2B5EF4-FFF2-40B4-BE49-F238E27FC236}">
                <a16:creationId xmlns:a16="http://schemas.microsoft.com/office/drawing/2014/main" id="{37DF37BF-6AB6-6C47-B309-8BF11E51454D}"/>
              </a:ext>
            </a:extLst>
          </p:cNvPr>
          <p:cNvGrpSpPr/>
          <p:nvPr/>
        </p:nvGrpSpPr>
        <p:grpSpPr>
          <a:xfrm>
            <a:off x="191795" y="2906099"/>
            <a:ext cx="6110172" cy="657824"/>
            <a:chOff x="3583295" y="1332179"/>
            <a:chExt cx="3154879" cy="1411023"/>
          </a:xfrm>
        </p:grpSpPr>
        <p:sp>
          <p:nvSpPr>
            <p:cNvPr id="9" name="Rectangle 8">
              <a:extLst>
                <a:ext uri="{FF2B5EF4-FFF2-40B4-BE49-F238E27FC236}">
                  <a16:creationId xmlns:a16="http://schemas.microsoft.com/office/drawing/2014/main" id="{EAF11235-D4E9-B140-9CD2-AD5D1FE015BC}"/>
                </a:ext>
              </a:extLst>
            </p:cNvPr>
            <p:cNvSpPr/>
            <p:nvPr/>
          </p:nvSpPr>
          <p:spPr>
            <a:xfrm>
              <a:off x="3583295" y="1332179"/>
              <a:ext cx="3154879" cy="141102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CC802164-877B-794B-B6F2-28318E9422F6}"/>
                </a:ext>
              </a:extLst>
            </p:cNvPr>
            <p:cNvSpPr/>
            <p:nvPr/>
          </p:nvSpPr>
          <p:spPr>
            <a:xfrm>
              <a:off x="5934658" y="1940484"/>
              <a:ext cx="803516" cy="80271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1" name="TextBox 10"/>
          <p:cNvSpPr txBox="1"/>
          <p:nvPr/>
        </p:nvSpPr>
        <p:spPr>
          <a:xfrm>
            <a:off x="93686" y="3699396"/>
            <a:ext cx="589026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prstClr val="black"/>
                </a:solidFill>
                <a:effectLst/>
                <a:uLnTx/>
                <a:uFillTx/>
                <a:latin typeface="Calibri" panose="020F0502020204030204"/>
                <a:ea typeface="+mn-ea"/>
                <a:cs typeface="+mn-cs"/>
              </a:rPr>
              <a:t>9.</a:t>
            </a:r>
            <a:r>
              <a:rPr kumimoji="0" lang="en-US" sz="1200" b="1" i="0" u="none" strike="noStrike" kern="1200" cap="none" spc="0" normalizeH="0" baseline="0" noProof="0">
                <a:ln>
                  <a:noFill/>
                </a:ln>
                <a:solidFill>
                  <a:prstClr val="black"/>
                </a:solidFill>
                <a:effectLst/>
                <a:uLnTx/>
                <a:uFillTx/>
                <a:latin typeface="Calibri" panose="020F0502020204030204"/>
                <a:ea typeface="+mn-ea"/>
                <a:cs typeface="+mn-cs"/>
              </a:rPr>
              <a:t> </a:t>
            </a: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A bag contains 2.5 kg of soil, to the nearest 100 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What is the least amount of soil in the bag?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Give your answer in kilograms and grams.</a:t>
            </a:r>
          </a:p>
        </p:txBody>
      </p:sp>
      <p:grpSp>
        <p:nvGrpSpPr>
          <p:cNvPr id="12" name="Group 11">
            <a:extLst>
              <a:ext uri="{FF2B5EF4-FFF2-40B4-BE49-F238E27FC236}">
                <a16:creationId xmlns:a16="http://schemas.microsoft.com/office/drawing/2014/main" id="{37DF37BF-6AB6-6C47-B309-8BF11E51454D}"/>
              </a:ext>
            </a:extLst>
          </p:cNvPr>
          <p:cNvGrpSpPr/>
          <p:nvPr/>
        </p:nvGrpSpPr>
        <p:grpSpPr>
          <a:xfrm>
            <a:off x="210767" y="4400171"/>
            <a:ext cx="6110172" cy="510111"/>
            <a:chOff x="3583295" y="1332179"/>
            <a:chExt cx="3154879" cy="1411023"/>
          </a:xfrm>
        </p:grpSpPr>
        <p:sp>
          <p:nvSpPr>
            <p:cNvPr id="13" name="Rectangle 12">
              <a:extLst>
                <a:ext uri="{FF2B5EF4-FFF2-40B4-BE49-F238E27FC236}">
                  <a16:creationId xmlns:a16="http://schemas.microsoft.com/office/drawing/2014/main" id="{EAF11235-D4E9-B140-9CD2-AD5D1FE015BC}"/>
                </a:ext>
              </a:extLst>
            </p:cNvPr>
            <p:cNvSpPr/>
            <p:nvPr/>
          </p:nvSpPr>
          <p:spPr>
            <a:xfrm>
              <a:off x="3583295" y="1332179"/>
              <a:ext cx="3154879" cy="141102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CC802164-877B-794B-B6F2-28318E9422F6}"/>
                </a:ext>
              </a:extLst>
            </p:cNvPr>
            <p:cNvSpPr/>
            <p:nvPr/>
          </p:nvSpPr>
          <p:spPr>
            <a:xfrm>
              <a:off x="5934658" y="1940484"/>
              <a:ext cx="803516" cy="80271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5" name="TextBox 14"/>
          <p:cNvSpPr txBox="1"/>
          <p:nvPr/>
        </p:nvSpPr>
        <p:spPr>
          <a:xfrm>
            <a:off x="69859" y="5130195"/>
            <a:ext cx="5802923" cy="175432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prstClr val="black"/>
                </a:solidFill>
                <a:effectLst/>
                <a:uLnTx/>
                <a:uFillTx/>
                <a:latin typeface="Calibri" panose="020F0502020204030204"/>
                <a:ea typeface="+mn-ea"/>
                <a:cs typeface="+mn-cs"/>
              </a:rPr>
              <a:t>10.</a:t>
            </a:r>
            <a:r>
              <a:rPr kumimoji="0" lang="en-US" sz="1200" b="1" i="0" u="none" strike="noStrike" kern="1200" cap="none" spc="0" normalizeH="0" baseline="0" noProof="0">
                <a:ln>
                  <a:noFill/>
                </a:ln>
                <a:solidFill>
                  <a:prstClr val="black"/>
                </a:solidFill>
                <a:effectLst/>
                <a:uLnTx/>
                <a:uFillTx/>
                <a:latin typeface="Calibri" panose="020F0502020204030204"/>
                <a:ea typeface="+mn-ea"/>
                <a:cs typeface="+mn-cs"/>
              </a:rPr>
              <a:t> </a:t>
            </a: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Billy has 40 identical marbles. Each marble has a mass of 65 g (to the nearest gram).</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a. What is the greatest possible mass of one marble?</a:t>
            </a:r>
          </a:p>
          <a:p>
            <a:pPr marL="228600" marR="0" lvl="0" indent="-228600" algn="l" defTabSz="914400" rtl="0" eaLnBrk="1" fontAlgn="auto" latinLnBrk="0" hangingPunct="1">
              <a:lnSpc>
                <a:spcPct val="100000"/>
              </a:lnSpc>
              <a:spcBef>
                <a:spcPts val="0"/>
              </a:spcBef>
              <a:spcAft>
                <a:spcPts val="0"/>
              </a:spcAft>
              <a:buClrTx/>
              <a:buSzTx/>
              <a:buFontTx/>
              <a:buAutoNum type="alphaLcPeriod"/>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b. What is the least possible mass of one marble?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c. What is the greatest possible mass of all the marbles?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d. What is the least possible mass of all the marbles?</a:t>
            </a:r>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CC802164-877B-794B-B6F2-28318E9422F6}"/>
              </a:ext>
            </a:extLst>
          </p:cNvPr>
          <p:cNvSpPr/>
          <p:nvPr/>
        </p:nvSpPr>
        <p:spPr>
          <a:xfrm>
            <a:off x="3687162" y="5430598"/>
            <a:ext cx="1556199" cy="29019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CC802164-877B-794B-B6F2-28318E9422F6}"/>
              </a:ext>
            </a:extLst>
          </p:cNvPr>
          <p:cNvSpPr/>
          <p:nvPr/>
        </p:nvSpPr>
        <p:spPr>
          <a:xfrm>
            <a:off x="3687163" y="5841395"/>
            <a:ext cx="1556199" cy="29019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Rectangle 17">
            <a:extLst>
              <a:ext uri="{FF2B5EF4-FFF2-40B4-BE49-F238E27FC236}">
                <a16:creationId xmlns:a16="http://schemas.microsoft.com/office/drawing/2014/main" id="{CC802164-877B-794B-B6F2-28318E9422F6}"/>
              </a:ext>
            </a:extLst>
          </p:cNvPr>
          <p:cNvSpPr/>
          <p:nvPr/>
        </p:nvSpPr>
        <p:spPr>
          <a:xfrm>
            <a:off x="3687164" y="6224884"/>
            <a:ext cx="1556199" cy="29019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CC802164-877B-794B-B6F2-28318E9422F6}"/>
              </a:ext>
            </a:extLst>
          </p:cNvPr>
          <p:cNvSpPr/>
          <p:nvPr/>
        </p:nvSpPr>
        <p:spPr>
          <a:xfrm>
            <a:off x="3687163" y="6616293"/>
            <a:ext cx="1556199" cy="29019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TextBox 19"/>
          <p:cNvSpPr txBox="1"/>
          <p:nvPr/>
        </p:nvSpPr>
        <p:spPr>
          <a:xfrm>
            <a:off x="69859" y="7136855"/>
            <a:ext cx="641096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dirty="0">
                <a:ln>
                  <a:noFill/>
                </a:ln>
                <a:solidFill>
                  <a:prstClr val="black"/>
                </a:solidFill>
                <a:effectLst/>
                <a:uLnTx/>
                <a:uFillTx/>
                <a:latin typeface="Calibri" panose="020F0502020204030204"/>
                <a:ea typeface="+mn-ea"/>
                <a:cs typeface="+mn-cs"/>
              </a:rPr>
              <a:t>11.</a:t>
            </a: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A whole number, when rounded to 2 significant figures, is 350. When rounded to 1 significant figure it is 300. What is the range of values for the number?</a:t>
            </a:r>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21" name="Group 20">
            <a:extLst>
              <a:ext uri="{FF2B5EF4-FFF2-40B4-BE49-F238E27FC236}">
                <a16:creationId xmlns:a16="http://schemas.microsoft.com/office/drawing/2014/main" id="{37DF37BF-6AB6-6C47-B309-8BF11E51454D}"/>
              </a:ext>
            </a:extLst>
          </p:cNvPr>
          <p:cNvGrpSpPr/>
          <p:nvPr/>
        </p:nvGrpSpPr>
        <p:grpSpPr>
          <a:xfrm>
            <a:off x="201281" y="7668556"/>
            <a:ext cx="6110172" cy="510111"/>
            <a:chOff x="3583295" y="1332179"/>
            <a:chExt cx="3154879" cy="1411023"/>
          </a:xfrm>
        </p:grpSpPr>
        <p:sp>
          <p:nvSpPr>
            <p:cNvPr id="22" name="Rectangle 21">
              <a:extLst>
                <a:ext uri="{FF2B5EF4-FFF2-40B4-BE49-F238E27FC236}">
                  <a16:creationId xmlns:a16="http://schemas.microsoft.com/office/drawing/2014/main" id="{EAF11235-D4E9-B140-9CD2-AD5D1FE015BC}"/>
                </a:ext>
              </a:extLst>
            </p:cNvPr>
            <p:cNvSpPr/>
            <p:nvPr/>
          </p:nvSpPr>
          <p:spPr>
            <a:xfrm>
              <a:off x="3583295" y="1332179"/>
              <a:ext cx="3154879" cy="141102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a16:creationId xmlns:a16="http://schemas.microsoft.com/office/drawing/2014/main" id="{CC802164-877B-794B-B6F2-28318E9422F6}"/>
                </a:ext>
              </a:extLst>
            </p:cNvPr>
            <p:cNvSpPr/>
            <p:nvPr/>
          </p:nvSpPr>
          <p:spPr>
            <a:xfrm>
              <a:off x="5934658" y="1940484"/>
              <a:ext cx="803516" cy="80271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mc:AlternateContent xmlns:mc="http://schemas.openxmlformats.org/markup-compatibility/2006" xmlns:a14="http://schemas.microsoft.com/office/drawing/2010/main">
        <mc:Choice Requires="a14">
          <p:sp>
            <p:nvSpPr>
              <p:cNvPr id="25" name="TextBox 24"/>
              <p:cNvSpPr txBox="1"/>
              <p:nvPr/>
            </p:nvSpPr>
            <p:spPr>
              <a:xfrm>
                <a:off x="60373" y="8343798"/>
                <a:ext cx="6241594"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prstClr val="black"/>
                    </a:solidFill>
                    <a:effectLst/>
                    <a:uLnTx/>
                    <a:uFillTx/>
                    <a:latin typeface="Calibri" panose="020F0502020204030204"/>
                    <a:ea typeface="+mn-ea"/>
                    <a:cs typeface="+mn-cs"/>
                  </a:rPr>
                  <a:t>12. </a:t>
                </a: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Three students are describing a number a. Abe says it is in the range </a:t>
                </a:r>
                <a14:m>
                  <m:oMath xmlns:m="http://schemas.openxmlformats.org/officeDocument/2006/math">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3&lt;</m:t>
                    </m:r>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𝑎</m:t>
                    </m:r>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⩽7</m:t>
                    </m:r>
                  </m:oMath>
                </a14:m>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 , Bee says it is in the range </a:t>
                </a:r>
                <a14:m>
                  <m:oMath xmlns:m="http://schemas.openxmlformats.org/officeDocument/2006/math">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2⩽</m:t>
                    </m:r>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𝑎</m:t>
                    </m:r>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&lt;5 </m:t>
                    </m:r>
                  </m:oMath>
                </a14:m>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and Con says it is in the range </a:t>
                </a:r>
                <a14:m>
                  <m:oMath xmlns:m="http://schemas.openxmlformats.org/officeDocument/2006/math">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4&lt;</m:t>
                    </m:r>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𝑎</m:t>
                    </m:r>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&lt;6</m:t>
                    </m:r>
                  </m:oMath>
                </a14:m>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 Work out one possible value of the number a.</a:t>
                </a:r>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mc:Choice>
        <mc:Fallback xmlns="">
          <p:sp>
            <p:nvSpPr>
              <p:cNvPr id="25" name="TextBox 24"/>
              <p:cNvSpPr txBox="1">
                <a:spLocks noRot="1" noChangeAspect="1" noMove="1" noResize="1" noEditPoints="1" noAdjustHandles="1" noChangeArrowheads="1" noChangeShapeType="1" noTextEdit="1"/>
              </p:cNvSpPr>
              <p:nvPr/>
            </p:nvSpPr>
            <p:spPr>
              <a:xfrm>
                <a:off x="60373" y="8343798"/>
                <a:ext cx="6241594" cy="646331"/>
              </a:xfrm>
              <a:prstGeom prst="rect">
                <a:avLst/>
              </a:prstGeom>
              <a:blipFill>
                <a:blip r:embed="rId2"/>
                <a:stretch>
                  <a:fillRect l="-98" t="-943" b="-6604"/>
                </a:stretch>
              </a:blipFill>
            </p:spPr>
            <p:txBody>
              <a:bodyPr/>
              <a:lstStyle/>
              <a:p>
                <a:r>
                  <a:rPr lang="en-US">
                    <a:noFill/>
                  </a:rPr>
                  <a:t> </a:t>
                </a:r>
              </a:p>
            </p:txBody>
          </p:sp>
        </mc:Fallback>
      </mc:AlternateContent>
      <p:grpSp>
        <p:nvGrpSpPr>
          <p:cNvPr id="27" name="Group 26">
            <a:extLst>
              <a:ext uri="{FF2B5EF4-FFF2-40B4-BE49-F238E27FC236}">
                <a16:creationId xmlns:a16="http://schemas.microsoft.com/office/drawing/2014/main" id="{37DF37BF-6AB6-6C47-B309-8BF11E51454D}"/>
              </a:ext>
            </a:extLst>
          </p:cNvPr>
          <p:cNvGrpSpPr/>
          <p:nvPr/>
        </p:nvGrpSpPr>
        <p:grpSpPr>
          <a:xfrm>
            <a:off x="191795" y="9021827"/>
            <a:ext cx="6110172" cy="510111"/>
            <a:chOff x="3583295" y="1332179"/>
            <a:chExt cx="3154879" cy="1411023"/>
          </a:xfrm>
        </p:grpSpPr>
        <p:sp>
          <p:nvSpPr>
            <p:cNvPr id="28" name="Rectangle 27">
              <a:extLst>
                <a:ext uri="{FF2B5EF4-FFF2-40B4-BE49-F238E27FC236}">
                  <a16:creationId xmlns:a16="http://schemas.microsoft.com/office/drawing/2014/main" id="{EAF11235-D4E9-B140-9CD2-AD5D1FE015BC}"/>
                </a:ext>
              </a:extLst>
            </p:cNvPr>
            <p:cNvSpPr/>
            <p:nvPr/>
          </p:nvSpPr>
          <p:spPr>
            <a:xfrm>
              <a:off x="3583295" y="1332179"/>
              <a:ext cx="3154879" cy="141102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Rectangle 28">
              <a:extLst>
                <a:ext uri="{FF2B5EF4-FFF2-40B4-BE49-F238E27FC236}">
                  <a16:creationId xmlns:a16="http://schemas.microsoft.com/office/drawing/2014/main" id="{CC802164-877B-794B-B6F2-28318E9422F6}"/>
                </a:ext>
              </a:extLst>
            </p:cNvPr>
            <p:cNvSpPr/>
            <p:nvPr/>
          </p:nvSpPr>
          <p:spPr>
            <a:xfrm>
              <a:off x="5934658" y="1940484"/>
              <a:ext cx="803516" cy="80271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26" name="Slide Number Placeholder 25"/>
          <p:cNvSpPr>
            <a:spLocks noGrp="1"/>
          </p:cNvSpPr>
          <p:nvPr>
            <p:ph type="sldNum" sz="quarter" idx="12"/>
          </p:nvPr>
        </p:nvSpPr>
        <p:spPr>
          <a:xfrm>
            <a:off x="5385435" y="9563636"/>
            <a:ext cx="1543050" cy="52740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F1D9CC-7119-45EC-A96C-D8C0660F3AAB}" type="slidenum">
              <a:rPr kumimoji="0" lang="en-GB" sz="9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98</a:t>
            </a:fld>
            <a:endParaRPr kumimoji="0" lang="en-GB" sz="9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9530113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31FBBFF-87B6-EA6A-A151-7076729E6CAF}"/>
              </a:ext>
            </a:extLst>
          </p:cNvPr>
          <p:cNvSpPr>
            <a:spLocks noGrp="1"/>
          </p:cNvSpPr>
          <p:nvPr>
            <p:ph type="sldNum" sz="quarter" idx="12"/>
          </p:nvPr>
        </p:nvSpPr>
        <p:spPr>
          <a:xfrm>
            <a:off x="5219067" y="9315244"/>
            <a:ext cx="1543050" cy="527403"/>
          </a:xfrm>
        </p:spPr>
        <p:txBody>
          <a:bodyPr/>
          <a:lstStyle/>
          <a:p>
            <a:fld id="{086C3A38-D272-42AA-9C88-F1FBEAE20D2C}" type="slidenum">
              <a:rPr lang="en-GB" smtClean="0"/>
              <a:t>99</a:t>
            </a:fld>
            <a:endParaRPr lang="en-GB"/>
          </a:p>
        </p:txBody>
      </p:sp>
      <p:sp>
        <p:nvSpPr>
          <p:cNvPr id="4" name="Rectangle 3">
            <a:extLst>
              <a:ext uri="{FF2B5EF4-FFF2-40B4-BE49-F238E27FC236}">
                <a16:creationId xmlns:a16="http://schemas.microsoft.com/office/drawing/2014/main" id="{9CC189D7-900A-D8F3-8AFB-C81C98AC4F19}"/>
              </a:ext>
            </a:extLst>
          </p:cNvPr>
          <p:cNvSpPr/>
          <p:nvPr/>
        </p:nvSpPr>
        <p:spPr>
          <a:xfrm>
            <a:off x="0" y="0"/>
            <a:ext cx="6858000" cy="291917"/>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bg1"/>
                </a:solidFill>
              </a:rPr>
              <a:t>Truncation and Error Intervals</a:t>
            </a:r>
          </a:p>
        </p:txBody>
      </p:sp>
      <p:sp>
        <p:nvSpPr>
          <p:cNvPr id="8" name="Rectangle 7">
            <a:extLst>
              <a:ext uri="{FF2B5EF4-FFF2-40B4-BE49-F238E27FC236}">
                <a16:creationId xmlns:a16="http://schemas.microsoft.com/office/drawing/2014/main" id="{D85A7CE4-6EC4-4F53-3B39-1FD7AD005E2C}"/>
              </a:ext>
            </a:extLst>
          </p:cNvPr>
          <p:cNvSpPr/>
          <p:nvPr/>
        </p:nvSpPr>
        <p:spPr>
          <a:xfrm>
            <a:off x="34448" y="424589"/>
            <a:ext cx="6671317" cy="111976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solidFill>
                <a:sysClr val="windowText" lastClr="000000"/>
              </a:solidFill>
            </a:endParaRPr>
          </a:p>
        </p:txBody>
      </p:sp>
      <p:sp>
        <p:nvSpPr>
          <p:cNvPr id="9" name="TextBox 8">
            <a:extLst>
              <a:ext uri="{FF2B5EF4-FFF2-40B4-BE49-F238E27FC236}">
                <a16:creationId xmlns:a16="http://schemas.microsoft.com/office/drawing/2014/main" id="{755C94C7-D973-22B3-E829-B07AE80399F0}"/>
              </a:ext>
            </a:extLst>
          </p:cNvPr>
          <p:cNvSpPr txBox="1"/>
          <p:nvPr/>
        </p:nvSpPr>
        <p:spPr>
          <a:xfrm>
            <a:off x="-8643" y="387943"/>
            <a:ext cx="2778270" cy="276999"/>
          </a:xfrm>
          <a:prstGeom prst="rect">
            <a:avLst/>
          </a:prstGeom>
          <a:noFill/>
        </p:spPr>
        <p:txBody>
          <a:bodyPr wrap="square" rtlCol="0">
            <a:spAutoFit/>
          </a:bodyPr>
          <a:lstStyle/>
          <a:p>
            <a:pPr>
              <a:defRPr/>
            </a:pPr>
            <a:r>
              <a:rPr kumimoji="0" lang="en-GB" sz="1200" b="1" i="0" u="none" strike="noStrike" kern="1200" cap="none" spc="0" normalizeH="0" baseline="0" noProof="0">
                <a:ln>
                  <a:noFill/>
                </a:ln>
                <a:solidFill>
                  <a:sysClr val="windowText" lastClr="000000"/>
                </a:solidFill>
                <a:effectLst/>
                <a:uLnTx/>
                <a:uFillTx/>
                <a:latin typeface="Calibri" panose="020F0502020204030204"/>
                <a:ea typeface="+mn-ea"/>
                <a:cs typeface="+mn-cs"/>
              </a:rPr>
              <a:t>Introduction – Read and annotate: </a:t>
            </a:r>
          </a:p>
        </p:txBody>
      </p:sp>
      <p:sp>
        <p:nvSpPr>
          <p:cNvPr id="10" name="TextBox 9">
            <a:extLst>
              <a:ext uri="{FF2B5EF4-FFF2-40B4-BE49-F238E27FC236}">
                <a16:creationId xmlns:a16="http://schemas.microsoft.com/office/drawing/2014/main" id="{2ED4802A-083C-C5B6-18DF-06C7D6A87174}"/>
              </a:ext>
            </a:extLst>
          </p:cNvPr>
          <p:cNvSpPr txBox="1"/>
          <p:nvPr/>
        </p:nvSpPr>
        <p:spPr>
          <a:xfrm>
            <a:off x="18886" y="611540"/>
            <a:ext cx="6768000" cy="1015663"/>
          </a:xfrm>
          <a:prstGeom prst="rect">
            <a:avLst/>
          </a:prstGeom>
          <a:noFill/>
        </p:spPr>
        <p:txBody>
          <a:bodyPr wrap="square">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eriod"/>
              <a:tabLst/>
              <a:defRPr/>
            </a:pPr>
            <a:r>
              <a:rPr lang="en-US" sz="1200"/>
              <a:t>In </a:t>
            </a:r>
            <a:r>
              <a:rPr lang="en-US" sz="1200" err="1"/>
              <a:t>maths</a:t>
            </a:r>
            <a:r>
              <a:rPr lang="en-US" sz="1200"/>
              <a:t>, truncation means cutting off a number after a certain point, without rounding. It’s like</a:t>
            </a:r>
          </a:p>
          <a:p>
            <a:pPr marL="228600" marR="0" lvl="0" indent="-228600" algn="l" defTabSz="457200" rtl="0" eaLnBrk="1" fontAlgn="auto" latinLnBrk="0" hangingPunct="1">
              <a:lnSpc>
                <a:spcPct val="100000"/>
              </a:lnSpc>
              <a:spcBef>
                <a:spcPts val="0"/>
              </a:spcBef>
              <a:spcAft>
                <a:spcPts val="0"/>
              </a:spcAft>
              <a:buClrTx/>
              <a:buSzTx/>
              <a:buFontTx/>
              <a:buAutoNum type="arabicPeriod"/>
              <a:tabLst/>
              <a:defRPr/>
            </a:pPr>
            <a:r>
              <a:rPr lang="en-US" sz="1200"/>
              <a:t>stopping a number in its tracks! For example, if you have 3.14159 and truncate it to two decimal</a:t>
            </a:r>
          </a:p>
          <a:p>
            <a:pPr marL="228600" marR="0" lvl="0" indent="-228600" algn="l" defTabSz="457200" rtl="0" eaLnBrk="1" fontAlgn="auto" latinLnBrk="0" hangingPunct="1">
              <a:lnSpc>
                <a:spcPct val="100000"/>
              </a:lnSpc>
              <a:spcBef>
                <a:spcPts val="0"/>
              </a:spcBef>
              <a:spcAft>
                <a:spcPts val="0"/>
              </a:spcAft>
              <a:buClrTx/>
              <a:buSzTx/>
              <a:buFontTx/>
              <a:buAutoNum type="arabicPeriod"/>
              <a:tabLst/>
              <a:defRPr/>
            </a:pPr>
            <a:r>
              <a:rPr lang="en-US" sz="1200"/>
              <a:t>places, it becomes 3.14 — no rounding up or down, just chopping off the extra digits. It’s a simple way</a:t>
            </a:r>
          </a:p>
          <a:p>
            <a:pPr marL="228600" marR="0" lvl="0" indent="-228600" algn="l" defTabSz="457200" rtl="0" eaLnBrk="1" fontAlgn="auto" latinLnBrk="0" hangingPunct="1">
              <a:lnSpc>
                <a:spcPct val="100000"/>
              </a:lnSpc>
              <a:spcBef>
                <a:spcPts val="0"/>
              </a:spcBef>
              <a:spcAft>
                <a:spcPts val="0"/>
              </a:spcAft>
              <a:buClrTx/>
              <a:buSzTx/>
              <a:buFontTx/>
              <a:buAutoNum type="arabicPeriod"/>
              <a:tabLst/>
              <a:defRPr/>
            </a:pPr>
            <a:r>
              <a:rPr lang="en-US" sz="1200"/>
              <a:t>to simplify numbers when you don’t need them to be super precise. </a:t>
            </a:r>
          </a:p>
          <a:p>
            <a:pPr marL="228600" marR="0" lvl="0" indent="-228600" algn="l" defTabSz="457200" rtl="0" eaLnBrk="1" fontAlgn="auto" latinLnBrk="0" hangingPunct="1">
              <a:lnSpc>
                <a:spcPct val="100000"/>
              </a:lnSpc>
              <a:spcBef>
                <a:spcPts val="0"/>
              </a:spcBef>
              <a:spcAft>
                <a:spcPts val="0"/>
              </a:spcAft>
              <a:buClrTx/>
              <a:buSzTx/>
              <a:buFontTx/>
              <a:buAutoNum type="arabicPeriod"/>
              <a:tabLst/>
              <a:defRPr/>
            </a:pPr>
            <a:endParaRPr lang="en-US" sz="1200"/>
          </a:p>
        </p:txBody>
      </p:sp>
      <p:graphicFrame>
        <p:nvGraphicFramePr>
          <p:cNvPr id="41" name="Table 40">
            <a:extLst>
              <a:ext uri="{FF2B5EF4-FFF2-40B4-BE49-F238E27FC236}">
                <a16:creationId xmlns:a16="http://schemas.microsoft.com/office/drawing/2014/main" id="{CA1B78BD-6E98-B588-8A26-D710C20B43C6}"/>
              </a:ext>
            </a:extLst>
          </p:cNvPr>
          <p:cNvGraphicFramePr>
            <a:graphicFrameLocks noGrp="1"/>
          </p:cNvGraphicFramePr>
          <p:nvPr>
            <p:extLst>
              <p:ext uri="{D42A27DB-BD31-4B8C-83A1-F6EECF244321}">
                <p14:modId xmlns:p14="http://schemas.microsoft.com/office/powerpoint/2010/main" val="1795907750"/>
              </p:ext>
            </p:extLst>
          </p:nvPr>
        </p:nvGraphicFramePr>
        <p:xfrm>
          <a:off x="24299" y="2352403"/>
          <a:ext cx="6681466" cy="2377440"/>
        </p:xfrm>
        <a:graphic>
          <a:graphicData uri="http://schemas.openxmlformats.org/drawingml/2006/table">
            <a:tbl>
              <a:tblPr firstRow="1" bandRow="1">
                <a:tableStyleId>{5C22544A-7EE6-4342-B048-85BDC9FD1C3A}</a:tableStyleId>
              </a:tblPr>
              <a:tblGrid>
                <a:gridCol w="1123012">
                  <a:extLst>
                    <a:ext uri="{9D8B030D-6E8A-4147-A177-3AD203B41FA5}">
                      <a16:colId xmlns:a16="http://schemas.microsoft.com/office/drawing/2014/main" val="1568142362"/>
                    </a:ext>
                  </a:extLst>
                </a:gridCol>
                <a:gridCol w="1852818">
                  <a:extLst>
                    <a:ext uri="{9D8B030D-6E8A-4147-A177-3AD203B41FA5}">
                      <a16:colId xmlns:a16="http://schemas.microsoft.com/office/drawing/2014/main" val="3551711160"/>
                    </a:ext>
                  </a:extLst>
                </a:gridCol>
                <a:gridCol w="1852818">
                  <a:extLst>
                    <a:ext uri="{9D8B030D-6E8A-4147-A177-3AD203B41FA5}">
                      <a16:colId xmlns:a16="http://schemas.microsoft.com/office/drawing/2014/main" val="1712497518"/>
                    </a:ext>
                  </a:extLst>
                </a:gridCol>
                <a:gridCol w="1852818">
                  <a:extLst>
                    <a:ext uri="{9D8B030D-6E8A-4147-A177-3AD203B41FA5}">
                      <a16:colId xmlns:a16="http://schemas.microsoft.com/office/drawing/2014/main" val="886122921"/>
                    </a:ext>
                  </a:extLst>
                </a:gridCol>
              </a:tblGrid>
              <a:tr h="409249">
                <a:tc>
                  <a:txBody>
                    <a:bodyPr/>
                    <a:lstStyle/>
                    <a:p>
                      <a:r>
                        <a:rPr lang="en-US" sz="1200" b="1">
                          <a:solidFill>
                            <a:schemeClr val="tx1"/>
                          </a:solidFill>
                        </a:rPr>
                        <a:t>Steps</a:t>
                      </a:r>
                      <a:endParaRPr lang="en-GB" sz="12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a:solidFill>
                            <a:schemeClr val="tx1"/>
                          </a:solidFill>
                        </a:rPr>
                        <a:t>Truncate to 4 decimal places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a:solidFill>
                            <a:schemeClr val="tx1"/>
                          </a:solidFill>
                        </a:rPr>
                        <a:t>Truncate to 2 decimal places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a:solidFill>
                            <a:schemeClr val="tx1"/>
                          </a:solidFill>
                        </a:rPr>
                        <a:t>Truncate to 1 decimal place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54677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a:solidFill>
                            <a:schemeClr val="tx1"/>
                          </a:solidFill>
                        </a:rPr>
                        <a:t>1) Identify the required digits. This is the cut off.</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a:solidFill>
                            <a:schemeClr val="tx1"/>
                          </a:solidFill>
                        </a:rPr>
                        <a:t>2) Rewrite the number without the digits after the cut off.</a:t>
                      </a:r>
                      <a:endParaRPr lang="en-US"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aseline="0">
                          <a:solidFill>
                            <a:schemeClr val="tx1"/>
                          </a:solidFill>
                        </a:rPr>
                        <a:t>43.56346</a:t>
                      </a:r>
                    </a:p>
                    <a:p>
                      <a:pPr algn="ctr"/>
                      <a:endParaRPr lang="en-US" sz="12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0" baseline="0">
                          <a:solidFill>
                            <a:schemeClr val="tx1"/>
                          </a:solidFill>
                        </a:rPr>
                        <a:t>72.68439</a:t>
                      </a:r>
                    </a:p>
                    <a:p>
                      <a:pPr algn="ctr"/>
                      <a:endParaRPr lang="en-US" sz="1200" b="1" baseline="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baseline="0">
                          <a:solidFill>
                            <a:schemeClr val="tx1"/>
                          </a:solidFill>
                        </a:rPr>
                        <a:t>43.56346</a:t>
                      </a:r>
                    </a:p>
                    <a:p>
                      <a:pPr algn="ctr"/>
                      <a:endParaRPr lang="en-US" sz="1200" b="1" baseline="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bl>
          </a:graphicData>
        </a:graphic>
      </p:graphicFrame>
      <p:sp>
        <p:nvSpPr>
          <p:cNvPr id="42" name="TextBox 41">
            <a:extLst>
              <a:ext uri="{FF2B5EF4-FFF2-40B4-BE49-F238E27FC236}">
                <a16:creationId xmlns:a16="http://schemas.microsoft.com/office/drawing/2014/main" id="{ECEB4222-DA9A-606A-DEC7-0EF0131F5B58}"/>
              </a:ext>
            </a:extLst>
          </p:cNvPr>
          <p:cNvSpPr txBox="1"/>
          <p:nvPr/>
        </p:nvSpPr>
        <p:spPr>
          <a:xfrm>
            <a:off x="1341307" y="2102337"/>
            <a:ext cx="1410704" cy="276999"/>
          </a:xfrm>
          <a:prstGeom prst="rect">
            <a:avLst/>
          </a:prstGeom>
          <a:noFill/>
          <a:ln>
            <a:noFill/>
          </a:ln>
        </p:spPr>
        <p:txBody>
          <a:bodyPr wrap="square" rtlCol="0">
            <a:spAutoFit/>
          </a:bodyPr>
          <a:lstStyle/>
          <a:p>
            <a:r>
              <a:rPr lang="en-GB" sz="1200" b="1" i="1">
                <a:solidFill>
                  <a:srgbClr val="FF0000"/>
                </a:solidFill>
              </a:rPr>
              <a:t>Example 1 - I do…</a:t>
            </a:r>
          </a:p>
        </p:txBody>
      </p:sp>
      <p:sp>
        <p:nvSpPr>
          <p:cNvPr id="43" name="TextBox 42">
            <a:extLst>
              <a:ext uri="{FF2B5EF4-FFF2-40B4-BE49-F238E27FC236}">
                <a16:creationId xmlns:a16="http://schemas.microsoft.com/office/drawing/2014/main" id="{3E86050C-45E6-99D4-6D82-6CE72DEE41E4}"/>
              </a:ext>
            </a:extLst>
          </p:cNvPr>
          <p:cNvSpPr txBox="1"/>
          <p:nvPr/>
        </p:nvSpPr>
        <p:spPr>
          <a:xfrm>
            <a:off x="5019991" y="2093396"/>
            <a:ext cx="1643405" cy="276999"/>
          </a:xfrm>
          <a:prstGeom prst="rect">
            <a:avLst/>
          </a:prstGeom>
          <a:noFill/>
          <a:ln>
            <a:noFill/>
          </a:ln>
        </p:spPr>
        <p:txBody>
          <a:bodyPr wrap="square" rtlCol="0">
            <a:spAutoFit/>
          </a:bodyPr>
          <a:lstStyle/>
          <a:p>
            <a:r>
              <a:rPr lang="en-GB" sz="1200" b="1" i="1">
                <a:solidFill>
                  <a:srgbClr val="00B050"/>
                </a:solidFill>
              </a:rPr>
              <a:t>Example 3 – You do…</a:t>
            </a:r>
          </a:p>
        </p:txBody>
      </p:sp>
      <p:sp>
        <p:nvSpPr>
          <p:cNvPr id="44" name="TextBox 43">
            <a:extLst>
              <a:ext uri="{FF2B5EF4-FFF2-40B4-BE49-F238E27FC236}">
                <a16:creationId xmlns:a16="http://schemas.microsoft.com/office/drawing/2014/main" id="{42414605-F9E9-57FA-2D3C-77C973E14EE2}"/>
              </a:ext>
            </a:extLst>
          </p:cNvPr>
          <p:cNvSpPr txBox="1"/>
          <p:nvPr/>
        </p:nvSpPr>
        <p:spPr>
          <a:xfrm>
            <a:off x="3048179" y="2098863"/>
            <a:ext cx="1643405" cy="276999"/>
          </a:xfrm>
          <a:prstGeom prst="rect">
            <a:avLst/>
          </a:prstGeom>
          <a:noFill/>
          <a:ln>
            <a:noFill/>
          </a:ln>
        </p:spPr>
        <p:txBody>
          <a:bodyPr wrap="square" rtlCol="0">
            <a:spAutoFit/>
          </a:bodyPr>
          <a:lstStyle/>
          <a:p>
            <a:r>
              <a:rPr lang="en-GB" sz="1200" b="1" i="1">
                <a:solidFill>
                  <a:schemeClr val="accent2"/>
                </a:solidFill>
              </a:rPr>
              <a:t>Example 2 – We do…</a:t>
            </a:r>
          </a:p>
        </p:txBody>
      </p:sp>
      <p:sp>
        <p:nvSpPr>
          <p:cNvPr id="45" name="Rectangle 44">
            <a:extLst>
              <a:ext uri="{FF2B5EF4-FFF2-40B4-BE49-F238E27FC236}">
                <a16:creationId xmlns:a16="http://schemas.microsoft.com/office/drawing/2014/main" id="{B5D1AB2C-DF35-F86A-9CB0-C4DD3ADFEF96}"/>
              </a:ext>
            </a:extLst>
          </p:cNvPr>
          <p:cNvSpPr/>
          <p:nvPr/>
        </p:nvSpPr>
        <p:spPr>
          <a:xfrm>
            <a:off x="9059" y="1727180"/>
            <a:ext cx="3833317" cy="275657"/>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a:solidFill>
                  <a:schemeClr val="bg1"/>
                </a:solidFill>
              </a:rPr>
              <a:t>Truncating numbers</a:t>
            </a:r>
          </a:p>
        </p:txBody>
      </p:sp>
      <p:graphicFrame>
        <p:nvGraphicFramePr>
          <p:cNvPr id="23" name="Table 22">
            <a:extLst>
              <a:ext uri="{FF2B5EF4-FFF2-40B4-BE49-F238E27FC236}">
                <a16:creationId xmlns:a16="http://schemas.microsoft.com/office/drawing/2014/main" id="{D3907A29-9EE3-1A31-14B0-345E6D4E8125}"/>
              </a:ext>
            </a:extLst>
          </p:cNvPr>
          <p:cNvGraphicFramePr>
            <a:graphicFrameLocks noGrp="1"/>
          </p:cNvGraphicFramePr>
          <p:nvPr>
            <p:extLst>
              <p:ext uri="{D42A27DB-BD31-4B8C-83A1-F6EECF244321}">
                <p14:modId xmlns:p14="http://schemas.microsoft.com/office/powerpoint/2010/main" val="2106635275"/>
              </p:ext>
            </p:extLst>
          </p:nvPr>
        </p:nvGraphicFramePr>
        <p:xfrm>
          <a:off x="24299" y="4979909"/>
          <a:ext cx="6681466" cy="2377440"/>
        </p:xfrm>
        <a:graphic>
          <a:graphicData uri="http://schemas.openxmlformats.org/drawingml/2006/table">
            <a:tbl>
              <a:tblPr firstRow="1" bandRow="1">
                <a:tableStyleId>{5C22544A-7EE6-4342-B048-85BDC9FD1C3A}</a:tableStyleId>
              </a:tblPr>
              <a:tblGrid>
                <a:gridCol w="1123012">
                  <a:extLst>
                    <a:ext uri="{9D8B030D-6E8A-4147-A177-3AD203B41FA5}">
                      <a16:colId xmlns:a16="http://schemas.microsoft.com/office/drawing/2014/main" val="1568142362"/>
                    </a:ext>
                  </a:extLst>
                </a:gridCol>
                <a:gridCol w="1852818">
                  <a:extLst>
                    <a:ext uri="{9D8B030D-6E8A-4147-A177-3AD203B41FA5}">
                      <a16:colId xmlns:a16="http://schemas.microsoft.com/office/drawing/2014/main" val="3551711160"/>
                    </a:ext>
                  </a:extLst>
                </a:gridCol>
                <a:gridCol w="1852818">
                  <a:extLst>
                    <a:ext uri="{9D8B030D-6E8A-4147-A177-3AD203B41FA5}">
                      <a16:colId xmlns:a16="http://schemas.microsoft.com/office/drawing/2014/main" val="1712497518"/>
                    </a:ext>
                  </a:extLst>
                </a:gridCol>
                <a:gridCol w="1852818">
                  <a:extLst>
                    <a:ext uri="{9D8B030D-6E8A-4147-A177-3AD203B41FA5}">
                      <a16:colId xmlns:a16="http://schemas.microsoft.com/office/drawing/2014/main" val="886122921"/>
                    </a:ext>
                  </a:extLst>
                </a:gridCol>
              </a:tblGrid>
              <a:tr h="0">
                <a:tc>
                  <a:txBody>
                    <a:bodyPr/>
                    <a:lstStyle/>
                    <a:p>
                      <a:r>
                        <a:rPr lang="en-US" sz="1200" b="1">
                          <a:solidFill>
                            <a:schemeClr val="tx1"/>
                          </a:solidFill>
                        </a:rPr>
                        <a:t>Steps</a:t>
                      </a:r>
                      <a:endParaRPr lang="en-GB" sz="12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a:solidFill>
                            <a:schemeClr val="tx1"/>
                          </a:solidFill>
                        </a:rPr>
                        <a:t>Truncate to the whole number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a:solidFill>
                            <a:schemeClr val="tx1"/>
                          </a:solidFill>
                        </a:rPr>
                        <a:t>Truncate to the whole number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a:solidFill>
                            <a:schemeClr val="tx1"/>
                          </a:solidFill>
                        </a:rPr>
                        <a:t>Truncate to the whole number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54677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a:solidFill>
                            <a:schemeClr val="tx1"/>
                          </a:solidFill>
                        </a:rPr>
                        <a:t>1) Identify the required digits. This is the cut off.</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a:solidFill>
                            <a:schemeClr val="tx1"/>
                          </a:solidFill>
                        </a:rPr>
                        <a:t>2) Rewrite the number without the digits after the cut off.</a:t>
                      </a:r>
                      <a:endParaRPr lang="en-US"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aseline="0">
                          <a:solidFill>
                            <a:schemeClr val="tx1"/>
                          </a:solidFill>
                        </a:rPr>
                        <a:t>43.56346</a:t>
                      </a:r>
                    </a:p>
                    <a:p>
                      <a:pPr algn="ctr"/>
                      <a:endParaRPr lang="en-US" sz="12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0" baseline="0">
                          <a:solidFill>
                            <a:schemeClr val="tx1"/>
                          </a:solidFill>
                        </a:rPr>
                        <a:t>726.8439</a:t>
                      </a:r>
                    </a:p>
                    <a:p>
                      <a:pPr algn="ctr"/>
                      <a:endParaRPr lang="en-US" sz="1200" b="1" baseline="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baseline="0">
                          <a:solidFill>
                            <a:schemeClr val="tx1"/>
                          </a:solidFill>
                        </a:rPr>
                        <a:t>4.356346</a:t>
                      </a:r>
                    </a:p>
                    <a:p>
                      <a:pPr algn="ctr"/>
                      <a:endParaRPr lang="en-US" sz="1200" b="1" baseline="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bl>
          </a:graphicData>
        </a:graphic>
      </p:graphicFrame>
      <p:sp>
        <p:nvSpPr>
          <p:cNvPr id="24" name="TextBox 23">
            <a:extLst>
              <a:ext uri="{FF2B5EF4-FFF2-40B4-BE49-F238E27FC236}">
                <a16:creationId xmlns:a16="http://schemas.microsoft.com/office/drawing/2014/main" id="{5FFD8C4E-2DC2-D88D-0E9C-9A9767FD9305}"/>
              </a:ext>
            </a:extLst>
          </p:cNvPr>
          <p:cNvSpPr txBox="1"/>
          <p:nvPr/>
        </p:nvSpPr>
        <p:spPr>
          <a:xfrm>
            <a:off x="1341307" y="4729843"/>
            <a:ext cx="1410704" cy="276999"/>
          </a:xfrm>
          <a:prstGeom prst="rect">
            <a:avLst/>
          </a:prstGeom>
          <a:noFill/>
          <a:ln>
            <a:noFill/>
          </a:ln>
        </p:spPr>
        <p:txBody>
          <a:bodyPr wrap="square" rtlCol="0">
            <a:spAutoFit/>
          </a:bodyPr>
          <a:lstStyle/>
          <a:p>
            <a:r>
              <a:rPr lang="en-GB" sz="1200" b="1" i="1">
                <a:solidFill>
                  <a:srgbClr val="FF0000"/>
                </a:solidFill>
              </a:rPr>
              <a:t>Example 4 - I do…</a:t>
            </a:r>
          </a:p>
        </p:txBody>
      </p:sp>
      <p:sp>
        <p:nvSpPr>
          <p:cNvPr id="25" name="TextBox 24">
            <a:extLst>
              <a:ext uri="{FF2B5EF4-FFF2-40B4-BE49-F238E27FC236}">
                <a16:creationId xmlns:a16="http://schemas.microsoft.com/office/drawing/2014/main" id="{E79D0978-AC22-A998-B7CC-9571BE05FA23}"/>
              </a:ext>
            </a:extLst>
          </p:cNvPr>
          <p:cNvSpPr txBox="1"/>
          <p:nvPr/>
        </p:nvSpPr>
        <p:spPr>
          <a:xfrm>
            <a:off x="5019991" y="4720902"/>
            <a:ext cx="1643405" cy="276999"/>
          </a:xfrm>
          <a:prstGeom prst="rect">
            <a:avLst/>
          </a:prstGeom>
          <a:noFill/>
          <a:ln>
            <a:noFill/>
          </a:ln>
        </p:spPr>
        <p:txBody>
          <a:bodyPr wrap="square" rtlCol="0">
            <a:spAutoFit/>
          </a:bodyPr>
          <a:lstStyle/>
          <a:p>
            <a:r>
              <a:rPr lang="en-GB" sz="1200" b="1" i="1">
                <a:solidFill>
                  <a:srgbClr val="00B050"/>
                </a:solidFill>
              </a:rPr>
              <a:t>Example 6 – You do…</a:t>
            </a:r>
          </a:p>
        </p:txBody>
      </p:sp>
      <p:sp>
        <p:nvSpPr>
          <p:cNvPr id="26" name="TextBox 25">
            <a:extLst>
              <a:ext uri="{FF2B5EF4-FFF2-40B4-BE49-F238E27FC236}">
                <a16:creationId xmlns:a16="http://schemas.microsoft.com/office/drawing/2014/main" id="{D1BA95FC-3EB4-CD6A-2D60-C1E088107F7A}"/>
              </a:ext>
            </a:extLst>
          </p:cNvPr>
          <p:cNvSpPr txBox="1"/>
          <p:nvPr/>
        </p:nvSpPr>
        <p:spPr>
          <a:xfrm>
            <a:off x="3048179" y="4726369"/>
            <a:ext cx="1643405" cy="276999"/>
          </a:xfrm>
          <a:prstGeom prst="rect">
            <a:avLst/>
          </a:prstGeom>
          <a:noFill/>
          <a:ln>
            <a:noFill/>
          </a:ln>
        </p:spPr>
        <p:txBody>
          <a:bodyPr wrap="square" rtlCol="0">
            <a:spAutoFit/>
          </a:bodyPr>
          <a:lstStyle/>
          <a:p>
            <a:r>
              <a:rPr lang="en-GB" sz="1200" b="1" i="1">
                <a:solidFill>
                  <a:schemeClr val="accent2"/>
                </a:solidFill>
              </a:rPr>
              <a:t>Example 5 – We do…</a:t>
            </a:r>
          </a:p>
        </p:txBody>
      </p:sp>
      <p:graphicFrame>
        <p:nvGraphicFramePr>
          <p:cNvPr id="30" name="Table 29">
            <a:extLst>
              <a:ext uri="{FF2B5EF4-FFF2-40B4-BE49-F238E27FC236}">
                <a16:creationId xmlns:a16="http://schemas.microsoft.com/office/drawing/2014/main" id="{790031C9-629D-16B0-9152-7ADBE8DD103E}"/>
              </a:ext>
            </a:extLst>
          </p:cNvPr>
          <p:cNvGraphicFramePr>
            <a:graphicFrameLocks noGrp="1"/>
          </p:cNvGraphicFramePr>
          <p:nvPr>
            <p:extLst>
              <p:ext uri="{D42A27DB-BD31-4B8C-83A1-F6EECF244321}">
                <p14:modId xmlns:p14="http://schemas.microsoft.com/office/powerpoint/2010/main" val="4149038564"/>
              </p:ext>
            </p:extLst>
          </p:nvPr>
        </p:nvGraphicFramePr>
        <p:xfrm>
          <a:off x="34628" y="7762737"/>
          <a:ext cx="6516484" cy="2079910"/>
        </p:xfrm>
        <a:graphic>
          <a:graphicData uri="http://schemas.openxmlformats.org/drawingml/2006/table">
            <a:tbl>
              <a:tblPr firstRow="1" bandRow="1">
                <a:tableStyleId>{5C22544A-7EE6-4342-B048-85BDC9FD1C3A}</a:tableStyleId>
              </a:tblPr>
              <a:tblGrid>
                <a:gridCol w="1629121">
                  <a:extLst>
                    <a:ext uri="{9D8B030D-6E8A-4147-A177-3AD203B41FA5}">
                      <a16:colId xmlns:a16="http://schemas.microsoft.com/office/drawing/2014/main" val="2714077908"/>
                    </a:ext>
                  </a:extLst>
                </a:gridCol>
                <a:gridCol w="1629121">
                  <a:extLst>
                    <a:ext uri="{9D8B030D-6E8A-4147-A177-3AD203B41FA5}">
                      <a16:colId xmlns:a16="http://schemas.microsoft.com/office/drawing/2014/main" val="3852923885"/>
                    </a:ext>
                  </a:extLst>
                </a:gridCol>
                <a:gridCol w="1629121">
                  <a:extLst>
                    <a:ext uri="{9D8B030D-6E8A-4147-A177-3AD203B41FA5}">
                      <a16:colId xmlns:a16="http://schemas.microsoft.com/office/drawing/2014/main" val="492621245"/>
                    </a:ext>
                  </a:extLst>
                </a:gridCol>
                <a:gridCol w="1629121">
                  <a:extLst>
                    <a:ext uri="{9D8B030D-6E8A-4147-A177-3AD203B41FA5}">
                      <a16:colId xmlns:a16="http://schemas.microsoft.com/office/drawing/2014/main" val="3821570283"/>
                    </a:ext>
                  </a:extLst>
                </a:gridCol>
              </a:tblGrid>
              <a:tr h="407113">
                <a:tc>
                  <a:txBody>
                    <a:bodyPr/>
                    <a:lstStyle/>
                    <a:p>
                      <a:pPr algn="ctr"/>
                      <a:r>
                        <a:rPr lang="en-GB" sz="1200" b="0" dirty="0">
                          <a:solidFill>
                            <a:schemeClr val="tx1"/>
                          </a:solidFill>
                        </a:rPr>
                        <a:t>Number</a:t>
                      </a:r>
                      <a:endParaRPr lang="en-US" sz="12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200" b="0">
                          <a:solidFill>
                            <a:schemeClr val="tx1"/>
                          </a:solidFill>
                        </a:rPr>
                        <a:t>Truncate to 1 decimal place</a:t>
                      </a:r>
                      <a:endParaRPr lang="en-US" sz="1200" b="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200" b="0">
                          <a:solidFill>
                            <a:schemeClr val="tx1"/>
                          </a:solidFill>
                        </a:rPr>
                        <a:t>Truncate to 2 decimal places</a:t>
                      </a:r>
                      <a:endParaRPr lang="en-US" sz="1200" b="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200" b="0" dirty="0">
                          <a:solidFill>
                            <a:schemeClr val="tx1"/>
                          </a:solidFill>
                        </a:rPr>
                        <a:t>Truncate to the whole number</a:t>
                      </a:r>
                      <a:endParaRPr lang="en-US" sz="12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90269331"/>
                  </a:ext>
                </a:extLst>
              </a:tr>
              <a:tr h="301854">
                <a:tc>
                  <a:txBody>
                    <a:bodyPr/>
                    <a:lstStyle/>
                    <a:p>
                      <a:pPr algn="ctr"/>
                      <a:r>
                        <a:rPr lang="en-GB"/>
                        <a:t>89231.625</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b="1"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b="1">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b="1"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236602"/>
                  </a:ext>
                </a:extLst>
              </a:tr>
              <a:tr h="330214">
                <a:tc>
                  <a:txBody>
                    <a:bodyPr/>
                    <a:lstStyle/>
                    <a:p>
                      <a:pPr algn="ctr"/>
                      <a:r>
                        <a:rPr lang="en-GB"/>
                        <a:t>0.05681</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b="1">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b="1">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b="1"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71421886"/>
                  </a:ext>
                </a:extLst>
              </a:tr>
              <a:tr h="330214">
                <a:tc>
                  <a:txBody>
                    <a:bodyPr/>
                    <a:lstStyle/>
                    <a:p>
                      <a:pPr algn="ctr"/>
                      <a:r>
                        <a:rPr lang="en-GB"/>
                        <a:t>0.0002563</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b="1">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b="1">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b="1">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33608114"/>
                  </a:ext>
                </a:extLst>
              </a:tr>
              <a:tr h="330214">
                <a:tc>
                  <a:txBody>
                    <a:bodyPr/>
                    <a:lstStyle/>
                    <a:p>
                      <a:pPr algn="ctr"/>
                      <a:r>
                        <a:rPr lang="en-GB"/>
                        <a:t>23.145</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b="1">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b="1">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b="1">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43883874"/>
                  </a:ext>
                </a:extLst>
              </a:tr>
              <a:tr h="330214">
                <a:tc>
                  <a:txBody>
                    <a:bodyPr/>
                    <a:lstStyle/>
                    <a:p>
                      <a:pPr algn="ctr"/>
                      <a:r>
                        <a:rPr lang="en-GB"/>
                        <a:t>19.99999</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b="1">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b="1">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b="1"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61619225"/>
                  </a:ext>
                </a:extLst>
              </a:tr>
            </a:tbl>
          </a:graphicData>
        </a:graphic>
      </p:graphicFrame>
      <p:sp>
        <p:nvSpPr>
          <p:cNvPr id="31" name="Rectangle 30">
            <a:extLst>
              <a:ext uri="{FF2B5EF4-FFF2-40B4-BE49-F238E27FC236}">
                <a16:creationId xmlns:a16="http://schemas.microsoft.com/office/drawing/2014/main" id="{B757EEDA-BF16-7F65-5B3B-B55EDB9B0079}"/>
              </a:ext>
            </a:extLst>
          </p:cNvPr>
          <p:cNvSpPr/>
          <p:nvPr/>
        </p:nvSpPr>
        <p:spPr>
          <a:xfrm>
            <a:off x="18886" y="7388165"/>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sp>
        <p:nvSpPr>
          <p:cNvPr id="32" name="TextBox 31">
            <a:extLst>
              <a:ext uri="{FF2B5EF4-FFF2-40B4-BE49-F238E27FC236}">
                <a16:creationId xmlns:a16="http://schemas.microsoft.com/office/drawing/2014/main" id="{66E13748-DACB-B2FF-F118-E1273BD29276}"/>
              </a:ext>
            </a:extLst>
          </p:cNvPr>
          <p:cNvSpPr txBox="1"/>
          <p:nvPr/>
        </p:nvSpPr>
        <p:spPr>
          <a:xfrm>
            <a:off x="1199899" y="7526664"/>
            <a:ext cx="4651621" cy="276999"/>
          </a:xfrm>
          <a:prstGeom prst="rect">
            <a:avLst/>
          </a:prstGeom>
          <a:noFill/>
        </p:spPr>
        <p:txBody>
          <a:bodyPr wrap="square" rtlCol="0">
            <a:spAutoFit/>
          </a:bodyPr>
          <a:lstStyle/>
          <a:p>
            <a:r>
              <a:rPr lang="en-GB" sz="1200" dirty="0"/>
              <a:t>1. Complete the table:</a:t>
            </a:r>
          </a:p>
        </p:txBody>
      </p:sp>
    </p:spTree>
    <p:extLst>
      <p:ext uri="{BB962C8B-B14F-4D97-AF65-F5344CB8AC3E}">
        <p14:creationId xmlns:p14="http://schemas.microsoft.com/office/powerpoint/2010/main" val="293695616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60FD133-30FC-A480-A812-584C724562D2}"/>
              </a:ext>
            </a:extLst>
          </p:cNvPr>
          <p:cNvSpPr>
            <a:spLocks noGrp="1"/>
          </p:cNvSpPr>
          <p:nvPr>
            <p:ph type="sldNum" sz="quarter" idx="12"/>
          </p:nvPr>
        </p:nvSpPr>
        <p:spPr>
          <a:xfrm>
            <a:off x="5261028" y="9500517"/>
            <a:ext cx="1543050" cy="527403"/>
          </a:xfrm>
        </p:spPr>
        <p:txBody>
          <a:bodyPr/>
          <a:lstStyle/>
          <a:p>
            <a:fld id="{086C3A38-D272-42AA-9C88-F1FBEAE20D2C}" type="slidenum">
              <a:rPr lang="en-GB" smtClean="0"/>
              <a:t>100</a:t>
            </a:fld>
            <a:endParaRPr lang="en-GB"/>
          </a:p>
        </p:txBody>
      </p:sp>
      <p:graphicFrame>
        <p:nvGraphicFramePr>
          <p:cNvPr id="3" name="Table 2">
            <a:extLst>
              <a:ext uri="{FF2B5EF4-FFF2-40B4-BE49-F238E27FC236}">
                <a16:creationId xmlns:a16="http://schemas.microsoft.com/office/drawing/2014/main" id="{CD3B5C5C-6ABC-209F-9A1D-4616B1F9D035}"/>
              </a:ext>
            </a:extLst>
          </p:cNvPr>
          <p:cNvGraphicFramePr>
            <a:graphicFrameLocks noGrp="1"/>
          </p:cNvGraphicFramePr>
          <p:nvPr>
            <p:extLst>
              <p:ext uri="{D42A27DB-BD31-4B8C-83A1-F6EECF244321}">
                <p14:modId xmlns:p14="http://schemas.microsoft.com/office/powerpoint/2010/main" val="3239517989"/>
              </p:ext>
            </p:extLst>
          </p:nvPr>
        </p:nvGraphicFramePr>
        <p:xfrm>
          <a:off x="117666" y="261201"/>
          <a:ext cx="6622667" cy="1920240"/>
        </p:xfrm>
        <a:graphic>
          <a:graphicData uri="http://schemas.openxmlformats.org/drawingml/2006/table">
            <a:tbl>
              <a:tblPr firstRow="1" bandRow="1">
                <a:tableStyleId>{5C22544A-7EE6-4342-B048-85BDC9FD1C3A}</a:tableStyleId>
              </a:tblPr>
              <a:tblGrid>
                <a:gridCol w="1319150">
                  <a:extLst>
                    <a:ext uri="{9D8B030D-6E8A-4147-A177-3AD203B41FA5}">
                      <a16:colId xmlns:a16="http://schemas.microsoft.com/office/drawing/2014/main" val="1568142362"/>
                    </a:ext>
                  </a:extLst>
                </a:gridCol>
                <a:gridCol w="1727199">
                  <a:extLst>
                    <a:ext uri="{9D8B030D-6E8A-4147-A177-3AD203B41FA5}">
                      <a16:colId xmlns:a16="http://schemas.microsoft.com/office/drawing/2014/main" val="3551711160"/>
                    </a:ext>
                  </a:extLst>
                </a:gridCol>
                <a:gridCol w="1788159">
                  <a:extLst>
                    <a:ext uri="{9D8B030D-6E8A-4147-A177-3AD203B41FA5}">
                      <a16:colId xmlns:a16="http://schemas.microsoft.com/office/drawing/2014/main" val="1712497518"/>
                    </a:ext>
                  </a:extLst>
                </a:gridCol>
                <a:gridCol w="1788159">
                  <a:extLst>
                    <a:ext uri="{9D8B030D-6E8A-4147-A177-3AD203B41FA5}">
                      <a16:colId xmlns:a16="http://schemas.microsoft.com/office/drawing/2014/main" val="886122921"/>
                    </a:ext>
                  </a:extLst>
                </a:gridCol>
              </a:tblGrid>
              <a:tr h="777379">
                <a:tc>
                  <a:txBody>
                    <a:bodyPr/>
                    <a:lstStyle/>
                    <a:p>
                      <a:r>
                        <a:rPr lang="en-US" sz="1200" b="1">
                          <a:solidFill>
                            <a:schemeClr val="tx1"/>
                          </a:solidFill>
                        </a:rPr>
                        <a:t>Steps</a:t>
                      </a:r>
                      <a:endParaRPr lang="en-GB" sz="12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a:solidFill>
                            <a:schemeClr val="tx1"/>
                          </a:solidFill>
                        </a:rPr>
                        <a:t>A number, y, is truncated to an integer. Write down the error interval for y if the result is 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a:solidFill>
                            <a:schemeClr val="tx1"/>
                          </a:solidFill>
                        </a:rPr>
                        <a:t>A number, y, is truncated to 2 decimal places. Write down the error interval for y if the result is 93.20.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a:solidFill>
                            <a:schemeClr val="tx1"/>
                          </a:solidFill>
                        </a:rPr>
                        <a:t>A number, y, is truncated to an integer. Write down the error interval for y if the result is 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066031">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a:solidFill>
                            <a:schemeClr val="tx1"/>
                          </a:solidFill>
                        </a:rPr>
                        <a:t>1) The result is the lower bound.</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60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a:solidFill>
                            <a:schemeClr val="tx1"/>
                          </a:solidFill>
                        </a:rPr>
                        <a:t>2) One increment above this is the upper bound.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28600" indent="-228600" algn="ctr">
                        <a:buAutoNum type="alphaLcParenR"/>
                      </a:pPr>
                      <a:endParaRPr lang="en-US" sz="12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baseline="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sz="12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bl>
          </a:graphicData>
        </a:graphic>
      </p:graphicFrame>
      <p:sp>
        <p:nvSpPr>
          <p:cNvPr id="4" name="TextBox 3">
            <a:extLst>
              <a:ext uri="{FF2B5EF4-FFF2-40B4-BE49-F238E27FC236}">
                <a16:creationId xmlns:a16="http://schemas.microsoft.com/office/drawing/2014/main" id="{88784C66-5FEA-05A8-6B26-3F0CC82A2475}"/>
              </a:ext>
            </a:extLst>
          </p:cNvPr>
          <p:cNvSpPr txBox="1"/>
          <p:nvPr/>
        </p:nvSpPr>
        <p:spPr>
          <a:xfrm>
            <a:off x="1615912" y="6004"/>
            <a:ext cx="1410704" cy="276999"/>
          </a:xfrm>
          <a:prstGeom prst="rect">
            <a:avLst/>
          </a:prstGeom>
          <a:noFill/>
          <a:ln>
            <a:noFill/>
          </a:ln>
        </p:spPr>
        <p:txBody>
          <a:bodyPr wrap="square" rtlCol="0">
            <a:spAutoFit/>
          </a:bodyPr>
          <a:lstStyle/>
          <a:p>
            <a:r>
              <a:rPr lang="en-GB" sz="1200" b="1" i="1" dirty="0">
                <a:solidFill>
                  <a:srgbClr val="FF0000"/>
                </a:solidFill>
              </a:rPr>
              <a:t>Example 4 - I do…</a:t>
            </a:r>
          </a:p>
        </p:txBody>
      </p:sp>
      <p:sp>
        <p:nvSpPr>
          <p:cNvPr id="5" name="TextBox 4">
            <a:extLst>
              <a:ext uri="{FF2B5EF4-FFF2-40B4-BE49-F238E27FC236}">
                <a16:creationId xmlns:a16="http://schemas.microsoft.com/office/drawing/2014/main" id="{1992F3BA-0431-EFE8-DDDA-BF828930AEDD}"/>
              </a:ext>
            </a:extLst>
          </p:cNvPr>
          <p:cNvSpPr txBox="1"/>
          <p:nvPr/>
        </p:nvSpPr>
        <p:spPr>
          <a:xfrm>
            <a:off x="5050756" y="7633"/>
            <a:ext cx="1643405" cy="276999"/>
          </a:xfrm>
          <a:prstGeom prst="rect">
            <a:avLst/>
          </a:prstGeom>
          <a:noFill/>
          <a:ln>
            <a:noFill/>
          </a:ln>
        </p:spPr>
        <p:txBody>
          <a:bodyPr wrap="square" rtlCol="0">
            <a:spAutoFit/>
          </a:bodyPr>
          <a:lstStyle/>
          <a:p>
            <a:r>
              <a:rPr lang="en-GB" sz="1200" b="1" i="1" dirty="0">
                <a:solidFill>
                  <a:srgbClr val="00B050"/>
                </a:solidFill>
              </a:rPr>
              <a:t>Example 6 – You do…</a:t>
            </a:r>
          </a:p>
        </p:txBody>
      </p:sp>
      <p:sp>
        <p:nvSpPr>
          <p:cNvPr id="6" name="TextBox 5">
            <a:extLst>
              <a:ext uri="{FF2B5EF4-FFF2-40B4-BE49-F238E27FC236}">
                <a16:creationId xmlns:a16="http://schemas.microsoft.com/office/drawing/2014/main" id="{29E63559-9D17-CB5E-BEEB-382DBF81224B}"/>
              </a:ext>
            </a:extLst>
          </p:cNvPr>
          <p:cNvSpPr txBox="1"/>
          <p:nvPr/>
        </p:nvSpPr>
        <p:spPr>
          <a:xfrm>
            <a:off x="3263801" y="0"/>
            <a:ext cx="1643405" cy="276999"/>
          </a:xfrm>
          <a:prstGeom prst="rect">
            <a:avLst/>
          </a:prstGeom>
          <a:noFill/>
          <a:ln>
            <a:noFill/>
          </a:ln>
        </p:spPr>
        <p:txBody>
          <a:bodyPr wrap="square" rtlCol="0">
            <a:spAutoFit/>
          </a:bodyPr>
          <a:lstStyle/>
          <a:p>
            <a:r>
              <a:rPr lang="en-GB" sz="1200" b="1" i="1" dirty="0">
                <a:solidFill>
                  <a:schemeClr val="accent2"/>
                </a:solidFill>
              </a:rPr>
              <a:t>Example 5 – We do…</a:t>
            </a:r>
          </a:p>
        </p:txBody>
      </p:sp>
      <p:sp>
        <p:nvSpPr>
          <p:cNvPr id="37" name="Rectangle 36">
            <a:extLst>
              <a:ext uri="{FF2B5EF4-FFF2-40B4-BE49-F238E27FC236}">
                <a16:creationId xmlns:a16="http://schemas.microsoft.com/office/drawing/2014/main" id="{61AA4B9D-68E7-84A7-4F0B-7C566CFF4A01}"/>
              </a:ext>
            </a:extLst>
          </p:cNvPr>
          <p:cNvSpPr/>
          <p:nvPr/>
        </p:nvSpPr>
        <p:spPr>
          <a:xfrm>
            <a:off x="90313" y="2248653"/>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sp>
        <p:nvSpPr>
          <p:cNvPr id="39" name="TextBox 38">
            <a:extLst>
              <a:ext uri="{FF2B5EF4-FFF2-40B4-BE49-F238E27FC236}">
                <a16:creationId xmlns:a16="http://schemas.microsoft.com/office/drawing/2014/main" id="{839E5C50-76AB-BE22-538C-C7546C2C73AD}"/>
              </a:ext>
            </a:extLst>
          </p:cNvPr>
          <p:cNvSpPr txBox="1"/>
          <p:nvPr/>
        </p:nvSpPr>
        <p:spPr>
          <a:xfrm>
            <a:off x="1208725" y="2388307"/>
            <a:ext cx="4651621" cy="276999"/>
          </a:xfrm>
          <a:prstGeom prst="rect">
            <a:avLst/>
          </a:prstGeom>
          <a:noFill/>
        </p:spPr>
        <p:txBody>
          <a:bodyPr wrap="square" rtlCol="0">
            <a:spAutoFit/>
          </a:bodyPr>
          <a:lstStyle/>
          <a:p>
            <a:r>
              <a:rPr lang="en-GB" sz="1200"/>
              <a:t>11. Answer the following questions:</a:t>
            </a:r>
          </a:p>
        </p:txBody>
      </p:sp>
      <mc:AlternateContent xmlns:mc="http://schemas.openxmlformats.org/markup-compatibility/2006" xmlns:a14="http://schemas.microsoft.com/office/drawing/2010/main">
        <mc:Choice Requires="a14">
          <p:graphicFrame>
            <p:nvGraphicFramePr>
              <p:cNvPr id="41" name="Table 40">
                <a:extLst>
                  <a:ext uri="{FF2B5EF4-FFF2-40B4-BE49-F238E27FC236}">
                    <a16:creationId xmlns:a16="http://schemas.microsoft.com/office/drawing/2014/main" id="{2BD83A60-ECC3-495C-BAB5-80DF2DDA2390}"/>
                  </a:ext>
                </a:extLst>
              </p:cNvPr>
              <p:cNvGraphicFramePr>
                <a:graphicFrameLocks noGrp="1"/>
              </p:cNvGraphicFramePr>
              <p:nvPr>
                <p:extLst>
                  <p:ext uri="{D42A27DB-BD31-4B8C-83A1-F6EECF244321}">
                    <p14:modId xmlns:p14="http://schemas.microsoft.com/office/powerpoint/2010/main" val="2818695716"/>
                  </p:ext>
                </p:extLst>
              </p:nvPr>
            </p:nvGraphicFramePr>
            <p:xfrm>
              <a:off x="105553" y="2665306"/>
              <a:ext cx="6622668" cy="4162687"/>
            </p:xfrm>
            <a:graphic>
              <a:graphicData uri="http://schemas.openxmlformats.org/drawingml/2006/table">
                <a:tbl>
                  <a:tblPr firstRow="1" bandRow="1">
                    <a:tableStyleId>{5C22544A-7EE6-4342-B048-85BDC9FD1C3A}</a:tableStyleId>
                  </a:tblPr>
                  <a:tblGrid>
                    <a:gridCol w="1655667">
                      <a:extLst>
                        <a:ext uri="{9D8B030D-6E8A-4147-A177-3AD203B41FA5}">
                          <a16:colId xmlns:a16="http://schemas.microsoft.com/office/drawing/2014/main" val="277496291"/>
                        </a:ext>
                      </a:extLst>
                    </a:gridCol>
                    <a:gridCol w="1655667">
                      <a:extLst>
                        <a:ext uri="{9D8B030D-6E8A-4147-A177-3AD203B41FA5}">
                          <a16:colId xmlns:a16="http://schemas.microsoft.com/office/drawing/2014/main" val="4087287062"/>
                        </a:ext>
                      </a:extLst>
                    </a:gridCol>
                    <a:gridCol w="1655667">
                      <a:extLst>
                        <a:ext uri="{9D8B030D-6E8A-4147-A177-3AD203B41FA5}">
                          <a16:colId xmlns:a16="http://schemas.microsoft.com/office/drawing/2014/main" val="500154141"/>
                        </a:ext>
                      </a:extLst>
                    </a:gridCol>
                    <a:gridCol w="1655667">
                      <a:extLst>
                        <a:ext uri="{9D8B030D-6E8A-4147-A177-3AD203B41FA5}">
                          <a16:colId xmlns:a16="http://schemas.microsoft.com/office/drawing/2014/main" val="2257054046"/>
                        </a:ext>
                      </a:extLst>
                    </a:gridCol>
                  </a:tblGrid>
                  <a:tr h="286076">
                    <a:tc gridSpan="4">
                      <a:txBody>
                        <a:bodyPr/>
                        <a:lstStyle/>
                        <a:p>
                          <a:r>
                            <a:rPr lang="en-GB" sz="1200" b="0">
                              <a:solidFill>
                                <a:schemeClr val="tx1"/>
                              </a:solidFill>
                            </a:rPr>
                            <a:t>a) </a:t>
                          </a:r>
                          <a:r>
                            <a:rPr lang="en-US" sz="1200" b="0">
                              <a:solidFill>
                                <a:schemeClr val="tx1"/>
                              </a:solidFill>
                            </a:rPr>
                            <a:t>A number, 𝑥, is truncated to the hundreds. Write down the error interval for 𝑥.</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735848025"/>
                      </a:ext>
                    </a:extLst>
                  </a:tr>
                  <a:tr h="764051">
                    <a:tc>
                      <a:txBody>
                        <a:bodyPr/>
                        <a:lstStyle/>
                        <a:p>
                          <a:pPr marL="0" indent="0">
                            <a:buNone/>
                          </a:pPr>
                          <a:r>
                            <a:rPr lang="en-GB" sz="1200" b="0" err="1">
                              <a:solidFill>
                                <a:schemeClr val="tx1"/>
                              </a:solidFill>
                            </a:rPr>
                            <a:t>i</a:t>
                          </a:r>
                          <a:r>
                            <a:rPr lang="en-GB" sz="1200" b="0">
                              <a:solidFill>
                                <a:schemeClr val="tx1"/>
                              </a:solidFill>
                            </a:rPr>
                            <a:t>) 900</a:t>
                          </a:r>
                          <a:endParaRPr lang="en-US"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solidFill>
                                <a:schemeClr val="tx1"/>
                              </a:solidFill>
                            </a:rPr>
                            <a:t>ii) 93900</a:t>
                          </a:r>
                          <a:endParaRPr lang="en-US"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solidFill>
                                <a:schemeClr val="tx1"/>
                              </a:solidFill>
                            </a:rPr>
                            <a:t>iii) 99900</a:t>
                          </a:r>
                          <a:endParaRPr lang="en-US"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solidFill>
                                <a:schemeClr val="tx1"/>
                              </a:solidFill>
                            </a:rPr>
                            <a:t>iv) 1000</a:t>
                          </a:r>
                          <a:endParaRPr lang="en-US"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92751182"/>
                      </a:ext>
                    </a:extLst>
                  </a:tr>
                  <a:tr h="257029">
                    <a:tc gridSpan="4">
                      <a:txBody>
                        <a:bodyPr/>
                        <a:lstStyle/>
                        <a:p>
                          <a:r>
                            <a:rPr lang="en-GB" sz="1200" b="0">
                              <a:solidFill>
                                <a:schemeClr val="tx1"/>
                              </a:solidFill>
                            </a:rPr>
                            <a:t>b) </a:t>
                          </a:r>
                          <a:r>
                            <a:rPr lang="en-GB" sz="1200">
                              <a:solidFill>
                                <a:srgbClr val="000000"/>
                              </a:solidFill>
                              <a:latin typeface="+mn-lt"/>
                              <a:ea typeface="Calibri" panose="020F0502020204030204" pitchFamily="34" charset="0"/>
                              <a:cs typeface="Calibri" panose="020F0502020204030204" pitchFamily="34" charset="0"/>
                            </a:rPr>
                            <a:t>A number, </a:t>
                          </a:r>
                          <a14:m>
                            <m:oMath xmlns:m="http://schemas.openxmlformats.org/officeDocument/2006/math">
                              <m:r>
                                <a:rPr lang="en-GB" sz="1200" i="1">
                                  <a:solidFill>
                                    <a:srgbClr val="000000"/>
                                  </a:solidFill>
                                  <a:effectLst/>
                                  <a:latin typeface="Cambria Math" panose="02040503050406030204" pitchFamily="18" charset="0"/>
                                  <a:ea typeface="Calibri" panose="020F0502020204030204" pitchFamily="34" charset="0"/>
                                  <a:cs typeface="Calibri" panose="020F0502020204030204" pitchFamily="34" charset="0"/>
                                </a:rPr>
                                <m:t>𝑥</m:t>
                              </m:r>
                            </m:oMath>
                          </a14:m>
                          <a:r>
                            <a:rPr lang="en-GB" sz="1200">
                              <a:solidFill>
                                <a:srgbClr val="000000"/>
                              </a:solidFill>
                              <a:effectLst/>
                              <a:latin typeface="+mn-lt"/>
                              <a:ea typeface="Calibri" panose="020F0502020204030204" pitchFamily="34" charset="0"/>
                              <a:cs typeface="Calibri" panose="020F0502020204030204" pitchFamily="34" charset="0"/>
                            </a:rPr>
                            <a:t>, is </a:t>
                          </a:r>
                          <a:r>
                            <a:rPr lang="en-GB" sz="1200" b="1">
                              <a:latin typeface="+mn-lt"/>
                            </a:rPr>
                            <a:t>truncated</a:t>
                          </a:r>
                          <a:r>
                            <a:rPr lang="en-GB" sz="1200">
                              <a:solidFill>
                                <a:srgbClr val="000000"/>
                              </a:solidFill>
                              <a:effectLst/>
                              <a:latin typeface="+mn-lt"/>
                              <a:ea typeface="Calibri" panose="020F0502020204030204" pitchFamily="34" charset="0"/>
                              <a:cs typeface="Calibri" panose="020F0502020204030204" pitchFamily="34" charset="0"/>
                            </a:rPr>
                            <a:t> to the tens. Write down the error interval for </a:t>
                          </a:r>
                          <a14:m>
                            <m:oMath xmlns:m="http://schemas.openxmlformats.org/officeDocument/2006/math">
                              <m:r>
                                <a:rPr lang="en-GB" sz="1200" i="1">
                                  <a:solidFill>
                                    <a:srgbClr val="000000"/>
                                  </a:solidFill>
                                  <a:effectLst/>
                                  <a:latin typeface="Cambria Math" panose="02040503050406030204" pitchFamily="18" charset="0"/>
                                  <a:ea typeface="Calibri" panose="020F0502020204030204" pitchFamily="34" charset="0"/>
                                  <a:cs typeface="Calibri" panose="020F0502020204030204" pitchFamily="34" charset="0"/>
                                </a:rPr>
                                <m:t>𝑥</m:t>
                              </m:r>
                            </m:oMath>
                          </a14:m>
                          <a:r>
                            <a:rPr lang="en-GB" sz="1200">
                              <a:solidFill>
                                <a:srgbClr val="000000"/>
                              </a:solidFill>
                              <a:effectLst/>
                              <a:latin typeface="+mn-lt"/>
                              <a:ea typeface="Calibri" panose="020F0502020204030204" pitchFamily="34" charset="0"/>
                              <a:cs typeface="Calibri" panose="020F0502020204030204" pitchFamily="34" charset="0"/>
                            </a:rPr>
                            <a:t>.</a:t>
                          </a:r>
                          <a:endParaRPr lang="en-US"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135361459"/>
                      </a:ext>
                    </a:extLst>
                  </a:tr>
                  <a:tr h="763200">
                    <a:tc>
                      <a:txBody>
                        <a:bodyPr/>
                        <a:lstStyle/>
                        <a:p>
                          <a:pPr marL="0" indent="0">
                            <a:buNone/>
                          </a:pPr>
                          <a:r>
                            <a:rPr lang="en-GB" sz="1200" b="0" err="1">
                              <a:solidFill>
                                <a:schemeClr val="tx1"/>
                              </a:solidFill>
                            </a:rPr>
                            <a:t>i</a:t>
                          </a:r>
                          <a:r>
                            <a:rPr lang="en-GB" sz="1200" b="0">
                              <a:solidFill>
                                <a:schemeClr val="tx1"/>
                              </a:solidFill>
                            </a:rPr>
                            <a:t>) 120</a:t>
                          </a:r>
                          <a:endParaRPr lang="en-US"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solidFill>
                                <a:schemeClr val="tx1"/>
                              </a:solidFill>
                            </a:rPr>
                            <a:t>ii) 90</a:t>
                          </a:r>
                          <a:endParaRPr lang="en-US"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solidFill>
                                <a:schemeClr val="tx1"/>
                              </a:solidFill>
                            </a:rPr>
                            <a:t>iii) 900</a:t>
                          </a:r>
                          <a:endParaRPr lang="en-US"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solidFill>
                                <a:schemeClr val="tx1"/>
                              </a:solidFill>
                            </a:rPr>
                            <a:t>iv) 10</a:t>
                          </a:r>
                          <a:endParaRPr lang="en-US"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62885741"/>
                      </a:ext>
                    </a:extLst>
                  </a:tr>
                  <a:tr h="225349">
                    <a:tc gridSpan="4">
                      <a:txBody>
                        <a:bodyPr/>
                        <a:lstStyle/>
                        <a:p>
                          <a:r>
                            <a:rPr lang="en-GB" sz="1200" b="0">
                              <a:solidFill>
                                <a:schemeClr val="tx1"/>
                              </a:solidFill>
                            </a:rPr>
                            <a:t>c) </a:t>
                          </a:r>
                          <a:r>
                            <a:rPr lang="en-GB" sz="1200">
                              <a:solidFill>
                                <a:srgbClr val="000000"/>
                              </a:solidFill>
                              <a:latin typeface="+mn-lt"/>
                              <a:ea typeface="Calibri" panose="020F0502020204030204" pitchFamily="34" charset="0"/>
                              <a:cs typeface="Calibri" panose="020F0502020204030204" pitchFamily="34" charset="0"/>
                            </a:rPr>
                            <a:t>A number, </a:t>
                          </a:r>
                          <a14:m>
                            <m:oMath xmlns:m="http://schemas.openxmlformats.org/officeDocument/2006/math">
                              <m:r>
                                <a:rPr lang="en-GB" sz="1200" i="1">
                                  <a:solidFill>
                                    <a:srgbClr val="000000"/>
                                  </a:solidFill>
                                  <a:effectLst/>
                                  <a:latin typeface="Cambria Math" panose="02040503050406030204" pitchFamily="18" charset="0"/>
                                  <a:ea typeface="Calibri" panose="020F0502020204030204" pitchFamily="34" charset="0"/>
                                  <a:cs typeface="Calibri" panose="020F0502020204030204" pitchFamily="34" charset="0"/>
                                </a:rPr>
                                <m:t>𝑥</m:t>
                              </m:r>
                            </m:oMath>
                          </a14:m>
                          <a:r>
                            <a:rPr lang="en-GB" sz="1200">
                              <a:solidFill>
                                <a:srgbClr val="000000"/>
                              </a:solidFill>
                              <a:effectLst/>
                              <a:latin typeface="+mn-lt"/>
                              <a:ea typeface="Calibri" panose="020F0502020204030204" pitchFamily="34" charset="0"/>
                              <a:cs typeface="Calibri" panose="020F0502020204030204" pitchFamily="34" charset="0"/>
                            </a:rPr>
                            <a:t>, is </a:t>
                          </a:r>
                          <a:r>
                            <a:rPr lang="en-GB" sz="1200" b="1">
                              <a:latin typeface="+mn-lt"/>
                            </a:rPr>
                            <a:t>truncated </a:t>
                          </a:r>
                          <a:r>
                            <a:rPr lang="en-GB" sz="1200">
                              <a:solidFill>
                                <a:srgbClr val="000000"/>
                              </a:solidFill>
                              <a:effectLst/>
                              <a:latin typeface="+mn-lt"/>
                              <a:ea typeface="Calibri" panose="020F0502020204030204" pitchFamily="34" charset="0"/>
                              <a:cs typeface="Calibri" panose="020F0502020204030204" pitchFamily="34" charset="0"/>
                            </a:rPr>
                            <a:t>to one digit. Write down the error interval for </a:t>
                          </a:r>
                          <a14:m>
                            <m:oMath xmlns:m="http://schemas.openxmlformats.org/officeDocument/2006/math">
                              <m:r>
                                <a:rPr lang="en-GB" sz="1200" i="1">
                                  <a:solidFill>
                                    <a:srgbClr val="000000"/>
                                  </a:solidFill>
                                  <a:effectLst/>
                                  <a:latin typeface="Cambria Math" panose="02040503050406030204" pitchFamily="18" charset="0"/>
                                  <a:ea typeface="Calibri" panose="020F0502020204030204" pitchFamily="34" charset="0"/>
                                  <a:cs typeface="Calibri" panose="020F0502020204030204" pitchFamily="34" charset="0"/>
                                </a:rPr>
                                <m:t>𝑥</m:t>
                              </m:r>
                            </m:oMath>
                          </a14:m>
                          <a:r>
                            <a:rPr lang="en-GB" sz="1200">
                              <a:solidFill>
                                <a:srgbClr val="000000"/>
                              </a:solidFill>
                              <a:effectLst/>
                              <a:latin typeface="+mn-lt"/>
                              <a:ea typeface="Calibri" panose="020F0502020204030204" pitchFamily="34" charset="0"/>
                              <a:cs typeface="Calibri" panose="020F0502020204030204" pitchFamily="34" charset="0"/>
                            </a:rPr>
                            <a:t>.</a:t>
                          </a:r>
                          <a:endParaRPr lang="en-US"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865628742"/>
                      </a:ext>
                    </a:extLst>
                  </a:tr>
                  <a:tr h="763200">
                    <a:tc>
                      <a:txBody>
                        <a:bodyPr/>
                        <a:lstStyle/>
                        <a:p>
                          <a:pPr marL="0" indent="0">
                            <a:buNone/>
                          </a:pPr>
                          <a:r>
                            <a:rPr lang="en-GB" sz="1200" b="0" err="1">
                              <a:solidFill>
                                <a:schemeClr val="tx1"/>
                              </a:solidFill>
                            </a:rPr>
                            <a:t>i</a:t>
                          </a:r>
                          <a:r>
                            <a:rPr lang="en-GB" sz="1200" b="0">
                              <a:solidFill>
                                <a:schemeClr val="tx1"/>
                              </a:solidFill>
                            </a:rPr>
                            <a:t>) 54</a:t>
                          </a:r>
                          <a:endParaRPr lang="en-US"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solidFill>
                                <a:schemeClr val="tx1"/>
                              </a:solidFill>
                            </a:rPr>
                            <a:t>ii) 50</a:t>
                          </a:r>
                          <a:endParaRPr lang="en-US"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solidFill>
                                <a:schemeClr val="tx1"/>
                              </a:solidFill>
                            </a:rPr>
                            <a:t>iii) 100</a:t>
                          </a:r>
                          <a:endParaRPr lang="en-US"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solidFill>
                                <a:schemeClr val="tx1"/>
                              </a:solidFill>
                            </a:rPr>
                            <a:t>iv) 1</a:t>
                          </a:r>
                          <a:endParaRPr lang="en-US"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5838951"/>
                      </a:ext>
                    </a:extLst>
                  </a:tr>
                  <a:tr h="0">
                    <a:tc gridSpan="4">
                      <a:txBody>
                        <a:bodyPr/>
                        <a:lstStyle/>
                        <a:p>
                          <a:r>
                            <a:rPr lang="en-GB" sz="1200" b="0">
                              <a:solidFill>
                                <a:schemeClr val="tx1"/>
                              </a:solidFill>
                            </a:rPr>
                            <a:t>d) </a:t>
                          </a:r>
                          <a:r>
                            <a:rPr lang="en-GB" sz="1200">
                              <a:solidFill>
                                <a:srgbClr val="000000"/>
                              </a:solidFill>
                              <a:latin typeface="+mn-lt"/>
                              <a:ea typeface="Calibri" panose="020F0502020204030204" pitchFamily="34" charset="0"/>
                              <a:cs typeface="Calibri" panose="020F0502020204030204" pitchFamily="34" charset="0"/>
                            </a:rPr>
                            <a:t>A number, </a:t>
                          </a:r>
                          <a14:m>
                            <m:oMath xmlns:m="http://schemas.openxmlformats.org/officeDocument/2006/math">
                              <m:r>
                                <a:rPr lang="en-GB" sz="1200" i="1">
                                  <a:solidFill>
                                    <a:srgbClr val="000000"/>
                                  </a:solidFill>
                                  <a:effectLst/>
                                  <a:latin typeface="Cambria Math" panose="02040503050406030204" pitchFamily="18" charset="0"/>
                                  <a:ea typeface="Calibri" panose="020F0502020204030204" pitchFamily="34" charset="0"/>
                                  <a:cs typeface="Calibri" panose="020F0502020204030204" pitchFamily="34" charset="0"/>
                                </a:rPr>
                                <m:t>𝑥</m:t>
                              </m:r>
                            </m:oMath>
                          </a14:m>
                          <a:r>
                            <a:rPr lang="en-GB" sz="1200">
                              <a:solidFill>
                                <a:srgbClr val="000000"/>
                              </a:solidFill>
                              <a:effectLst/>
                              <a:latin typeface="+mn-lt"/>
                              <a:ea typeface="Calibri" panose="020F0502020204030204" pitchFamily="34" charset="0"/>
                              <a:cs typeface="Calibri" panose="020F0502020204030204" pitchFamily="34" charset="0"/>
                            </a:rPr>
                            <a:t>, </a:t>
                          </a:r>
                          <a:r>
                            <a:rPr lang="en-GB" sz="1200">
                              <a:solidFill>
                                <a:srgbClr val="000000"/>
                              </a:solidFill>
                              <a:latin typeface="+mn-lt"/>
                              <a:ea typeface="Calibri" panose="020F0502020204030204" pitchFamily="34" charset="0"/>
                              <a:cs typeface="Calibri" panose="020F0502020204030204" pitchFamily="34" charset="0"/>
                            </a:rPr>
                            <a:t>is </a:t>
                          </a:r>
                          <a:r>
                            <a:rPr lang="en-GB" sz="1200" b="1">
                              <a:latin typeface="+mn-lt"/>
                            </a:rPr>
                            <a:t>truncated</a:t>
                          </a:r>
                          <a:r>
                            <a:rPr lang="en-GB" sz="1200">
                              <a:solidFill>
                                <a:srgbClr val="000000"/>
                              </a:solidFill>
                              <a:latin typeface="+mn-lt"/>
                              <a:ea typeface="Calibri" panose="020F0502020204030204" pitchFamily="34" charset="0"/>
                              <a:cs typeface="Calibri" panose="020F0502020204030204" pitchFamily="34" charset="0"/>
                            </a:rPr>
                            <a:t> to </a:t>
                          </a:r>
                          <a:r>
                            <a:rPr lang="en-GB" sz="1200">
                              <a:solidFill>
                                <a:srgbClr val="000000"/>
                              </a:solidFill>
                              <a:effectLst/>
                              <a:latin typeface="+mn-lt"/>
                              <a:ea typeface="Calibri" panose="020F0502020204030204" pitchFamily="34" charset="0"/>
                              <a:cs typeface="Calibri" panose="020F0502020204030204" pitchFamily="34" charset="0"/>
                            </a:rPr>
                            <a:t>1 decimal place. Write down the error interval for </a:t>
                          </a:r>
                          <a14:m>
                            <m:oMath xmlns:m="http://schemas.openxmlformats.org/officeDocument/2006/math">
                              <m:r>
                                <a:rPr lang="en-GB" sz="1200" i="1">
                                  <a:solidFill>
                                    <a:srgbClr val="000000"/>
                                  </a:solidFill>
                                  <a:effectLst/>
                                  <a:latin typeface="Cambria Math" panose="02040503050406030204" pitchFamily="18" charset="0"/>
                                  <a:ea typeface="Calibri" panose="020F0502020204030204" pitchFamily="34" charset="0"/>
                                  <a:cs typeface="Calibri" panose="020F0502020204030204" pitchFamily="34" charset="0"/>
                                </a:rPr>
                                <m:t>𝑥</m:t>
                              </m:r>
                            </m:oMath>
                          </a14:m>
                          <a:r>
                            <a:rPr lang="en-GB" sz="1200">
                              <a:solidFill>
                                <a:srgbClr val="000000"/>
                              </a:solidFill>
                              <a:effectLst/>
                              <a:latin typeface="+mn-lt"/>
                              <a:ea typeface="Calibri" panose="020F0502020204030204" pitchFamily="34" charset="0"/>
                              <a:cs typeface="Calibri" panose="020F0502020204030204" pitchFamily="34" charset="0"/>
                            </a:rPr>
                            <a:t>.</a:t>
                          </a:r>
                          <a:endParaRPr lang="en-US"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816893596"/>
                      </a:ext>
                    </a:extLst>
                  </a:tr>
                  <a:tr h="763200">
                    <a:tc>
                      <a:txBody>
                        <a:bodyPr/>
                        <a:lstStyle/>
                        <a:p>
                          <a:r>
                            <a:rPr lang="en-GB" sz="1200" b="0" err="1">
                              <a:solidFill>
                                <a:schemeClr val="tx1"/>
                              </a:solidFill>
                            </a:rPr>
                            <a:t>i</a:t>
                          </a:r>
                          <a:r>
                            <a:rPr lang="en-GB" sz="1200" b="0">
                              <a:solidFill>
                                <a:schemeClr val="tx1"/>
                              </a:solidFill>
                            </a:rPr>
                            <a:t>) 33.6</a:t>
                          </a:r>
                          <a:endParaRPr lang="en-US"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solidFill>
                                <a:schemeClr val="tx1"/>
                              </a:solidFill>
                            </a:rPr>
                            <a:t>ii) 5.1</a:t>
                          </a:r>
                          <a:endParaRPr lang="en-US"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solidFill>
                                <a:schemeClr val="tx1"/>
                              </a:solidFill>
                            </a:rPr>
                            <a:t>iii) 4.0</a:t>
                          </a:r>
                          <a:endParaRPr lang="en-US"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dirty="0">
                              <a:solidFill>
                                <a:schemeClr val="tx1"/>
                              </a:solidFill>
                            </a:rPr>
                            <a:t>iv) 0.1</a:t>
                          </a:r>
                          <a:endParaRPr 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68098303"/>
                      </a:ext>
                    </a:extLst>
                  </a:tr>
                </a:tbl>
              </a:graphicData>
            </a:graphic>
          </p:graphicFrame>
        </mc:Choice>
        <mc:Fallback xmlns="">
          <p:graphicFrame>
            <p:nvGraphicFramePr>
              <p:cNvPr id="41" name="Table 40">
                <a:extLst>
                  <a:ext uri="{FF2B5EF4-FFF2-40B4-BE49-F238E27FC236}">
                    <a16:creationId xmlns:a16="http://schemas.microsoft.com/office/drawing/2014/main" id="{2BD83A60-ECC3-495C-BAB5-80DF2DDA2390}"/>
                  </a:ext>
                </a:extLst>
              </p:cNvPr>
              <p:cNvGraphicFramePr>
                <a:graphicFrameLocks noGrp="1"/>
              </p:cNvGraphicFramePr>
              <p:nvPr>
                <p:extLst>
                  <p:ext uri="{D42A27DB-BD31-4B8C-83A1-F6EECF244321}">
                    <p14:modId xmlns:p14="http://schemas.microsoft.com/office/powerpoint/2010/main" val="2818695716"/>
                  </p:ext>
                </p:extLst>
              </p:nvPr>
            </p:nvGraphicFramePr>
            <p:xfrm>
              <a:off x="105553" y="2665306"/>
              <a:ext cx="6622668" cy="4162687"/>
            </p:xfrm>
            <a:graphic>
              <a:graphicData uri="http://schemas.openxmlformats.org/drawingml/2006/table">
                <a:tbl>
                  <a:tblPr firstRow="1" bandRow="1">
                    <a:tableStyleId>{5C22544A-7EE6-4342-B048-85BDC9FD1C3A}</a:tableStyleId>
                  </a:tblPr>
                  <a:tblGrid>
                    <a:gridCol w="1655667">
                      <a:extLst>
                        <a:ext uri="{9D8B030D-6E8A-4147-A177-3AD203B41FA5}">
                          <a16:colId xmlns:a16="http://schemas.microsoft.com/office/drawing/2014/main" val="277496291"/>
                        </a:ext>
                      </a:extLst>
                    </a:gridCol>
                    <a:gridCol w="1655667">
                      <a:extLst>
                        <a:ext uri="{9D8B030D-6E8A-4147-A177-3AD203B41FA5}">
                          <a16:colId xmlns:a16="http://schemas.microsoft.com/office/drawing/2014/main" val="4087287062"/>
                        </a:ext>
                      </a:extLst>
                    </a:gridCol>
                    <a:gridCol w="1655667">
                      <a:extLst>
                        <a:ext uri="{9D8B030D-6E8A-4147-A177-3AD203B41FA5}">
                          <a16:colId xmlns:a16="http://schemas.microsoft.com/office/drawing/2014/main" val="500154141"/>
                        </a:ext>
                      </a:extLst>
                    </a:gridCol>
                    <a:gridCol w="1655667">
                      <a:extLst>
                        <a:ext uri="{9D8B030D-6E8A-4147-A177-3AD203B41FA5}">
                          <a16:colId xmlns:a16="http://schemas.microsoft.com/office/drawing/2014/main" val="2257054046"/>
                        </a:ext>
                      </a:extLst>
                    </a:gridCol>
                  </a:tblGrid>
                  <a:tr h="286076">
                    <a:tc gridSpan="4">
                      <a:txBody>
                        <a:bodyPr/>
                        <a:lstStyle/>
                        <a:p>
                          <a:r>
                            <a:rPr lang="en-GB" sz="1200" b="0">
                              <a:solidFill>
                                <a:schemeClr val="tx1"/>
                              </a:solidFill>
                            </a:rPr>
                            <a:t>a) </a:t>
                          </a:r>
                          <a:r>
                            <a:rPr lang="en-US" sz="1200" b="0">
                              <a:solidFill>
                                <a:schemeClr val="tx1"/>
                              </a:solidFill>
                            </a:rPr>
                            <a:t>A number, 𝑥, is truncated to the hundreds. Write down the error interval for 𝑥.</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735848025"/>
                      </a:ext>
                    </a:extLst>
                  </a:tr>
                  <a:tr h="764051">
                    <a:tc>
                      <a:txBody>
                        <a:bodyPr/>
                        <a:lstStyle/>
                        <a:p>
                          <a:pPr marL="0" indent="0">
                            <a:buNone/>
                          </a:pPr>
                          <a:r>
                            <a:rPr lang="en-GB" sz="1200" b="0" err="1">
                              <a:solidFill>
                                <a:schemeClr val="tx1"/>
                              </a:solidFill>
                            </a:rPr>
                            <a:t>i</a:t>
                          </a:r>
                          <a:r>
                            <a:rPr lang="en-GB" sz="1200" b="0">
                              <a:solidFill>
                                <a:schemeClr val="tx1"/>
                              </a:solidFill>
                            </a:rPr>
                            <a:t>) 900</a:t>
                          </a:r>
                          <a:endParaRPr lang="en-US"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solidFill>
                                <a:schemeClr val="tx1"/>
                              </a:solidFill>
                            </a:rPr>
                            <a:t>ii) 93900</a:t>
                          </a:r>
                          <a:endParaRPr lang="en-US"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solidFill>
                                <a:schemeClr val="tx1"/>
                              </a:solidFill>
                            </a:rPr>
                            <a:t>iii) 99900</a:t>
                          </a:r>
                          <a:endParaRPr lang="en-US"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solidFill>
                                <a:schemeClr val="tx1"/>
                              </a:solidFill>
                            </a:rPr>
                            <a:t>iv) 1000</a:t>
                          </a:r>
                          <a:endParaRPr lang="en-US"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92751182"/>
                      </a:ext>
                    </a:extLst>
                  </a:tr>
                  <a:tr h="274320">
                    <a:tc gridSpan="4">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92" t="-386667" r="-184" b="-1040000"/>
                          </a:stretch>
                        </a:blip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135361459"/>
                      </a:ext>
                    </a:extLst>
                  </a:tr>
                  <a:tr h="763200">
                    <a:tc>
                      <a:txBody>
                        <a:bodyPr/>
                        <a:lstStyle/>
                        <a:p>
                          <a:pPr marL="0" indent="0">
                            <a:buNone/>
                          </a:pPr>
                          <a:r>
                            <a:rPr lang="en-GB" sz="1200" b="0" err="1">
                              <a:solidFill>
                                <a:schemeClr val="tx1"/>
                              </a:solidFill>
                            </a:rPr>
                            <a:t>i</a:t>
                          </a:r>
                          <a:r>
                            <a:rPr lang="en-GB" sz="1200" b="0">
                              <a:solidFill>
                                <a:schemeClr val="tx1"/>
                              </a:solidFill>
                            </a:rPr>
                            <a:t>) 120</a:t>
                          </a:r>
                          <a:endParaRPr lang="en-US"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solidFill>
                                <a:schemeClr val="tx1"/>
                              </a:solidFill>
                            </a:rPr>
                            <a:t>ii) 90</a:t>
                          </a:r>
                          <a:endParaRPr lang="en-US"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solidFill>
                                <a:schemeClr val="tx1"/>
                              </a:solidFill>
                            </a:rPr>
                            <a:t>iii) 900</a:t>
                          </a:r>
                          <a:endParaRPr lang="en-US"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solidFill>
                                <a:schemeClr val="tx1"/>
                              </a:solidFill>
                            </a:rPr>
                            <a:t>iv) 10</a:t>
                          </a:r>
                          <a:endParaRPr lang="en-US"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62885741"/>
                      </a:ext>
                    </a:extLst>
                  </a:tr>
                  <a:tr h="274320">
                    <a:tc gridSpan="4">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92" t="-764444" r="-184" b="-662222"/>
                          </a:stretch>
                        </a:blip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865628742"/>
                      </a:ext>
                    </a:extLst>
                  </a:tr>
                  <a:tr h="763200">
                    <a:tc>
                      <a:txBody>
                        <a:bodyPr/>
                        <a:lstStyle/>
                        <a:p>
                          <a:pPr marL="0" indent="0">
                            <a:buNone/>
                          </a:pPr>
                          <a:r>
                            <a:rPr lang="en-GB" sz="1200" b="0" err="1">
                              <a:solidFill>
                                <a:schemeClr val="tx1"/>
                              </a:solidFill>
                            </a:rPr>
                            <a:t>i</a:t>
                          </a:r>
                          <a:r>
                            <a:rPr lang="en-GB" sz="1200" b="0">
                              <a:solidFill>
                                <a:schemeClr val="tx1"/>
                              </a:solidFill>
                            </a:rPr>
                            <a:t>) 54</a:t>
                          </a:r>
                          <a:endParaRPr lang="en-US"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solidFill>
                                <a:schemeClr val="tx1"/>
                              </a:solidFill>
                            </a:rPr>
                            <a:t>ii) 50</a:t>
                          </a:r>
                          <a:endParaRPr lang="en-US"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solidFill>
                                <a:schemeClr val="tx1"/>
                              </a:solidFill>
                            </a:rPr>
                            <a:t>iii) 100</a:t>
                          </a:r>
                          <a:endParaRPr lang="en-US"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solidFill>
                                <a:schemeClr val="tx1"/>
                              </a:solidFill>
                            </a:rPr>
                            <a:t>iv) 1</a:t>
                          </a:r>
                          <a:endParaRPr lang="en-US"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5838951"/>
                      </a:ext>
                    </a:extLst>
                  </a:tr>
                  <a:tr h="274320">
                    <a:tc gridSpan="4">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92" t="-1144444" r="-184" b="-282222"/>
                          </a:stretch>
                        </a:blip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816893596"/>
                      </a:ext>
                    </a:extLst>
                  </a:tr>
                  <a:tr h="763200">
                    <a:tc>
                      <a:txBody>
                        <a:bodyPr/>
                        <a:lstStyle/>
                        <a:p>
                          <a:r>
                            <a:rPr lang="en-GB" sz="1200" b="0" err="1">
                              <a:solidFill>
                                <a:schemeClr val="tx1"/>
                              </a:solidFill>
                            </a:rPr>
                            <a:t>i</a:t>
                          </a:r>
                          <a:r>
                            <a:rPr lang="en-GB" sz="1200" b="0">
                              <a:solidFill>
                                <a:schemeClr val="tx1"/>
                              </a:solidFill>
                            </a:rPr>
                            <a:t>) 33.6</a:t>
                          </a:r>
                          <a:endParaRPr lang="en-US"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solidFill>
                                <a:schemeClr val="tx1"/>
                              </a:solidFill>
                            </a:rPr>
                            <a:t>ii) 5.1</a:t>
                          </a:r>
                          <a:endParaRPr lang="en-US"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solidFill>
                                <a:schemeClr val="tx1"/>
                              </a:solidFill>
                            </a:rPr>
                            <a:t>iii) 4.0</a:t>
                          </a:r>
                          <a:endParaRPr lang="en-US"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a:solidFill>
                                <a:schemeClr val="tx1"/>
                              </a:solidFill>
                            </a:rPr>
                            <a:t>iv) 0.1</a:t>
                          </a:r>
                          <a:endParaRPr lang="en-US"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68098303"/>
                      </a:ext>
                    </a:extLst>
                  </a:tr>
                </a:tbl>
              </a:graphicData>
            </a:graphic>
          </p:graphicFrame>
        </mc:Fallback>
      </mc:AlternateContent>
      <p:sp>
        <p:nvSpPr>
          <p:cNvPr id="43" name="Rectangle 42">
            <a:extLst>
              <a:ext uri="{FF2B5EF4-FFF2-40B4-BE49-F238E27FC236}">
                <a16:creationId xmlns:a16="http://schemas.microsoft.com/office/drawing/2014/main" id="{4EC25ED5-4654-7582-D83B-02CF1A8E45D1}"/>
              </a:ext>
            </a:extLst>
          </p:cNvPr>
          <p:cNvSpPr/>
          <p:nvPr/>
        </p:nvSpPr>
        <p:spPr>
          <a:xfrm>
            <a:off x="90313" y="6934673"/>
            <a:ext cx="3833317" cy="275657"/>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a:solidFill>
                  <a:schemeClr val="bg1"/>
                </a:solidFill>
              </a:rPr>
              <a:t>Mixed Practice</a:t>
            </a:r>
          </a:p>
        </p:txBody>
      </p:sp>
      <p:graphicFrame>
        <p:nvGraphicFramePr>
          <p:cNvPr id="44" name="Table 43">
            <a:extLst>
              <a:ext uri="{FF2B5EF4-FFF2-40B4-BE49-F238E27FC236}">
                <a16:creationId xmlns:a16="http://schemas.microsoft.com/office/drawing/2014/main" id="{2E5D4471-93F1-BA14-E912-A2A4D4AFFF12}"/>
              </a:ext>
            </a:extLst>
          </p:cNvPr>
          <p:cNvGraphicFramePr>
            <a:graphicFrameLocks noGrp="1"/>
          </p:cNvGraphicFramePr>
          <p:nvPr>
            <p:extLst>
              <p:ext uri="{D42A27DB-BD31-4B8C-83A1-F6EECF244321}">
                <p14:modId xmlns:p14="http://schemas.microsoft.com/office/powerpoint/2010/main" val="636827991"/>
              </p:ext>
            </p:extLst>
          </p:nvPr>
        </p:nvGraphicFramePr>
        <p:xfrm>
          <a:off x="46880" y="7317009"/>
          <a:ext cx="6622668" cy="2112687"/>
        </p:xfrm>
        <a:graphic>
          <a:graphicData uri="http://schemas.openxmlformats.org/drawingml/2006/table">
            <a:tbl>
              <a:tblPr firstRow="1" bandRow="1">
                <a:tableStyleId>{5C22544A-7EE6-4342-B048-85BDC9FD1C3A}</a:tableStyleId>
              </a:tblPr>
              <a:tblGrid>
                <a:gridCol w="2207556">
                  <a:extLst>
                    <a:ext uri="{9D8B030D-6E8A-4147-A177-3AD203B41FA5}">
                      <a16:colId xmlns:a16="http://schemas.microsoft.com/office/drawing/2014/main" val="894772231"/>
                    </a:ext>
                  </a:extLst>
                </a:gridCol>
                <a:gridCol w="2207556">
                  <a:extLst>
                    <a:ext uri="{9D8B030D-6E8A-4147-A177-3AD203B41FA5}">
                      <a16:colId xmlns:a16="http://schemas.microsoft.com/office/drawing/2014/main" val="2951436920"/>
                    </a:ext>
                  </a:extLst>
                </a:gridCol>
                <a:gridCol w="2207556">
                  <a:extLst>
                    <a:ext uri="{9D8B030D-6E8A-4147-A177-3AD203B41FA5}">
                      <a16:colId xmlns:a16="http://schemas.microsoft.com/office/drawing/2014/main" val="2727485691"/>
                    </a:ext>
                  </a:extLst>
                </a:gridCol>
              </a:tblGrid>
              <a:tr h="2112687">
                <a:tc>
                  <a:txBody>
                    <a:bodyPr/>
                    <a:lstStyle/>
                    <a:p>
                      <a:r>
                        <a:rPr lang="en-GB" sz="1200" b="0" dirty="0">
                          <a:solidFill>
                            <a:schemeClr val="tx1"/>
                          </a:solidFill>
                        </a:rPr>
                        <a:t>a) A number, n is truncated to 1 decimal place. The result is 18.1. Write down the error interval for n.</a:t>
                      </a:r>
                      <a:endParaRPr 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a:solidFill>
                            <a:schemeClr val="tx1"/>
                          </a:solidFill>
                        </a:rPr>
                        <a:t>b) </a:t>
                      </a:r>
                      <a:r>
                        <a:rPr lang="en-US" sz="1200" b="0">
                          <a:solidFill>
                            <a:schemeClr val="tx1"/>
                          </a:solidFill>
                        </a:rPr>
                        <a:t>Oscar rounds a number, y, to the nearest integer. His result is 100. Write down the error interval for 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dirty="0">
                          <a:solidFill>
                            <a:schemeClr val="tx1"/>
                          </a:solidFill>
                        </a:rPr>
                        <a:t>c) The mass of a coin is 8 grams to the nearest gram. Write the error interval for the mass of the coin.</a:t>
                      </a:r>
                      <a:endParaRPr 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8837493"/>
                  </a:ext>
                </a:extLst>
              </a:tr>
            </a:tbl>
          </a:graphicData>
        </a:graphic>
      </p:graphicFrame>
    </p:spTree>
    <p:extLst>
      <p:ext uri="{BB962C8B-B14F-4D97-AF65-F5344CB8AC3E}">
        <p14:creationId xmlns:p14="http://schemas.microsoft.com/office/powerpoint/2010/main" val="227613601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6068567-A316-1B66-F9C1-93E03599E9D5}"/>
              </a:ext>
            </a:extLst>
          </p:cNvPr>
          <p:cNvSpPr>
            <a:spLocks noGrp="1"/>
          </p:cNvSpPr>
          <p:nvPr>
            <p:ph type="sldNum" sz="quarter" idx="12"/>
          </p:nvPr>
        </p:nvSpPr>
        <p:spPr>
          <a:xfrm>
            <a:off x="5378364" y="9574929"/>
            <a:ext cx="1543050" cy="527403"/>
          </a:xfrm>
        </p:spPr>
        <p:txBody>
          <a:bodyPr/>
          <a:lstStyle/>
          <a:p>
            <a:fld id="{086C3A38-D272-42AA-9C88-F1FBEAE20D2C}" type="slidenum">
              <a:rPr lang="en-GB" smtClean="0"/>
              <a:t>101</a:t>
            </a:fld>
            <a:endParaRPr lang="en-GB"/>
          </a:p>
        </p:txBody>
      </p:sp>
      <p:graphicFrame>
        <p:nvGraphicFramePr>
          <p:cNvPr id="3" name="Table 2">
            <a:extLst>
              <a:ext uri="{FF2B5EF4-FFF2-40B4-BE49-F238E27FC236}">
                <a16:creationId xmlns:a16="http://schemas.microsoft.com/office/drawing/2014/main" id="{325C2176-5E43-85B5-DD86-AD5867F1E589}"/>
              </a:ext>
            </a:extLst>
          </p:cNvPr>
          <p:cNvGraphicFramePr>
            <a:graphicFrameLocks noGrp="1"/>
          </p:cNvGraphicFramePr>
          <p:nvPr/>
        </p:nvGraphicFramePr>
        <p:xfrm>
          <a:off x="117666" y="44800"/>
          <a:ext cx="6622668" cy="3456000"/>
        </p:xfrm>
        <a:graphic>
          <a:graphicData uri="http://schemas.openxmlformats.org/drawingml/2006/table">
            <a:tbl>
              <a:tblPr firstRow="1" bandRow="1">
                <a:tableStyleId>{5C22544A-7EE6-4342-B048-85BDC9FD1C3A}</a:tableStyleId>
              </a:tblPr>
              <a:tblGrid>
                <a:gridCol w="2207556">
                  <a:extLst>
                    <a:ext uri="{9D8B030D-6E8A-4147-A177-3AD203B41FA5}">
                      <a16:colId xmlns:a16="http://schemas.microsoft.com/office/drawing/2014/main" val="894772231"/>
                    </a:ext>
                  </a:extLst>
                </a:gridCol>
                <a:gridCol w="2207556">
                  <a:extLst>
                    <a:ext uri="{9D8B030D-6E8A-4147-A177-3AD203B41FA5}">
                      <a16:colId xmlns:a16="http://schemas.microsoft.com/office/drawing/2014/main" val="2951436920"/>
                    </a:ext>
                  </a:extLst>
                </a:gridCol>
                <a:gridCol w="2207556">
                  <a:extLst>
                    <a:ext uri="{9D8B030D-6E8A-4147-A177-3AD203B41FA5}">
                      <a16:colId xmlns:a16="http://schemas.microsoft.com/office/drawing/2014/main" val="2727485691"/>
                    </a:ext>
                  </a:extLst>
                </a:gridCol>
              </a:tblGrid>
              <a:tr h="1728000">
                <a:tc>
                  <a:txBody>
                    <a:bodyPr/>
                    <a:lstStyle/>
                    <a:p>
                      <a:r>
                        <a:rPr lang="en-GB" sz="1200" b="0">
                          <a:solidFill>
                            <a:schemeClr val="tx1"/>
                          </a:solidFill>
                        </a:rPr>
                        <a:t>g) The people living in two villages are counted 300 and 800 to the nearest 100. Write down the error interval to show the total maximum and minimum number of villagers.</a:t>
                      </a:r>
                      <a:endParaRPr lang="en-US"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a:solidFill>
                            <a:schemeClr val="tx1"/>
                          </a:solidFill>
                        </a:rPr>
                        <a:t>h) To the nearest gram, a doughnut has 7 grams of sugar, and a bun has 2 grams of sugar. Write down the error interval for the total sugars. </a:t>
                      </a:r>
                      <a:endParaRPr lang="en-US"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err="1">
                          <a:solidFill>
                            <a:schemeClr val="tx1"/>
                          </a:solidFill>
                        </a:rPr>
                        <a:t>i</a:t>
                      </a:r>
                      <a:r>
                        <a:rPr lang="en-GB" sz="1200" b="0">
                          <a:solidFill>
                            <a:schemeClr val="tx1"/>
                          </a:solidFill>
                        </a:rPr>
                        <a:t>) Grace takes 9 minutes to the nearest minute to complete a crossword. George takes 11 minutes to the nearest minute. Show that the total time to complete could be 20 minutes 50 seconds.</a:t>
                      </a:r>
                      <a:endParaRPr lang="en-US"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8837493"/>
                  </a:ext>
                </a:extLst>
              </a:tr>
              <a:tr h="1728000">
                <a:tc>
                  <a:txBody>
                    <a:bodyPr/>
                    <a:lstStyle/>
                    <a:p>
                      <a:r>
                        <a:rPr lang="en-GB" sz="1200" b="0">
                          <a:solidFill>
                            <a:schemeClr val="tx1"/>
                          </a:solidFill>
                        </a:rPr>
                        <a:t>k) The length of each side of a regular hexagon is 4.7cm to 1 decimal place. Write the error interval for the perimeter, P.</a:t>
                      </a:r>
                      <a:endParaRPr lang="en-US"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a:solidFill>
                            <a:schemeClr val="tx1"/>
                          </a:solidFill>
                        </a:rPr>
                        <a:t>l) Write down the error interval for the perimeter of this rectangle.</a:t>
                      </a:r>
                      <a:endParaRPr lang="en-US"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a:solidFill>
                            <a:schemeClr val="tx1"/>
                          </a:solidFill>
                        </a:rPr>
                        <a:t>m) To the nearest 10cm, John is 150cm tall and Sally is 120cm tall. What is the greatest height difference between them?</a:t>
                      </a:r>
                      <a:endParaRPr lang="en-US"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61133642"/>
                  </a:ext>
                </a:extLst>
              </a:tr>
            </a:tbl>
          </a:graphicData>
        </a:graphic>
      </p:graphicFrame>
      <p:graphicFrame>
        <p:nvGraphicFramePr>
          <p:cNvPr id="4" name="Table 3">
            <a:extLst>
              <a:ext uri="{FF2B5EF4-FFF2-40B4-BE49-F238E27FC236}">
                <a16:creationId xmlns:a16="http://schemas.microsoft.com/office/drawing/2014/main" id="{389F0A15-6CEF-2E26-FEE5-7EE21320B440}"/>
              </a:ext>
            </a:extLst>
          </p:cNvPr>
          <p:cNvGraphicFramePr>
            <a:graphicFrameLocks noGrp="1"/>
          </p:cNvGraphicFramePr>
          <p:nvPr/>
        </p:nvGraphicFramePr>
        <p:xfrm>
          <a:off x="117666" y="3564396"/>
          <a:ext cx="6622668" cy="6158724"/>
        </p:xfrm>
        <a:graphic>
          <a:graphicData uri="http://schemas.openxmlformats.org/drawingml/2006/table">
            <a:tbl>
              <a:tblPr firstRow="1" bandRow="1">
                <a:tableStyleId>{5C22544A-7EE6-4342-B048-85BDC9FD1C3A}</a:tableStyleId>
              </a:tblPr>
              <a:tblGrid>
                <a:gridCol w="6622668">
                  <a:extLst>
                    <a:ext uri="{9D8B030D-6E8A-4147-A177-3AD203B41FA5}">
                      <a16:colId xmlns:a16="http://schemas.microsoft.com/office/drawing/2014/main" val="3005828078"/>
                    </a:ext>
                  </a:extLst>
                </a:gridCol>
              </a:tblGrid>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400" b="1">
                          <a:solidFill>
                            <a:schemeClr val="bg1"/>
                          </a:solidFill>
                        </a:rPr>
                        <a:t>Skills Check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E2341"/>
                    </a:solidFill>
                  </a:tcPr>
                </a:tc>
                <a:extLst>
                  <a:ext uri="{0D108BD9-81ED-4DB2-BD59-A6C34878D82A}">
                    <a16:rowId xmlns:a16="http://schemas.microsoft.com/office/drawing/2014/main" val="1822999577"/>
                  </a:ext>
                </a:extLst>
              </a:tr>
              <a:tr h="960817">
                <a:tc>
                  <a:txBody>
                    <a:bodyPr/>
                    <a:lstStyle/>
                    <a:p>
                      <a:pPr algn="ctr"/>
                      <a:r>
                        <a:rPr lang="en-GB" sz="1200" b="0" dirty="0">
                          <a:solidFill>
                            <a:schemeClr val="tx1"/>
                          </a:solidFill>
                        </a:rPr>
                        <a:t>A number, n, has been truncated to the tens and the answer is 90. What is the lower bound for 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9786166"/>
                  </a:ext>
                </a:extLst>
              </a:tr>
              <a:tr h="998290">
                <a:tc>
                  <a:txBody>
                    <a:bodyPr/>
                    <a:lstStyle/>
                    <a:p>
                      <a:pPr algn="ctr"/>
                      <a:r>
                        <a:rPr lang="en-GB" sz="1200" b="0">
                          <a:solidFill>
                            <a:schemeClr val="tx1"/>
                          </a:solidFill>
                        </a:rPr>
                        <a:t>A number, n, has been truncated to the tens and the answer is 40. What is the upper bound for 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23895432"/>
                  </a:ext>
                </a:extLst>
              </a:tr>
              <a:tr h="1073791">
                <a:tc>
                  <a:txBody>
                    <a:bodyPr/>
                    <a:lstStyle/>
                    <a:p>
                      <a:pPr algn="ctr"/>
                      <a:r>
                        <a:rPr lang="en-GB" sz="1200" b="0">
                          <a:solidFill>
                            <a:schemeClr val="tx1"/>
                          </a:solidFill>
                        </a:rPr>
                        <a:t>A tin of sweets says ‘this tin contains 800 sweets, to the nearest 10’. What is the greatest number of sweets that could be in the tin?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07272931"/>
                  </a:ext>
                </a:extLst>
              </a:tr>
              <a:tr h="880844">
                <a:tc>
                  <a:txBody>
                    <a:bodyPr/>
                    <a:lstStyle/>
                    <a:p>
                      <a:pPr algn="ctr"/>
                      <a:r>
                        <a:rPr lang="en-GB" sz="1200" b="0">
                          <a:solidFill>
                            <a:schemeClr val="tx1"/>
                          </a:solidFill>
                        </a:rPr>
                        <a:t>A room is measured as 4.7 metres to 1 decimal place. What is the smallest possible length of the room?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5535516"/>
                  </a:ext>
                </a:extLst>
              </a:tr>
              <a:tr h="934342">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a:solidFill>
                            <a:schemeClr val="tx1"/>
                          </a:solidFill>
                        </a:rPr>
                        <a:t>Which of the following is the correct error interval for 78cm rounded to the nearest cm?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27120722"/>
                  </a:ext>
                </a:extLst>
              </a:tr>
              <a:tr h="97200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A number, n, has been truncated to 1 significant figure and the answer is 0.06. Which of the following represents the error interval for n?</a:t>
                      </a: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dirty="0">
                        <a:solidFill>
                          <a:schemeClr val="tx1"/>
                        </a:solidFill>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dirty="0">
                        <a:solidFill>
                          <a:schemeClr val="tx1"/>
                        </a:solidFill>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4948418"/>
                  </a:ext>
                </a:extLst>
              </a:tr>
            </a:tbl>
          </a:graphicData>
        </a:graphic>
      </p:graphicFrame>
      <p:pic>
        <p:nvPicPr>
          <p:cNvPr id="7" name="Picture 6">
            <a:extLst>
              <a:ext uri="{FF2B5EF4-FFF2-40B4-BE49-F238E27FC236}">
                <a16:creationId xmlns:a16="http://schemas.microsoft.com/office/drawing/2014/main" id="{E261BAAF-44BF-8D75-E138-B720F6CA1632}"/>
              </a:ext>
            </a:extLst>
          </p:cNvPr>
          <p:cNvPicPr>
            <a:picLocks noChangeAspect="1"/>
          </p:cNvPicPr>
          <p:nvPr/>
        </p:nvPicPr>
        <p:blipFill>
          <a:blip r:embed="rId2"/>
          <a:srcRect l="36012" t="10989" r="34945" b="67556"/>
          <a:stretch/>
        </p:blipFill>
        <p:spPr>
          <a:xfrm>
            <a:off x="3131560" y="2211061"/>
            <a:ext cx="1305425" cy="674915"/>
          </a:xfrm>
          <a:prstGeom prst="rect">
            <a:avLst/>
          </a:prstGeom>
        </p:spPr>
      </p:pic>
      <p:pic>
        <p:nvPicPr>
          <p:cNvPr id="12" name="Picture 11">
            <a:extLst>
              <a:ext uri="{FF2B5EF4-FFF2-40B4-BE49-F238E27FC236}">
                <a16:creationId xmlns:a16="http://schemas.microsoft.com/office/drawing/2014/main" id="{87052890-537B-CABE-81C2-134812106442}"/>
              </a:ext>
            </a:extLst>
          </p:cNvPr>
          <p:cNvPicPr>
            <a:picLocks noChangeAspect="1"/>
          </p:cNvPicPr>
          <p:nvPr/>
        </p:nvPicPr>
        <p:blipFill>
          <a:blip r:embed="rId3"/>
          <a:srcRect t="11406"/>
          <a:stretch/>
        </p:blipFill>
        <p:spPr>
          <a:xfrm>
            <a:off x="1446553" y="4099298"/>
            <a:ext cx="3981665" cy="713066"/>
          </a:xfrm>
          <a:prstGeom prst="rect">
            <a:avLst/>
          </a:prstGeom>
        </p:spPr>
      </p:pic>
      <p:pic>
        <p:nvPicPr>
          <p:cNvPr id="14" name="Picture 13">
            <a:extLst>
              <a:ext uri="{FF2B5EF4-FFF2-40B4-BE49-F238E27FC236}">
                <a16:creationId xmlns:a16="http://schemas.microsoft.com/office/drawing/2014/main" id="{61C5BE74-B9CE-3E11-FA38-A323DF70535E}"/>
              </a:ext>
            </a:extLst>
          </p:cNvPr>
          <p:cNvPicPr>
            <a:picLocks noChangeAspect="1"/>
          </p:cNvPicPr>
          <p:nvPr/>
        </p:nvPicPr>
        <p:blipFill>
          <a:blip r:embed="rId4"/>
          <a:srcRect t="2370" b="12531"/>
          <a:stretch/>
        </p:blipFill>
        <p:spPr>
          <a:xfrm>
            <a:off x="1438165" y="5077438"/>
            <a:ext cx="3981665" cy="713065"/>
          </a:xfrm>
          <a:prstGeom prst="rect">
            <a:avLst/>
          </a:prstGeom>
        </p:spPr>
      </p:pic>
      <p:grpSp>
        <p:nvGrpSpPr>
          <p:cNvPr id="21" name="Group 20">
            <a:extLst>
              <a:ext uri="{FF2B5EF4-FFF2-40B4-BE49-F238E27FC236}">
                <a16:creationId xmlns:a16="http://schemas.microsoft.com/office/drawing/2014/main" id="{C7DD6A5D-038F-5FEA-5B54-6D6EE53A9DF2}"/>
              </a:ext>
            </a:extLst>
          </p:cNvPr>
          <p:cNvGrpSpPr/>
          <p:nvPr/>
        </p:nvGrpSpPr>
        <p:grpSpPr>
          <a:xfrm>
            <a:off x="1438165" y="6208274"/>
            <a:ext cx="3981665" cy="740212"/>
            <a:chOff x="1438167" y="7730473"/>
            <a:chExt cx="3981665" cy="740212"/>
          </a:xfrm>
        </p:grpSpPr>
        <p:pic>
          <p:nvPicPr>
            <p:cNvPr id="15" name="Picture 14">
              <a:extLst>
                <a:ext uri="{FF2B5EF4-FFF2-40B4-BE49-F238E27FC236}">
                  <a16:creationId xmlns:a16="http://schemas.microsoft.com/office/drawing/2014/main" id="{86D56FEC-6D49-0A2F-5A85-2FA7871D13C2}"/>
                </a:ext>
              </a:extLst>
            </p:cNvPr>
            <p:cNvPicPr>
              <a:picLocks noChangeAspect="1"/>
            </p:cNvPicPr>
            <p:nvPr/>
          </p:nvPicPr>
          <p:blipFill>
            <a:blip r:embed="rId4"/>
            <a:srcRect b="37058"/>
            <a:stretch/>
          </p:blipFill>
          <p:spPr>
            <a:xfrm>
              <a:off x="1438167" y="7730473"/>
              <a:ext cx="3981665" cy="527404"/>
            </a:xfrm>
            <a:prstGeom prst="rect">
              <a:avLst/>
            </a:prstGeom>
          </p:spPr>
        </p:pic>
        <p:sp>
          <p:nvSpPr>
            <p:cNvPr id="17" name="TextBox 16">
              <a:extLst>
                <a:ext uri="{FF2B5EF4-FFF2-40B4-BE49-F238E27FC236}">
                  <a16:creationId xmlns:a16="http://schemas.microsoft.com/office/drawing/2014/main" id="{E6768D7B-E73D-F687-BACD-C25CB8628DC0}"/>
                </a:ext>
              </a:extLst>
            </p:cNvPr>
            <p:cNvSpPr txBox="1"/>
            <p:nvPr/>
          </p:nvSpPr>
          <p:spPr>
            <a:xfrm>
              <a:off x="1489925" y="8154055"/>
              <a:ext cx="439544" cy="292388"/>
            </a:xfrm>
            <a:prstGeom prst="rect">
              <a:avLst/>
            </a:prstGeom>
            <a:noFill/>
          </p:spPr>
          <p:txBody>
            <a:bodyPr wrap="none" rtlCol="0">
              <a:spAutoFit/>
            </a:bodyPr>
            <a:lstStyle/>
            <a:p>
              <a:r>
                <a:rPr lang="en-GB" sz="1300"/>
                <a:t>810</a:t>
              </a:r>
              <a:endParaRPr lang="en-US" sz="1300"/>
            </a:p>
          </p:txBody>
        </p:sp>
        <p:sp>
          <p:nvSpPr>
            <p:cNvPr id="18" name="TextBox 17">
              <a:extLst>
                <a:ext uri="{FF2B5EF4-FFF2-40B4-BE49-F238E27FC236}">
                  <a16:creationId xmlns:a16="http://schemas.microsoft.com/office/drawing/2014/main" id="{4F3525E3-D9A1-28C5-592C-F43337F5DC8C}"/>
                </a:ext>
              </a:extLst>
            </p:cNvPr>
            <p:cNvSpPr txBox="1"/>
            <p:nvPr/>
          </p:nvSpPr>
          <p:spPr>
            <a:xfrm>
              <a:off x="2638096" y="8158059"/>
              <a:ext cx="439544" cy="292388"/>
            </a:xfrm>
            <a:prstGeom prst="rect">
              <a:avLst/>
            </a:prstGeom>
            <a:noFill/>
          </p:spPr>
          <p:txBody>
            <a:bodyPr wrap="none" rtlCol="0">
              <a:spAutoFit/>
            </a:bodyPr>
            <a:lstStyle/>
            <a:p>
              <a:r>
                <a:rPr lang="en-GB" sz="1300"/>
                <a:t>805</a:t>
              </a:r>
              <a:endParaRPr lang="en-US" sz="1300"/>
            </a:p>
          </p:txBody>
        </p:sp>
        <p:sp>
          <p:nvSpPr>
            <p:cNvPr id="19" name="TextBox 18">
              <a:extLst>
                <a:ext uri="{FF2B5EF4-FFF2-40B4-BE49-F238E27FC236}">
                  <a16:creationId xmlns:a16="http://schemas.microsoft.com/office/drawing/2014/main" id="{45C9D2C7-10F2-69C7-CB75-B28DC68F4192}"/>
                </a:ext>
              </a:extLst>
            </p:cNvPr>
            <p:cNvSpPr txBox="1"/>
            <p:nvPr/>
          </p:nvSpPr>
          <p:spPr>
            <a:xfrm>
              <a:off x="3784275" y="8154055"/>
              <a:ext cx="439544" cy="292388"/>
            </a:xfrm>
            <a:prstGeom prst="rect">
              <a:avLst/>
            </a:prstGeom>
            <a:noFill/>
          </p:spPr>
          <p:txBody>
            <a:bodyPr wrap="none" rtlCol="0">
              <a:spAutoFit/>
            </a:bodyPr>
            <a:lstStyle/>
            <a:p>
              <a:r>
                <a:rPr lang="en-GB" sz="1300"/>
                <a:t>804</a:t>
              </a:r>
              <a:endParaRPr lang="en-US" sz="1300"/>
            </a:p>
          </p:txBody>
        </p:sp>
        <p:sp>
          <p:nvSpPr>
            <p:cNvPr id="20" name="TextBox 19">
              <a:extLst>
                <a:ext uri="{FF2B5EF4-FFF2-40B4-BE49-F238E27FC236}">
                  <a16:creationId xmlns:a16="http://schemas.microsoft.com/office/drawing/2014/main" id="{7A46A912-6B98-E7AE-4AF5-BE16B5ACF54A}"/>
                </a:ext>
              </a:extLst>
            </p:cNvPr>
            <p:cNvSpPr txBox="1"/>
            <p:nvPr/>
          </p:nvSpPr>
          <p:spPr>
            <a:xfrm>
              <a:off x="4911279" y="8178297"/>
              <a:ext cx="439544" cy="292388"/>
            </a:xfrm>
            <a:prstGeom prst="rect">
              <a:avLst/>
            </a:prstGeom>
            <a:noFill/>
          </p:spPr>
          <p:txBody>
            <a:bodyPr wrap="none" rtlCol="0">
              <a:spAutoFit/>
            </a:bodyPr>
            <a:lstStyle/>
            <a:p>
              <a:r>
                <a:rPr lang="en-GB" sz="1300"/>
                <a:t>849</a:t>
              </a:r>
              <a:endParaRPr lang="en-US" sz="1300"/>
            </a:p>
          </p:txBody>
        </p:sp>
      </p:grpSp>
      <p:grpSp>
        <p:nvGrpSpPr>
          <p:cNvPr id="22" name="Group 21">
            <a:extLst>
              <a:ext uri="{FF2B5EF4-FFF2-40B4-BE49-F238E27FC236}">
                <a16:creationId xmlns:a16="http://schemas.microsoft.com/office/drawing/2014/main" id="{75DCB35E-03D0-CAD4-E353-0F2749D4E4F3}"/>
              </a:ext>
            </a:extLst>
          </p:cNvPr>
          <p:cNvGrpSpPr/>
          <p:nvPr/>
        </p:nvGrpSpPr>
        <p:grpSpPr>
          <a:xfrm>
            <a:off x="1446553" y="7110230"/>
            <a:ext cx="4087383" cy="740212"/>
            <a:chOff x="1438167" y="7730473"/>
            <a:chExt cx="4087383" cy="740212"/>
          </a:xfrm>
        </p:grpSpPr>
        <p:pic>
          <p:nvPicPr>
            <p:cNvPr id="23" name="Picture 22">
              <a:extLst>
                <a:ext uri="{FF2B5EF4-FFF2-40B4-BE49-F238E27FC236}">
                  <a16:creationId xmlns:a16="http://schemas.microsoft.com/office/drawing/2014/main" id="{CA688D6F-5674-0087-1A7E-A7EF890C877A}"/>
                </a:ext>
              </a:extLst>
            </p:cNvPr>
            <p:cNvPicPr>
              <a:picLocks noChangeAspect="1"/>
            </p:cNvPicPr>
            <p:nvPr/>
          </p:nvPicPr>
          <p:blipFill>
            <a:blip r:embed="rId4"/>
            <a:srcRect b="37058"/>
            <a:stretch/>
          </p:blipFill>
          <p:spPr>
            <a:xfrm>
              <a:off x="1438167" y="7730473"/>
              <a:ext cx="3981665" cy="527404"/>
            </a:xfrm>
            <a:prstGeom prst="rect">
              <a:avLst/>
            </a:prstGeom>
          </p:spPr>
        </p:pic>
        <p:sp>
          <p:nvSpPr>
            <p:cNvPr id="24" name="TextBox 23">
              <a:extLst>
                <a:ext uri="{FF2B5EF4-FFF2-40B4-BE49-F238E27FC236}">
                  <a16:creationId xmlns:a16="http://schemas.microsoft.com/office/drawing/2014/main" id="{C4DA3852-8711-9583-EEFD-15D35662829C}"/>
                </a:ext>
              </a:extLst>
            </p:cNvPr>
            <p:cNvSpPr txBox="1"/>
            <p:nvPr/>
          </p:nvSpPr>
          <p:spPr>
            <a:xfrm>
              <a:off x="1489925" y="8154055"/>
              <a:ext cx="402674" cy="292388"/>
            </a:xfrm>
            <a:prstGeom prst="rect">
              <a:avLst/>
            </a:prstGeom>
            <a:noFill/>
          </p:spPr>
          <p:txBody>
            <a:bodyPr wrap="none" rtlCol="0">
              <a:spAutoFit/>
            </a:bodyPr>
            <a:lstStyle/>
            <a:p>
              <a:r>
                <a:rPr lang="en-GB" sz="1300"/>
                <a:t>4m</a:t>
              </a:r>
              <a:endParaRPr lang="en-US" sz="1300"/>
            </a:p>
          </p:txBody>
        </p:sp>
        <p:sp>
          <p:nvSpPr>
            <p:cNvPr id="25" name="TextBox 24">
              <a:extLst>
                <a:ext uri="{FF2B5EF4-FFF2-40B4-BE49-F238E27FC236}">
                  <a16:creationId xmlns:a16="http://schemas.microsoft.com/office/drawing/2014/main" id="{1143AEE5-D422-4031-F933-2FE3A48BE67C}"/>
                </a:ext>
              </a:extLst>
            </p:cNvPr>
            <p:cNvSpPr txBox="1"/>
            <p:nvPr/>
          </p:nvSpPr>
          <p:spPr>
            <a:xfrm>
              <a:off x="2638096" y="8158059"/>
              <a:ext cx="529312" cy="292388"/>
            </a:xfrm>
            <a:prstGeom prst="rect">
              <a:avLst/>
            </a:prstGeom>
            <a:noFill/>
          </p:spPr>
          <p:txBody>
            <a:bodyPr wrap="none" rtlCol="0">
              <a:spAutoFit/>
            </a:bodyPr>
            <a:lstStyle/>
            <a:p>
              <a:r>
                <a:rPr lang="en-GB" sz="1300"/>
                <a:t>4.7m</a:t>
              </a:r>
              <a:endParaRPr lang="en-US" sz="1300"/>
            </a:p>
          </p:txBody>
        </p:sp>
        <p:sp>
          <p:nvSpPr>
            <p:cNvPr id="26" name="TextBox 25">
              <a:extLst>
                <a:ext uri="{FF2B5EF4-FFF2-40B4-BE49-F238E27FC236}">
                  <a16:creationId xmlns:a16="http://schemas.microsoft.com/office/drawing/2014/main" id="{0C7ED866-8D6D-EF22-6149-68238C20EF46}"/>
                </a:ext>
              </a:extLst>
            </p:cNvPr>
            <p:cNvSpPr txBox="1"/>
            <p:nvPr/>
          </p:nvSpPr>
          <p:spPr>
            <a:xfrm>
              <a:off x="3784275" y="8154055"/>
              <a:ext cx="529312" cy="292388"/>
            </a:xfrm>
            <a:prstGeom prst="rect">
              <a:avLst/>
            </a:prstGeom>
            <a:noFill/>
          </p:spPr>
          <p:txBody>
            <a:bodyPr wrap="none" rtlCol="0">
              <a:spAutoFit/>
            </a:bodyPr>
            <a:lstStyle/>
            <a:p>
              <a:r>
                <a:rPr lang="en-GB" sz="1300"/>
                <a:t>4.6m</a:t>
              </a:r>
              <a:endParaRPr lang="en-US" sz="1300"/>
            </a:p>
          </p:txBody>
        </p:sp>
        <p:sp>
          <p:nvSpPr>
            <p:cNvPr id="27" name="TextBox 26">
              <a:extLst>
                <a:ext uri="{FF2B5EF4-FFF2-40B4-BE49-F238E27FC236}">
                  <a16:creationId xmlns:a16="http://schemas.microsoft.com/office/drawing/2014/main" id="{1C950B53-896B-51C1-4BA0-F554D0020BFD}"/>
                </a:ext>
              </a:extLst>
            </p:cNvPr>
            <p:cNvSpPr txBox="1"/>
            <p:nvPr/>
          </p:nvSpPr>
          <p:spPr>
            <a:xfrm>
              <a:off x="4911279" y="8178297"/>
              <a:ext cx="614271" cy="292388"/>
            </a:xfrm>
            <a:prstGeom prst="rect">
              <a:avLst/>
            </a:prstGeom>
            <a:noFill/>
          </p:spPr>
          <p:txBody>
            <a:bodyPr wrap="none" rtlCol="0">
              <a:spAutoFit/>
            </a:bodyPr>
            <a:lstStyle/>
            <a:p>
              <a:r>
                <a:rPr lang="en-GB" sz="1300"/>
                <a:t>4.65m</a:t>
              </a:r>
              <a:endParaRPr lang="en-US" sz="1300"/>
            </a:p>
          </p:txBody>
        </p:sp>
      </p:grpSp>
      <p:grpSp>
        <p:nvGrpSpPr>
          <p:cNvPr id="28" name="Group 27">
            <a:extLst>
              <a:ext uri="{FF2B5EF4-FFF2-40B4-BE49-F238E27FC236}">
                <a16:creationId xmlns:a16="http://schemas.microsoft.com/office/drawing/2014/main" id="{572E9477-B21D-B504-E497-1ABEB1B86467}"/>
              </a:ext>
            </a:extLst>
          </p:cNvPr>
          <p:cNvGrpSpPr/>
          <p:nvPr/>
        </p:nvGrpSpPr>
        <p:grpSpPr>
          <a:xfrm>
            <a:off x="1133398" y="7996172"/>
            <a:ext cx="4325779" cy="722755"/>
            <a:chOff x="1094053" y="7730473"/>
            <a:chExt cx="4325779" cy="722755"/>
          </a:xfrm>
        </p:grpSpPr>
        <p:pic>
          <p:nvPicPr>
            <p:cNvPr id="29" name="Picture 28">
              <a:extLst>
                <a:ext uri="{FF2B5EF4-FFF2-40B4-BE49-F238E27FC236}">
                  <a16:creationId xmlns:a16="http://schemas.microsoft.com/office/drawing/2014/main" id="{587E6DB8-C240-C40C-24A2-10847532D569}"/>
                </a:ext>
              </a:extLst>
            </p:cNvPr>
            <p:cNvPicPr>
              <a:picLocks noChangeAspect="1"/>
            </p:cNvPicPr>
            <p:nvPr/>
          </p:nvPicPr>
          <p:blipFill>
            <a:blip r:embed="rId4"/>
            <a:srcRect b="37058"/>
            <a:stretch/>
          </p:blipFill>
          <p:spPr>
            <a:xfrm>
              <a:off x="1438167" y="7730473"/>
              <a:ext cx="3981665" cy="527404"/>
            </a:xfrm>
            <a:prstGeom prst="rect">
              <a:avLst/>
            </a:prstGeom>
          </p:spPr>
        </p:pic>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2C2FC9D9-8E43-24BC-7E00-FED6C9988EB7}"/>
                    </a:ext>
                  </a:extLst>
                </p:cNvPr>
                <p:cNvSpPr txBox="1"/>
                <p:nvPr/>
              </p:nvSpPr>
              <p:spPr>
                <a:xfrm>
                  <a:off x="1094053" y="8160840"/>
                  <a:ext cx="1212191" cy="292388"/>
                </a:xfrm>
                <a:prstGeom prst="rect">
                  <a:avLst/>
                </a:prstGeom>
                <a:noFill/>
              </p:spPr>
              <p:txBody>
                <a:bodyPr wrap="none" rtlCol="0">
                  <a:spAutoFit/>
                </a:bodyPr>
                <a:lstStyle/>
                <a:p>
                  <a:r>
                    <a:rPr lang="en-GB" sz="1300"/>
                    <a:t>77.5 &lt; x </a:t>
                  </a:r>
                  <a14:m>
                    <m:oMath xmlns:m="http://schemas.openxmlformats.org/officeDocument/2006/math">
                      <m:r>
                        <a:rPr lang="en-GB" sz="1300" i="1" dirty="0" smtClean="0">
                          <a:latin typeface="Cambria Math" panose="02040503050406030204" pitchFamily="18" charset="0"/>
                          <a:ea typeface="Cambria Math" panose="02040503050406030204" pitchFamily="18" charset="0"/>
                        </a:rPr>
                        <m:t>≤</m:t>
                      </m:r>
                    </m:oMath>
                  </a14:m>
                  <a:r>
                    <a:rPr lang="en-GB" sz="1300"/>
                    <a:t> 78.5</a:t>
                  </a:r>
                  <a:endParaRPr lang="en-US" sz="1300"/>
                </a:p>
              </p:txBody>
            </p:sp>
          </mc:Choice>
          <mc:Fallback xmlns="">
            <p:sp>
              <p:nvSpPr>
                <p:cNvPr id="30" name="TextBox 29">
                  <a:extLst>
                    <a:ext uri="{FF2B5EF4-FFF2-40B4-BE49-F238E27FC236}">
                      <a16:creationId xmlns:a16="http://schemas.microsoft.com/office/drawing/2014/main" id="{2C2FC9D9-8E43-24BC-7E00-FED6C9988EB7}"/>
                    </a:ext>
                  </a:extLst>
                </p:cNvPr>
                <p:cNvSpPr txBox="1">
                  <a:spLocks noRot="1" noChangeAspect="1" noMove="1" noResize="1" noEditPoints="1" noAdjustHandles="1" noChangeArrowheads="1" noChangeShapeType="1" noTextEdit="1"/>
                </p:cNvSpPr>
                <p:nvPr/>
              </p:nvSpPr>
              <p:spPr>
                <a:xfrm>
                  <a:off x="1094053" y="8160840"/>
                  <a:ext cx="1212191" cy="292388"/>
                </a:xfrm>
                <a:prstGeom prst="rect">
                  <a:avLst/>
                </a:prstGeom>
                <a:blipFill>
                  <a:blip r:embed="rId5"/>
                  <a:stretch>
                    <a:fillRect l="-1005" t="-2083" b="-16667"/>
                  </a:stretch>
                </a:blipFill>
              </p:spPr>
              <p:txBody>
                <a:bodyPr/>
                <a:lstStyle/>
                <a:p>
                  <a:r>
                    <a:rPr lang="en-US">
                      <a:noFill/>
                    </a:rPr>
                    <a:t> </a:t>
                  </a:r>
                </a:p>
              </p:txBody>
            </p:sp>
          </mc:Fallback>
        </mc:AlternateContent>
      </p:grpSp>
      <p:sp>
        <p:nvSpPr>
          <p:cNvPr id="34" name="TextBox 33">
            <a:extLst>
              <a:ext uri="{FF2B5EF4-FFF2-40B4-BE49-F238E27FC236}">
                <a16:creationId xmlns:a16="http://schemas.microsoft.com/office/drawing/2014/main" id="{C503BAF0-2E7E-E86E-77E4-4B09CC639780}"/>
              </a:ext>
            </a:extLst>
          </p:cNvPr>
          <p:cNvSpPr txBox="1"/>
          <p:nvPr/>
        </p:nvSpPr>
        <p:spPr>
          <a:xfrm>
            <a:off x="2345589" y="8428182"/>
            <a:ext cx="1170513" cy="292388"/>
          </a:xfrm>
          <a:prstGeom prst="rect">
            <a:avLst/>
          </a:prstGeom>
          <a:noFill/>
        </p:spPr>
        <p:txBody>
          <a:bodyPr wrap="none" rtlCol="0">
            <a:spAutoFit/>
          </a:bodyPr>
          <a:lstStyle/>
          <a:p>
            <a:r>
              <a:rPr lang="en-GB" sz="1300"/>
              <a:t>77.5 &lt; x &lt; 78.5</a:t>
            </a:r>
            <a:endParaRPr lang="en-US" sz="1300"/>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66D94EA2-A4DD-9CDC-38A3-D9512DD63CF6}"/>
                  </a:ext>
                </a:extLst>
              </p:cNvPr>
              <p:cNvSpPr txBox="1"/>
              <p:nvPr/>
            </p:nvSpPr>
            <p:spPr>
              <a:xfrm>
                <a:off x="3483470" y="8426539"/>
                <a:ext cx="1212191" cy="292388"/>
              </a:xfrm>
              <a:prstGeom prst="rect">
                <a:avLst/>
              </a:prstGeom>
              <a:noFill/>
            </p:spPr>
            <p:txBody>
              <a:bodyPr wrap="none" rtlCol="0">
                <a:spAutoFit/>
              </a:bodyPr>
              <a:lstStyle/>
              <a:p>
                <a:r>
                  <a:rPr lang="en-GB" sz="1300"/>
                  <a:t>77.5 </a:t>
                </a:r>
                <a14:m>
                  <m:oMath xmlns:m="http://schemas.openxmlformats.org/officeDocument/2006/math">
                    <m:r>
                      <a:rPr lang="en-GB" sz="1300" i="1" dirty="0" smtClean="0">
                        <a:latin typeface="Cambria Math" panose="02040503050406030204" pitchFamily="18" charset="0"/>
                        <a:ea typeface="Cambria Math" panose="02040503050406030204" pitchFamily="18" charset="0"/>
                      </a:rPr>
                      <m:t>≤</m:t>
                    </m:r>
                  </m:oMath>
                </a14:m>
                <a:r>
                  <a:rPr lang="en-GB" sz="1300"/>
                  <a:t> x &lt; 78.5</a:t>
                </a:r>
                <a:endParaRPr lang="en-US" sz="1300"/>
              </a:p>
            </p:txBody>
          </p:sp>
        </mc:Choice>
        <mc:Fallback xmlns="">
          <p:sp>
            <p:nvSpPr>
              <p:cNvPr id="35" name="TextBox 34">
                <a:extLst>
                  <a:ext uri="{FF2B5EF4-FFF2-40B4-BE49-F238E27FC236}">
                    <a16:creationId xmlns:a16="http://schemas.microsoft.com/office/drawing/2014/main" id="{66D94EA2-A4DD-9CDC-38A3-D9512DD63CF6}"/>
                  </a:ext>
                </a:extLst>
              </p:cNvPr>
              <p:cNvSpPr txBox="1">
                <a:spLocks noRot="1" noChangeAspect="1" noMove="1" noResize="1" noEditPoints="1" noAdjustHandles="1" noChangeArrowheads="1" noChangeShapeType="1" noTextEdit="1"/>
              </p:cNvSpPr>
              <p:nvPr/>
            </p:nvSpPr>
            <p:spPr>
              <a:xfrm>
                <a:off x="3483470" y="8426539"/>
                <a:ext cx="1212191" cy="292388"/>
              </a:xfrm>
              <a:prstGeom prst="rect">
                <a:avLst/>
              </a:prstGeom>
              <a:blipFill>
                <a:blip r:embed="rId6"/>
                <a:stretch>
                  <a:fillRect l="-503" t="-2083"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CECD08C7-E5E0-D742-1B1D-FBFEBA5CA603}"/>
                  </a:ext>
                </a:extLst>
              </p:cNvPr>
              <p:cNvSpPr txBox="1"/>
              <p:nvPr/>
            </p:nvSpPr>
            <p:spPr>
              <a:xfrm>
                <a:off x="4695661" y="8432835"/>
                <a:ext cx="1250663" cy="292388"/>
              </a:xfrm>
              <a:prstGeom prst="rect">
                <a:avLst/>
              </a:prstGeom>
              <a:noFill/>
            </p:spPr>
            <p:txBody>
              <a:bodyPr wrap="none" rtlCol="0">
                <a:spAutoFit/>
              </a:bodyPr>
              <a:lstStyle/>
              <a:p>
                <a:r>
                  <a:rPr lang="en-GB" sz="1300"/>
                  <a:t>77.5 </a:t>
                </a:r>
                <a14:m>
                  <m:oMath xmlns:m="http://schemas.openxmlformats.org/officeDocument/2006/math">
                    <m:r>
                      <a:rPr lang="en-GB" sz="1300" i="1" dirty="0" smtClean="0">
                        <a:latin typeface="Cambria Math" panose="02040503050406030204" pitchFamily="18" charset="0"/>
                        <a:ea typeface="Cambria Math" panose="02040503050406030204" pitchFamily="18" charset="0"/>
                      </a:rPr>
                      <m:t>≤</m:t>
                    </m:r>
                  </m:oMath>
                </a14:m>
                <a:r>
                  <a:rPr lang="en-GB" sz="1300"/>
                  <a:t> x &lt; 78.4 </a:t>
                </a:r>
                <a:endParaRPr lang="en-US" sz="1300"/>
              </a:p>
            </p:txBody>
          </p:sp>
        </mc:Choice>
        <mc:Fallback xmlns="">
          <p:sp>
            <p:nvSpPr>
              <p:cNvPr id="37" name="TextBox 36">
                <a:extLst>
                  <a:ext uri="{FF2B5EF4-FFF2-40B4-BE49-F238E27FC236}">
                    <a16:creationId xmlns:a16="http://schemas.microsoft.com/office/drawing/2014/main" id="{CECD08C7-E5E0-D742-1B1D-FBFEBA5CA603}"/>
                  </a:ext>
                </a:extLst>
              </p:cNvPr>
              <p:cNvSpPr txBox="1">
                <a:spLocks noRot="1" noChangeAspect="1" noMove="1" noResize="1" noEditPoints="1" noAdjustHandles="1" noChangeArrowheads="1" noChangeShapeType="1" noTextEdit="1"/>
              </p:cNvSpPr>
              <p:nvPr/>
            </p:nvSpPr>
            <p:spPr>
              <a:xfrm>
                <a:off x="4695661" y="8432835"/>
                <a:ext cx="1250663" cy="292388"/>
              </a:xfrm>
              <a:prstGeom prst="rect">
                <a:avLst/>
              </a:prstGeom>
              <a:blipFill>
                <a:blip r:embed="rId7"/>
                <a:stretch>
                  <a:fillRect l="-488" t="-2083" b="-16667"/>
                </a:stretch>
              </a:blipFill>
            </p:spPr>
            <p:txBody>
              <a:bodyPr/>
              <a:lstStyle/>
              <a:p>
                <a:r>
                  <a:rPr lang="en-US">
                    <a:noFill/>
                  </a:rPr>
                  <a:t> </a:t>
                </a:r>
              </a:p>
            </p:txBody>
          </p:sp>
        </mc:Fallback>
      </mc:AlternateContent>
      <p:grpSp>
        <p:nvGrpSpPr>
          <p:cNvPr id="38" name="Group 37">
            <a:extLst>
              <a:ext uri="{FF2B5EF4-FFF2-40B4-BE49-F238E27FC236}">
                <a16:creationId xmlns:a16="http://schemas.microsoft.com/office/drawing/2014/main" id="{2B71A9F6-FC5D-3C48-5D11-A31521DCACF3}"/>
              </a:ext>
            </a:extLst>
          </p:cNvPr>
          <p:cNvGrpSpPr/>
          <p:nvPr/>
        </p:nvGrpSpPr>
        <p:grpSpPr>
          <a:xfrm>
            <a:off x="1052585" y="9110532"/>
            <a:ext cx="4325779" cy="650531"/>
            <a:chOff x="1094053" y="7756977"/>
            <a:chExt cx="4325779" cy="650531"/>
          </a:xfrm>
        </p:grpSpPr>
        <p:pic>
          <p:nvPicPr>
            <p:cNvPr id="39" name="Picture 38">
              <a:extLst>
                <a:ext uri="{FF2B5EF4-FFF2-40B4-BE49-F238E27FC236}">
                  <a16:creationId xmlns:a16="http://schemas.microsoft.com/office/drawing/2014/main" id="{3B2EB5AA-52C2-0729-8EBE-4F433C35ACC3}"/>
                </a:ext>
              </a:extLst>
            </p:cNvPr>
            <p:cNvPicPr>
              <a:picLocks noChangeAspect="1"/>
            </p:cNvPicPr>
            <p:nvPr/>
          </p:nvPicPr>
          <p:blipFill>
            <a:blip r:embed="rId4"/>
            <a:srcRect b="37058"/>
            <a:stretch/>
          </p:blipFill>
          <p:spPr>
            <a:xfrm>
              <a:off x="1438167" y="7756977"/>
              <a:ext cx="3981665" cy="527404"/>
            </a:xfrm>
            <a:prstGeom prst="rect">
              <a:avLst/>
            </a:prstGeom>
          </p:spPr>
        </p:pic>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56D3891F-CD15-248A-AC60-C695D3A360DF}"/>
                    </a:ext>
                  </a:extLst>
                </p:cNvPr>
                <p:cNvSpPr txBox="1"/>
                <p:nvPr/>
              </p:nvSpPr>
              <p:spPr>
                <a:xfrm>
                  <a:off x="1094053" y="8115120"/>
                  <a:ext cx="1141466" cy="292388"/>
                </a:xfrm>
                <a:prstGeom prst="rect">
                  <a:avLst/>
                </a:prstGeom>
                <a:noFill/>
              </p:spPr>
              <p:txBody>
                <a:bodyPr wrap="none" rtlCol="0">
                  <a:spAutoFit/>
                </a:bodyPr>
                <a:lstStyle/>
                <a:p>
                  <a:r>
                    <a:rPr lang="en-GB" sz="1300"/>
                    <a:t>0</a:t>
                  </a:r>
                  <a14:m>
                    <m:oMath xmlns:m="http://schemas.openxmlformats.org/officeDocument/2006/math">
                      <m:r>
                        <a:rPr lang="en-GB" sz="1300" b="0" i="0" dirty="0" smtClean="0">
                          <a:latin typeface="Cambria Math" panose="02040503050406030204" pitchFamily="18" charset="0"/>
                          <a:ea typeface="Cambria Math" panose="02040503050406030204" pitchFamily="18" charset="0"/>
                        </a:rPr>
                        <m:t>.0 </m:t>
                      </m:r>
                      <m:r>
                        <a:rPr lang="en-GB" sz="1300" i="1" dirty="0">
                          <a:latin typeface="Cambria Math" panose="02040503050406030204" pitchFamily="18" charset="0"/>
                          <a:ea typeface="Cambria Math" panose="02040503050406030204" pitchFamily="18" charset="0"/>
                        </a:rPr>
                        <m:t>≤</m:t>
                      </m:r>
                    </m:oMath>
                  </a14:m>
                  <a:r>
                    <a:rPr lang="en-GB" sz="1300"/>
                    <a:t> n &lt; 0.1 </a:t>
                  </a:r>
                  <a:endParaRPr lang="en-US" sz="1300"/>
                </a:p>
              </p:txBody>
            </p:sp>
          </mc:Choice>
          <mc:Fallback xmlns="">
            <p:sp>
              <p:nvSpPr>
                <p:cNvPr id="40" name="TextBox 39">
                  <a:extLst>
                    <a:ext uri="{FF2B5EF4-FFF2-40B4-BE49-F238E27FC236}">
                      <a16:creationId xmlns:a16="http://schemas.microsoft.com/office/drawing/2014/main" id="{56D3891F-CD15-248A-AC60-C695D3A360DF}"/>
                    </a:ext>
                  </a:extLst>
                </p:cNvPr>
                <p:cNvSpPr txBox="1">
                  <a:spLocks noRot="1" noChangeAspect="1" noMove="1" noResize="1" noEditPoints="1" noAdjustHandles="1" noChangeArrowheads="1" noChangeShapeType="1" noTextEdit="1"/>
                </p:cNvSpPr>
                <p:nvPr/>
              </p:nvSpPr>
              <p:spPr>
                <a:xfrm>
                  <a:off x="1094053" y="8115120"/>
                  <a:ext cx="1141466" cy="292388"/>
                </a:xfrm>
                <a:prstGeom prst="rect">
                  <a:avLst/>
                </a:prstGeom>
                <a:blipFill>
                  <a:blip r:embed="rId8"/>
                  <a:stretch>
                    <a:fillRect l="-1070" t="-2083" b="-16667"/>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A37F02FF-1037-B124-6CCE-022259D8EE75}"/>
                  </a:ext>
                </a:extLst>
              </p:cNvPr>
              <p:cNvSpPr txBox="1"/>
              <p:nvPr/>
            </p:nvSpPr>
            <p:spPr>
              <a:xfrm>
                <a:off x="2078172" y="9470318"/>
                <a:ext cx="1436612" cy="292388"/>
              </a:xfrm>
              <a:prstGeom prst="rect">
                <a:avLst/>
              </a:prstGeom>
              <a:noFill/>
            </p:spPr>
            <p:txBody>
              <a:bodyPr wrap="none" rtlCol="0">
                <a:spAutoFit/>
              </a:bodyPr>
              <a:lstStyle/>
              <a:p>
                <a:r>
                  <a:rPr lang="en-GB" sz="1300"/>
                  <a:t>0.055 </a:t>
                </a:r>
                <a14:m>
                  <m:oMath xmlns:m="http://schemas.openxmlformats.org/officeDocument/2006/math">
                    <m:r>
                      <a:rPr lang="en-GB" sz="1300" i="1" dirty="0" smtClean="0">
                        <a:latin typeface="Cambria Math" panose="02040503050406030204" pitchFamily="18" charset="0"/>
                        <a:ea typeface="Cambria Math" panose="02040503050406030204" pitchFamily="18" charset="0"/>
                      </a:rPr>
                      <m:t>≤</m:t>
                    </m:r>
                  </m:oMath>
                </a14:m>
                <a:r>
                  <a:rPr lang="en-GB" sz="1300"/>
                  <a:t> n &lt; 0.065 </a:t>
                </a:r>
                <a:endParaRPr lang="en-US" sz="1300"/>
              </a:p>
            </p:txBody>
          </p:sp>
        </mc:Choice>
        <mc:Fallback xmlns="">
          <p:sp>
            <p:nvSpPr>
              <p:cNvPr id="41" name="TextBox 40">
                <a:extLst>
                  <a:ext uri="{FF2B5EF4-FFF2-40B4-BE49-F238E27FC236}">
                    <a16:creationId xmlns:a16="http://schemas.microsoft.com/office/drawing/2014/main" id="{A37F02FF-1037-B124-6CCE-022259D8EE75}"/>
                  </a:ext>
                </a:extLst>
              </p:cNvPr>
              <p:cNvSpPr txBox="1">
                <a:spLocks noRot="1" noChangeAspect="1" noMove="1" noResize="1" noEditPoints="1" noAdjustHandles="1" noChangeArrowheads="1" noChangeShapeType="1" noTextEdit="1"/>
              </p:cNvSpPr>
              <p:nvPr/>
            </p:nvSpPr>
            <p:spPr>
              <a:xfrm>
                <a:off x="2078172" y="9470318"/>
                <a:ext cx="1436612" cy="292388"/>
              </a:xfrm>
              <a:prstGeom prst="rect">
                <a:avLst/>
              </a:prstGeom>
              <a:blipFill>
                <a:blip r:embed="rId9"/>
                <a:stretch>
                  <a:fillRect l="-847" t="-2128" b="-1914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19ACDE9-FFBD-E376-8FA0-C14A5DCE3133}"/>
                  </a:ext>
                </a:extLst>
              </p:cNvPr>
              <p:cNvSpPr txBox="1"/>
              <p:nvPr/>
            </p:nvSpPr>
            <p:spPr>
              <a:xfrm>
                <a:off x="3359729" y="9468675"/>
                <a:ext cx="1266693" cy="292388"/>
              </a:xfrm>
              <a:prstGeom prst="rect">
                <a:avLst/>
              </a:prstGeom>
              <a:noFill/>
            </p:spPr>
            <p:txBody>
              <a:bodyPr wrap="none" rtlCol="0">
                <a:spAutoFit/>
              </a:bodyPr>
              <a:lstStyle/>
              <a:p>
                <a:r>
                  <a:rPr lang="en-GB" sz="1300"/>
                  <a:t>0.06 </a:t>
                </a:r>
                <a14:m>
                  <m:oMath xmlns:m="http://schemas.openxmlformats.org/officeDocument/2006/math">
                    <m:r>
                      <a:rPr lang="en-GB" sz="1300" i="1" dirty="0">
                        <a:latin typeface="Cambria Math" panose="02040503050406030204" pitchFamily="18" charset="0"/>
                        <a:ea typeface="Cambria Math" panose="02040503050406030204" pitchFamily="18" charset="0"/>
                      </a:rPr>
                      <m:t>≤</m:t>
                    </m:r>
                  </m:oMath>
                </a14:m>
                <a:r>
                  <a:rPr lang="en-GB" sz="1300"/>
                  <a:t> n &lt; 0.07 </a:t>
                </a:r>
                <a:endParaRPr lang="en-US" sz="1300"/>
              </a:p>
            </p:txBody>
          </p:sp>
        </mc:Choice>
        <mc:Fallback xmlns="">
          <p:sp>
            <p:nvSpPr>
              <p:cNvPr id="42" name="TextBox 41">
                <a:extLst>
                  <a:ext uri="{FF2B5EF4-FFF2-40B4-BE49-F238E27FC236}">
                    <a16:creationId xmlns:a16="http://schemas.microsoft.com/office/drawing/2014/main" id="{419ACDE9-FFBD-E376-8FA0-C14A5DCE3133}"/>
                  </a:ext>
                </a:extLst>
              </p:cNvPr>
              <p:cNvSpPr txBox="1">
                <a:spLocks noRot="1" noChangeAspect="1" noMove="1" noResize="1" noEditPoints="1" noAdjustHandles="1" noChangeArrowheads="1" noChangeShapeType="1" noTextEdit="1"/>
              </p:cNvSpPr>
              <p:nvPr/>
            </p:nvSpPr>
            <p:spPr>
              <a:xfrm>
                <a:off x="3359729" y="9468675"/>
                <a:ext cx="1266693" cy="292388"/>
              </a:xfrm>
              <a:prstGeom prst="rect">
                <a:avLst/>
              </a:prstGeom>
              <a:blipFill>
                <a:blip r:embed="rId10"/>
                <a:stretch>
                  <a:fillRect l="-481" t="-2083"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C6AC9CF6-0C69-B3C7-C55A-3C3DCF971C46}"/>
                  </a:ext>
                </a:extLst>
              </p:cNvPr>
              <p:cNvSpPr txBox="1"/>
              <p:nvPr/>
            </p:nvSpPr>
            <p:spPr>
              <a:xfrm>
                <a:off x="4614848" y="9474971"/>
                <a:ext cx="1335622" cy="292388"/>
              </a:xfrm>
              <a:prstGeom prst="rect">
                <a:avLst/>
              </a:prstGeom>
              <a:noFill/>
            </p:spPr>
            <p:txBody>
              <a:bodyPr wrap="none" rtlCol="0">
                <a:spAutoFit/>
              </a:bodyPr>
              <a:lstStyle/>
              <a:p>
                <a:r>
                  <a:rPr lang="en-GB" sz="1300"/>
                  <a:t>0.06 </a:t>
                </a:r>
                <a14:m>
                  <m:oMath xmlns:m="http://schemas.openxmlformats.org/officeDocument/2006/math">
                    <m:r>
                      <a:rPr lang="en-GB" sz="1300" i="1" dirty="0">
                        <a:latin typeface="Cambria Math" panose="02040503050406030204" pitchFamily="18" charset="0"/>
                        <a:ea typeface="Cambria Math" panose="02040503050406030204" pitchFamily="18" charset="0"/>
                      </a:rPr>
                      <m:t>≤</m:t>
                    </m:r>
                  </m:oMath>
                </a14:m>
                <a:r>
                  <a:rPr lang="en-GB" sz="1300"/>
                  <a:t> x &lt; 0.069 </a:t>
                </a:r>
                <a:endParaRPr lang="en-US" sz="1300"/>
              </a:p>
            </p:txBody>
          </p:sp>
        </mc:Choice>
        <mc:Fallback xmlns="">
          <p:sp>
            <p:nvSpPr>
              <p:cNvPr id="43" name="TextBox 42">
                <a:extLst>
                  <a:ext uri="{FF2B5EF4-FFF2-40B4-BE49-F238E27FC236}">
                    <a16:creationId xmlns:a16="http://schemas.microsoft.com/office/drawing/2014/main" id="{C6AC9CF6-0C69-B3C7-C55A-3C3DCF971C46}"/>
                  </a:ext>
                </a:extLst>
              </p:cNvPr>
              <p:cNvSpPr txBox="1">
                <a:spLocks noRot="1" noChangeAspect="1" noMove="1" noResize="1" noEditPoints="1" noAdjustHandles="1" noChangeArrowheads="1" noChangeShapeType="1" noTextEdit="1"/>
              </p:cNvSpPr>
              <p:nvPr/>
            </p:nvSpPr>
            <p:spPr>
              <a:xfrm>
                <a:off x="4614848" y="9474971"/>
                <a:ext cx="1335622" cy="292388"/>
              </a:xfrm>
              <a:prstGeom prst="rect">
                <a:avLst/>
              </a:prstGeom>
              <a:blipFill>
                <a:blip r:embed="rId11"/>
                <a:stretch>
                  <a:fillRect l="-457" t="-2083" b="-16667"/>
                </a:stretch>
              </a:blipFill>
            </p:spPr>
            <p:txBody>
              <a:bodyPr/>
              <a:lstStyle/>
              <a:p>
                <a:r>
                  <a:rPr lang="en-US">
                    <a:noFill/>
                  </a:rPr>
                  <a:t> </a:t>
                </a:r>
              </a:p>
            </p:txBody>
          </p:sp>
        </mc:Fallback>
      </mc:AlternateContent>
    </p:spTree>
    <p:extLst>
      <p:ext uri="{BB962C8B-B14F-4D97-AF65-F5344CB8AC3E}">
        <p14:creationId xmlns:p14="http://schemas.microsoft.com/office/powerpoint/2010/main" val="234765499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FECBD35-2FA9-D94C-85CC-B269D46DFAF6}"/>
              </a:ext>
            </a:extLst>
          </p:cNvPr>
          <p:cNvSpPr/>
          <p:nvPr/>
        </p:nvSpPr>
        <p:spPr>
          <a:xfrm>
            <a:off x="0" y="0"/>
            <a:ext cx="6858000" cy="288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Problems involving limits of accuracy</a:t>
            </a:r>
            <a:endParaRPr kumimoji="0" lang="en-GB"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 name="Rectangle 3">
            <a:extLst>
              <a:ext uri="{FF2B5EF4-FFF2-40B4-BE49-F238E27FC236}">
                <a16:creationId xmlns:a16="http://schemas.microsoft.com/office/drawing/2014/main" id="{04BFD1EF-DBB4-2249-B998-BA5834451F7D}"/>
              </a:ext>
            </a:extLst>
          </p:cNvPr>
          <p:cNvSpPr/>
          <p:nvPr/>
        </p:nvSpPr>
        <p:spPr>
          <a:xfrm>
            <a:off x="72056" y="393426"/>
            <a:ext cx="6728829" cy="140930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ysClr val="windowText" lastClr="000000"/>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40A63AA0-9785-7842-8746-181CA9DC5483}"/>
              </a:ext>
            </a:extLst>
          </p:cNvPr>
          <p:cNvSpPr txBox="1"/>
          <p:nvPr/>
        </p:nvSpPr>
        <p:spPr>
          <a:xfrm>
            <a:off x="149877" y="663498"/>
            <a:ext cx="1149390"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prstClr val="black"/>
                </a:solidFill>
                <a:effectLst/>
                <a:uLnTx/>
                <a:uFillTx/>
                <a:latin typeface="Calibri" panose="020F0502020204030204"/>
                <a:ea typeface="+mn-ea"/>
                <a:cs typeface="+mn-cs"/>
              </a:rPr>
              <a:t>Objectives</a:t>
            </a:r>
            <a:r>
              <a:rPr kumimoji="0" lang="en-GB" sz="1400" b="1" i="0" u="none" strike="noStrike" kern="1200" cap="none" spc="0" normalizeH="0" baseline="0" noProof="0">
                <a:ln>
                  <a:noFill/>
                </a:ln>
                <a:solidFill>
                  <a:srgbClr val="0070C0"/>
                </a:solidFill>
                <a:effectLst/>
                <a:uLnTx/>
                <a:uFillTx/>
                <a:latin typeface="Calibri" panose="020F0502020204030204"/>
                <a:ea typeface="+mn-ea"/>
                <a:cs typeface="+mn-cs"/>
              </a:rPr>
              <a:t>:</a:t>
            </a:r>
          </a:p>
        </p:txBody>
      </p:sp>
      <p:sp>
        <p:nvSpPr>
          <p:cNvPr id="6" name="TextBox 5">
            <a:extLst>
              <a:ext uri="{FF2B5EF4-FFF2-40B4-BE49-F238E27FC236}">
                <a16:creationId xmlns:a16="http://schemas.microsoft.com/office/drawing/2014/main" id="{8D99EBB3-E635-9B48-A13A-F8FC9E5CF168}"/>
              </a:ext>
            </a:extLst>
          </p:cNvPr>
          <p:cNvSpPr txBox="1"/>
          <p:nvPr/>
        </p:nvSpPr>
        <p:spPr>
          <a:xfrm>
            <a:off x="540187" y="884200"/>
            <a:ext cx="6317813" cy="646331"/>
          </a:xfrm>
          <a:prstGeom prst="rect">
            <a:avLst/>
          </a:prstGeom>
          <a:noFill/>
        </p:spPr>
        <p:txBody>
          <a:bodyPr wrap="square" rtlCol="0">
            <a:spAutoFit/>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To find the limits of accuracy.</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To find the limit of accuracy of two or more variables.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3.   To answer worded questions on limit of accuracy. </a:t>
            </a:r>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F56BA6AD-76E4-264F-9E79-1A6D05899D87}"/>
              </a:ext>
            </a:extLst>
          </p:cNvPr>
          <p:cNvSpPr txBox="1"/>
          <p:nvPr/>
        </p:nvSpPr>
        <p:spPr>
          <a:xfrm>
            <a:off x="5519488" y="868745"/>
            <a:ext cx="1149391" cy="861774"/>
          </a:xfrm>
          <a:prstGeom prst="rect">
            <a:avLst/>
          </a:prstGeom>
          <a:noFill/>
          <a:ln w="12700">
            <a:solidFill>
              <a:schemeClr val="tx1"/>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sng" strike="noStrike" kern="1200" cap="none" spc="0" normalizeH="0" baseline="0" noProof="0">
                <a:ln>
                  <a:noFill/>
                </a:ln>
                <a:solidFill>
                  <a:prstClr val="black"/>
                </a:solidFill>
                <a:effectLst/>
                <a:uLnTx/>
                <a:uFillTx/>
                <a:latin typeface="Calibri" panose="020F0502020204030204"/>
                <a:ea typeface="+mn-ea"/>
                <a:cs typeface="+mn-cs"/>
              </a:rPr>
              <a:t>Keywords:</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Calibri" panose="020F0502020204030204"/>
                <a:ea typeface="+mn-ea"/>
                <a:cs typeface="+mn-cs"/>
              </a:rPr>
              <a:t>-Error interval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Calibri" panose="020F0502020204030204"/>
                <a:ea typeface="+mn-ea"/>
                <a:cs typeface="+mn-cs"/>
              </a:rPr>
              <a:t>-Limits of accuracy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Calibri" panose="020F0502020204030204"/>
                <a:ea typeface="+mn-ea"/>
                <a:cs typeface="+mn-cs"/>
              </a:rPr>
              <a:t>-Lower bound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Calibri" panose="020F0502020204030204"/>
                <a:ea typeface="+mn-ea"/>
                <a:cs typeface="+mn-cs"/>
              </a:rPr>
              <a:t>-Upper bound</a:t>
            </a:r>
            <a:endParaRPr kumimoji="0" lang="es-E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lide Number Placeholder 12"/>
          <p:cNvSpPr>
            <a:spLocks noGrp="1"/>
          </p:cNvSpPr>
          <p:nvPr>
            <p:ph type="sldNum" sz="quarter" idx="12"/>
          </p:nvPr>
        </p:nvSpPr>
        <p:spPr>
          <a:xfrm>
            <a:off x="5257835" y="9378597"/>
            <a:ext cx="1543050" cy="52740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F1D9CC-7119-45EC-A96C-D8C0660F3AAB}" type="slidenum">
              <a:rPr kumimoji="0" lang="en-GB" sz="9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102</a:t>
            </a:fld>
            <a:endParaRPr kumimoji="0" lang="en-GB" sz="9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47A70F02-448A-1C4B-72D7-BE9EF20BFF53}"/>
              </a:ext>
            </a:extLst>
          </p:cNvPr>
          <p:cNvSpPr txBox="1"/>
          <p:nvPr/>
        </p:nvSpPr>
        <p:spPr>
          <a:xfrm>
            <a:off x="189121" y="392795"/>
            <a:ext cx="5786391"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prstClr val="black"/>
                </a:solidFill>
                <a:effectLst/>
                <a:uLnTx/>
                <a:uFillTx/>
                <a:latin typeface="Calibri" panose="020F0502020204030204"/>
                <a:ea typeface="+mn-ea"/>
                <a:cs typeface="+mn-cs"/>
              </a:rPr>
              <a:t>LEARNING OUTCOME:</a:t>
            </a:r>
            <a:r>
              <a:rPr kumimoji="0" lang="en-GB" sz="1200" b="0" i="0" u="none" strike="noStrike" kern="1200" cap="none" spc="0" normalizeH="0" baseline="0" noProof="0">
                <a:ln>
                  <a:noFill/>
                </a:ln>
                <a:solidFill>
                  <a:prstClr val="black"/>
                </a:solidFill>
                <a:effectLst/>
                <a:uLnTx/>
                <a:uFillTx/>
                <a:latin typeface="Calibri" panose="020F0502020204030204"/>
                <a:ea typeface="+mn-ea"/>
                <a:cs typeface="+mn-cs"/>
              </a:rPr>
              <a:t> To solve problems with upper and lower bounds.</a:t>
            </a:r>
          </a:p>
        </p:txBody>
      </p:sp>
      <p:sp>
        <p:nvSpPr>
          <p:cNvPr id="55" name="TextBox 54">
            <a:extLst>
              <a:ext uri="{FF2B5EF4-FFF2-40B4-BE49-F238E27FC236}">
                <a16:creationId xmlns:a16="http://schemas.microsoft.com/office/drawing/2014/main" id="{1946E5EA-287C-EDEB-E627-AFB38C419F24}"/>
              </a:ext>
            </a:extLst>
          </p:cNvPr>
          <p:cNvSpPr txBox="1"/>
          <p:nvPr/>
        </p:nvSpPr>
        <p:spPr>
          <a:xfrm>
            <a:off x="1447214" y="9033818"/>
            <a:ext cx="4086225"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prstClr val="black"/>
                </a:solidFill>
                <a:latin typeface="Calibri" panose="020F0502020204030204"/>
              </a:rPr>
              <a:t>1</a:t>
            </a:r>
            <a:r>
              <a:rPr kumimoji="0" lang="en-US" sz="1200" i="0" u="none" strike="noStrike" kern="1200" cap="none" spc="0" normalizeH="0" baseline="0" noProof="0">
                <a:ln>
                  <a:noFill/>
                </a:ln>
                <a:solidFill>
                  <a:prstClr val="black"/>
                </a:solidFill>
                <a:effectLst/>
                <a:uLnTx/>
                <a:uFillTx/>
                <a:latin typeface="Calibri" panose="020F0502020204030204"/>
                <a:ea typeface="+mn-ea"/>
                <a:cs typeface="+mn-cs"/>
              </a:rPr>
              <a:t>.</a:t>
            </a:r>
            <a:r>
              <a:rPr kumimoji="0" lang="en-US" sz="1200" b="1" i="0" u="none" strike="noStrike" kern="1200" cap="none" spc="0" normalizeH="0" baseline="0" noProof="0">
                <a:ln>
                  <a:noFill/>
                </a:ln>
                <a:solidFill>
                  <a:prstClr val="black"/>
                </a:solidFill>
                <a:effectLst/>
                <a:uLnTx/>
                <a:uFillTx/>
                <a:latin typeface="Calibri" panose="020F0502020204030204"/>
                <a:ea typeface="+mn-ea"/>
                <a:cs typeface="+mn-cs"/>
              </a:rPr>
              <a:t> </a:t>
            </a: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Fill in the blanks</a:t>
            </a:r>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6" name="Rectangle 55">
            <a:extLst>
              <a:ext uri="{FF2B5EF4-FFF2-40B4-BE49-F238E27FC236}">
                <a16:creationId xmlns:a16="http://schemas.microsoft.com/office/drawing/2014/main" id="{861EE568-BA94-04B3-D8F9-9672F04CD9F5}"/>
              </a:ext>
            </a:extLst>
          </p:cNvPr>
          <p:cNvSpPr/>
          <p:nvPr/>
        </p:nvSpPr>
        <p:spPr>
          <a:xfrm>
            <a:off x="133654" y="9029540"/>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sp>
        <p:nvSpPr>
          <p:cNvPr id="57" name="Rectangle 56">
            <a:extLst>
              <a:ext uri="{FF2B5EF4-FFF2-40B4-BE49-F238E27FC236}">
                <a16:creationId xmlns:a16="http://schemas.microsoft.com/office/drawing/2014/main" id="{5BCFF233-CC27-74CC-F726-7B46140AB8E6}"/>
              </a:ext>
            </a:extLst>
          </p:cNvPr>
          <p:cNvSpPr/>
          <p:nvPr/>
        </p:nvSpPr>
        <p:spPr>
          <a:xfrm>
            <a:off x="102298" y="4654831"/>
            <a:ext cx="6691138" cy="19658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a:solidFill>
                  <a:schemeClr val="bg1"/>
                </a:solidFill>
              </a:rPr>
              <a:t>Adding with bounds</a:t>
            </a:r>
            <a:endParaRPr lang="en-GB" sz="1200">
              <a:solidFill>
                <a:schemeClr val="bg1"/>
              </a:solidFill>
            </a:endParaRPr>
          </a:p>
        </p:txBody>
      </p:sp>
      <p:cxnSp>
        <p:nvCxnSpPr>
          <p:cNvPr id="58" name="Straight Connector 57">
            <a:extLst>
              <a:ext uri="{FF2B5EF4-FFF2-40B4-BE49-F238E27FC236}">
                <a16:creationId xmlns:a16="http://schemas.microsoft.com/office/drawing/2014/main" id="{BCAFBC05-E255-4590-A8F2-B9EF0103271E}"/>
              </a:ext>
            </a:extLst>
          </p:cNvPr>
          <p:cNvCxnSpPr>
            <a:cxnSpLocks/>
          </p:cNvCxnSpPr>
          <p:nvPr/>
        </p:nvCxnSpPr>
        <p:spPr>
          <a:xfrm>
            <a:off x="923458" y="6567195"/>
            <a:ext cx="0" cy="0"/>
          </a:xfrm>
          <a:prstGeom prst="line">
            <a:avLst/>
          </a:prstGeom>
          <a:ln w="28575"/>
        </p:spPr>
        <p:style>
          <a:lnRef idx="1">
            <a:schemeClr val="accent1"/>
          </a:lnRef>
          <a:fillRef idx="0">
            <a:schemeClr val="accent1"/>
          </a:fillRef>
          <a:effectRef idx="0">
            <a:schemeClr val="accent1"/>
          </a:effectRef>
          <a:fontRef idx="minor">
            <a:schemeClr val="tx1"/>
          </a:fontRef>
        </p:style>
      </p:cxnSp>
      <p:graphicFrame>
        <p:nvGraphicFramePr>
          <p:cNvPr id="59" name="Table 58">
            <a:extLst>
              <a:ext uri="{FF2B5EF4-FFF2-40B4-BE49-F238E27FC236}">
                <a16:creationId xmlns:a16="http://schemas.microsoft.com/office/drawing/2014/main" id="{F4912064-3328-1516-9DE8-AB43FBE6943D}"/>
              </a:ext>
            </a:extLst>
          </p:cNvPr>
          <p:cNvGraphicFramePr>
            <a:graphicFrameLocks noGrp="1"/>
          </p:cNvGraphicFramePr>
          <p:nvPr/>
        </p:nvGraphicFramePr>
        <p:xfrm>
          <a:off x="125199" y="5272443"/>
          <a:ext cx="6543680" cy="4129018"/>
        </p:xfrm>
        <a:graphic>
          <a:graphicData uri="http://schemas.openxmlformats.org/drawingml/2006/table">
            <a:tbl>
              <a:tblPr firstRow="1" bandRow="1">
                <a:tableStyleId>{5C22544A-7EE6-4342-B048-85BDC9FD1C3A}</a:tableStyleId>
              </a:tblPr>
              <a:tblGrid>
                <a:gridCol w="1087440">
                  <a:extLst>
                    <a:ext uri="{9D8B030D-6E8A-4147-A177-3AD203B41FA5}">
                      <a16:colId xmlns:a16="http://schemas.microsoft.com/office/drawing/2014/main" val="1568142362"/>
                    </a:ext>
                  </a:extLst>
                </a:gridCol>
                <a:gridCol w="1778000">
                  <a:extLst>
                    <a:ext uri="{9D8B030D-6E8A-4147-A177-3AD203B41FA5}">
                      <a16:colId xmlns:a16="http://schemas.microsoft.com/office/drawing/2014/main" val="609968388"/>
                    </a:ext>
                  </a:extLst>
                </a:gridCol>
                <a:gridCol w="1778000">
                  <a:extLst>
                    <a:ext uri="{9D8B030D-6E8A-4147-A177-3AD203B41FA5}">
                      <a16:colId xmlns:a16="http://schemas.microsoft.com/office/drawing/2014/main" val="3207776717"/>
                    </a:ext>
                  </a:extLst>
                </a:gridCol>
                <a:gridCol w="1900240">
                  <a:extLst>
                    <a:ext uri="{9D8B030D-6E8A-4147-A177-3AD203B41FA5}">
                      <a16:colId xmlns:a16="http://schemas.microsoft.com/office/drawing/2014/main" val="1889420402"/>
                    </a:ext>
                  </a:extLst>
                </a:gridCol>
              </a:tblGrid>
              <a:tr h="241053">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prstClr val="black"/>
                        </a:solidFill>
                        <a:effectLst/>
                        <a:uLnTx/>
                        <a:uFillTx/>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020932">
                <a:tc>
                  <a:txBody>
                    <a:bodyPr/>
                    <a:lstStyle/>
                    <a:p>
                      <a:pPr algn="l"/>
                      <a:r>
                        <a:rPr lang="en-US" sz="1100"/>
                        <a:t>When we add with bounds, we need to find the upper bound and the lower bound.</a:t>
                      </a:r>
                      <a:endParaRPr lang="en-GB"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mn-lt"/>
                          <a:ea typeface="+mn-ea"/>
                          <a:cs typeface="+mn-cs"/>
                        </a:rPr>
                        <a:t>A rectangle has the width of 70mm and the length of 100mm both correct to the nearest 10mm. Find the upper and lower bounds for perimeter.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mn-lt"/>
                          <a:ea typeface="+mn-ea"/>
                          <a:cs typeface="+mn-cs"/>
                        </a:rPr>
                        <a:t>Upper bound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prstClr val="black"/>
                          </a:solidFill>
                          <a:latin typeface="+mn-lt"/>
                        </a:rPr>
                        <a:t>Lower bound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mn-lt"/>
                          <a:ea typeface="+mn-ea"/>
                          <a:cs typeface="+mn-cs"/>
                        </a:rPr>
                        <a:t>A rectangle has the width of 13cm and the length of 24cm both correct to the nearest cm. Find the upper and lower bounds for perimeter.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mn-lt"/>
                          <a:ea typeface="+mn-ea"/>
                          <a:cs typeface="+mn-cs"/>
                        </a:rPr>
                        <a:t>Upper bound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prstClr val="black"/>
                          </a:solidFill>
                          <a:latin typeface="+mn-lt"/>
                        </a:rPr>
                        <a:t>Lower bound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mn-lt"/>
                          <a:ea typeface="+mn-ea"/>
                          <a:cs typeface="+mn-cs"/>
                        </a:rPr>
                        <a:t>A rectangle has the width of 7m and the length of 10m both correct to the nearest </a:t>
                      </a:r>
                      <a:r>
                        <a:rPr kumimoji="0" lang="en-US" sz="1200" b="0" i="0" u="none" strike="noStrike" kern="1200" cap="none" spc="0" normalizeH="0" baseline="0" noProof="0" err="1">
                          <a:ln>
                            <a:noFill/>
                          </a:ln>
                          <a:solidFill>
                            <a:prstClr val="black"/>
                          </a:solidFill>
                          <a:effectLst/>
                          <a:uLnTx/>
                          <a:uFillTx/>
                          <a:latin typeface="+mn-lt"/>
                          <a:ea typeface="+mn-ea"/>
                          <a:cs typeface="+mn-cs"/>
                        </a:rPr>
                        <a:t>metre</a:t>
                      </a:r>
                      <a:r>
                        <a:rPr kumimoji="0" lang="en-US" sz="1200" b="0" i="0" u="none" strike="noStrike" kern="1200" cap="none" spc="0" normalizeH="0" baseline="0" noProof="0">
                          <a:ln>
                            <a:noFill/>
                          </a:ln>
                          <a:solidFill>
                            <a:prstClr val="black"/>
                          </a:solidFill>
                          <a:effectLst/>
                          <a:uLnTx/>
                          <a:uFillTx/>
                          <a:latin typeface="+mn-lt"/>
                          <a:ea typeface="+mn-ea"/>
                          <a:cs typeface="+mn-cs"/>
                        </a:rPr>
                        <a:t>. Find the upper and lower bounds for perimeter.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mn-lt"/>
                          <a:ea typeface="+mn-ea"/>
                          <a:cs typeface="+mn-cs"/>
                        </a:rPr>
                        <a:t>Upper bound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prstClr val="black"/>
                          </a:solidFill>
                          <a:latin typeface="+mn-lt"/>
                        </a:rPr>
                        <a:t>Lower bound =</a:t>
                      </a:r>
                    </a:p>
                    <a:p>
                      <a:pPr marL="0" indent="0">
                        <a:buNone/>
                      </a:pPr>
                      <a:endParaRPr lang="en-US"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1176907">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a:t>The upper bound of a addition is always the two upper bounds added together.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1576845939"/>
                  </a:ext>
                </a:extLst>
              </a:tr>
              <a:tr h="1507738">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a:t>The lower bound of addition is always the two lower bounds added together</a:t>
                      </a:r>
                      <a:endParaRPr lang="en-US" sz="1100"/>
                    </a:p>
                    <a:p>
                      <a:pPr marL="0" indent="0" algn="l">
                        <a:buNone/>
                      </a:pPr>
                      <a:endParaRPr 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66057224"/>
                  </a:ext>
                </a:extLst>
              </a:tr>
            </a:tbl>
          </a:graphicData>
        </a:graphic>
      </p:graphicFrame>
      <p:sp>
        <p:nvSpPr>
          <p:cNvPr id="60" name="TextBox 59">
            <a:extLst>
              <a:ext uri="{FF2B5EF4-FFF2-40B4-BE49-F238E27FC236}">
                <a16:creationId xmlns:a16="http://schemas.microsoft.com/office/drawing/2014/main" id="{94B76317-0047-2C5A-76F5-5E78E1090C11}"/>
              </a:ext>
            </a:extLst>
          </p:cNvPr>
          <p:cNvSpPr txBox="1"/>
          <p:nvPr/>
        </p:nvSpPr>
        <p:spPr>
          <a:xfrm>
            <a:off x="1458085" y="4953705"/>
            <a:ext cx="1410704" cy="276999"/>
          </a:xfrm>
          <a:prstGeom prst="rect">
            <a:avLst/>
          </a:prstGeom>
          <a:noFill/>
          <a:ln>
            <a:noFill/>
          </a:ln>
        </p:spPr>
        <p:txBody>
          <a:bodyPr wrap="square" rtlCol="0">
            <a:spAutoFit/>
          </a:bodyPr>
          <a:lstStyle/>
          <a:p>
            <a:r>
              <a:rPr lang="en-GB" sz="1200" b="1" i="1">
                <a:solidFill>
                  <a:srgbClr val="FF0000"/>
                </a:solidFill>
              </a:rPr>
              <a:t>Example 1 - I do…</a:t>
            </a:r>
          </a:p>
        </p:txBody>
      </p:sp>
      <p:sp>
        <p:nvSpPr>
          <p:cNvPr id="61" name="TextBox 60">
            <a:extLst>
              <a:ext uri="{FF2B5EF4-FFF2-40B4-BE49-F238E27FC236}">
                <a16:creationId xmlns:a16="http://schemas.microsoft.com/office/drawing/2014/main" id="{BE054588-1F3D-CC4C-5ECD-7ECB2BF01F41}"/>
              </a:ext>
            </a:extLst>
          </p:cNvPr>
          <p:cNvSpPr txBox="1"/>
          <p:nvPr/>
        </p:nvSpPr>
        <p:spPr>
          <a:xfrm>
            <a:off x="4876667" y="4948492"/>
            <a:ext cx="1643405" cy="276999"/>
          </a:xfrm>
          <a:prstGeom prst="rect">
            <a:avLst/>
          </a:prstGeom>
          <a:noFill/>
          <a:ln>
            <a:noFill/>
          </a:ln>
        </p:spPr>
        <p:txBody>
          <a:bodyPr wrap="square" rtlCol="0">
            <a:spAutoFit/>
          </a:bodyPr>
          <a:lstStyle/>
          <a:p>
            <a:r>
              <a:rPr lang="en-GB" sz="1200" b="1" i="1">
                <a:solidFill>
                  <a:srgbClr val="00B050"/>
                </a:solidFill>
              </a:rPr>
              <a:t>Example 3 – You do…</a:t>
            </a:r>
          </a:p>
        </p:txBody>
      </p:sp>
      <p:sp>
        <p:nvSpPr>
          <p:cNvPr id="62" name="TextBox 61">
            <a:extLst>
              <a:ext uri="{FF2B5EF4-FFF2-40B4-BE49-F238E27FC236}">
                <a16:creationId xmlns:a16="http://schemas.microsoft.com/office/drawing/2014/main" id="{63C64C55-7F17-3FFE-4DA2-D1FF4C7C0D0D}"/>
              </a:ext>
            </a:extLst>
          </p:cNvPr>
          <p:cNvSpPr txBox="1"/>
          <p:nvPr/>
        </p:nvSpPr>
        <p:spPr>
          <a:xfrm>
            <a:off x="3088922" y="4953704"/>
            <a:ext cx="1667605" cy="276999"/>
          </a:xfrm>
          <a:prstGeom prst="rect">
            <a:avLst/>
          </a:prstGeom>
          <a:noFill/>
          <a:ln>
            <a:noFill/>
          </a:ln>
        </p:spPr>
        <p:txBody>
          <a:bodyPr wrap="square" rtlCol="0">
            <a:spAutoFit/>
          </a:bodyPr>
          <a:lstStyle/>
          <a:p>
            <a:r>
              <a:rPr lang="en-GB" sz="1200" b="1" i="1">
                <a:solidFill>
                  <a:schemeClr val="accent2"/>
                </a:solidFill>
              </a:rPr>
              <a:t>Example 2 - We do…</a:t>
            </a:r>
          </a:p>
        </p:txBody>
      </p:sp>
      <p:sp>
        <p:nvSpPr>
          <p:cNvPr id="63" name="Rectangle 62">
            <a:extLst>
              <a:ext uri="{FF2B5EF4-FFF2-40B4-BE49-F238E27FC236}">
                <a16:creationId xmlns:a16="http://schemas.microsoft.com/office/drawing/2014/main" id="{4E92871D-39C7-5BC8-E592-AC730699D42C}"/>
              </a:ext>
            </a:extLst>
          </p:cNvPr>
          <p:cNvSpPr/>
          <p:nvPr/>
        </p:nvSpPr>
        <p:spPr>
          <a:xfrm>
            <a:off x="1314719" y="8492285"/>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4" name="Rectangle 63">
            <a:extLst>
              <a:ext uri="{FF2B5EF4-FFF2-40B4-BE49-F238E27FC236}">
                <a16:creationId xmlns:a16="http://schemas.microsoft.com/office/drawing/2014/main" id="{09A1AC20-356D-EFAA-BC91-86091027C922}"/>
              </a:ext>
            </a:extLst>
          </p:cNvPr>
          <p:cNvSpPr/>
          <p:nvPr/>
        </p:nvSpPr>
        <p:spPr>
          <a:xfrm>
            <a:off x="1314719" y="9053822"/>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5" name="Rectangle 64">
            <a:extLst>
              <a:ext uri="{FF2B5EF4-FFF2-40B4-BE49-F238E27FC236}">
                <a16:creationId xmlns:a16="http://schemas.microsoft.com/office/drawing/2014/main" id="{D6968CF9-4615-B060-7E82-2AEC84C76172}"/>
              </a:ext>
            </a:extLst>
          </p:cNvPr>
          <p:cNvSpPr/>
          <p:nvPr/>
        </p:nvSpPr>
        <p:spPr>
          <a:xfrm>
            <a:off x="3088922" y="8508904"/>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6" name="Rectangle 65">
            <a:extLst>
              <a:ext uri="{FF2B5EF4-FFF2-40B4-BE49-F238E27FC236}">
                <a16:creationId xmlns:a16="http://schemas.microsoft.com/office/drawing/2014/main" id="{5EF4786B-835C-7B6C-E5F2-8F80A9880D8C}"/>
              </a:ext>
            </a:extLst>
          </p:cNvPr>
          <p:cNvSpPr/>
          <p:nvPr/>
        </p:nvSpPr>
        <p:spPr>
          <a:xfrm>
            <a:off x="3095693" y="9046646"/>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7" name="Rectangle 66">
            <a:extLst>
              <a:ext uri="{FF2B5EF4-FFF2-40B4-BE49-F238E27FC236}">
                <a16:creationId xmlns:a16="http://schemas.microsoft.com/office/drawing/2014/main" id="{4692A749-B6EA-0F8E-D4F9-99740C4B2F0D}"/>
              </a:ext>
            </a:extLst>
          </p:cNvPr>
          <p:cNvSpPr/>
          <p:nvPr/>
        </p:nvSpPr>
        <p:spPr>
          <a:xfrm>
            <a:off x="4876667" y="8496076"/>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8" name="Rectangle 67">
            <a:extLst>
              <a:ext uri="{FF2B5EF4-FFF2-40B4-BE49-F238E27FC236}">
                <a16:creationId xmlns:a16="http://schemas.microsoft.com/office/drawing/2014/main" id="{A8BB7037-A59F-F474-C528-E0892D44DE24}"/>
              </a:ext>
            </a:extLst>
          </p:cNvPr>
          <p:cNvSpPr/>
          <p:nvPr/>
        </p:nvSpPr>
        <p:spPr>
          <a:xfrm>
            <a:off x="4876667" y="9057613"/>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grpSp>
        <p:nvGrpSpPr>
          <p:cNvPr id="69" name="Group 68">
            <a:extLst>
              <a:ext uri="{FF2B5EF4-FFF2-40B4-BE49-F238E27FC236}">
                <a16:creationId xmlns:a16="http://schemas.microsoft.com/office/drawing/2014/main" id="{7E63DB5E-97DC-081A-E7E8-F0FA83B06CC6}"/>
              </a:ext>
            </a:extLst>
          </p:cNvPr>
          <p:cNvGrpSpPr/>
          <p:nvPr/>
        </p:nvGrpSpPr>
        <p:grpSpPr>
          <a:xfrm>
            <a:off x="90896" y="1884580"/>
            <a:ext cx="6713942" cy="2688400"/>
            <a:chOff x="79390" y="1883086"/>
            <a:chExt cx="6713942" cy="2688400"/>
          </a:xfrm>
        </p:grpSpPr>
        <p:cxnSp>
          <p:nvCxnSpPr>
            <p:cNvPr id="70" name="Straight Connector 69">
              <a:extLst>
                <a:ext uri="{FF2B5EF4-FFF2-40B4-BE49-F238E27FC236}">
                  <a16:creationId xmlns:a16="http://schemas.microsoft.com/office/drawing/2014/main" id="{3E78A05A-E9D0-A275-28CE-C1F6C37170AB}"/>
                </a:ext>
              </a:extLst>
            </p:cNvPr>
            <p:cNvCxnSpPr/>
            <p:nvPr/>
          </p:nvCxnSpPr>
          <p:spPr>
            <a:xfrm flipV="1">
              <a:off x="934071" y="3846068"/>
              <a:ext cx="5541513" cy="2282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1" name="Rectangle 70">
              <a:extLst>
                <a:ext uri="{FF2B5EF4-FFF2-40B4-BE49-F238E27FC236}">
                  <a16:creationId xmlns:a16="http://schemas.microsoft.com/office/drawing/2014/main" id="{4F642548-42D4-C6B0-495C-19B235B92734}"/>
                </a:ext>
              </a:extLst>
            </p:cNvPr>
            <p:cNvSpPr/>
            <p:nvPr/>
          </p:nvSpPr>
          <p:spPr>
            <a:xfrm>
              <a:off x="79390" y="1915472"/>
              <a:ext cx="6699219" cy="26560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72" name="Straight Connector 71">
              <a:extLst>
                <a:ext uri="{FF2B5EF4-FFF2-40B4-BE49-F238E27FC236}">
                  <a16:creationId xmlns:a16="http://schemas.microsoft.com/office/drawing/2014/main" id="{A886F15F-3251-594A-8ECC-3AD255B82938}"/>
                </a:ext>
              </a:extLst>
            </p:cNvPr>
            <p:cNvCxnSpPr>
              <a:cxnSpLocks/>
              <a:stCxn id="71" idx="1"/>
              <a:endCxn id="71" idx="3"/>
            </p:cNvCxnSpPr>
            <p:nvPr/>
          </p:nvCxnSpPr>
          <p:spPr>
            <a:xfrm>
              <a:off x="79390" y="3243479"/>
              <a:ext cx="6699219" cy="0"/>
            </a:xfrm>
            <a:prstGeom prst="line">
              <a:avLst/>
            </a:prstGeom>
          </p:spPr>
          <p:style>
            <a:lnRef idx="1">
              <a:schemeClr val="dk1"/>
            </a:lnRef>
            <a:fillRef idx="0">
              <a:schemeClr val="dk1"/>
            </a:fillRef>
            <a:effectRef idx="0">
              <a:schemeClr val="dk1"/>
            </a:effectRef>
            <a:fontRef idx="minor">
              <a:schemeClr val="tx1"/>
            </a:fontRef>
          </p:style>
        </p:cxnSp>
        <p:cxnSp>
          <p:nvCxnSpPr>
            <p:cNvPr id="73" name="Straight Connector 72">
              <a:extLst>
                <a:ext uri="{FF2B5EF4-FFF2-40B4-BE49-F238E27FC236}">
                  <a16:creationId xmlns:a16="http://schemas.microsoft.com/office/drawing/2014/main" id="{E8A472F3-FA29-18D7-5BD9-0DB3557DCB46}"/>
                </a:ext>
              </a:extLst>
            </p:cNvPr>
            <p:cNvCxnSpPr>
              <a:cxnSpLocks/>
              <a:stCxn id="71" idx="2"/>
              <a:endCxn id="71" idx="0"/>
            </p:cNvCxnSpPr>
            <p:nvPr/>
          </p:nvCxnSpPr>
          <p:spPr>
            <a:xfrm flipV="1">
              <a:off x="3429000" y="1915472"/>
              <a:ext cx="0" cy="2656014"/>
            </a:xfrm>
            <a:prstGeom prst="line">
              <a:avLst/>
            </a:prstGeom>
          </p:spPr>
          <p:style>
            <a:lnRef idx="1">
              <a:schemeClr val="dk1"/>
            </a:lnRef>
            <a:fillRef idx="0">
              <a:schemeClr val="dk1"/>
            </a:fillRef>
            <a:effectRef idx="0">
              <a:schemeClr val="dk1"/>
            </a:effectRef>
            <a:fontRef idx="minor">
              <a:schemeClr val="tx1"/>
            </a:fontRef>
          </p:style>
        </p:cxnSp>
        <p:sp>
          <p:nvSpPr>
            <p:cNvPr id="74" name="TextBox 73">
              <a:extLst>
                <a:ext uri="{FF2B5EF4-FFF2-40B4-BE49-F238E27FC236}">
                  <a16:creationId xmlns:a16="http://schemas.microsoft.com/office/drawing/2014/main" id="{629D9264-764C-15ED-EBDD-C94B8FA9F2D2}"/>
                </a:ext>
              </a:extLst>
            </p:cNvPr>
            <p:cNvSpPr txBox="1"/>
            <p:nvPr/>
          </p:nvSpPr>
          <p:spPr>
            <a:xfrm>
              <a:off x="97145" y="1915472"/>
              <a:ext cx="824713" cy="461665"/>
            </a:xfrm>
            <a:prstGeom prst="rect">
              <a:avLst/>
            </a:prstGeom>
            <a:noFill/>
          </p:spPr>
          <p:txBody>
            <a:bodyPr wrap="none" rtlCol="0">
              <a:spAutoFit/>
            </a:bodyPr>
            <a:lstStyle/>
            <a:p>
              <a:r>
                <a:rPr lang="en-US" sz="1200" b="1"/>
                <a:t>Definition</a:t>
              </a:r>
            </a:p>
            <a:p>
              <a:endParaRPr lang="en-US" sz="1200"/>
            </a:p>
          </p:txBody>
        </p:sp>
        <p:sp>
          <p:nvSpPr>
            <p:cNvPr id="75" name="TextBox 74">
              <a:extLst>
                <a:ext uri="{FF2B5EF4-FFF2-40B4-BE49-F238E27FC236}">
                  <a16:creationId xmlns:a16="http://schemas.microsoft.com/office/drawing/2014/main" id="{0B7E8547-2F5B-D9FA-01B8-B0881015D830}"/>
                </a:ext>
              </a:extLst>
            </p:cNvPr>
            <p:cNvSpPr txBox="1"/>
            <p:nvPr/>
          </p:nvSpPr>
          <p:spPr>
            <a:xfrm>
              <a:off x="5621196" y="1883086"/>
              <a:ext cx="1112228" cy="276999"/>
            </a:xfrm>
            <a:prstGeom prst="rect">
              <a:avLst/>
            </a:prstGeom>
            <a:noFill/>
          </p:spPr>
          <p:txBody>
            <a:bodyPr wrap="none" rtlCol="0">
              <a:spAutoFit/>
            </a:bodyPr>
            <a:lstStyle/>
            <a:p>
              <a:r>
                <a:rPr lang="en-US" sz="1200" b="1"/>
                <a:t>Characteristics</a:t>
              </a:r>
              <a:endParaRPr lang="en-GB" sz="1200" b="1"/>
            </a:p>
          </p:txBody>
        </p:sp>
        <p:sp>
          <p:nvSpPr>
            <p:cNvPr id="76" name="TextBox 75">
              <a:extLst>
                <a:ext uri="{FF2B5EF4-FFF2-40B4-BE49-F238E27FC236}">
                  <a16:creationId xmlns:a16="http://schemas.microsoft.com/office/drawing/2014/main" id="{80208434-07ED-8346-2E0B-383A4D0B9112}"/>
                </a:ext>
              </a:extLst>
            </p:cNvPr>
            <p:cNvSpPr txBox="1"/>
            <p:nvPr/>
          </p:nvSpPr>
          <p:spPr>
            <a:xfrm>
              <a:off x="112604" y="3220614"/>
              <a:ext cx="788164" cy="276999"/>
            </a:xfrm>
            <a:prstGeom prst="rect">
              <a:avLst/>
            </a:prstGeom>
            <a:noFill/>
          </p:spPr>
          <p:txBody>
            <a:bodyPr wrap="none" rtlCol="0">
              <a:spAutoFit/>
            </a:bodyPr>
            <a:lstStyle/>
            <a:p>
              <a:r>
                <a:rPr lang="en-US" sz="1200" b="1"/>
                <a:t>Examples</a:t>
              </a:r>
              <a:endParaRPr lang="en-GB" sz="1200" b="1"/>
            </a:p>
          </p:txBody>
        </p:sp>
        <p:sp>
          <p:nvSpPr>
            <p:cNvPr id="77" name="TextBox 76">
              <a:extLst>
                <a:ext uri="{FF2B5EF4-FFF2-40B4-BE49-F238E27FC236}">
                  <a16:creationId xmlns:a16="http://schemas.microsoft.com/office/drawing/2014/main" id="{0935DF0D-FC88-6518-8C1A-81D6953FA128}"/>
                </a:ext>
              </a:extLst>
            </p:cNvPr>
            <p:cNvSpPr txBox="1"/>
            <p:nvPr/>
          </p:nvSpPr>
          <p:spPr>
            <a:xfrm>
              <a:off x="5620447" y="3220615"/>
              <a:ext cx="1172885" cy="276999"/>
            </a:xfrm>
            <a:prstGeom prst="rect">
              <a:avLst/>
            </a:prstGeom>
            <a:noFill/>
          </p:spPr>
          <p:txBody>
            <a:bodyPr wrap="none" rtlCol="0">
              <a:spAutoFit/>
            </a:bodyPr>
            <a:lstStyle/>
            <a:p>
              <a:r>
                <a:rPr lang="en-US" sz="1200" b="1"/>
                <a:t>Non - Examples</a:t>
              </a:r>
              <a:endParaRPr lang="en-GB" sz="1200" b="1"/>
            </a:p>
          </p:txBody>
        </p:sp>
        <p:sp>
          <p:nvSpPr>
            <p:cNvPr id="78" name="TextBox 77">
              <a:extLst>
                <a:ext uri="{FF2B5EF4-FFF2-40B4-BE49-F238E27FC236}">
                  <a16:creationId xmlns:a16="http://schemas.microsoft.com/office/drawing/2014/main" id="{9BB5CA0F-3EE4-13D0-3567-0B56EDA57A95}"/>
                </a:ext>
              </a:extLst>
            </p:cNvPr>
            <p:cNvSpPr txBox="1"/>
            <p:nvPr/>
          </p:nvSpPr>
          <p:spPr>
            <a:xfrm>
              <a:off x="209445" y="2307385"/>
              <a:ext cx="3230335" cy="646331"/>
            </a:xfrm>
            <a:prstGeom prst="rect">
              <a:avLst/>
            </a:prstGeom>
            <a:noFill/>
          </p:spPr>
          <p:txBody>
            <a:bodyPr wrap="square" rtlCol="0">
              <a:spAutoFit/>
            </a:bodyPr>
            <a:lstStyle/>
            <a:p>
              <a:pPr algn="l"/>
              <a:r>
                <a:rPr lang="en-GB" sz="1200" b="0" i="0">
                  <a:solidFill>
                    <a:srgbClr val="0D0D0D"/>
                  </a:solidFill>
                  <a:effectLst/>
                  <a:latin typeface="ui-sans-serif"/>
                </a:rPr>
                <a:t>Values that define the upper and lower limits of a number or function, especially in rounding or error intervals.</a:t>
              </a:r>
            </a:p>
          </p:txBody>
        </p:sp>
        <p:sp>
          <p:nvSpPr>
            <p:cNvPr id="79" name="TextBox 78">
              <a:extLst>
                <a:ext uri="{FF2B5EF4-FFF2-40B4-BE49-F238E27FC236}">
                  <a16:creationId xmlns:a16="http://schemas.microsoft.com/office/drawing/2014/main" id="{2ECD1A80-90FB-B5D6-BD3E-2B9A7AB1E93E}"/>
                </a:ext>
              </a:extLst>
            </p:cNvPr>
            <p:cNvSpPr txBox="1"/>
            <p:nvPr/>
          </p:nvSpPr>
          <p:spPr>
            <a:xfrm>
              <a:off x="3494027" y="2068306"/>
              <a:ext cx="3230335" cy="830997"/>
            </a:xfrm>
            <a:prstGeom prst="rect">
              <a:avLst/>
            </a:prstGeom>
            <a:noFill/>
          </p:spPr>
          <p:txBody>
            <a:bodyPr wrap="square" rtlCol="0">
              <a:spAutoFit/>
            </a:bodyPr>
            <a:lstStyle/>
            <a:p>
              <a:pPr algn="l">
                <a:buFont typeface="Arial" panose="020B0604020202020204" pitchFamily="34" charset="0"/>
                <a:buChar char="•"/>
              </a:pPr>
              <a:r>
                <a:rPr lang="en-GB" sz="1200" b="1" i="0">
                  <a:solidFill>
                    <a:srgbClr val="0D0D0D"/>
                  </a:solidFill>
                  <a:effectLst/>
                </a:rPr>
                <a:t>Upper Bound</a:t>
              </a:r>
              <a:r>
                <a:rPr lang="en-GB" sz="1200" b="0" i="0">
                  <a:solidFill>
                    <a:srgbClr val="0D0D0D"/>
                  </a:solidFill>
                  <a:effectLst/>
                </a:rPr>
                <a:t>: The maximum value a number or measurement can be.</a:t>
              </a:r>
            </a:p>
            <a:p>
              <a:pPr algn="l">
                <a:buFont typeface="Arial" panose="020B0604020202020204" pitchFamily="34" charset="0"/>
                <a:buChar char="•"/>
              </a:pPr>
              <a:r>
                <a:rPr lang="en-GB" sz="1200" b="1" i="0">
                  <a:solidFill>
                    <a:srgbClr val="0D0D0D"/>
                  </a:solidFill>
                  <a:effectLst/>
                </a:rPr>
                <a:t>Lower Bound</a:t>
              </a:r>
              <a:r>
                <a:rPr lang="en-GB" sz="1200" b="0" i="0">
                  <a:solidFill>
                    <a:srgbClr val="0D0D0D"/>
                  </a:solidFill>
                  <a:effectLst/>
                </a:rPr>
                <a:t>: The minimum value a number or measurement can be.</a:t>
              </a:r>
            </a:p>
          </p:txBody>
        </p:sp>
        <p:sp>
          <p:nvSpPr>
            <p:cNvPr id="80" name="TextBox 79">
              <a:extLst>
                <a:ext uri="{FF2B5EF4-FFF2-40B4-BE49-F238E27FC236}">
                  <a16:creationId xmlns:a16="http://schemas.microsoft.com/office/drawing/2014/main" id="{9722B574-9707-4DD3-A0A9-D759480C7447}"/>
                </a:ext>
              </a:extLst>
            </p:cNvPr>
            <p:cNvSpPr txBox="1"/>
            <p:nvPr/>
          </p:nvSpPr>
          <p:spPr>
            <a:xfrm>
              <a:off x="2998667" y="2959114"/>
              <a:ext cx="886781" cy="369332"/>
            </a:xfrm>
            <a:prstGeom prst="rect">
              <a:avLst/>
            </a:prstGeom>
            <a:solidFill>
              <a:schemeClr val="bg1"/>
            </a:solidFill>
            <a:ln>
              <a:solidFill>
                <a:schemeClr val="tx1"/>
              </a:solidFill>
            </a:ln>
          </p:spPr>
          <p:txBody>
            <a:bodyPr wrap="none" rtlCol="0">
              <a:spAutoFit/>
            </a:bodyPr>
            <a:lstStyle/>
            <a:p>
              <a:r>
                <a:rPr lang="en-US"/>
                <a:t>Bounds</a:t>
              </a:r>
              <a:endParaRPr lang="en-GB"/>
            </a:p>
          </p:txBody>
        </p:sp>
        <p:sp>
          <p:nvSpPr>
            <p:cNvPr id="81" name="TextBox 80">
              <a:extLst>
                <a:ext uri="{FF2B5EF4-FFF2-40B4-BE49-F238E27FC236}">
                  <a16:creationId xmlns:a16="http://schemas.microsoft.com/office/drawing/2014/main" id="{D0BF9BDC-2960-DA17-0744-AE3E0157B512}"/>
                </a:ext>
              </a:extLst>
            </p:cNvPr>
            <p:cNvSpPr txBox="1"/>
            <p:nvPr/>
          </p:nvSpPr>
          <p:spPr>
            <a:xfrm>
              <a:off x="152000" y="3527845"/>
              <a:ext cx="3230335" cy="461665"/>
            </a:xfrm>
            <a:prstGeom prst="rect">
              <a:avLst/>
            </a:prstGeom>
            <a:noFill/>
          </p:spPr>
          <p:txBody>
            <a:bodyPr wrap="square" rtlCol="0">
              <a:spAutoFit/>
            </a:bodyPr>
            <a:lstStyle/>
            <a:p>
              <a:pPr algn="l"/>
              <a:r>
                <a:rPr lang="en-GB" sz="1200">
                  <a:solidFill>
                    <a:srgbClr val="0D0D0D"/>
                  </a:solidFill>
                  <a:latin typeface="ui-sans-serif"/>
                </a:rPr>
                <a:t>When 15 is rounded to the nearest integer, the lower bound is 14.5 and the upper bound is 15.5</a:t>
              </a:r>
              <a:endParaRPr lang="en-GB" sz="1200" b="0" i="0">
                <a:solidFill>
                  <a:srgbClr val="0D0D0D"/>
                </a:solidFill>
                <a:effectLst/>
                <a:latin typeface="ui-sans-serif"/>
              </a:endParaRPr>
            </a:p>
          </p:txBody>
        </p:sp>
        <p:sp>
          <p:nvSpPr>
            <p:cNvPr id="82" name="TextBox 81">
              <a:extLst>
                <a:ext uri="{FF2B5EF4-FFF2-40B4-BE49-F238E27FC236}">
                  <a16:creationId xmlns:a16="http://schemas.microsoft.com/office/drawing/2014/main" id="{FCDC4B5A-F546-B038-1104-2E5E3B24AD26}"/>
                </a:ext>
              </a:extLst>
            </p:cNvPr>
            <p:cNvSpPr txBox="1"/>
            <p:nvPr/>
          </p:nvSpPr>
          <p:spPr>
            <a:xfrm>
              <a:off x="3475666" y="3539279"/>
              <a:ext cx="3230335" cy="461665"/>
            </a:xfrm>
            <a:prstGeom prst="rect">
              <a:avLst/>
            </a:prstGeom>
            <a:noFill/>
          </p:spPr>
          <p:txBody>
            <a:bodyPr wrap="square" rtlCol="0">
              <a:spAutoFit/>
            </a:bodyPr>
            <a:lstStyle/>
            <a:p>
              <a:pPr algn="l"/>
              <a:r>
                <a:rPr lang="en-GB" sz="1200">
                  <a:solidFill>
                    <a:srgbClr val="0D0D0D"/>
                  </a:solidFill>
                  <a:latin typeface="ui-sans-serif"/>
                </a:rPr>
                <a:t>When 15 is rounded to the nearest integer, the lower bound is 14 and the upper bound is 15.4</a:t>
              </a:r>
              <a:endParaRPr lang="en-GB" sz="1200" b="0" i="0">
                <a:solidFill>
                  <a:srgbClr val="0D0D0D"/>
                </a:solidFill>
                <a:effectLst/>
                <a:latin typeface="ui-sans-serif"/>
              </a:endParaRPr>
            </a:p>
          </p:txBody>
        </p:sp>
      </p:grpSp>
    </p:spTree>
    <p:extLst>
      <p:ext uri="{BB962C8B-B14F-4D97-AF65-F5344CB8AC3E}">
        <p14:creationId xmlns:p14="http://schemas.microsoft.com/office/powerpoint/2010/main" val="380252932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p:cNvSpPr>
            <a:spLocks noGrp="1"/>
          </p:cNvSpPr>
          <p:nvPr>
            <p:ph type="sldNum" sz="quarter" idx="12"/>
          </p:nvPr>
        </p:nvSpPr>
        <p:spPr>
          <a:xfrm>
            <a:off x="5378450" y="9580707"/>
            <a:ext cx="1543050" cy="52740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F1D9CC-7119-45EC-A96C-D8C0660F3AAB}" type="slidenum">
              <a:rPr kumimoji="0" lang="en-GB" sz="9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103</a:t>
            </a:fld>
            <a:endParaRPr kumimoji="0" lang="en-GB" sz="9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AC344352-2C08-ACEF-1266-BF30891A91B9}"/>
              </a:ext>
            </a:extLst>
          </p:cNvPr>
          <p:cNvSpPr/>
          <p:nvPr/>
        </p:nvSpPr>
        <p:spPr>
          <a:xfrm>
            <a:off x="44707" y="130009"/>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sp>
        <p:nvSpPr>
          <p:cNvPr id="14" name="TextBox 13">
            <a:extLst>
              <a:ext uri="{FF2B5EF4-FFF2-40B4-BE49-F238E27FC236}">
                <a16:creationId xmlns:a16="http://schemas.microsoft.com/office/drawing/2014/main" id="{D07F80AE-F56F-521A-7B3A-06ECDDAD56B3}"/>
              </a:ext>
            </a:extLst>
          </p:cNvPr>
          <p:cNvSpPr txBox="1"/>
          <p:nvPr/>
        </p:nvSpPr>
        <p:spPr>
          <a:xfrm>
            <a:off x="53162" y="646658"/>
            <a:ext cx="3297406" cy="4154984"/>
          </a:xfrm>
          <a:prstGeom prst="rect">
            <a:avLst/>
          </a:prstGeom>
          <a:noFill/>
          <a:ln>
            <a:solidFill>
              <a:schemeClr val="tx1"/>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mn-lt"/>
                <a:ea typeface="+mn-ea"/>
                <a:cs typeface="+mn-cs"/>
              </a:rPr>
              <a:t>1. Steve measures the length and width of a rectangle as 600mm and 400mm, both correct to 10mm.</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prstClr val="black"/>
                </a:solidFill>
              </a:rPr>
              <a:t>Find the upper and lower bounds for the perimeter of the rectangle.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mn-lt"/>
                <a:ea typeface="+mn-ea"/>
                <a:cs typeface="+mn-cs"/>
              </a:rPr>
              <a:t>Upper bound =                           </a:t>
            </a:r>
            <a:r>
              <a:rPr lang="en-US" sz="1200">
                <a:solidFill>
                  <a:prstClr val="black"/>
                </a:solidFill>
                <a:latin typeface="+mn-lt"/>
              </a:rPr>
              <a:t>Lower bound =</a:t>
            </a:r>
            <a:endParaRPr lang="en-US" sz="1200">
              <a:solidFill>
                <a:prstClr val="black"/>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endParaRPr>
          </a:p>
        </p:txBody>
      </p:sp>
      <p:sp>
        <p:nvSpPr>
          <p:cNvPr id="15" name="Rectangle 14">
            <a:extLst>
              <a:ext uri="{FF2B5EF4-FFF2-40B4-BE49-F238E27FC236}">
                <a16:creationId xmlns:a16="http://schemas.microsoft.com/office/drawing/2014/main" id="{600AB5D3-637B-060F-B37F-399EC14D2651}"/>
              </a:ext>
            </a:extLst>
          </p:cNvPr>
          <p:cNvSpPr/>
          <p:nvPr/>
        </p:nvSpPr>
        <p:spPr>
          <a:xfrm>
            <a:off x="125093" y="4423711"/>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6" name="Rectangle 15">
            <a:extLst>
              <a:ext uri="{FF2B5EF4-FFF2-40B4-BE49-F238E27FC236}">
                <a16:creationId xmlns:a16="http://schemas.microsoft.com/office/drawing/2014/main" id="{73A6570E-12D6-46E2-D591-986D2DE3CEEA}"/>
              </a:ext>
            </a:extLst>
          </p:cNvPr>
          <p:cNvSpPr/>
          <p:nvPr/>
        </p:nvSpPr>
        <p:spPr>
          <a:xfrm>
            <a:off x="1854075" y="4416971"/>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7" name="TextBox 16">
            <a:extLst>
              <a:ext uri="{FF2B5EF4-FFF2-40B4-BE49-F238E27FC236}">
                <a16:creationId xmlns:a16="http://schemas.microsoft.com/office/drawing/2014/main" id="{A9B98C50-5754-75E9-95F4-04F20C554FF1}"/>
              </a:ext>
            </a:extLst>
          </p:cNvPr>
          <p:cNvSpPr txBox="1"/>
          <p:nvPr/>
        </p:nvSpPr>
        <p:spPr>
          <a:xfrm>
            <a:off x="3429000" y="646658"/>
            <a:ext cx="3297406" cy="4154984"/>
          </a:xfrm>
          <a:prstGeom prst="rect">
            <a:avLst/>
          </a:prstGeom>
          <a:noFill/>
          <a:ln>
            <a:solidFill>
              <a:schemeClr val="tx1"/>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mn-lt"/>
                <a:ea typeface="+mn-ea"/>
                <a:cs typeface="+mn-cs"/>
              </a:rPr>
              <a:t>2. Ola’s weight is 47kg, correct to the nearest kg. Tia’s weight is 55kg, also correct to the nearest kg. Find the upper and the lower bounds of the total weight of the two girls.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mn-lt"/>
                <a:ea typeface="+mn-ea"/>
                <a:cs typeface="+mn-cs"/>
              </a:rPr>
              <a:t>Upper bound =                           </a:t>
            </a:r>
            <a:r>
              <a:rPr lang="en-US" sz="1200">
                <a:solidFill>
                  <a:prstClr val="black"/>
                </a:solidFill>
                <a:latin typeface="+mn-lt"/>
              </a:rPr>
              <a:t>Lower bound =</a:t>
            </a:r>
            <a:endParaRPr lang="en-US" sz="1200">
              <a:solidFill>
                <a:prstClr val="black"/>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endParaRPr>
          </a:p>
        </p:txBody>
      </p:sp>
      <p:sp>
        <p:nvSpPr>
          <p:cNvPr id="19" name="Rectangle 18">
            <a:extLst>
              <a:ext uri="{FF2B5EF4-FFF2-40B4-BE49-F238E27FC236}">
                <a16:creationId xmlns:a16="http://schemas.microsoft.com/office/drawing/2014/main" id="{B08C7CC8-5D75-A250-C441-5E4787B7A91C}"/>
              </a:ext>
            </a:extLst>
          </p:cNvPr>
          <p:cNvSpPr/>
          <p:nvPr/>
        </p:nvSpPr>
        <p:spPr>
          <a:xfrm>
            <a:off x="3500931" y="4423711"/>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0" name="Rectangle 19">
            <a:extLst>
              <a:ext uri="{FF2B5EF4-FFF2-40B4-BE49-F238E27FC236}">
                <a16:creationId xmlns:a16="http://schemas.microsoft.com/office/drawing/2014/main" id="{DEB6C9E1-D735-6F71-4592-520BEF1C7580}"/>
              </a:ext>
            </a:extLst>
          </p:cNvPr>
          <p:cNvSpPr/>
          <p:nvPr/>
        </p:nvSpPr>
        <p:spPr>
          <a:xfrm>
            <a:off x="5229913" y="4416971"/>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0" name="TextBox 9">
            <a:extLst>
              <a:ext uri="{FF2B5EF4-FFF2-40B4-BE49-F238E27FC236}">
                <a16:creationId xmlns:a16="http://schemas.microsoft.com/office/drawing/2014/main" id="{76885BC1-F34F-6577-D4F9-674BEF1008E9}"/>
              </a:ext>
            </a:extLst>
          </p:cNvPr>
          <p:cNvSpPr txBox="1"/>
          <p:nvPr/>
        </p:nvSpPr>
        <p:spPr>
          <a:xfrm>
            <a:off x="53162" y="5000625"/>
            <a:ext cx="3297406" cy="4524315"/>
          </a:xfrm>
          <a:prstGeom prst="rect">
            <a:avLst/>
          </a:prstGeom>
          <a:noFill/>
          <a:ln>
            <a:solidFill>
              <a:schemeClr val="tx1"/>
            </a:solidFill>
          </a:ln>
        </p:spPr>
        <p:txBody>
          <a:bodyPr wrap="square">
            <a:spAutoFit/>
          </a:bodyPr>
          <a:lstStyle/>
          <a:p>
            <a:pPr defTabSz="914400">
              <a:defRPr/>
            </a:pPr>
            <a:r>
              <a:rPr kumimoji="0" lang="en-GB" sz="1200" b="0" i="0" u="none" strike="noStrike" kern="1200" cap="none" spc="0" normalizeH="0" baseline="0" noProof="0">
                <a:ln>
                  <a:noFill/>
                </a:ln>
                <a:solidFill>
                  <a:prstClr val="black"/>
                </a:solidFill>
                <a:effectLst/>
                <a:uLnTx/>
                <a:uFillTx/>
                <a:latin typeface="+mn-lt"/>
                <a:ea typeface="+mn-ea"/>
                <a:cs typeface="+mn-cs"/>
              </a:rPr>
              <a:t>3. The length</a:t>
            </a:r>
            <a:r>
              <a:rPr lang="en-GB" sz="1200">
                <a:solidFill>
                  <a:prstClr val="black"/>
                </a:solidFill>
              </a:rPr>
              <a:t> </a:t>
            </a:r>
            <a:r>
              <a:rPr kumimoji="0" lang="en-GB" sz="1200" b="0" i="0" u="none" strike="noStrike" kern="1200" cap="none" spc="0" normalizeH="0" baseline="0" noProof="0">
                <a:ln>
                  <a:noFill/>
                </a:ln>
                <a:solidFill>
                  <a:prstClr val="black"/>
                </a:solidFill>
                <a:effectLst/>
                <a:uLnTx/>
                <a:uFillTx/>
                <a:latin typeface="+mn-lt"/>
                <a:ea typeface="+mn-ea"/>
                <a:cs typeface="+mn-cs"/>
              </a:rPr>
              <a:t>of each side of a regular hexagon</a:t>
            </a:r>
            <a:r>
              <a:rPr lang="en-GB" sz="1200">
                <a:solidFill>
                  <a:prstClr val="black"/>
                </a:solidFill>
              </a:rPr>
              <a:t> </a:t>
            </a:r>
            <a:r>
              <a:rPr kumimoji="0" lang="en-GB" sz="1200" b="0" i="0" u="none" strike="noStrike" kern="1200" cap="none" spc="0" normalizeH="0" baseline="0" noProof="0">
                <a:ln>
                  <a:noFill/>
                </a:ln>
                <a:solidFill>
                  <a:prstClr val="black"/>
                </a:solidFill>
                <a:effectLst/>
                <a:uLnTx/>
                <a:uFillTx/>
                <a:latin typeface="+mn-lt"/>
                <a:ea typeface="+mn-ea"/>
                <a:cs typeface="+mn-cs"/>
              </a:rPr>
              <a:t>is 4.7cm to 1 decimal place.</a:t>
            </a:r>
          </a:p>
          <a:p>
            <a:pPr marR="0" lvl="0" defTabSz="914400" rtl="0" eaLnBrk="1" fontAlgn="auto" latinLnBrk="0" hangingPunct="1">
              <a:lnSpc>
                <a:spcPct val="100000"/>
              </a:lnSpc>
              <a:spcBef>
                <a:spcPts val="0"/>
              </a:spcBef>
              <a:spcAft>
                <a:spcPts val="0"/>
              </a:spcAft>
              <a:buClrTx/>
              <a:buSzTx/>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R="0" lvl="0" defTabSz="914400" rtl="0" eaLnBrk="1" fontAlgn="auto" latinLnBrk="0" hangingPunct="1">
              <a:lnSpc>
                <a:spcPct val="100000"/>
              </a:lnSpc>
              <a:spcBef>
                <a:spcPts val="0"/>
              </a:spcBef>
              <a:spcAft>
                <a:spcPts val="0"/>
              </a:spcAft>
              <a:buClrTx/>
              <a:buSzTx/>
              <a:tabLst/>
              <a:defRPr/>
            </a:pPr>
            <a:r>
              <a:rPr lang="en-US" sz="1200">
                <a:solidFill>
                  <a:prstClr val="black"/>
                </a:solidFill>
              </a:rPr>
              <a:t>Work out the upper and lower bound of the perimeter.</a:t>
            </a: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endParaRPr>
          </a:p>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endParaRPr>
          </a:p>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endParaRPr>
          </a:p>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endParaRPr>
          </a:p>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endParaRPr>
          </a:p>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endParaRPr>
          </a:p>
          <a:p>
            <a:pPr marL="0" marR="0" lvl="0" indent="0"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endParaRPr>
          </a:p>
          <a:p>
            <a:pPr marL="0" marR="0" lvl="0" indent="0"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endParaRPr>
          </a:p>
          <a:p>
            <a:pPr marL="0" marR="0" lvl="0" indent="0"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endParaRPr>
          </a:p>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mn-lt"/>
                <a:ea typeface="+mn-ea"/>
                <a:cs typeface="+mn-cs"/>
              </a:rPr>
              <a:t>Upper bound =                           </a:t>
            </a:r>
            <a:r>
              <a:rPr lang="en-US" sz="1200">
                <a:solidFill>
                  <a:prstClr val="black"/>
                </a:solidFill>
                <a:latin typeface="+mn-lt"/>
              </a:rPr>
              <a:t>Lower bound =</a:t>
            </a:r>
            <a:endParaRPr lang="en-US" sz="1200">
              <a:solidFill>
                <a:prstClr val="black"/>
              </a:solidFill>
            </a:endParaRPr>
          </a:p>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endParaRPr>
          </a:p>
        </p:txBody>
      </p:sp>
      <p:sp>
        <p:nvSpPr>
          <p:cNvPr id="13" name="Rectangle 12">
            <a:extLst>
              <a:ext uri="{FF2B5EF4-FFF2-40B4-BE49-F238E27FC236}">
                <a16:creationId xmlns:a16="http://schemas.microsoft.com/office/drawing/2014/main" id="{5F7D066D-33B8-D1CD-F65B-C61149E03523}"/>
              </a:ext>
            </a:extLst>
          </p:cNvPr>
          <p:cNvSpPr/>
          <p:nvPr/>
        </p:nvSpPr>
        <p:spPr>
          <a:xfrm>
            <a:off x="125093" y="9115438"/>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8" name="Rectangle 17">
            <a:extLst>
              <a:ext uri="{FF2B5EF4-FFF2-40B4-BE49-F238E27FC236}">
                <a16:creationId xmlns:a16="http://schemas.microsoft.com/office/drawing/2014/main" id="{BD5D4731-6931-ECD9-C0A3-391DB3457330}"/>
              </a:ext>
            </a:extLst>
          </p:cNvPr>
          <p:cNvSpPr/>
          <p:nvPr/>
        </p:nvSpPr>
        <p:spPr>
          <a:xfrm>
            <a:off x="1854075" y="9108698"/>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1" name="TextBox 20">
            <a:extLst>
              <a:ext uri="{FF2B5EF4-FFF2-40B4-BE49-F238E27FC236}">
                <a16:creationId xmlns:a16="http://schemas.microsoft.com/office/drawing/2014/main" id="{6C703401-63C8-FEF6-E7A0-46A6203CC3A9}"/>
              </a:ext>
            </a:extLst>
          </p:cNvPr>
          <p:cNvSpPr txBox="1"/>
          <p:nvPr/>
        </p:nvSpPr>
        <p:spPr>
          <a:xfrm>
            <a:off x="3429000" y="5000625"/>
            <a:ext cx="3297406" cy="4524315"/>
          </a:xfrm>
          <a:prstGeom prst="rect">
            <a:avLst/>
          </a:prstGeom>
          <a:noFill/>
          <a:ln>
            <a:solidFill>
              <a:schemeClr val="tx1"/>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a:solidFill>
                  <a:prstClr val="black"/>
                </a:solidFill>
              </a:rPr>
              <a:t>4. Grace and George complete a crossword. It takes Grace 9 minutes to complete	the crossword	to the nearest minute. It takes George 11 minutes to complete the crossword to the nearest minute.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a:solidFill>
                <a:prstClr val="black"/>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a:solidFill>
                  <a:prstClr val="black"/>
                </a:solidFill>
              </a:rPr>
              <a:t>Work out the upper and lower bound of the total time taken to complete the crossword.	</a:t>
            </a:r>
            <a:endParaRPr lang="en-US" sz="1200">
              <a:solidFill>
                <a:prstClr val="black"/>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mn-lt"/>
                <a:ea typeface="+mn-ea"/>
                <a:cs typeface="+mn-cs"/>
              </a:rPr>
              <a:t>Upper bound =                           </a:t>
            </a:r>
            <a:r>
              <a:rPr lang="en-US" sz="1200">
                <a:solidFill>
                  <a:prstClr val="black"/>
                </a:solidFill>
                <a:latin typeface="+mn-lt"/>
              </a:rPr>
              <a:t>Lower bound =</a:t>
            </a:r>
            <a:endParaRPr lang="en-US" sz="1200">
              <a:solidFill>
                <a:prstClr val="black"/>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prstClr val="black"/>
              </a:solidFill>
            </a:endParaRPr>
          </a:p>
        </p:txBody>
      </p:sp>
      <p:sp>
        <p:nvSpPr>
          <p:cNvPr id="22" name="Rectangle 21">
            <a:extLst>
              <a:ext uri="{FF2B5EF4-FFF2-40B4-BE49-F238E27FC236}">
                <a16:creationId xmlns:a16="http://schemas.microsoft.com/office/drawing/2014/main" id="{44B190CB-6394-DF51-8B51-1CF95A7167FD}"/>
              </a:ext>
            </a:extLst>
          </p:cNvPr>
          <p:cNvSpPr/>
          <p:nvPr/>
        </p:nvSpPr>
        <p:spPr>
          <a:xfrm>
            <a:off x="3500931" y="9122178"/>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3" name="Rectangle 22">
            <a:extLst>
              <a:ext uri="{FF2B5EF4-FFF2-40B4-BE49-F238E27FC236}">
                <a16:creationId xmlns:a16="http://schemas.microsoft.com/office/drawing/2014/main" id="{B2936179-25CF-910E-D084-DA970F897166}"/>
              </a:ext>
            </a:extLst>
          </p:cNvPr>
          <p:cNvSpPr/>
          <p:nvPr/>
        </p:nvSpPr>
        <p:spPr>
          <a:xfrm>
            <a:off x="5229913" y="9115438"/>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Tree>
    <p:extLst>
      <p:ext uri="{BB962C8B-B14F-4D97-AF65-F5344CB8AC3E}">
        <p14:creationId xmlns:p14="http://schemas.microsoft.com/office/powerpoint/2010/main" val="20141993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14D68C-F0CF-DDD7-7F1F-D32E9F491A2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010863A-0353-201B-1E0C-59D30AA9ECB6}"/>
              </a:ext>
            </a:extLst>
          </p:cNvPr>
          <p:cNvSpPr>
            <a:spLocks noGrp="1"/>
          </p:cNvSpPr>
          <p:nvPr>
            <p:ph type="sldNum" sz="quarter" idx="12"/>
          </p:nvPr>
        </p:nvSpPr>
        <p:spPr/>
        <p:txBody>
          <a:bodyPr/>
          <a:lstStyle/>
          <a:p>
            <a:fld id="{19F1D9CC-7119-45EC-A96C-D8C0660F3AAB}" type="slidenum">
              <a:rPr lang="en-GB" smtClean="0"/>
              <a:t>104</a:t>
            </a:fld>
            <a:endParaRPr lang="en-GB"/>
          </a:p>
        </p:txBody>
      </p:sp>
      <p:sp>
        <p:nvSpPr>
          <p:cNvPr id="5" name="Rectangle 4">
            <a:extLst>
              <a:ext uri="{FF2B5EF4-FFF2-40B4-BE49-F238E27FC236}">
                <a16:creationId xmlns:a16="http://schemas.microsoft.com/office/drawing/2014/main" id="{8A3A6291-DECF-4370-A32D-4DC6D4FFDCC7}"/>
              </a:ext>
            </a:extLst>
          </p:cNvPr>
          <p:cNvSpPr/>
          <p:nvPr/>
        </p:nvSpPr>
        <p:spPr>
          <a:xfrm>
            <a:off x="-1" y="1"/>
            <a:ext cx="6858001" cy="407559"/>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b="1" dirty="0"/>
              <a:t>GCSE Past Paper Questions</a:t>
            </a:r>
          </a:p>
        </p:txBody>
      </p:sp>
      <p:pic>
        <p:nvPicPr>
          <p:cNvPr id="6" name="Picture 5" descr="A paper with text on it&#10;&#10;AI-generated content may be incorrect.">
            <a:extLst>
              <a:ext uri="{FF2B5EF4-FFF2-40B4-BE49-F238E27FC236}">
                <a16:creationId xmlns:a16="http://schemas.microsoft.com/office/drawing/2014/main" id="{53A19373-CFDD-09F3-5841-2CC93A982D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17217"/>
            <a:ext cx="6548131" cy="8323895"/>
          </a:xfrm>
          <a:prstGeom prst="rect">
            <a:avLst/>
          </a:prstGeom>
        </p:spPr>
      </p:pic>
    </p:spTree>
    <p:extLst>
      <p:ext uri="{BB962C8B-B14F-4D97-AF65-F5344CB8AC3E}">
        <p14:creationId xmlns:p14="http://schemas.microsoft.com/office/powerpoint/2010/main" val="142808859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9C9C8-A464-E43E-7E79-3CFCA23C51A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F8E7D13-66E6-3823-A22E-42636AEFD46A}"/>
              </a:ext>
            </a:extLst>
          </p:cNvPr>
          <p:cNvSpPr>
            <a:spLocks noGrp="1"/>
          </p:cNvSpPr>
          <p:nvPr>
            <p:ph type="sldNum" sz="quarter" idx="12"/>
          </p:nvPr>
        </p:nvSpPr>
        <p:spPr/>
        <p:txBody>
          <a:bodyPr/>
          <a:lstStyle/>
          <a:p>
            <a:fld id="{19F1D9CC-7119-45EC-A96C-D8C0660F3AAB}" type="slidenum">
              <a:rPr lang="en-GB" smtClean="0"/>
              <a:t>105</a:t>
            </a:fld>
            <a:endParaRPr lang="en-GB"/>
          </a:p>
        </p:txBody>
      </p:sp>
      <p:pic>
        <p:nvPicPr>
          <p:cNvPr id="4" name="Picture 3" descr="A paper with text and numbers&#10;&#10;AI-generated content may be incorrect.">
            <a:extLst>
              <a:ext uri="{FF2B5EF4-FFF2-40B4-BE49-F238E27FC236}">
                <a16:creationId xmlns:a16="http://schemas.microsoft.com/office/drawing/2014/main" id="{0B5B497D-EF3F-93F8-16AE-6C7071A12E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224" y="197200"/>
            <a:ext cx="6665551" cy="8193501"/>
          </a:xfrm>
          <a:prstGeom prst="rect">
            <a:avLst/>
          </a:prstGeom>
        </p:spPr>
      </p:pic>
    </p:spTree>
    <p:extLst>
      <p:ext uri="{BB962C8B-B14F-4D97-AF65-F5344CB8AC3E}">
        <p14:creationId xmlns:p14="http://schemas.microsoft.com/office/powerpoint/2010/main" val="199259884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CAAB6388F5B3DD48A4F5524A84895604" ma:contentTypeVersion="15" ma:contentTypeDescription="Create a new document." ma:contentTypeScope="" ma:versionID="a928eb63e14ae1456b8425ccc3599c78">
  <xsd:schema xmlns:xsd="http://www.w3.org/2001/XMLSchema" xmlns:xs="http://www.w3.org/2001/XMLSchema" xmlns:p="http://schemas.microsoft.com/office/2006/metadata/properties" xmlns:ns2="e30b71df-48f4-4db7-95c3-a9033c265cb9" xmlns:ns3="608ebbb4-e88b-4c99-b506-21d9362781c6" targetNamespace="http://schemas.microsoft.com/office/2006/metadata/properties" ma:root="true" ma:fieldsID="c50e756327527929f9f40a94500ed9ef" ns2:_="" ns3:_="">
    <xsd:import namespace="e30b71df-48f4-4db7-95c3-a9033c265cb9"/>
    <xsd:import namespace="608ebbb4-e88b-4c99-b506-21d9362781c6"/>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LengthInSeconds" minOccurs="0"/>
                <xsd:element ref="ns3:SharedWithUsers" minOccurs="0"/>
                <xsd:element ref="ns3:SharedWithDetails" minOccurs="0"/>
                <xsd:element ref="ns2:MediaServiceObjectDetectorVersions" minOccurs="0"/>
                <xsd:element ref="ns2:MediaServiceSearchProperties" minOccurs="0"/>
                <xsd:element ref="ns2:MediaServiceGenerationTime" minOccurs="0"/>
                <xsd:element ref="ns2:MediaServiceEventHashCod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30b71df-48f4-4db7-95c3-a9033c265cb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MediaServiceSearchProperties" ma:index="18" nillable="true" ma:displayName="MediaServiceSearchProperties" ma:hidden="true" ma:internalName="MediaServiceSearchProperties" ma:readOnly="true">
      <xsd:simpleType>
        <xsd:restriction base="dms:Note"/>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BillingMetadata" ma:index="21"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08ebbb4-e88b-4c99-b506-21d9362781c6"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F6D76E5-7287-49DC-AF93-B1F4EB3F8258}">
  <ds:schemaRefs>
    <ds:schemaRef ds:uri="550cc079-2002-4388-9048-9c454ea4c086"/>
    <ds:schemaRef ds:uri="http://www.w3.org/XML/1998/namespace"/>
    <ds:schemaRef ds:uri="http://purl.org/dc/terms/"/>
    <ds:schemaRef ds:uri="http://schemas.microsoft.com/office/2006/documentManagement/types"/>
    <ds:schemaRef ds:uri="http://purl.org/dc/dcmitype/"/>
    <ds:schemaRef ds:uri="http://schemas.microsoft.com/office/infopath/2007/PartnerControls"/>
    <ds:schemaRef ds:uri="99efe5f4-e0b4-4dea-b417-c83bbbd42020"/>
    <ds:schemaRef ds:uri="http://schemas.openxmlformats.org/package/2006/metadata/core-properties"/>
    <ds:schemaRef ds:uri="http://schemas.microsoft.com/office/2006/metadata/properties"/>
    <ds:schemaRef ds:uri="http://purl.org/dc/elements/1.1/"/>
  </ds:schemaRefs>
</ds:datastoreItem>
</file>

<file path=customXml/itemProps2.xml><?xml version="1.0" encoding="utf-8"?>
<ds:datastoreItem xmlns:ds="http://schemas.openxmlformats.org/officeDocument/2006/customXml" ds:itemID="{608CC0EE-6BD2-49A5-B9D5-849A50B03AF3}">
  <ds:schemaRefs>
    <ds:schemaRef ds:uri="http://schemas.microsoft.com/sharepoint/v3/contenttype/forms"/>
  </ds:schemaRefs>
</ds:datastoreItem>
</file>

<file path=customXml/itemProps3.xml><?xml version="1.0" encoding="utf-8"?>
<ds:datastoreItem xmlns:ds="http://schemas.openxmlformats.org/officeDocument/2006/customXml" ds:itemID="{7025707F-B6B9-49EB-9647-19C03EFDE7E1}"/>
</file>

<file path=docProps/app.xml><?xml version="1.0" encoding="utf-8"?>
<Properties xmlns="http://schemas.openxmlformats.org/officeDocument/2006/extended-properties" xmlns:vt="http://schemas.openxmlformats.org/officeDocument/2006/docPropsVTypes">
  <Template>Office Theme</Template>
  <TotalTime>0</TotalTime>
  <Words>18740</Words>
  <Application>Microsoft Office PowerPoint</Application>
  <PresentationFormat>A4 Paper (210x297 mm)</PresentationFormat>
  <Paragraphs>3845</Paragraphs>
  <Slides>105</Slides>
  <Notes>20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105</vt:i4>
      </vt:variant>
    </vt:vector>
  </HeadingPairs>
  <TitlesOfParts>
    <vt:vector size="115" baseType="lpstr">
      <vt:lpstr>.AppleSystemUIFont</vt:lpstr>
      <vt:lpstr>Arial</vt:lpstr>
      <vt:lpstr>Calibri</vt:lpstr>
      <vt:lpstr>Calibri Light</vt:lpstr>
      <vt:lpstr>Cambria Math</vt:lpstr>
      <vt:lpstr>Google Sans</vt:lpstr>
      <vt:lpstr>SourceSansPro</vt:lpstr>
      <vt:lpstr>Times New Roman</vt:lpstr>
      <vt:lpstr>ui-sans-serif</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Wasiq Razaq (Astrea Academy Sheffield)</dc:creator>
  <cp:lastModifiedBy>Adam Brown (Astrea Central)</cp:lastModifiedBy>
  <cp:revision>8</cp:revision>
  <cp:lastPrinted>2021-07-09T14:20:41Z</cp:lastPrinted>
  <dcterms:created xsi:type="dcterms:W3CDTF">2020-02-27T07:22:26Z</dcterms:created>
  <dcterms:modified xsi:type="dcterms:W3CDTF">2025-09-15T13:28:54Z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0x010100CAAB6388F5B3DD48A4F5524A84895604</vt:lpwstr>
  </property>
  <property fmtid="{D5CDD505-2E9C-101B-9397-08002B2CF9AE}" pid="3" name="Order">
    <vt:r8>12500</vt:r8>
  </property>
  <property fmtid="{D5CDD505-2E9C-101B-9397-08002B2CF9AE}" pid="4" name="xd_Signature">
    <vt:bool>false</vt:bool>
  </property>
  <property fmtid="{D5CDD505-2E9C-101B-9397-08002B2CF9AE}" pid="5" name="xd_ProgID">
    <vt:lpwstr/>
  </property>
  <property fmtid="{D5CDD505-2E9C-101B-9397-08002B2CF9AE}" pid="6" name="_ExtendedDescription">
    <vt:lpwstr/>
  </property>
  <property fmtid="{D5CDD505-2E9C-101B-9397-08002B2CF9AE}" pid="7" name="TriggerFlowInfo">
    <vt:lpwstr/>
  </property>
  <property fmtid="{D5CDD505-2E9C-101B-9397-08002B2CF9AE}" pid="8" name="_SourceUrl">
    <vt:lpwstr/>
  </property>
  <property fmtid="{D5CDD505-2E9C-101B-9397-08002B2CF9AE}" pid="9" name="_SharedFileIndex">
    <vt:lpwstr/>
  </property>
  <property fmtid="{D5CDD505-2E9C-101B-9397-08002B2CF9AE}" pid="10" name="ComplianceAssetId">
    <vt:lpwstr/>
  </property>
  <property fmtid="{D5CDD505-2E9C-101B-9397-08002B2CF9AE}" pid="11" name="TemplateUrl">
    <vt:lpwstr/>
  </property>
</Properties>
</file>