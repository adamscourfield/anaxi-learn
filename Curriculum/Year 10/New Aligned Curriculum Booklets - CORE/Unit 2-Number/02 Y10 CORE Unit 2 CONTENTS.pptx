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605" r:id="rId5"/>
  </p:sldIdLst>
  <p:sldSz cx="6858000" cy="9906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8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siq Razaq (Staff, Astrea Academy Sheffield)" initials="WR(AAS" lastIdx="17" clrIdx="0">
    <p:extLst>
      <p:ext uri="{19B8F6BF-5375-455C-9EA6-DF929625EA0E}">
        <p15:presenceInfo xmlns:p15="http://schemas.microsoft.com/office/powerpoint/2012/main" userId="S::wasiq.razaq@astreasheffield.org::159e9762-73e0-4ac1-a5d5-3ca02db9f47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2341"/>
    <a:srgbClr val="FF01B3"/>
    <a:srgbClr val="C4A000"/>
    <a:srgbClr val="8F5902"/>
    <a:srgbClr val="0000FF"/>
    <a:srgbClr val="B0BF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247" autoAdjust="0"/>
  </p:normalViewPr>
  <p:slideViewPr>
    <p:cSldViewPr snapToGrid="0">
      <p:cViewPr>
        <p:scale>
          <a:sx n="100" d="100"/>
          <a:sy n="100" d="100"/>
        </p:scale>
        <p:origin x="1020" y="48"/>
      </p:cViewPr>
      <p:guideLst>
        <p:guide orient="horz" pos="3120"/>
        <p:guide pos="218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Brown (Astrea Central)" userId="e4577f1c-a0ea-4eef-9851-9bdbe8619e58" providerId="ADAL" clId="{28A7B1D8-9B6F-4164-94F4-4DADDA728983}"/>
    <pc:docChg chg="modSld">
      <pc:chgData name="Adam Brown (Astrea Central)" userId="e4577f1c-a0ea-4eef-9851-9bdbe8619e58" providerId="ADAL" clId="{28A7B1D8-9B6F-4164-94F4-4DADDA728983}" dt="2025-10-17T08:54:34.938" v="7" actId="14100"/>
      <pc:docMkLst>
        <pc:docMk/>
      </pc:docMkLst>
      <pc:sldChg chg="modSp mod">
        <pc:chgData name="Adam Brown (Astrea Central)" userId="e4577f1c-a0ea-4eef-9851-9bdbe8619e58" providerId="ADAL" clId="{28A7B1D8-9B6F-4164-94F4-4DADDA728983}" dt="2025-10-17T08:54:34.938" v="7" actId="14100"/>
        <pc:sldMkLst>
          <pc:docMk/>
          <pc:sldMk cId="1257912426" sldId="605"/>
        </pc:sldMkLst>
        <pc:spChg chg="mod">
          <ac:chgData name="Adam Brown (Astrea Central)" userId="e4577f1c-a0ea-4eef-9851-9bdbe8619e58" providerId="ADAL" clId="{28A7B1D8-9B6F-4164-94F4-4DADDA728983}" dt="2025-10-17T08:54:18.705" v="5" actId="1076"/>
          <ac:spMkLst>
            <pc:docMk/>
            <pc:sldMk cId="1257912426" sldId="605"/>
            <ac:spMk id="7" creationId="{19B8C695-D4B4-D689-0FDC-23A6F8604F1B}"/>
          </ac:spMkLst>
        </pc:spChg>
        <pc:picChg chg="mod">
          <ac:chgData name="Adam Brown (Astrea Central)" userId="e4577f1c-a0ea-4eef-9851-9bdbe8619e58" providerId="ADAL" clId="{28A7B1D8-9B6F-4164-94F4-4DADDA728983}" dt="2025-10-17T08:54:34.938" v="7" actId="14100"/>
          <ac:picMkLst>
            <pc:docMk/>
            <pc:sldMk cId="1257912426" sldId="605"/>
            <ac:picMk id="4" creationId="{33F3C96A-8C49-A0BB-C442-3C10DA828FC6}"/>
          </ac:picMkLst>
        </pc:picChg>
        <pc:picChg chg="mod">
          <ac:chgData name="Adam Brown (Astrea Central)" userId="e4577f1c-a0ea-4eef-9851-9bdbe8619e58" providerId="ADAL" clId="{28A7B1D8-9B6F-4164-94F4-4DADDA728983}" dt="2025-10-17T08:54:26.690" v="6" actId="14100"/>
          <ac:picMkLst>
            <pc:docMk/>
            <pc:sldMk cId="1257912426" sldId="605"/>
            <ac:picMk id="6" creationId="{2D44BB75-01EE-58BF-AE9E-94D21C9A0F71}"/>
          </ac:picMkLst>
        </pc:picChg>
      </pc:sldChg>
    </pc:docChg>
  </pc:docChgLst>
  <pc:docChgLst>
    <pc:chgData name="Adam Brown (Astrea Central)" userId="e4577f1c-a0ea-4eef-9851-9bdbe8619e58" providerId="ADAL" clId="{1C8439A8-903A-4D86-AA3D-7CAC932555EB}"/>
    <pc:docChg chg="undo custSel addSld delSld modSld">
      <pc:chgData name="Adam Brown (Astrea Central)" userId="e4577f1c-a0ea-4eef-9851-9bdbe8619e58" providerId="ADAL" clId="{1C8439A8-903A-4D86-AA3D-7CAC932555EB}" dt="2025-09-11T10:46:13.947" v="1327" actId="478"/>
      <pc:docMkLst>
        <pc:docMk/>
      </pc:docMkLst>
      <pc:sldChg chg="delSp add del mod">
        <pc:chgData name="Adam Brown (Astrea Central)" userId="e4577f1c-a0ea-4eef-9851-9bdbe8619e58" providerId="ADAL" clId="{1C8439A8-903A-4D86-AA3D-7CAC932555EB}" dt="2025-09-11T10:44:28.264" v="1285" actId="478"/>
        <pc:sldMkLst>
          <pc:docMk/>
          <pc:sldMk cId="962425829" sldId="263"/>
        </pc:sldMkLst>
      </pc:sldChg>
      <pc:sldChg chg="delSp mod">
        <pc:chgData name="Adam Brown (Astrea Central)" userId="e4577f1c-a0ea-4eef-9851-9bdbe8619e58" providerId="ADAL" clId="{1C8439A8-903A-4D86-AA3D-7CAC932555EB}" dt="2025-09-11T10:44:41.699" v="1289" actId="478"/>
        <pc:sldMkLst>
          <pc:docMk/>
          <pc:sldMk cId="1800071420" sldId="264"/>
        </pc:sldMkLst>
      </pc:sldChg>
      <pc:sldChg chg="delSp mod">
        <pc:chgData name="Adam Brown (Astrea Central)" userId="e4577f1c-a0ea-4eef-9851-9bdbe8619e58" providerId="ADAL" clId="{1C8439A8-903A-4D86-AA3D-7CAC932555EB}" dt="2025-09-11T10:45:49.612" v="1315" actId="478"/>
        <pc:sldMkLst>
          <pc:docMk/>
          <pc:sldMk cId="1896114032" sldId="268"/>
        </pc:sldMkLst>
      </pc:sldChg>
      <pc:sldChg chg="delSp mod">
        <pc:chgData name="Adam Brown (Astrea Central)" userId="e4577f1c-a0ea-4eef-9851-9bdbe8619e58" providerId="ADAL" clId="{1C8439A8-903A-4D86-AA3D-7CAC932555EB}" dt="2025-09-11T10:24:21.293" v="293" actId="478"/>
        <pc:sldMkLst>
          <pc:docMk/>
          <pc:sldMk cId="262385358" sldId="271"/>
        </pc:sldMkLst>
      </pc:sldChg>
      <pc:sldChg chg="addSp delSp modSp mod">
        <pc:chgData name="Adam Brown (Astrea Central)" userId="e4577f1c-a0ea-4eef-9851-9bdbe8619e58" providerId="ADAL" clId="{1C8439A8-903A-4D86-AA3D-7CAC932555EB}" dt="2025-09-11T10:23:01.019" v="259" actId="478"/>
        <pc:sldMkLst>
          <pc:docMk/>
          <pc:sldMk cId="2345233513" sldId="298"/>
        </pc:sldMkLst>
      </pc:sldChg>
      <pc:sldChg chg="delSp mod">
        <pc:chgData name="Adam Brown (Astrea Central)" userId="e4577f1c-a0ea-4eef-9851-9bdbe8619e58" providerId="ADAL" clId="{1C8439A8-903A-4D86-AA3D-7CAC932555EB}" dt="2025-09-11T10:23:35.974" v="275" actId="478"/>
        <pc:sldMkLst>
          <pc:docMk/>
          <pc:sldMk cId="2798923889" sldId="301"/>
        </pc:sldMkLst>
      </pc:sldChg>
      <pc:sldChg chg="addSp delSp mod">
        <pc:chgData name="Adam Brown (Astrea Central)" userId="e4577f1c-a0ea-4eef-9851-9bdbe8619e58" providerId="ADAL" clId="{1C8439A8-903A-4D86-AA3D-7CAC932555EB}" dt="2025-09-11T10:24:01.907" v="284" actId="478"/>
        <pc:sldMkLst>
          <pc:docMk/>
          <pc:sldMk cId="3848312339" sldId="304"/>
        </pc:sldMkLst>
      </pc:sldChg>
      <pc:sldChg chg="addSp delSp mod">
        <pc:chgData name="Adam Brown (Astrea Central)" userId="e4577f1c-a0ea-4eef-9851-9bdbe8619e58" providerId="ADAL" clId="{1C8439A8-903A-4D86-AA3D-7CAC932555EB}" dt="2025-09-11T10:25:35.133" v="337" actId="478"/>
        <pc:sldMkLst>
          <pc:docMk/>
          <pc:sldMk cId="2748859554" sldId="308"/>
        </pc:sldMkLst>
      </pc:sldChg>
      <pc:sldChg chg="delSp mod">
        <pc:chgData name="Adam Brown (Astrea Central)" userId="e4577f1c-a0ea-4eef-9851-9bdbe8619e58" providerId="ADAL" clId="{1C8439A8-903A-4D86-AA3D-7CAC932555EB}" dt="2025-09-11T10:28:54.491" v="446" actId="478"/>
        <pc:sldMkLst>
          <pc:docMk/>
          <pc:sldMk cId="425293585" sldId="311"/>
        </pc:sldMkLst>
      </pc:sldChg>
      <pc:sldChg chg="addSp delSp mod">
        <pc:chgData name="Adam Brown (Astrea Central)" userId="e4577f1c-a0ea-4eef-9851-9bdbe8619e58" providerId="ADAL" clId="{1C8439A8-903A-4D86-AA3D-7CAC932555EB}" dt="2025-09-11T10:31:32.536" v="556" actId="478"/>
        <pc:sldMkLst>
          <pc:docMk/>
          <pc:sldMk cId="886251300" sldId="318"/>
        </pc:sldMkLst>
      </pc:sldChg>
      <pc:sldChg chg="delSp mod">
        <pc:chgData name="Adam Brown (Astrea Central)" userId="e4577f1c-a0ea-4eef-9851-9bdbe8619e58" providerId="ADAL" clId="{1C8439A8-903A-4D86-AA3D-7CAC932555EB}" dt="2025-09-11T10:31:42.580" v="564" actId="478"/>
        <pc:sldMkLst>
          <pc:docMk/>
          <pc:sldMk cId="1476577565" sldId="319"/>
        </pc:sldMkLst>
      </pc:sldChg>
      <pc:sldChg chg="delSp modSp mod">
        <pc:chgData name="Adam Brown (Astrea Central)" userId="e4577f1c-a0ea-4eef-9851-9bdbe8619e58" providerId="ADAL" clId="{1C8439A8-903A-4D86-AA3D-7CAC932555EB}" dt="2025-09-11T10:19:43.608" v="124" actId="478"/>
        <pc:sldMkLst>
          <pc:docMk/>
          <pc:sldMk cId="3441728355" sldId="386"/>
        </pc:sldMkLst>
      </pc:sldChg>
      <pc:sldChg chg="delSp modSp mod">
        <pc:chgData name="Adam Brown (Astrea Central)" userId="e4577f1c-a0ea-4eef-9851-9bdbe8619e58" providerId="ADAL" clId="{1C8439A8-903A-4D86-AA3D-7CAC932555EB}" dt="2025-09-11T10:20:55.915" v="155" actId="478"/>
        <pc:sldMkLst>
          <pc:docMk/>
          <pc:sldMk cId="2669769063" sldId="387"/>
        </pc:sldMkLst>
      </pc:sldChg>
      <pc:sldChg chg="addSp delSp mod">
        <pc:chgData name="Adam Brown (Astrea Central)" userId="e4577f1c-a0ea-4eef-9851-9bdbe8619e58" providerId="ADAL" clId="{1C8439A8-903A-4D86-AA3D-7CAC932555EB}" dt="2025-09-11T10:26:42.685" v="377" actId="478"/>
        <pc:sldMkLst>
          <pc:docMk/>
          <pc:sldMk cId="505183128" sldId="391"/>
        </pc:sldMkLst>
      </pc:sldChg>
      <pc:sldChg chg="modSp mod">
        <pc:chgData name="Adam Brown (Astrea Central)" userId="e4577f1c-a0ea-4eef-9851-9bdbe8619e58" providerId="ADAL" clId="{1C8439A8-903A-4D86-AA3D-7CAC932555EB}" dt="2025-09-11T10:35:33.300" v="845" actId="20577"/>
        <pc:sldMkLst>
          <pc:docMk/>
          <pc:sldMk cId="2275730419" sldId="392"/>
        </pc:sldMkLst>
      </pc:sldChg>
      <pc:sldChg chg="modSp mod">
        <pc:chgData name="Adam Brown (Astrea Central)" userId="e4577f1c-a0ea-4eef-9851-9bdbe8619e58" providerId="ADAL" clId="{1C8439A8-903A-4D86-AA3D-7CAC932555EB}" dt="2025-09-11T10:34:55.949" v="778" actId="20577"/>
        <pc:sldMkLst>
          <pc:docMk/>
          <pc:sldMk cId="2871142808" sldId="393"/>
        </pc:sldMkLst>
      </pc:sldChg>
      <pc:sldChg chg="delSp modSp mod">
        <pc:chgData name="Adam Brown (Astrea Central)" userId="e4577f1c-a0ea-4eef-9851-9bdbe8619e58" providerId="ADAL" clId="{1C8439A8-903A-4D86-AA3D-7CAC932555EB}" dt="2025-09-11T10:35:56.619" v="865" actId="20577"/>
        <pc:sldMkLst>
          <pc:docMk/>
          <pc:sldMk cId="3987130587" sldId="394"/>
        </pc:sldMkLst>
      </pc:sldChg>
      <pc:sldChg chg="delSp modSp mod">
        <pc:chgData name="Adam Brown (Astrea Central)" userId="e4577f1c-a0ea-4eef-9851-9bdbe8619e58" providerId="ADAL" clId="{1C8439A8-903A-4D86-AA3D-7CAC932555EB}" dt="2025-09-11T10:36:07.260" v="870" actId="20577"/>
        <pc:sldMkLst>
          <pc:docMk/>
          <pc:sldMk cId="3618906114" sldId="395"/>
        </pc:sldMkLst>
      </pc:sldChg>
      <pc:sldChg chg="modSp mod">
        <pc:chgData name="Adam Brown (Astrea Central)" userId="e4577f1c-a0ea-4eef-9851-9bdbe8619e58" providerId="ADAL" clId="{1C8439A8-903A-4D86-AA3D-7CAC932555EB}" dt="2025-09-11T10:35:22.071" v="823" actId="20577"/>
        <pc:sldMkLst>
          <pc:docMk/>
          <pc:sldMk cId="689078840" sldId="396"/>
        </pc:sldMkLst>
      </pc:sldChg>
      <pc:sldChg chg="modSp mod">
        <pc:chgData name="Adam Brown (Astrea Central)" userId="e4577f1c-a0ea-4eef-9851-9bdbe8619e58" providerId="ADAL" clId="{1C8439A8-903A-4D86-AA3D-7CAC932555EB}" dt="2025-09-11T10:35:05.336" v="796" actId="20577"/>
        <pc:sldMkLst>
          <pc:docMk/>
          <pc:sldMk cId="3125050129" sldId="397"/>
        </pc:sldMkLst>
      </pc:sldChg>
      <pc:sldChg chg="modSp mod">
        <pc:chgData name="Adam Brown (Astrea Central)" userId="e4577f1c-a0ea-4eef-9851-9bdbe8619e58" providerId="ADAL" clId="{1C8439A8-903A-4D86-AA3D-7CAC932555EB}" dt="2025-09-11T10:33:51.310" v="675" actId="20577"/>
        <pc:sldMkLst>
          <pc:docMk/>
          <pc:sldMk cId="2163301936" sldId="398"/>
        </pc:sldMkLst>
      </pc:sldChg>
      <pc:sldChg chg="addSp delSp modSp mod">
        <pc:chgData name="Adam Brown (Astrea Central)" userId="e4577f1c-a0ea-4eef-9851-9bdbe8619e58" providerId="ADAL" clId="{1C8439A8-903A-4D86-AA3D-7CAC932555EB}" dt="2025-09-11T10:34:15.975" v="698" actId="6549"/>
        <pc:sldMkLst>
          <pc:docMk/>
          <pc:sldMk cId="4190285265" sldId="399"/>
        </pc:sldMkLst>
      </pc:sldChg>
      <pc:sldChg chg="delSp mod">
        <pc:chgData name="Adam Brown (Astrea Central)" userId="e4577f1c-a0ea-4eef-9851-9bdbe8619e58" providerId="ADAL" clId="{1C8439A8-903A-4D86-AA3D-7CAC932555EB}" dt="2025-09-11T10:32:41.256" v="610" actId="478"/>
        <pc:sldMkLst>
          <pc:docMk/>
          <pc:sldMk cId="3698607653" sldId="403"/>
        </pc:sldMkLst>
      </pc:sldChg>
      <pc:sldChg chg="delSp modSp mod">
        <pc:chgData name="Adam Brown (Astrea Central)" userId="e4577f1c-a0ea-4eef-9851-9bdbe8619e58" providerId="ADAL" clId="{1C8439A8-903A-4D86-AA3D-7CAC932555EB}" dt="2025-09-11T10:16:33.727" v="30" actId="478"/>
        <pc:sldMkLst>
          <pc:docMk/>
          <pc:sldMk cId="871156449" sldId="408"/>
        </pc:sldMkLst>
      </pc:sldChg>
      <pc:sldChg chg="modSp mod">
        <pc:chgData name="Adam Brown (Astrea Central)" userId="e4577f1c-a0ea-4eef-9851-9bdbe8619e58" providerId="ADAL" clId="{1C8439A8-903A-4D86-AA3D-7CAC932555EB}" dt="2025-09-11T10:16:44.724" v="35" actId="20577"/>
        <pc:sldMkLst>
          <pc:docMk/>
          <pc:sldMk cId="2103105370" sldId="410"/>
        </pc:sldMkLst>
      </pc:sldChg>
      <pc:sldChg chg="delSp modSp mod">
        <pc:chgData name="Adam Brown (Astrea Central)" userId="e4577f1c-a0ea-4eef-9851-9bdbe8619e58" providerId="ADAL" clId="{1C8439A8-903A-4D86-AA3D-7CAC932555EB}" dt="2025-09-11T10:45:33.682" v="1307" actId="478"/>
        <pc:sldMkLst>
          <pc:docMk/>
          <pc:sldMk cId="1606562861" sldId="414"/>
        </pc:sldMkLst>
      </pc:sldChg>
      <pc:sldChg chg="delSp mod">
        <pc:chgData name="Adam Brown (Astrea Central)" userId="e4577f1c-a0ea-4eef-9851-9bdbe8619e58" providerId="ADAL" clId="{1C8439A8-903A-4D86-AA3D-7CAC932555EB}" dt="2025-09-11T10:30:59.685" v="543" actId="478"/>
        <pc:sldMkLst>
          <pc:docMk/>
          <pc:sldMk cId="644135722" sldId="423"/>
        </pc:sldMkLst>
      </pc:sldChg>
      <pc:sldChg chg="delSp modSp mod">
        <pc:chgData name="Adam Brown (Astrea Central)" userId="e4577f1c-a0ea-4eef-9851-9bdbe8619e58" providerId="ADAL" clId="{1C8439A8-903A-4D86-AA3D-7CAC932555EB}" dt="2025-09-11T10:33:25.274" v="636" actId="478"/>
        <pc:sldMkLst>
          <pc:docMk/>
          <pc:sldMk cId="3320072963" sldId="584"/>
        </pc:sldMkLst>
      </pc:sldChg>
      <pc:sldChg chg="delSp mod">
        <pc:chgData name="Adam Brown (Astrea Central)" userId="e4577f1c-a0ea-4eef-9851-9bdbe8619e58" providerId="ADAL" clId="{1C8439A8-903A-4D86-AA3D-7CAC932555EB}" dt="2025-09-11T10:15:20.424" v="3" actId="478"/>
        <pc:sldMkLst>
          <pc:docMk/>
          <pc:sldMk cId="3303306997" sldId="609"/>
        </pc:sldMkLst>
      </pc:sldChg>
      <pc:sldChg chg="delSp mod">
        <pc:chgData name="Adam Brown (Astrea Central)" userId="e4577f1c-a0ea-4eef-9851-9bdbe8619e58" providerId="ADAL" clId="{1C8439A8-903A-4D86-AA3D-7CAC932555EB}" dt="2025-09-11T10:15:29.362" v="6" actId="478"/>
        <pc:sldMkLst>
          <pc:docMk/>
          <pc:sldMk cId="3253914428" sldId="610"/>
        </pc:sldMkLst>
      </pc:sldChg>
      <pc:sldChg chg="modSp mod">
        <pc:chgData name="Adam Brown (Astrea Central)" userId="e4577f1c-a0ea-4eef-9851-9bdbe8619e58" providerId="ADAL" clId="{1C8439A8-903A-4D86-AA3D-7CAC932555EB}" dt="2025-09-11T10:33:09.442" v="625" actId="6549"/>
        <pc:sldMkLst>
          <pc:docMk/>
          <pc:sldMk cId="2079907743" sldId="623"/>
        </pc:sldMkLst>
      </pc:sldChg>
      <pc:sldChg chg="modSp mod">
        <pc:chgData name="Adam Brown (Astrea Central)" userId="e4577f1c-a0ea-4eef-9851-9bdbe8619e58" providerId="ADAL" clId="{1C8439A8-903A-4D86-AA3D-7CAC932555EB}" dt="2025-09-11T10:36:21.766" v="895" actId="20577"/>
        <pc:sldMkLst>
          <pc:docMk/>
          <pc:sldMk cId="1364163814" sldId="627"/>
        </pc:sldMkLst>
      </pc:sldChg>
      <pc:sldChg chg="modSp mod">
        <pc:chgData name="Adam Brown (Astrea Central)" userId="e4577f1c-a0ea-4eef-9851-9bdbe8619e58" providerId="ADAL" clId="{1C8439A8-903A-4D86-AA3D-7CAC932555EB}" dt="2025-09-11T10:37:26.478" v="991" actId="20577"/>
        <pc:sldMkLst>
          <pc:docMk/>
          <pc:sldMk cId="2464929012" sldId="630"/>
        </pc:sldMkLst>
      </pc:sldChg>
      <pc:sldChg chg="addSp delSp modSp mod">
        <pc:chgData name="Adam Brown (Astrea Central)" userId="e4577f1c-a0ea-4eef-9851-9bdbe8619e58" providerId="ADAL" clId="{1C8439A8-903A-4D86-AA3D-7CAC932555EB}" dt="2025-09-11T10:43:08.412" v="1217" actId="20577"/>
        <pc:sldMkLst>
          <pc:docMk/>
          <pc:sldMk cId="2603023560" sldId="635"/>
        </pc:sldMkLst>
      </pc:sldChg>
      <pc:sldChg chg="delSp modSp mod">
        <pc:chgData name="Adam Brown (Astrea Central)" userId="e4577f1c-a0ea-4eef-9851-9bdbe8619e58" providerId="ADAL" clId="{1C8439A8-903A-4D86-AA3D-7CAC932555EB}" dt="2025-09-11T10:37:54.755" v="1007" actId="6549"/>
        <pc:sldMkLst>
          <pc:docMk/>
          <pc:sldMk cId="1204484103" sldId="637"/>
        </pc:sldMkLst>
      </pc:sldChg>
      <pc:sldChg chg="modSp mod">
        <pc:chgData name="Adam Brown (Astrea Central)" userId="e4577f1c-a0ea-4eef-9851-9bdbe8619e58" providerId="ADAL" clId="{1C8439A8-903A-4D86-AA3D-7CAC932555EB}" dt="2025-09-11T10:17:37.867" v="86" actId="20577"/>
        <pc:sldMkLst>
          <pc:docMk/>
          <pc:sldMk cId="387071802" sldId="638"/>
        </pc:sldMkLst>
      </pc:sldChg>
      <pc:sldChg chg="delSp modSp mod">
        <pc:chgData name="Adam Brown (Astrea Central)" userId="e4577f1c-a0ea-4eef-9851-9bdbe8619e58" providerId="ADAL" clId="{1C8439A8-903A-4D86-AA3D-7CAC932555EB}" dt="2025-09-11T10:18:06.230" v="96" actId="478"/>
        <pc:sldMkLst>
          <pc:docMk/>
          <pc:sldMk cId="1289636600" sldId="639"/>
        </pc:sldMkLst>
      </pc:sldChg>
      <pc:sldChg chg="addSp delSp modSp mod">
        <pc:chgData name="Adam Brown (Astrea Central)" userId="e4577f1c-a0ea-4eef-9851-9bdbe8619e58" providerId="ADAL" clId="{1C8439A8-903A-4D86-AA3D-7CAC932555EB}" dt="2025-09-11T10:41:19.475" v="1127" actId="20577"/>
        <pc:sldMkLst>
          <pc:docMk/>
          <pc:sldMk cId="786138704" sldId="688"/>
        </pc:sldMkLst>
      </pc:sldChg>
      <pc:sldChg chg="modSp mod">
        <pc:chgData name="Adam Brown (Astrea Central)" userId="e4577f1c-a0ea-4eef-9851-9bdbe8619e58" providerId="ADAL" clId="{1C8439A8-903A-4D86-AA3D-7CAC932555EB}" dt="2025-09-11T10:44:18.066" v="1282" actId="20577"/>
        <pc:sldMkLst>
          <pc:docMk/>
          <pc:sldMk cId="3063541273" sldId="690"/>
        </pc:sldMkLst>
      </pc:sldChg>
      <pc:sldChg chg="delSp modSp mod">
        <pc:chgData name="Adam Brown (Astrea Central)" userId="e4577f1c-a0ea-4eef-9851-9bdbe8619e58" providerId="ADAL" clId="{1C8439A8-903A-4D86-AA3D-7CAC932555EB}" dt="2025-09-11T10:38:51.869" v="1035" actId="6549"/>
        <pc:sldMkLst>
          <pc:docMk/>
          <pc:sldMk cId="2060183457" sldId="718"/>
        </pc:sldMkLst>
      </pc:sldChg>
      <pc:sldChg chg="delSp mod">
        <pc:chgData name="Adam Brown (Astrea Central)" userId="e4577f1c-a0ea-4eef-9851-9bdbe8619e58" providerId="ADAL" clId="{1C8439A8-903A-4D86-AA3D-7CAC932555EB}" dt="2025-09-11T10:44:49.731" v="1292" actId="478"/>
        <pc:sldMkLst>
          <pc:docMk/>
          <pc:sldMk cId="471605190" sldId="731"/>
        </pc:sldMkLst>
      </pc:sldChg>
      <pc:sldChg chg="delSp mod">
        <pc:chgData name="Adam Brown (Astrea Central)" userId="e4577f1c-a0ea-4eef-9851-9bdbe8619e58" providerId="ADAL" clId="{1C8439A8-903A-4D86-AA3D-7CAC932555EB}" dt="2025-09-11T10:45:00.854" v="1297" actId="478"/>
        <pc:sldMkLst>
          <pc:docMk/>
          <pc:sldMk cId="37642667" sldId="732"/>
        </pc:sldMkLst>
      </pc:sldChg>
      <pc:sldChg chg="delSp modSp mod">
        <pc:chgData name="Adam Brown (Astrea Central)" userId="e4577f1c-a0ea-4eef-9851-9bdbe8619e58" providerId="ADAL" clId="{1C8439A8-903A-4D86-AA3D-7CAC932555EB}" dt="2025-09-11T10:45:11.079" v="1302" actId="478"/>
        <pc:sldMkLst>
          <pc:docMk/>
          <pc:sldMk cId="2836024213" sldId="734"/>
        </pc:sldMkLst>
      </pc:sldChg>
      <pc:sldChg chg="delSp modSp mod">
        <pc:chgData name="Adam Brown (Astrea Central)" userId="e4577f1c-a0ea-4eef-9851-9bdbe8619e58" providerId="ADAL" clId="{1C8439A8-903A-4D86-AA3D-7CAC932555EB}" dt="2025-09-11T10:38:13.160" v="1013" actId="6549"/>
        <pc:sldMkLst>
          <pc:docMk/>
          <pc:sldMk cId="1139679624" sldId="742"/>
        </pc:sldMkLst>
      </pc:sldChg>
      <pc:sldChg chg="modSp">
        <pc:chgData name="Adam Brown (Astrea Central)" userId="e4577f1c-a0ea-4eef-9851-9bdbe8619e58" providerId="ADAL" clId="{1C8439A8-903A-4D86-AA3D-7CAC932555EB}" dt="2025-09-11T10:40:27.287" v="1089" actId="20577"/>
        <pc:sldMkLst>
          <pc:docMk/>
          <pc:sldMk cId="2781943068" sldId="745"/>
        </pc:sldMkLst>
      </pc:sldChg>
      <pc:sldChg chg="delSp modSp mod">
        <pc:chgData name="Adam Brown (Astrea Central)" userId="e4577f1c-a0ea-4eef-9851-9bdbe8619e58" providerId="ADAL" clId="{1C8439A8-903A-4D86-AA3D-7CAC932555EB}" dt="2025-09-11T10:15:37.865" v="10" actId="478"/>
        <pc:sldMkLst>
          <pc:docMk/>
          <pc:sldMk cId="2207505457" sldId="760"/>
        </pc:sldMkLst>
      </pc:sldChg>
      <pc:sldChg chg="delSp mod">
        <pc:chgData name="Adam Brown (Astrea Central)" userId="e4577f1c-a0ea-4eef-9851-9bdbe8619e58" providerId="ADAL" clId="{1C8439A8-903A-4D86-AA3D-7CAC932555EB}" dt="2025-09-11T10:15:51.146" v="15" actId="478"/>
        <pc:sldMkLst>
          <pc:docMk/>
          <pc:sldMk cId="2793727284" sldId="761"/>
        </pc:sldMkLst>
      </pc:sldChg>
      <pc:sldChg chg="delSp mod">
        <pc:chgData name="Adam Brown (Astrea Central)" userId="e4577f1c-a0ea-4eef-9851-9bdbe8619e58" providerId="ADAL" clId="{1C8439A8-903A-4D86-AA3D-7CAC932555EB}" dt="2025-09-11T10:16:00.702" v="16" actId="478"/>
        <pc:sldMkLst>
          <pc:docMk/>
          <pc:sldMk cId="794686062" sldId="762"/>
        </pc:sldMkLst>
      </pc:sldChg>
      <pc:sldChg chg="modSp mod">
        <pc:chgData name="Adam Brown (Astrea Central)" userId="e4577f1c-a0ea-4eef-9851-9bdbe8619e58" providerId="ADAL" clId="{1C8439A8-903A-4D86-AA3D-7CAC932555EB}" dt="2025-09-11T10:16:50.543" v="38" actId="20577"/>
        <pc:sldMkLst>
          <pc:docMk/>
          <pc:sldMk cId="1221249120" sldId="763"/>
        </pc:sldMkLst>
      </pc:sldChg>
      <pc:sldChg chg="modSp mod">
        <pc:chgData name="Adam Brown (Astrea Central)" userId="e4577f1c-a0ea-4eef-9851-9bdbe8619e58" providerId="ADAL" clId="{1C8439A8-903A-4D86-AA3D-7CAC932555EB}" dt="2025-09-11T10:16:59.744" v="41" actId="6549"/>
        <pc:sldMkLst>
          <pc:docMk/>
          <pc:sldMk cId="3443557328" sldId="765"/>
        </pc:sldMkLst>
      </pc:sldChg>
      <pc:sldChg chg="delSp modSp mod">
        <pc:chgData name="Adam Brown (Astrea Central)" userId="e4577f1c-a0ea-4eef-9851-9bdbe8619e58" providerId="ADAL" clId="{1C8439A8-903A-4D86-AA3D-7CAC932555EB}" dt="2025-09-11T10:19:32.142" v="116" actId="20577"/>
        <pc:sldMkLst>
          <pc:docMk/>
          <pc:sldMk cId="3306284463" sldId="771"/>
        </pc:sldMkLst>
      </pc:sldChg>
      <pc:sldChg chg="modSp mod">
        <pc:chgData name="Adam Brown (Astrea Central)" userId="e4577f1c-a0ea-4eef-9851-9bdbe8619e58" providerId="ADAL" clId="{1C8439A8-903A-4D86-AA3D-7CAC932555EB}" dt="2025-09-11T10:34:22.174" v="704" actId="20577"/>
        <pc:sldMkLst>
          <pc:docMk/>
          <pc:sldMk cId="1267743658" sldId="772"/>
        </pc:sldMkLst>
      </pc:sldChg>
      <pc:sldChg chg="modSp mod">
        <pc:chgData name="Adam Brown (Astrea Central)" userId="e4577f1c-a0ea-4eef-9851-9bdbe8619e58" providerId="ADAL" clId="{1C8439A8-903A-4D86-AA3D-7CAC932555EB}" dt="2025-09-11T10:34:37.507" v="736" actId="20577"/>
        <pc:sldMkLst>
          <pc:docMk/>
          <pc:sldMk cId="3065678312" sldId="773"/>
        </pc:sldMkLst>
      </pc:sldChg>
      <pc:sldChg chg="modSp mod">
        <pc:chgData name="Adam Brown (Astrea Central)" userId="e4577f1c-a0ea-4eef-9851-9bdbe8619e58" providerId="ADAL" clId="{1C8439A8-903A-4D86-AA3D-7CAC932555EB}" dt="2025-09-11T10:43:57.858" v="1274" actId="20577"/>
        <pc:sldMkLst>
          <pc:docMk/>
          <pc:sldMk cId="396736249" sldId="774"/>
        </pc:sldMkLst>
      </pc:sldChg>
      <pc:sldChg chg="modSp mod">
        <pc:chgData name="Adam Brown (Astrea Central)" userId="e4577f1c-a0ea-4eef-9851-9bdbe8619e58" providerId="ADAL" clId="{1C8439A8-903A-4D86-AA3D-7CAC932555EB}" dt="2025-09-11T10:36:42.060" v="935" actId="20577"/>
        <pc:sldMkLst>
          <pc:docMk/>
          <pc:sldMk cId="1539647579" sldId="775"/>
        </pc:sldMkLst>
      </pc:sldChg>
      <pc:sldChg chg="modSp mod">
        <pc:chgData name="Adam Brown (Astrea Central)" userId="e4577f1c-a0ea-4eef-9851-9bdbe8619e58" providerId="ADAL" clId="{1C8439A8-903A-4D86-AA3D-7CAC932555EB}" dt="2025-09-11T10:36:51.833" v="946" actId="6549"/>
        <pc:sldMkLst>
          <pc:docMk/>
          <pc:sldMk cId="791333903" sldId="776"/>
        </pc:sldMkLst>
      </pc:sldChg>
      <pc:sldChg chg="modSp mod">
        <pc:chgData name="Adam Brown (Astrea Central)" userId="e4577f1c-a0ea-4eef-9851-9bdbe8619e58" providerId="ADAL" clId="{1C8439A8-903A-4D86-AA3D-7CAC932555EB}" dt="2025-09-11T10:36:58.676" v="949" actId="6549"/>
        <pc:sldMkLst>
          <pc:docMk/>
          <pc:sldMk cId="2557147136" sldId="777"/>
        </pc:sldMkLst>
      </pc:sldChg>
      <pc:sldChg chg="modSp mod">
        <pc:chgData name="Adam Brown (Astrea Central)" userId="e4577f1c-a0ea-4eef-9851-9bdbe8619e58" providerId="ADAL" clId="{1C8439A8-903A-4D86-AA3D-7CAC932555EB}" dt="2025-09-11T10:37:14.796" v="978" actId="20577"/>
        <pc:sldMkLst>
          <pc:docMk/>
          <pc:sldMk cId="1727354984" sldId="778"/>
        </pc:sldMkLst>
      </pc:sldChg>
      <pc:sldChg chg="delSp mod">
        <pc:chgData name="Adam Brown (Astrea Central)" userId="e4577f1c-a0ea-4eef-9851-9bdbe8619e58" providerId="ADAL" clId="{1C8439A8-903A-4D86-AA3D-7CAC932555EB}" dt="2025-09-11T10:16:10.277" v="20" actId="478"/>
        <pc:sldMkLst>
          <pc:docMk/>
          <pc:sldMk cId="808451644" sldId="779"/>
        </pc:sldMkLst>
      </pc:sldChg>
      <pc:sldChg chg="delSp modSp mod">
        <pc:chgData name="Adam Brown (Astrea Central)" userId="e4577f1c-a0ea-4eef-9851-9bdbe8619e58" providerId="ADAL" clId="{1C8439A8-903A-4D86-AA3D-7CAC932555EB}" dt="2025-09-11T10:16:20.496" v="24" actId="478"/>
        <pc:sldMkLst>
          <pc:docMk/>
          <pc:sldMk cId="645148543" sldId="781"/>
        </pc:sldMkLst>
      </pc:sldChg>
      <pc:sldChg chg="addSp delSp modSp mod">
        <pc:chgData name="Adam Brown (Astrea Central)" userId="e4577f1c-a0ea-4eef-9851-9bdbe8619e58" providerId="ADAL" clId="{1C8439A8-903A-4D86-AA3D-7CAC932555EB}" dt="2025-09-11T10:22:07.171" v="233" actId="478"/>
        <pc:sldMkLst>
          <pc:docMk/>
          <pc:sldMk cId="767224884" sldId="782"/>
        </pc:sldMkLst>
      </pc:sldChg>
      <pc:sldChg chg="addSp delSp mod">
        <pc:chgData name="Adam Brown (Astrea Central)" userId="e4577f1c-a0ea-4eef-9851-9bdbe8619e58" providerId="ADAL" clId="{1C8439A8-903A-4D86-AA3D-7CAC932555EB}" dt="2025-09-11T10:28:01.448" v="408" actId="478"/>
        <pc:sldMkLst>
          <pc:docMk/>
          <pc:sldMk cId="1441230580" sldId="783"/>
        </pc:sldMkLst>
      </pc:sldChg>
      <pc:sldChg chg="delSp mod">
        <pc:chgData name="Adam Brown (Astrea Central)" userId="e4577f1c-a0ea-4eef-9851-9bdbe8619e58" providerId="ADAL" clId="{1C8439A8-903A-4D86-AA3D-7CAC932555EB}" dt="2025-09-11T10:29:34.711" v="482" actId="478"/>
        <pc:sldMkLst>
          <pc:docMk/>
          <pc:sldMk cId="2171972462" sldId="784"/>
        </pc:sldMkLst>
      </pc:sldChg>
      <pc:sldChg chg="delSp mod">
        <pc:chgData name="Adam Brown (Astrea Central)" userId="e4577f1c-a0ea-4eef-9851-9bdbe8619e58" providerId="ADAL" clId="{1C8439A8-903A-4D86-AA3D-7CAC932555EB}" dt="2025-09-11T10:30:05.846" v="509" actId="478"/>
        <pc:sldMkLst>
          <pc:docMk/>
          <pc:sldMk cId="749046522" sldId="785"/>
        </pc:sldMkLst>
      </pc:sldChg>
      <pc:sldChg chg="delSp mod">
        <pc:chgData name="Adam Brown (Astrea Central)" userId="e4577f1c-a0ea-4eef-9851-9bdbe8619e58" providerId="ADAL" clId="{1C8439A8-903A-4D86-AA3D-7CAC932555EB}" dt="2025-09-11T10:30:28.982" v="524" actId="478"/>
        <pc:sldMkLst>
          <pc:docMk/>
          <pc:sldMk cId="3670830453" sldId="786"/>
        </pc:sldMkLst>
      </pc:sldChg>
      <pc:sldChg chg="delSp mod">
        <pc:chgData name="Adam Brown (Astrea Central)" userId="e4577f1c-a0ea-4eef-9851-9bdbe8619e58" providerId="ADAL" clId="{1C8439A8-903A-4D86-AA3D-7CAC932555EB}" dt="2025-09-11T10:30:40.184" v="530" actId="478"/>
        <pc:sldMkLst>
          <pc:docMk/>
          <pc:sldMk cId="4152920570" sldId="787"/>
        </pc:sldMkLst>
      </pc:sldChg>
      <pc:sldChg chg="delSp mod">
        <pc:chgData name="Adam Brown (Astrea Central)" userId="e4577f1c-a0ea-4eef-9851-9bdbe8619e58" providerId="ADAL" clId="{1C8439A8-903A-4D86-AA3D-7CAC932555EB}" dt="2025-09-11T10:31:57.015" v="575" actId="478"/>
        <pc:sldMkLst>
          <pc:docMk/>
          <pc:sldMk cId="15408998" sldId="788"/>
        </pc:sldMkLst>
      </pc:sldChg>
      <pc:sldChg chg="delSp mod">
        <pc:chgData name="Adam Brown (Astrea Central)" userId="e4577f1c-a0ea-4eef-9851-9bdbe8619e58" providerId="ADAL" clId="{1C8439A8-903A-4D86-AA3D-7CAC932555EB}" dt="2025-09-11T10:32:16.649" v="593" actId="478"/>
        <pc:sldMkLst>
          <pc:docMk/>
          <pc:sldMk cId="3547202211" sldId="789"/>
        </pc:sldMkLst>
      </pc:sldChg>
      <pc:sldChg chg="delSp mod">
        <pc:chgData name="Adam Brown (Astrea Central)" userId="e4577f1c-a0ea-4eef-9851-9bdbe8619e58" providerId="ADAL" clId="{1C8439A8-903A-4D86-AA3D-7CAC932555EB}" dt="2025-09-11T10:32:32.034" v="604" actId="478"/>
        <pc:sldMkLst>
          <pc:docMk/>
          <pc:sldMk cId="1155165873" sldId="790"/>
        </pc:sldMkLst>
      </pc:sldChg>
      <pc:sldChg chg="delSp modSp mod">
        <pc:chgData name="Adam Brown (Astrea Central)" userId="e4577f1c-a0ea-4eef-9851-9bdbe8619e58" providerId="ADAL" clId="{1C8439A8-903A-4D86-AA3D-7CAC932555EB}" dt="2025-09-11T10:38:32.426" v="1024" actId="478"/>
        <pc:sldMkLst>
          <pc:docMk/>
          <pc:sldMk cId="3723355695" sldId="1232"/>
        </pc:sldMkLst>
      </pc:sldChg>
      <pc:sldChg chg="delSp mod">
        <pc:chgData name="Adam Brown (Astrea Central)" userId="e4577f1c-a0ea-4eef-9851-9bdbe8619e58" providerId="ADAL" clId="{1C8439A8-903A-4D86-AA3D-7CAC932555EB}" dt="2025-09-11T10:37:38.203" v="995" actId="478"/>
        <pc:sldMkLst>
          <pc:docMk/>
          <pc:sldMk cId="1367264850" sldId="1233"/>
        </pc:sldMkLst>
      </pc:sldChg>
      <pc:sldChg chg="delSp mod">
        <pc:chgData name="Adam Brown (Astrea Central)" userId="e4577f1c-a0ea-4eef-9851-9bdbe8619e58" providerId="ADAL" clId="{1C8439A8-903A-4D86-AA3D-7CAC932555EB}" dt="2025-09-11T10:37:41.926" v="997" actId="478"/>
        <pc:sldMkLst>
          <pc:docMk/>
          <pc:sldMk cId="3632875335" sldId="1234"/>
        </pc:sldMkLst>
      </pc:sldChg>
      <pc:sldChg chg="addSp delSp mod">
        <pc:chgData name="Adam Brown (Astrea Central)" userId="e4577f1c-a0ea-4eef-9851-9bdbe8619e58" providerId="ADAL" clId="{1C8439A8-903A-4D86-AA3D-7CAC932555EB}" dt="2025-09-11T10:40:39.549" v="1096" actId="478"/>
        <pc:sldMkLst>
          <pc:docMk/>
          <pc:sldMk cId="1672177246" sldId="1235"/>
        </pc:sldMkLst>
      </pc:sldChg>
      <pc:sldChg chg="delSp mod">
        <pc:chgData name="Adam Brown (Astrea Central)" userId="e4577f1c-a0ea-4eef-9851-9bdbe8619e58" providerId="ADAL" clId="{1C8439A8-903A-4D86-AA3D-7CAC932555EB}" dt="2025-09-11T10:37:45.254" v="1000" actId="478"/>
        <pc:sldMkLst>
          <pc:docMk/>
          <pc:sldMk cId="3096346053" sldId="1236"/>
        </pc:sldMkLst>
      </pc:sldChg>
      <pc:sldChg chg="delSp mod">
        <pc:chgData name="Adam Brown (Astrea Central)" userId="e4577f1c-a0ea-4eef-9851-9bdbe8619e58" providerId="ADAL" clId="{1C8439A8-903A-4D86-AA3D-7CAC932555EB}" dt="2025-09-11T10:37:48.096" v="1003" actId="478"/>
        <pc:sldMkLst>
          <pc:docMk/>
          <pc:sldMk cId="1132490060" sldId="1237"/>
        </pc:sldMkLst>
      </pc:sldChg>
      <pc:sldChg chg="delSp mod">
        <pc:chgData name="Adam Brown (Astrea Central)" userId="e4577f1c-a0ea-4eef-9851-9bdbe8619e58" providerId="ADAL" clId="{1C8439A8-903A-4D86-AA3D-7CAC932555EB}" dt="2025-09-11T10:32:46.246" v="613" actId="478"/>
        <pc:sldMkLst>
          <pc:docMk/>
          <pc:sldMk cId="2217879506" sldId="1242"/>
        </pc:sldMkLst>
      </pc:sldChg>
      <pc:sldChg chg="delSp mod">
        <pc:chgData name="Adam Brown (Astrea Central)" userId="e4577f1c-a0ea-4eef-9851-9bdbe8619e58" providerId="ADAL" clId="{1C8439A8-903A-4D86-AA3D-7CAC932555EB}" dt="2025-09-11T10:32:49.550" v="616" actId="478"/>
        <pc:sldMkLst>
          <pc:docMk/>
          <pc:sldMk cId="3953004801" sldId="1243"/>
        </pc:sldMkLst>
      </pc:sldChg>
      <pc:sldChg chg="delSp mod">
        <pc:chgData name="Adam Brown (Astrea Central)" userId="e4577f1c-a0ea-4eef-9851-9bdbe8619e58" providerId="ADAL" clId="{1C8439A8-903A-4D86-AA3D-7CAC932555EB}" dt="2025-09-11T10:32:53.483" v="619" actId="478"/>
        <pc:sldMkLst>
          <pc:docMk/>
          <pc:sldMk cId="718419551" sldId="1244"/>
        </pc:sldMkLst>
      </pc:sldChg>
      <pc:sldChg chg="delSp mod">
        <pc:chgData name="Adam Brown (Astrea Central)" userId="e4577f1c-a0ea-4eef-9851-9bdbe8619e58" providerId="ADAL" clId="{1C8439A8-903A-4D86-AA3D-7CAC932555EB}" dt="2025-09-11T10:32:57.200" v="622" actId="478"/>
        <pc:sldMkLst>
          <pc:docMk/>
          <pc:sldMk cId="868366235" sldId="1245"/>
        </pc:sldMkLst>
      </pc:sldChg>
      <pc:sldChg chg="delSp mod">
        <pc:chgData name="Adam Brown (Astrea Central)" userId="e4577f1c-a0ea-4eef-9851-9bdbe8619e58" providerId="ADAL" clId="{1C8439A8-903A-4D86-AA3D-7CAC932555EB}" dt="2025-09-11T10:45:59.898" v="1317" actId="478"/>
        <pc:sldMkLst>
          <pc:docMk/>
          <pc:sldMk cId="2730425560" sldId="1246"/>
        </pc:sldMkLst>
      </pc:sldChg>
      <pc:sldChg chg="delSp mod">
        <pc:chgData name="Adam Brown (Astrea Central)" userId="e4577f1c-a0ea-4eef-9851-9bdbe8619e58" providerId="ADAL" clId="{1C8439A8-903A-4D86-AA3D-7CAC932555EB}" dt="2025-09-11T10:46:02.544" v="1319" actId="478"/>
        <pc:sldMkLst>
          <pc:docMk/>
          <pc:sldMk cId="1575759774" sldId="1247"/>
        </pc:sldMkLst>
      </pc:sldChg>
      <pc:sldChg chg="delSp mod">
        <pc:chgData name="Adam Brown (Astrea Central)" userId="e4577f1c-a0ea-4eef-9851-9bdbe8619e58" providerId="ADAL" clId="{1C8439A8-903A-4D86-AA3D-7CAC932555EB}" dt="2025-09-11T10:46:06.097" v="1322" actId="478"/>
        <pc:sldMkLst>
          <pc:docMk/>
          <pc:sldMk cId="2482332410" sldId="1248"/>
        </pc:sldMkLst>
      </pc:sldChg>
      <pc:sldChg chg="delSp mod">
        <pc:chgData name="Adam Brown (Astrea Central)" userId="e4577f1c-a0ea-4eef-9851-9bdbe8619e58" providerId="ADAL" clId="{1C8439A8-903A-4D86-AA3D-7CAC932555EB}" dt="2025-09-11T10:46:08.996" v="1325" actId="478"/>
        <pc:sldMkLst>
          <pc:docMk/>
          <pc:sldMk cId="2544976946" sldId="1249"/>
        </pc:sldMkLst>
      </pc:sldChg>
      <pc:sldChg chg="delSp mod">
        <pc:chgData name="Adam Brown (Astrea Central)" userId="e4577f1c-a0ea-4eef-9851-9bdbe8619e58" providerId="ADAL" clId="{1C8439A8-903A-4D86-AA3D-7CAC932555EB}" dt="2025-09-11T10:46:13.947" v="1327" actId="478"/>
        <pc:sldMkLst>
          <pc:docMk/>
          <pc:sldMk cId="3137427550" sldId="1250"/>
        </pc:sldMkLst>
      </pc:sldChg>
    </pc:docChg>
  </pc:docChgLst>
  <pc:docChgLst>
    <pc:chgData name="Adam Brown (Astrea Central)" userId="e4577f1c-a0ea-4eef-9851-9bdbe8619e58" providerId="ADAL" clId="{DE82405E-15B1-4756-B157-B93AC2F7BF39}"/>
    <pc:docChg chg="custSel delSld modSld">
      <pc:chgData name="Adam Brown (Astrea Central)" userId="e4577f1c-a0ea-4eef-9851-9bdbe8619e58" providerId="ADAL" clId="{DE82405E-15B1-4756-B157-B93AC2F7BF39}" dt="2025-10-02T08:38:43.641" v="29" actId="1076"/>
      <pc:docMkLst>
        <pc:docMk/>
      </pc:docMkLst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962425829" sldId="263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800071420" sldId="264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896114032" sldId="268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62385358" sldId="271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345233513" sldId="298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798923889" sldId="301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848312339" sldId="304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748859554" sldId="308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425293585" sldId="311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886251300" sldId="318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476577565" sldId="319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441728355" sldId="386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669769063" sldId="387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505183128" sldId="391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275730419" sldId="392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871142808" sldId="393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987130587" sldId="394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618906114" sldId="395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689078840" sldId="396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125050129" sldId="397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163301936" sldId="398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4190285265" sldId="399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698607653" sldId="403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871156449" sldId="408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103105370" sldId="410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606562861" sldId="414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644135722" sldId="423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320072963" sldId="584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592791740" sldId="589"/>
        </pc:sldMkLst>
      </pc:sldChg>
      <pc:sldChg chg="del">
        <pc:chgData name="Adam Brown (Astrea Central)" userId="e4577f1c-a0ea-4eef-9851-9bdbe8619e58" providerId="ADAL" clId="{DE82405E-15B1-4756-B157-B93AC2F7BF39}" dt="2025-10-02T08:37:31.626" v="0" actId="47"/>
        <pc:sldMkLst>
          <pc:docMk/>
          <pc:sldMk cId="1617582283" sldId="604"/>
        </pc:sldMkLst>
      </pc:sldChg>
      <pc:sldChg chg="addSp delSp modSp mod">
        <pc:chgData name="Adam Brown (Astrea Central)" userId="e4577f1c-a0ea-4eef-9851-9bdbe8619e58" providerId="ADAL" clId="{DE82405E-15B1-4756-B157-B93AC2F7BF39}" dt="2025-10-02T08:38:43.641" v="29" actId="1076"/>
        <pc:sldMkLst>
          <pc:docMk/>
          <pc:sldMk cId="1257912426" sldId="605"/>
        </pc:sldMkLst>
        <pc:spChg chg="add mod">
          <ac:chgData name="Adam Brown (Astrea Central)" userId="e4577f1c-a0ea-4eef-9851-9bdbe8619e58" providerId="ADAL" clId="{DE82405E-15B1-4756-B157-B93AC2F7BF39}" dt="2025-10-02T08:38:43.641" v="29" actId="1076"/>
          <ac:spMkLst>
            <pc:docMk/>
            <pc:sldMk cId="1257912426" sldId="605"/>
            <ac:spMk id="7" creationId="{19B8C695-D4B4-D689-0FDC-23A6F8604F1B}"/>
          </ac:spMkLst>
        </pc:spChg>
        <pc:picChg chg="add mod">
          <ac:chgData name="Adam Brown (Astrea Central)" userId="e4577f1c-a0ea-4eef-9851-9bdbe8619e58" providerId="ADAL" clId="{DE82405E-15B1-4756-B157-B93AC2F7BF39}" dt="2025-10-02T08:38:16.871" v="6" actId="14100"/>
          <ac:picMkLst>
            <pc:docMk/>
            <pc:sldMk cId="1257912426" sldId="605"/>
            <ac:picMk id="4" creationId="{33F3C96A-8C49-A0BB-C442-3C10DA828FC6}"/>
          </ac:picMkLst>
        </pc:picChg>
        <pc:picChg chg="add mod">
          <ac:chgData name="Adam Brown (Astrea Central)" userId="e4577f1c-a0ea-4eef-9851-9bdbe8619e58" providerId="ADAL" clId="{DE82405E-15B1-4756-B157-B93AC2F7BF39}" dt="2025-10-02T08:38:26.211" v="10" actId="1076"/>
          <ac:picMkLst>
            <pc:docMk/>
            <pc:sldMk cId="1257912426" sldId="605"/>
            <ac:picMk id="6" creationId="{2D44BB75-01EE-58BF-AE9E-94D21C9A0F71}"/>
          </ac:picMkLst>
        </pc:picChg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303306997" sldId="609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253914428" sldId="610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079907743" sldId="623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364163814" sldId="627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464929012" sldId="630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603023560" sldId="635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204484103" sldId="637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87071802" sldId="638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289636600" sldId="639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786138704" sldId="688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063541273" sldId="690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060183457" sldId="718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471605190" sldId="731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7642667" sldId="732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836024213" sldId="734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139679624" sldId="742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781943068" sldId="745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207505457" sldId="760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793727284" sldId="761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794686062" sldId="762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221249120" sldId="763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443557328" sldId="765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306284463" sldId="771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267743658" sldId="772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065678312" sldId="773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96736249" sldId="774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539647579" sldId="775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791333903" sldId="776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557147136" sldId="777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727354984" sldId="778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808451644" sldId="779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645148543" sldId="781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767224884" sldId="782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441230580" sldId="783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171972462" sldId="784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749046522" sldId="785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670830453" sldId="786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4152920570" sldId="787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5408998" sldId="788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547202211" sldId="789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155165873" sldId="790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723355695" sldId="1232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367264850" sldId="1233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632875335" sldId="1234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672177246" sldId="1235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096346053" sldId="1236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132490060" sldId="1237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838115027" sldId="1238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833279146" sldId="1239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993769474" sldId="1240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931081816" sldId="1241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217879506" sldId="1242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953004801" sldId="1243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718419551" sldId="1244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868366235" sldId="1245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730425560" sldId="1246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1575759774" sldId="1247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482332410" sldId="1248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2544976946" sldId="1249"/>
        </pc:sldMkLst>
      </pc:sldChg>
      <pc:sldChg chg="del">
        <pc:chgData name="Adam Brown (Astrea Central)" userId="e4577f1c-a0ea-4eef-9851-9bdbe8619e58" providerId="ADAL" clId="{DE82405E-15B1-4756-B157-B93AC2F7BF39}" dt="2025-10-02T08:37:40.401" v="1" actId="47"/>
        <pc:sldMkLst>
          <pc:docMk/>
          <pc:sldMk cId="3137427550" sldId="12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A2F48-886E-9C4D-9A23-F79AB5041824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4A783-C653-C444-A1FE-7D3BC73388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729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SPLIT UP – Check pages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989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E3F01-C249-4630-8925-3FA8CA5D5124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062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D24F-25D0-4644-A4B7-679B0D92A27B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62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945C-0756-4826-BDE8-0D36F2293E24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128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7D07-9EDF-4EAA-A2E9-53F69F56EAB8}" type="datetime1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71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D1F21-94FA-4612-940D-140680A041D4}" type="datetime1">
              <a:rPr lang="en-GB" smtClean="0"/>
              <a:t>16/10/2025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20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0D50B-0179-45AB-B8BD-E845C2D492B8}" type="datetime1">
              <a:rPr lang="en-GB" smtClean="0"/>
              <a:t>16/10/2025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75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9EA-5761-4B75-9D0E-B2701F0B8FAB}" type="datetime1">
              <a:rPr lang="en-GB" smtClean="0"/>
              <a:t>16/10/2025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629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51BA-61E4-4CA2-82F9-D917BA195972}" type="datetime1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9834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166B-48A3-42CC-B417-680258AF0255}" type="datetime1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343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4514A-CA9A-4483-95D0-EC2F9A739675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906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A05CB-CDC6-426C-8DC1-99DBE1916FDA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836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A1063-315D-4510-AA5C-A89F8FFE3FC8}" type="datetime1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1D9CC-7119-45EC-A96C-D8C0660F3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40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ame 3">
            <a:extLst>
              <a:ext uri="{FF2B5EF4-FFF2-40B4-BE49-F238E27FC236}">
                <a16:creationId xmlns:a16="http://schemas.microsoft.com/office/drawing/2014/main" id="{3117BEEC-0E58-1341-A11D-9DBDBB61BE29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04685" y="9546774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smtClean="0">
                <a:solidFill>
                  <a:schemeClr val="bg1"/>
                </a:solidFill>
              </a:rPr>
              <a:t>1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3C96A-8C49-A0BB-C442-3C10DA828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17" y="298353"/>
            <a:ext cx="5038483" cy="3981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44BB75-01EE-58BF-AE9E-94D21C9A0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242" y="4316332"/>
            <a:ext cx="4118281" cy="52913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B8C695-D4B4-D689-0FDC-23A6F8604F1B}"/>
              </a:ext>
            </a:extLst>
          </p:cNvPr>
          <p:cNvSpPr txBox="1"/>
          <p:nvPr/>
        </p:nvSpPr>
        <p:spPr>
          <a:xfrm>
            <a:off x="638418" y="4316331"/>
            <a:ext cx="1515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PART B:</a:t>
            </a:r>
          </a:p>
        </p:txBody>
      </p:sp>
    </p:spTree>
    <p:extLst>
      <p:ext uri="{BB962C8B-B14F-4D97-AF65-F5344CB8AC3E}">
        <p14:creationId xmlns:p14="http://schemas.microsoft.com/office/powerpoint/2010/main" val="1257912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5" ma:contentTypeDescription="Create a new document." ma:contentTypeScope="" ma:versionID="e238da7da78697d1fe4891d3ac25b45a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372ff361b2b60b6ed47f8a13d178c3d7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8CC0EE-6BD2-49A5-B9D5-849A50B03A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F6D76E5-7287-49DC-AF93-B1F4EB3F8258}">
  <ds:schemaRefs>
    <ds:schemaRef ds:uri="http://purl.org/dc/dcmitype/"/>
    <ds:schemaRef ds:uri="http://purl.org/dc/terms/"/>
    <ds:schemaRef ds:uri="http://schemas.microsoft.com/office/2006/metadata/properties"/>
    <ds:schemaRef ds:uri="http://purl.org/dc/elements/1.1/"/>
    <ds:schemaRef ds:uri="608ebbb4-e88b-4c99-b506-21d9362781c6"/>
    <ds:schemaRef ds:uri="http://schemas.microsoft.com/office/2006/documentManagement/types"/>
    <ds:schemaRef ds:uri="e30b71df-48f4-4db7-95c3-a9033c265cb9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9932B5D-EB5F-4A75-9417-68E444AFA73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</Words>
  <Application>Microsoft Office PowerPoint</Application>
  <PresentationFormat>A4 Paper (210x297 mm)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Wasiq Razaq (Astrea Academy Sheffield)</dc:creator>
  <cp:lastModifiedBy>Adam Brown (Astrea Central)</cp:lastModifiedBy>
  <cp:revision>8</cp:revision>
  <cp:lastPrinted>2021-07-09T14:20:41Z</cp:lastPrinted>
  <dcterms:created xsi:type="dcterms:W3CDTF">2020-02-27T07:22:26Z</dcterms:created>
  <dcterms:modified xsi:type="dcterms:W3CDTF">2025-10-17T08:54:36Z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  <property fmtid="{D5CDD505-2E9C-101B-9397-08002B2CF9AE}" pid="3" name="Order">
    <vt:r8>12400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</Properties>
</file>