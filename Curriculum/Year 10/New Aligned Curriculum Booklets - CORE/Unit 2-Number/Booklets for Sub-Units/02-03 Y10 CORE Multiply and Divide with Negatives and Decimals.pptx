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sldIdLst>
    <p:sldId id="688" r:id="rId5"/>
    <p:sldId id="635" r:id="rId6"/>
    <p:sldId id="774" r:id="rId7"/>
    <p:sldId id="690" r:id="rId8"/>
    <p:sldId id="263" r:id="rId9"/>
    <p:sldId id="264" r:id="rId10"/>
    <p:sldId id="731" r:id="rId11"/>
    <p:sldId id="732" r:id="rId12"/>
    <p:sldId id="734" r:id="rId13"/>
    <p:sldId id="414" r:id="rId14"/>
    <p:sldId id="268" r:id="rId15"/>
    <p:sldId id="1246" r:id="rId16"/>
    <p:sldId id="1249" r:id="rId17"/>
    <p:sldId id="1250" r:id="rId18"/>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8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siq Razaq (Staff, Astrea Academy Sheffield)" initials="WR(AAS" lastIdx="17" clrIdx="0">
    <p:extLst>
      <p:ext uri="{19B8F6BF-5375-455C-9EA6-DF929625EA0E}">
        <p15:presenceInfo xmlns:p15="http://schemas.microsoft.com/office/powerpoint/2012/main" userId="S::wasiq.razaq@astreasheffield.org::159e9762-73e0-4ac1-a5d5-3ca02db9f47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2341"/>
    <a:srgbClr val="FF01B3"/>
    <a:srgbClr val="C4A000"/>
    <a:srgbClr val="8F5902"/>
    <a:srgbClr val="0000FF"/>
    <a:srgbClr val="B0BF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6247" autoAdjust="0"/>
  </p:normalViewPr>
  <p:slideViewPr>
    <p:cSldViewPr snapToGrid="0">
      <p:cViewPr varScale="1">
        <p:scale>
          <a:sx n="77" d="100"/>
          <a:sy n="77" d="100"/>
        </p:scale>
        <p:origin x="3150" y="108"/>
      </p:cViewPr>
      <p:guideLst>
        <p:guide orient="horz" pos="3120"/>
        <p:guide pos="2183"/>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14AD6AD5-568E-4143-9188-20DAA3A5836E}"/>
    <pc:docChg chg="undo custSel addSld delSld">
      <pc:chgData name="Adam Brown (Astrea Central)" userId="e4577f1c-a0ea-4eef-9851-9bdbe8619e58" providerId="ADAL" clId="{14AD6AD5-568E-4143-9188-20DAA3A5836E}" dt="2025-10-02T09:33:18.664" v="5" actId="47"/>
      <pc:docMkLst>
        <pc:docMk/>
      </pc:docMkLst>
      <pc:sldChg chg="del">
        <pc:chgData name="Adam Brown (Astrea Central)" userId="e4577f1c-a0ea-4eef-9851-9bdbe8619e58" providerId="ADAL" clId="{14AD6AD5-568E-4143-9188-20DAA3A5836E}" dt="2025-10-02T09:32:25.320" v="0" actId="47"/>
        <pc:sldMkLst>
          <pc:docMk/>
          <pc:sldMk cId="262385358" sldId="271"/>
        </pc:sldMkLst>
      </pc:sldChg>
      <pc:sldChg chg="del">
        <pc:chgData name="Adam Brown (Astrea Central)" userId="e4577f1c-a0ea-4eef-9851-9bdbe8619e58" providerId="ADAL" clId="{14AD6AD5-568E-4143-9188-20DAA3A5836E}" dt="2025-10-02T09:32:25.320" v="0" actId="47"/>
        <pc:sldMkLst>
          <pc:docMk/>
          <pc:sldMk cId="2345233513" sldId="298"/>
        </pc:sldMkLst>
      </pc:sldChg>
      <pc:sldChg chg="del">
        <pc:chgData name="Adam Brown (Astrea Central)" userId="e4577f1c-a0ea-4eef-9851-9bdbe8619e58" providerId="ADAL" clId="{14AD6AD5-568E-4143-9188-20DAA3A5836E}" dt="2025-10-02T09:32:25.320" v="0" actId="47"/>
        <pc:sldMkLst>
          <pc:docMk/>
          <pc:sldMk cId="2798923889" sldId="301"/>
        </pc:sldMkLst>
      </pc:sldChg>
      <pc:sldChg chg="del">
        <pc:chgData name="Adam Brown (Astrea Central)" userId="e4577f1c-a0ea-4eef-9851-9bdbe8619e58" providerId="ADAL" clId="{14AD6AD5-568E-4143-9188-20DAA3A5836E}" dt="2025-10-02T09:32:25.320" v="0" actId="47"/>
        <pc:sldMkLst>
          <pc:docMk/>
          <pc:sldMk cId="3848312339" sldId="304"/>
        </pc:sldMkLst>
      </pc:sldChg>
      <pc:sldChg chg="del">
        <pc:chgData name="Adam Brown (Astrea Central)" userId="e4577f1c-a0ea-4eef-9851-9bdbe8619e58" providerId="ADAL" clId="{14AD6AD5-568E-4143-9188-20DAA3A5836E}" dt="2025-10-02T09:32:25.320" v="0" actId="47"/>
        <pc:sldMkLst>
          <pc:docMk/>
          <pc:sldMk cId="2748859554" sldId="308"/>
        </pc:sldMkLst>
      </pc:sldChg>
      <pc:sldChg chg="del">
        <pc:chgData name="Adam Brown (Astrea Central)" userId="e4577f1c-a0ea-4eef-9851-9bdbe8619e58" providerId="ADAL" clId="{14AD6AD5-568E-4143-9188-20DAA3A5836E}" dt="2025-10-02T09:32:25.320" v="0" actId="47"/>
        <pc:sldMkLst>
          <pc:docMk/>
          <pc:sldMk cId="425293585" sldId="311"/>
        </pc:sldMkLst>
      </pc:sldChg>
      <pc:sldChg chg="del">
        <pc:chgData name="Adam Brown (Astrea Central)" userId="e4577f1c-a0ea-4eef-9851-9bdbe8619e58" providerId="ADAL" clId="{14AD6AD5-568E-4143-9188-20DAA3A5836E}" dt="2025-10-02T09:32:25.320" v="0" actId="47"/>
        <pc:sldMkLst>
          <pc:docMk/>
          <pc:sldMk cId="886251300" sldId="318"/>
        </pc:sldMkLst>
      </pc:sldChg>
      <pc:sldChg chg="del">
        <pc:chgData name="Adam Brown (Astrea Central)" userId="e4577f1c-a0ea-4eef-9851-9bdbe8619e58" providerId="ADAL" clId="{14AD6AD5-568E-4143-9188-20DAA3A5836E}" dt="2025-10-02T09:32:25.320" v="0" actId="47"/>
        <pc:sldMkLst>
          <pc:docMk/>
          <pc:sldMk cId="1476577565" sldId="319"/>
        </pc:sldMkLst>
      </pc:sldChg>
      <pc:sldChg chg="del">
        <pc:chgData name="Adam Brown (Astrea Central)" userId="e4577f1c-a0ea-4eef-9851-9bdbe8619e58" providerId="ADAL" clId="{14AD6AD5-568E-4143-9188-20DAA3A5836E}" dt="2025-10-02T09:32:25.320" v="0" actId="47"/>
        <pc:sldMkLst>
          <pc:docMk/>
          <pc:sldMk cId="3441728355" sldId="386"/>
        </pc:sldMkLst>
      </pc:sldChg>
      <pc:sldChg chg="del">
        <pc:chgData name="Adam Brown (Astrea Central)" userId="e4577f1c-a0ea-4eef-9851-9bdbe8619e58" providerId="ADAL" clId="{14AD6AD5-568E-4143-9188-20DAA3A5836E}" dt="2025-10-02T09:32:25.320" v="0" actId="47"/>
        <pc:sldMkLst>
          <pc:docMk/>
          <pc:sldMk cId="2669769063" sldId="387"/>
        </pc:sldMkLst>
      </pc:sldChg>
      <pc:sldChg chg="del">
        <pc:chgData name="Adam Brown (Astrea Central)" userId="e4577f1c-a0ea-4eef-9851-9bdbe8619e58" providerId="ADAL" clId="{14AD6AD5-568E-4143-9188-20DAA3A5836E}" dt="2025-10-02T09:32:25.320" v="0" actId="47"/>
        <pc:sldMkLst>
          <pc:docMk/>
          <pc:sldMk cId="505183128" sldId="391"/>
        </pc:sldMkLst>
      </pc:sldChg>
      <pc:sldChg chg="del">
        <pc:chgData name="Adam Brown (Astrea Central)" userId="e4577f1c-a0ea-4eef-9851-9bdbe8619e58" providerId="ADAL" clId="{14AD6AD5-568E-4143-9188-20DAA3A5836E}" dt="2025-10-02T09:32:25.320" v="0" actId="47"/>
        <pc:sldMkLst>
          <pc:docMk/>
          <pc:sldMk cId="2275730419" sldId="392"/>
        </pc:sldMkLst>
      </pc:sldChg>
      <pc:sldChg chg="del">
        <pc:chgData name="Adam Brown (Astrea Central)" userId="e4577f1c-a0ea-4eef-9851-9bdbe8619e58" providerId="ADAL" clId="{14AD6AD5-568E-4143-9188-20DAA3A5836E}" dt="2025-10-02T09:32:25.320" v="0" actId="47"/>
        <pc:sldMkLst>
          <pc:docMk/>
          <pc:sldMk cId="2871142808" sldId="393"/>
        </pc:sldMkLst>
      </pc:sldChg>
      <pc:sldChg chg="del">
        <pc:chgData name="Adam Brown (Astrea Central)" userId="e4577f1c-a0ea-4eef-9851-9bdbe8619e58" providerId="ADAL" clId="{14AD6AD5-568E-4143-9188-20DAA3A5836E}" dt="2025-10-02T09:32:25.320" v="0" actId="47"/>
        <pc:sldMkLst>
          <pc:docMk/>
          <pc:sldMk cId="3987130587" sldId="394"/>
        </pc:sldMkLst>
      </pc:sldChg>
      <pc:sldChg chg="del">
        <pc:chgData name="Adam Brown (Astrea Central)" userId="e4577f1c-a0ea-4eef-9851-9bdbe8619e58" providerId="ADAL" clId="{14AD6AD5-568E-4143-9188-20DAA3A5836E}" dt="2025-10-02T09:32:25.320" v="0" actId="47"/>
        <pc:sldMkLst>
          <pc:docMk/>
          <pc:sldMk cId="3618906114" sldId="395"/>
        </pc:sldMkLst>
      </pc:sldChg>
      <pc:sldChg chg="del">
        <pc:chgData name="Adam Brown (Astrea Central)" userId="e4577f1c-a0ea-4eef-9851-9bdbe8619e58" providerId="ADAL" clId="{14AD6AD5-568E-4143-9188-20DAA3A5836E}" dt="2025-10-02T09:32:25.320" v="0" actId="47"/>
        <pc:sldMkLst>
          <pc:docMk/>
          <pc:sldMk cId="689078840" sldId="396"/>
        </pc:sldMkLst>
      </pc:sldChg>
      <pc:sldChg chg="del">
        <pc:chgData name="Adam Brown (Astrea Central)" userId="e4577f1c-a0ea-4eef-9851-9bdbe8619e58" providerId="ADAL" clId="{14AD6AD5-568E-4143-9188-20DAA3A5836E}" dt="2025-10-02T09:32:25.320" v="0" actId="47"/>
        <pc:sldMkLst>
          <pc:docMk/>
          <pc:sldMk cId="3125050129" sldId="397"/>
        </pc:sldMkLst>
      </pc:sldChg>
      <pc:sldChg chg="del">
        <pc:chgData name="Adam Brown (Astrea Central)" userId="e4577f1c-a0ea-4eef-9851-9bdbe8619e58" providerId="ADAL" clId="{14AD6AD5-568E-4143-9188-20DAA3A5836E}" dt="2025-10-02T09:32:25.320" v="0" actId="47"/>
        <pc:sldMkLst>
          <pc:docMk/>
          <pc:sldMk cId="2163301936" sldId="398"/>
        </pc:sldMkLst>
      </pc:sldChg>
      <pc:sldChg chg="del">
        <pc:chgData name="Adam Brown (Astrea Central)" userId="e4577f1c-a0ea-4eef-9851-9bdbe8619e58" providerId="ADAL" clId="{14AD6AD5-568E-4143-9188-20DAA3A5836E}" dt="2025-10-02T09:32:25.320" v="0" actId="47"/>
        <pc:sldMkLst>
          <pc:docMk/>
          <pc:sldMk cId="4190285265" sldId="399"/>
        </pc:sldMkLst>
      </pc:sldChg>
      <pc:sldChg chg="del">
        <pc:chgData name="Adam Brown (Astrea Central)" userId="e4577f1c-a0ea-4eef-9851-9bdbe8619e58" providerId="ADAL" clId="{14AD6AD5-568E-4143-9188-20DAA3A5836E}" dt="2025-10-02T09:32:25.320" v="0" actId="47"/>
        <pc:sldMkLst>
          <pc:docMk/>
          <pc:sldMk cId="3698607653" sldId="403"/>
        </pc:sldMkLst>
      </pc:sldChg>
      <pc:sldChg chg="del">
        <pc:chgData name="Adam Brown (Astrea Central)" userId="e4577f1c-a0ea-4eef-9851-9bdbe8619e58" providerId="ADAL" clId="{14AD6AD5-568E-4143-9188-20DAA3A5836E}" dt="2025-10-02T09:32:25.320" v="0" actId="47"/>
        <pc:sldMkLst>
          <pc:docMk/>
          <pc:sldMk cId="871156449" sldId="408"/>
        </pc:sldMkLst>
      </pc:sldChg>
      <pc:sldChg chg="del">
        <pc:chgData name="Adam Brown (Astrea Central)" userId="e4577f1c-a0ea-4eef-9851-9bdbe8619e58" providerId="ADAL" clId="{14AD6AD5-568E-4143-9188-20DAA3A5836E}" dt="2025-10-02T09:32:25.320" v="0" actId="47"/>
        <pc:sldMkLst>
          <pc:docMk/>
          <pc:sldMk cId="2103105370" sldId="410"/>
        </pc:sldMkLst>
      </pc:sldChg>
      <pc:sldChg chg="del">
        <pc:chgData name="Adam Brown (Astrea Central)" userId="e4577f1c-a0ea-4eef-9851-9bdbe8619e58" providerId="ADAL" clId="{14AD6AD5-568E-4143-9188-20DAA3A5836E}" dt="2025-10-02T09:32:25.320" v="0" actId="47"/>
        <pc:sldMkLst>
          <pc:docMk/>
          <pc:sldMk cId="644135722" sldId="423"/>
        </pc:sldMkLst>
      </pc:sldChg>
      <pc:sldChg chg="del">
        <pc:chgData name="Adam Brown (Astrea Central)" userId="e4577f1c-a0ea-4eef-9851-9bdbe8619e58" providerId="ADAL" clId="{14AD6AD5-568E-4143-9188-20DAA3A5836E}" dt="2025-10-02T09:32:25.320" v="0" actId="47"/>
        <pc:sldMkLst>
          <pc:docMk/>
          <pc:sldMk cId="3320072963" sldId="584"/>
        </pc:sldMkLst>
      </pc:sldChg>
      <pc:sldChg chg="add del">
        <pc:chgData name="Adam Brown (Astrea Central)" userId="e4577f1c-a0ea-4eef-9851-9bdbe8619e58" providerId="ADAL" clId="{14AD6AD5-568E-4143-9188-20DAA3A5836E}" dt="2025-10-02T09:33:04.161" v="3" actId="47"/>
        <pc:sldMkLst>
          <pc:docMk/>
          <pc:sldMk cId="2592791740" sldId="589"/>
        </pc:sldMkLst>
      </pc:sldChg>
      <pc:sldChg chg="del">
        <pc:chgData name="Adam Brown (Astrea Central)" userId="e4577f1c-a0ea-4eef-9851-9bdbe8619e58" providerId="ADAL" clId="{14AD6AD5-568E-4143-9188-20DAA3A5836E}" dt="2025-10-02T09:32:25.320" v="0" actId="47"/>
        <pc:sldMkLst>
          <pc:docMk/>
          <pc:sldMk cId="1617582283" sldId="604"/>
        </pc:sldMkLst>
      </pc:sldChg>
      <pc:sldChg chg="del">
        <pc:chgData name="Adam Brown (Astrea Central)" userId="e4577f1c-a0ea-4eef-9851-9bdbe8619e58" providerId="ADAL" clId="{14AD6AD5-568E-4143-9188-20DAA3A5836E}" dt="2025-10-02T09:32:25.320" v="0" actId="47"/>
        <pc:sldMkLst>
          <pc:docMk/>
          <pc:sldMk cId="1257912426" sldId="605"/>
        </pc:sldMkLst>
      </pc:sldChg>
      <pc:sldChg chg="del">
        <pc:chgData name="Adam Brown (Astrea Central)" userId="e4577f1c-a0ea-4eef-9851-9bdbe8619e58" providerId="ADAL" clId="{14AD6AD5-568E-4143-9188-20DAA3A5836E}" dt="2025-10-02T09:32:25.320" v="0" actId="47"/>
        <pc:sldMkLst>
          <pc:docMk/>
          <pc:sldMk cId="3303306997" sldId="609"/>
        </pc:sldMkLst>
      </pc:sldChg>
      <pc:sldChg chg="del">
        <pc:chgData name="Adam Brown (Astrea Central)" userId="e4577f1c-a0ea-4eef-9851-9bdbe8619e58" providerId="ADAL" clId="{14AD6AD5-568E-4143-9188-20DAA3A5836E}" dt="2025-10-02T09:32:25.320" v="0" actId="47"/>
        <pc:sldMkLst>
          <pc:docMk/>
          <pc:sldMk cId="3253914428" sldId="610"/>
        </pc:sldMkLst>
      </pc:sldChg>
      <pc:sldChg chg="del">
        <pc:chgData name="Adam Brown (Astrea Central)" userId="e4577f1c-a0ea-4eef-9851-9bdbe8619e58" providerId="ADAL" clId="{14AD6AD5-568E-4143-9188-20DAA3A5836E}" dt="2025-10-02T09:32:25.320" v="0" actId="47"/>
        <pc:sldMkLst>
          <pc:docMk/>
          <pc:sldMk cId="2079907743" sldId="623"/>
        </pc:sldMkLst>
      </pc:sldChg>
      <pc:sldChg chg="del">
        <pc:chgData name="Adam Brown (Astrea Central)" userId="e4577f1c-a0ea-4eef-9851-9bdbe8619e58" providerId="ADAL" clId="{14AD6AD5-568E-4143-9188-20DAA3A5836E}" dt="2025-10-02T09:32:25.320" v="0" actId="47"/>
        <pc:sldMkLst>
          <pc:docMk/>
          <pc:sldMk cId="1364163814" sldId="627"/>
        </pc:sldMkLst>
      </pc:sldChg>
      <pc:sldChg chg="del">
        <pc:chgData name="Adam Brown (Astrea Central)" userId="e4577f1c-a0ea-4eef-9851-9bdbe8619e58" providerId="ADAL" clId="{14AD6AD5-568E-4143-9188-20DAA3A5836E}" dt="2025-10-02T09:32:25.320" v="0" actId="47"/>
        <pc:sldMkLst>
          <pc:docMk/>
          <pc:sldMk cId="2464929012" sldId="630"/>
        </pc:sldMkLst>
      </pc:sldChg>
      <pc:sldChg chg="del">
        <pc:chgData name="Adam Brown (Astrea Central)" userId="e4577f1c-a0ea-4eef-9851-9bdbe8619e58" providerId="ADAL" clId="{14AD6AD5-568E-4143-9188-20DAA3A5836E}" dt="2025-10-02T09:32:25.320" v="0" actId="47"/>
        <pc:sldMkLst>
          <pc:docMk/>
          <pc:sldMk cId="1204484103" sldId="637"/>
        </pc:sldMkLst>
      </pc:sldChg>
      <pc:sldChg chg="del">
        <pc:chgData name="Adam Brown (Astrea Central)" userId="e4577f1c-a0ea-4eef-9851-9bdbe8619e58" providerId="ADAL" clId="{14AD6AD5-568E-4143-9188-20DAA3A5836E}" dt="2025-10-02T09:32:25.320" v="0" actId="47"/>
        <pc:sldMkLst>
          <pc:docMk/>
          <pc:sldMk cId="387071802" sldId="638"/>
        </pc:sldMkLst>
      </pc:sldChg>
      <pc:sldChg chg="del">
        <pc:chgData name="Adam Brown (Astrea Central)" userId="e4577f1c-a0ea-4eef-9851-9bdbe8619e58" providerId="ADAL" clId="{14AD6AD5-568E-4143-9188-20DAA3A5836E}" dt="2025-10-02T09:32:25.320" v="0" actId="47"/>
        <pc:sldMkLst>
          <pc:docMk/>
          <pc:sldMk cId="1289636600" sldId="639"/>
        </pc:sldMkLst>
      </pc:sldChg>
      <pc:sldChg chg="del">
        <pc:chgData name="Adam Brown (Astrea Central)" userId="e4577f1c-a0ea-4eef-9851-9bdbe8619e58" providerId="ADAL" clId="{14AD6AD5-568E-4143-9188-20DAA3A5836E}" dt="2025-10-02T09:32:25.320" v="0" actId="47"/>
        <pc:sldMkLst>
          <pc:docMk/>
          <pc:sldMk cId="2060183457" sldId="718"/>
        </pc:sldMkLst>
      </pc:sldChg>
      <pc:sldChg chg="del">
        <pc:chgData name="Adam Brown (Astrea Central)" userId="e4577f1c-a0ea-4eef-9851-9bdbe8619e58" providerId="ADAL" clId="{14AD6AD5-568E-4143-9188-20DAA3A5836E}" dt="2025-10-02T09:32:25.320" v="0" actId="47"/>
        <pc:sldMkLst>
          <pc:docMk/>
          <pc:sldMk cId="1139679624" sldId="742"/>
        </pc:sldMkLst>
      </pc:sldChg>
      <pc:sldChg chg="del">
        <pc:chgData name="Adam Brown (Astrea Central)" userId="e4577f1c-a0ea-4eef-9851-9bdbe8619e58" providerId="ADAL" clId="{14AD6AD5-568E-4143-9188-20DAA3A5836E}" dt="2025-10-02T09:32:25.320" v="0" actId="47"/>
        <pc:sldMkLst>
          <pc:docMk/>
          <pc:sldMk cId="2781943068" sldId="745"/>
        </pc:sldMkLst>
      </pc:sldChg>
      <pc:sldChg chg="del">
        <pc:chgData name="Adam Brown (Astrea Central)" userId="e4577f1c-a0ea-4eef-9851-9bdbe8619e58" providerId="ADAL" clId="{14AD6AD5-568E-4143-9188-20DAA3A5836E}" dt="2025-10-02T09:32:25.320" v="0" actId="47"/>
        <pc:sldMkLst>
          <pc:docMk/>
          <pc:sldMk cId="2207505457" sldId="760"/>
        </pc:sldMkLst>
      </pc:sldChg>
      <pc:sldChg chg="del">
        <pc:chgData name="Adam Brown (Astrea Central)" userId="e4577f1c-a0ea-4eef-9851-9bdbe8619e58" providerId="ADAL" clId="{14AD6AD5-568E-4143-9188-20DAA3A5836E}" dt="2025-10-02T09:32:25.320" v="0" actId="47"/>
        <pc:sldMkLst>
          <pc:docMk/>
          <pc:sldMk cId="2793727284" sldId="761"/>
        </pc:sldMkLst>
      </pc:sldChg>
      <pc:sldChg chg="del">
        <pc:chgData name="Adam Brown (Astrea Central)" userId="e4577f1c-a0ea-4eef-9851-9bdbe8619e58" providerId="ADAL" clId="{14AD6AD5-568E-4143-9188-20DAA3A5836E}" dt="2025-10-02T09:32:25.320" v="0" actId="47"/>
        <pc:sldMkLst>
          <pc:docMk/>
          <pc:sldMk cId="794686062" sldId="762"/>
        </pc:sldMkLst>
      </pc:sldChg>
      <pc:sldChg chg="del">
        <pc:chgData name="Adam Brown (Astrea Central)" userId="e4577f1c-a0ea-4eef-9851-9bdbe8619e58" providerId="ADAL" clId="{14AD6AD5-568E-4143-9188-20DAA3A5836E}" dt="2025-10-02T09:32:25.320" v="0" actId="47"/>
        <pc:sldMkLst>
          <pc:docMk/>
          <pc:sldMk cId="1221249120" sldId="763"/>
        </pc:sldMkLst>
      </pc:sldChg>
      <pc:sldChg chg="del">
        <pc:chgData name="Adam Brown (Astrea Central)" userId="e4577f1c-a0ea-4eef-9851-9bdbe8619e58" providerId="ADAL" clId="{14AD6AD5-568E-4143-9188-20DAA3A5836E}" dt="2025-10-02T09:32:25.320" v="0" actId="47"/>
        <pc:sldMkLst>
          <pc:docMk/>
          <pc:sldMk cId="3443557328" sldId="765"/>
        </pc:sldMkLst>
      </pc:sldChg>
      <pc:sldChg chg="del">
        <pc:chgData name="Adam Brown (Astrea Central)" userId="e4577f1c-a0ea-4eef-9851-9bdbe8619e58" providerId="ADAL" clId="{14AD6AD5-568E-4143-9188-20DAA3A5836E}" dt="2025-10-02T09:32:25.320" v="0" actId="47"/>
        <pc:sldMkLst>
          <pc:docMk/>
          <pc:sldMk cId="3306284463" sldId="771"/>
        </pc:sldMkLst>
      </pc:sldChg>
      <pc:sldChg chg="del">
        <pc:chgData name="Adam Brown (Astrea Central)" userId="e4577f1c-a0ea-4eef-9851-9bdbe8619e58" providerId="ADAL" clId="{14AD6AD5-568E-4143-9188-20DAA3A5836E}" dt="2025-10-02T09:32:25.320" v="0" actId="47"/>
        <pc:sldMkLst>
          <pc:docMk/>
          <pc:sldMk cId="1267743658" sldId="772"/>
        </pc:sldMkLst>
      </pc:sldChg>
      <pc:sldChg chg="del">
        <pc:chgData name="Adam Brown (Astrea Central)" userId="e4577f1c-a0ea-4eef-9851-9bdbe8619e58" providerId="ADAL" clId="{14AD6AD5-568E-4143-9188-20DAA3A5836E}" dt="2025-10-02T09:32:25.320" v="0" actId="47"/>
        <pc:sldMkLst>
          <pc:docMk/>
          <pc:sldMk cId="3065678312" sldId="773"/>
        </pc:sldMkLst>
      </pc:sldChg>
      <pc:sldChg chg="del">
        <pc:chgData name="Adam Brown (Astrea Central)" userId="e4577f1c-a0ea-4eef-9851-9bdbe8619e58" providerId="ADAL" clId="{14AD6AD5-568E-4143-9188-20DAA3A5836E}" dt="2025-10-02T09:32:25.320" v="0" actId="47"/>
        <pc:sldMkLst>
          <pc:docMk/>
          <pc:sldMk cId="1539647579" sldId="775"/>
        </pc:sldMkLst>
      </pc:sldChg>
      <pc:sldChg chg="del">
        <pc:chgData name="Adam Brown (Astrea Central)" userId="e4577f1c-a0ea-4eef-9851-9bdbe8619e58" providerId="ADAL" clId="{14AD6AD5-568E-4143-9188-20DAA3A5836E}" dt="2025-10-02T09:32:25.320" v="0" actId="47"/>
        <pc:sldMkLst>
          <pc:docMk/>
          <pc:sldMk cId="791333903" sldId="776"/>
        </pc:sldMkLst>
      </pc:sldChg>
      <pc:sldChg chg="del">
        <pc:chgData name="Adam Brown (Astrea Central)" userId="e4577f1c-a0ea-4eef-9851-9bdbe8619e58" providerId="ADAL" clId="{14AD6AD5-568E-4143-9188-20DAA3A5836E}" dt="2025-10-02T09:32:25.320" v="0" actId="47"/>
        <pc:sldMkLst>
          <pc:docMk/>
          <pc:sldMk cId="2557147136" sldId="777"/>
        </pc:sldMkLst>
      </pc:sldChg>
      <pc:sldChg chg="del">
        <pc:chgData name="Adam Brown (Astrea Central)" userId="e4577f1c-a0ea-4eef-9851-9bdbe8619e58" providerId="ADAL" clId="{14AD6AD5-568E-4143-9188-20DAA3A5836E}" dt="2025-10-02T09:32:25.320" v="0" actId="47"/>
        <pc:sldMkLst>
          <pc:docMk/>
          <pc:sldMk cId="1727354984" sldId="778"/>
        </pc:sldMkLst>
      </pc:sldChg>
      <pc:sldChg chg="del">
        <pc:chgData name="Adam Brown (Astrea Central)" userId="e4577f1c-a0ea-4eef-9851-9bdbe8619e58" providerId="ADAL" clId="{14AD6AD5-568E-4143-9188-20DAA3A5836E}" dt="2025-10-02T09:32:25.320" v="0" actId="47"/>
        <pc:sldMkLst>
          <pc:docMk/>
          <pc:sldMk cId="808451644" sldId="779"/>
        </pc:sldMkLst>
      </pc:sldChg>
      <pc:sldChg chg="del">
        <pc:chgData name="Adam Brown (Astrea Central)" userId="e4577f1c-a0ea-4eef-9851-9bdbe8619e58" providerId="ADAL" clId="{14AD6AD5-568E-4143-9188-20DAA3A5836E}" dt="2025-10-02T09:32:25.320" v="0" actId="47"/>
        <pc:sldMkLst>
          <pc:docMk/>
          <pc:sldMk cId="645148543" sldId="781"/>
        </pc:sldMkLst>
      </pc:sldChg>
      <pc:sldChg chg="del">
        <pc:chgData name="Adam Brown (Astrea Central)" userId="e4577f1c-a0ea-4eef-9851-9bdbe8619e58" providerId="ADAL" clId="{14AD6AD5-568E-4143-9188-20DAA3A5836E}" dt="2025-10-02T09:32:25.320" v="0" actId="47"/>
        <pc:sldMkLst>
          <pc:docMk/>
          <pc:sldMk cId="767224884" sldId="782"/>
        </pc:sldMkLst>
      </pc:sldChg>
      <pc:sldChg chg="del">
        <pc:chgData name="Adam Brown (Astrea Central)" userId="e4577f1c-a0ea-4eef-9851-9bdbe8619e58" providerId="ADAL" clId="{14AD6AD5-568E-4143-9188-20DAA3A5836E}" dt="2025-10-02T09:32:25.320" v="0" actId="47"/>
        <pc:sldMkLst>
          <pc:docMk/>
          <pc:sldMk cId="1441230580" sldId="783"/>
        </pc:sldMkLst>
      </pc:sldChg>
      <pc:sldChg chg="del">
        <pc:chgData name="Adam Brown (Astrea Central)" userId="e4577f1c-a0ea-4eef-9851-9bdbe8619e58" providerId="ADAL" clId="{14AD6AD5-568E-4143-9188-20DAA3A5836E}" dt="2025-10-02T09:32:25.320" v="0" actId="47"/>
        <pc:sldMkLst>
          <pc:docMk/>
          <pc:sldMk cId="2171972462" sldId="784"/>
        </pc:sldMkLst>
      </pc:sldChg>
      <pc:sldChg chg="del">
        <pc:chgData name="Adam Brown (Astrea Central)" userId="e4577f1c-a0ea-4eef-9851-9bdbe8619e58" providerId="ADAL" clId="{14AD6AD5-568E-4143-9188-20DAA3A5836E}" dt="2025-10-02T09:32:25.320" v="0" actId="47"/>
        <pc:sldMkLst>
          <pc:docMk/>
          <pc:sldMk cId="749046522" sldId="785"/>
        </pc:sldMkLst>
      </pc:sldChg>
      <pc:sldChg chg="del">
        <pc:chgData name="Adam Brown (Astrea Central)" userId="e4577f1c-a0ea-4eef-9851-9bdbe8619e58" providerId="ADAL" clId="{14AD6AD5-568E-4143-9188-20DAA3A5836E}" dt="2025-10-02T09:32:25.320" v="0" actId="47"/>
        <pc:sldMkLst>
          <pc:docMk/>
          <pc:sldMk cId="3670830453" sldId="786"/>
        </pc:sldMkLst>
      </pc:sldChg>
      <pc:sldChg chg="del">
        <pc:chgData name="Adam Brown (Astrea Central)" userId="e4577f1c-a0ea-4eef-9851-9bdbe8619e58" providerId="ADAL" clId="{14AD6AD5-568E-4143-9188-20DAA3A5836E}" dt="2025-10-02T09:32:25.320" v="0" actId="47"/>
        <pc:sldMkLst>
          <pc:docMk/>
          <pc:sldMk cId="4152920570" sldId="787"/>
        </pc:sldMkLst>
      </pc:sldChg>
      <pc:sldChg chg="del">
        <pc:chgData name="Adam Brown (Astrea Central)" userId="e4577f1c-a0ea-4eef-9851-9bdbe8619e58" providerId="ADAL" clId="{14AD6AD5-568E-4143-9188-20DAA3A5836E}" dt="2025-10-02T09:32:25.320" v="0" actId="47"/>
        <pc:sldMkLst>
          <pc:docMk/>
          <pc:sldMk cId="15408998" sldId="788"/>
        </pc:sldMkLst>
      </pc:sldChg>
      <pc:sldChg chg="del">
        <pc:chgData name="Adam Brown (Astrea Central)" userId="e4577f1c-a0ea-4eef-9851-9bdbe8619e58" providerId="ADAL" clId="{14AD6AD5-568E-4143-9188-20DAA3A5836E}" dt="2025-10-02T09:32:25.320" v="0" actId="47"/>
        <pc:sldMkLst>
          <pc:docMk/>
          <pc:sldMk cId="3547202211" sldId="789"/>
        </pc:sldMkLst>
      </pc:sldChg>
      <pc:sldChg chg="del">
        <pc:chgData name="Adam Brown (Astrea Central)" userId="e4577f1c-a0ea-4eef-9851-9bdbe8619e58" providerId="ADAL" clId="{14AD6AD5-568E-4143-9188-20DAA3A5836E}" dt="2025-10-02T09:32:25.320" v="0" actId="47"/>
        <pc:sldMkLst>
          <pc:docMk/>
          <pc:sldMk cId="1155165873" sldId="790"/>
        </pc:sldMkLst>
      </pc:sldChg>
      <pc:sldChg chg="del">
        <pc:chgData name="Adam Brown (Astrea Central)" userId="e4577f1c-a0ea-4eef-9851-9bdbe8619e58" providerId="ADAL" clId="{14AD6AD5-568E-4143-9188-20DAA3A5836E}" dt="2025-10-02T09:32:25.320" v="0" actId="47"/>
        <pc:sldMkLst>
          <pc:docMk/>
          <pc:sldMk cId="3723355695" sldId="1232"/>
        </pc:sldMkLst>
      </pc:sldChg>
      <pc:sldChg chg="del">
        <pc:chgData name="Adam Brown (Astrea Central)" userId="e4577f1c-a0ea-4eef-9851-9bdbe8619e58" providerId="ADAL" clId="{14AD6AD5-568E-4143-9188-20DAA3A5836E}" dt="2025-10-02T09:32:25.320" v="0" actId="47"/>
        <pc:sldMkLst>
          <pc:docMk/>
          <pc:sldMk cId="1367264850" sldId="1233"/>
        </pc:sldMkLst>
      </pc:sldChg>
      <pc:sldChg chg="del">
        <pc:chgData name="Adam Brown (Astrea Central)" userId="e4577f1c-a0ea-4eef-9851-9bdbe8619e58" providerId="ADAL" clId="{14AD6AD5-568E-4143-9188-20DAA3A5836E}" dt="2025-10-02T09:32:25.320" v="0" actId="47"/>
        <pc:sldMkLst>
          <pc:docMk/>
          <pc:sldMk cId="3632875335" sldId="1234"/>
        </pc:sldMkLst>
      </pc:sldChg>
      <pc:sldChg chg="del">
        <pc:chgData name="Adam Brown (Astrea Central)" userId="e4577f1c-a0ea-4eef-9851-9bdbe8619e58" providerId="ADAL" clId="{14AD6AD5-568E-4143-9188-20DAA3A5836E}" dt="2025-10-02T09:32:25.320" v="0" actId="47"/>
        <pc:sldMkLst>
          <pc:docMk/>
          <pc:sldMk cId="1672177246" sldId="1235"/>
        </pc:sldMkLst>
      </pc:sldChg>
      <pc:sldChg chg="del">
        <pc:chgData name="Adam Brown (Astrea Central)" userId="e4577f1c-a0ea-4eef-9851-9bdbe8619e58" providerId="ADAL" clId="{14AD6AD5-568E-4143-9188-20DAA3A5836E}" dt="2025-10-02T09:32:25.320" v="0" actId="47"/>
        <pc:sldMkLst>
          <pc:docMk/>
          <pc:sldMk cId="3096346053" sldId="1236"/>
        </pc:sldMkLst>
      </pc:sldChg>
      <pc:sldChg chg="del">
        <pc:chgData name="Adam Brown (Astrea Central)" userId="e4577f1c-a0ea-4eef-9851-9bdbe8619e58" providerId="ADAL" clId="{14AD6AD5-568E-4143-9188-20DAA3A5836E}" dt="2025-10-02T09:32:25.320" v="0" actId="47"/>
        <pc:sldMkLst>
          <pc:docMk/>
          <pc:sldMk cId="1132490060" sldId="1237"/>
        </pc:sldMkLst>
      </pc:sldChg>
      <pc:sldChg chg="add del">
        <pc:chgData name="Adam Brown (Astrea Central)" userId="e4577f1c-a0ea-4eef-9851-9bdbe8619e58" providerId="ADAL" clId="{14AD6AD5-568E-4143-9188-20DAA3A5836E}" dt="2025-10-02T09:33:04.161" v="3" actId="47"/>
        <pc:sldMkLst>
          <pc:docMk/>
          <pc:sldMk cId="838115027" sldId="1238"/>
        </pc:sldMkLst>
      </pc:sldChg>
      <pc:sldChg chg="add del">
        <pc:chgData name="Adam Brown (Astrea Central)" userId="e4577f1c-a0ea-4eef-9851-9bdbe8619e58" providerId="ADAL" clId="{14AD6AD5-568E-4143-9188-20DAA3A5836E}" dt="2025-10-02T09:33:04.161" v="3" actId="47"/>
        <pc:sldMkLst>
          <pc:docMk/>
          <pc:sldMk cId="1833279146" sldId="1239"/>
        </pc:sldMkLst>
      </pc:sldChg>
      <pc:sldChg chg="add del">
        <pc:chgData name="Adam Brown (Astrea Central)" userId="e4577f1c-a0ea-4eef-9851-9bdbe8619e58" providerId="ADAL" clId="{14AD6AD5-568E-4143-9188-20DAA3A5836E}" dt="2025-10-02T09:33:04.161" v="3" actId="47"/>
        <pc:sldMkLst>
          <pc:docMk/>
          <pc:sldMk cId="993769474" sldId="1240"/>
        </pc:sldMkLst>
      </pc:sldChg>
      <pc:sldChg chg="add del">
        <pc:chgData name="Adam Brown (Astrea Central)" userId="e4577f1c-a0ea-4eef-9851-9bdbe8619e58" providerId="ADAL" clId="{14AD6AD5-568E-4143-9188-20DAA3A5836E}" dt="2025-10-02T09:33:04.161" v="3" actId="47"/>
        <pc:sldMkLst>
          <pc:docMk/>
          <pc:sldMk cId="3931081816" sldId="1241"/>
        </pc:sldMkLst>
      </pc:sldChg>
      <pc:sldChg chg="del">
        <pc:chgData name="Adam Brown (Astrea Central)" userId="e4577f1c-a0ea-4eef-9851-9bdbe8619e58" providerId="ADAL" clId="{14AD6AD5-568E-4143-9188-20DAA3A5836E}" dt="2025-10-02T09:32:25.320" v="0" actId="47"/>
        <pc:sldMkLst>
          <pc:docMk/>
          <pc:sldMk cId="2217879506" sldId="1242"/>
        </pc:sldMkLst>
      </pc:sldChg>
      <pc:sldChg chg="del">
        <pc:chgData name="Adam Brown (Astrea Central)" userId="e4577f1c-a0ea-4eef-9851-9bdbe8619e58" providerId="ADAL" clId="{14AD6AD5-568E-4143-9188-20DAA3A5836E}" dt="2025-10-02T09:32:25.320" v="0" actId="47"/>
        <pc:sldMkLst>
          <pc:docMk/>
          <pc:sldMk cId="3953004801" sldId="1243"/>
        </pc:sldMkLst>
      </pc:sldChg>
      <pc:sldChg chg="del">
        <pc:chgData name="Adam Brown (Astrea Central)" userId="e4577f1c-a0ea-4eef-9851-9bdbe8619e58" providerId="ADAL" clId="{14AD6AD5-568E-4143-9188-20DAA3A5836E}" dt="2025-10-02T09:32:25.320" v="0" actId="47"/>
        <pc:sldMkLst>
          <pc:docMk/>
          <pc:sldMk cId="718419551" sldId="1244"/>
        </pc:sldMkLst>
      </pc:sldChg>
      <pc:sldChg chg="del">
        <pc:chgData name="Adam Brown (Astrea Central)" userId="e4577f1c-a0ea-4eef-9851-9bdbe8619e58" providerId="ADAL" clId="{14AD6AD5-568E-4143-9188-20DAA3A5836E}" dt="2025-10-02T09:32:25.320" v="0" actId="47"/>
        <pc:sldMkLst>
          <pc:docMk/>
          <pc:sldMk cId="868366235" sldId="1245"/>
        </pc:sldMkLst>
      </pc:sldChg>
      <pc:sldChg chg="add del">
        <pc:chgData name="Adam Brown (Astrea Central)" userId="e4577f1c-a0ea-4eef-9851-9bdbe8619e58" providerId="ADAL" clId="{14AD6AD5-568E-4143-9188-20DAA3A5836E}" dt="2025-10-02T09:32:56.806" v="2" actId="47"/>
        <pc:sldMkLst>
          <pc:docMk/>
          <pc:sldMk cId="2730425560" sldId="1246"/>
        </pc:sldMkLst>
      </pc:sldChg>
      <pc:sldChg chg="add del">
        <pc:chgData name="Adam Brown (Astrea Central)" userId="e4577f1c-a0ea-4eef-9851-9bdbe8619e58" providerId="ADAL" clId="{14AD6AD5-568E-4143-9188-20DAA3A5836E}" dt="2025-10-02T09:33:13.748" v="4" actId="47"/>
        <pc:sldMkLst>
          <pc:docMk/>
          <pc:sldMk cId="1575759774" sldId="1247"/>
        </pc:sldMkLst>
      </pc:sldChg>
      <pc:sldChg chg="add del">
        <pc:chgData name="Adam Brown (Astrea Central)" userId="e4577f1c-a0ea-4eef-9851-9bdbe8619e58" providerId="ADAL" clId="{14AD6AD5-568E-4143-9188-20DAA3A5836E}" dt="2025-10-02T09:33:18.664" v="5" actId="47"/>
        <pc:sldMkLst>
          <pc:docMk/>
          <pc:sldMk cId="2482332410" sldId="1248"/>
        </pc:sldMkLst>
      </pc:sldChg>
      <pc:sldChg chg="add del">
        <pc:chgData name="Adam Brown (Astrea Central)" userId="e4577f1c-a0ea-4eef-9851-9bdbe8619e58" providerId="ADAL" clId="{14AD6AD5-568E-4143-9188-20DAA3A5836E}" dt="2025-10-02T09:32:56.806" v="2" actId="47"/>
        <pc:sldMkLst>
          <pc:docMk/>
          <pc:sldMk cId="2544976946" sldId="1249"/>
        </pc:sldMkLst>
      </pc:sldChg>
      <pc:sldChg chg="add del">
        <pc:chgData name="Adam Brown (Astrea Central)" userId="e4577f1c-a0ea-4eef-9851-9bdbe8619e58" providerId="ADAL" clId="{14AD6AD5-568E-4143-9188-20DAA3A5836E}" dt="2025-10-02T09:32:56.806" v="2" actId="47"/>
        <pc:sldMkLst>
          <pc:docMk/>
          <pc:sldMk cId="3137427550" sldId="1250"/>
        </pc:sldMkLst>
      </pc:sldChg>
    </pc:docChg>
  </pc:docChgLst>
  <pc:docChgLst>
    <pc:chgData name="Adam Brown (Astrea Central)" userId="e4577f1c-a0ea-4eef-9851-9bdbe8619e58" providerId="ADAL" clId="{1C8439A8-903A-4D86-AA3D-7CAC932555EB}"/>
    <pc:docChg chg="undo custSel addSld delSld modSld">
      <pc:chgData name="Adam Brown (Astrea Central)" userId="e4577f1c-a0ea-4eef-9851-9bdbe8619e58" providerId="ADAL" clId="{1C8439A8-903A-4D86-AA3D-7CAC932555EB}" dt="2025-09-11T10:46:13.947" v="1327" actId="478"/>
      <pc:docMkLst>
        <pc:docMk/>
      </pc:docMkLst>
      <pc:sldChg chg="delSp add del mod">
        <pc:chgData name="Adam Brown (Astrea Central)" userId="e4577f1c-a0ea-4eef-9851-9bdbe8619e58" providerId="ADAL" clId="{1C8439A8-903A-4D86-AA3D-7CAC932555EB}" dt="2025-09-11T10:44:28.264" v="1285" actId="478"/>
        <pc:sldMkLst>
          <pc:docMk/>
          <pc:sldMk cId="962425829" sldId="263"/>
        </pc:sldMkLst>
      </pc:sldChg>
      <pc:sldChg chg="delSp mod">
        <pc:chgData name="Adam Brown (Astrea Central)" userId="e4577f1c-a0ea-4eef-9851-9bdbe8619e58" providerId="ADAL" clId="{1C8439A8-903A-4D86-AA3D-7CAC932555EB}" dt="2025-09-11T10:44:41.699" v="1289" actId="478"/>
        <pc:sldMkLst>
          <pc:docMk/>
          <pc:sldMk cId="1800071420" sldId="264"/>
        </pc:sldMkLst>
      </pc:sldChg>
      <pc:sldChg chg="delSp mod">
        <pc:chgData name="Adam Brown (Astrea Central)" userId="e4577f1c-a0ea-4eef-9851-9bdbe8619e58" providerId="ADAL" clId="{1C8439A8-903A-4D86-AA3D-7CAC932555EB}" dt="2025-09-11T10:45:49.612" v="1315" actId="478"/>
        <pc:sldMkLst>
          <pc:docMk/>
          <pc:sldMk cId="1896114032" sldId="268"/>
        </pc:sldMkLst>
      </pc:sldChg>
      <pc:sldChg chg="delSp mod">
        <pc:chgData name="Adam Brown (Astrea Central)" userId="e4577f1c-a0ea-4eef-9851-9bdbe8619e58" providerId="ADAL" clId="{1C8439A8-903A-4D86-AA3D-7CAC932555EB}" dt="2025-09-11T10:24:21.293" v="293" actId="478"/>
        <pc:sldMkLst>
          <pc:docMk/>
          <pc:sldMk cId="262385358" sldId="271"/>
        </pc:sldMkLst>
      </pc:sldChg>
      <pc:sldChg chg="addSp delSp modSp mod">
        <pc:chgData name="Adam Brown (Astrea Central)" userId="e4577f1c-a0ea-4eef-9851-9bdbe8619e58" providerId="ADAL" clId="{1C8439A8-903A-4D86-AA3D-7CAC932555EB}" dt="2025-09-11T10:23:01.019" v="259" actId="478"/>
        <pc:sldMkLst>
          <pc:docMk/>
          <pc:sldMk cId="2345233513" sldId="298"/>
        </pc:sldMkLst>
      </pc:sldChg>
      <pc:sldChg chg="delSp mod">
        <pc:chgData name="Adam Brown (Astrea Central)" userId="e4577f1c-a0ea-4eef-9851-9bdbe8619e58" providerId="ADAL" clId="{1C8439A8-903A-4D86-AA3D-7CAC932555EB}" dt="2025-09-11T10:23:35.974" v="275" actId="478"/>
        <pc:sldMkLst>
          <pc:docMk/>
          <pc:sldMk cId="2798923889" sldId="301"/>
        </pc:sldMkLst>
      </pc:sldChg>
      <pc:sldChg chg="addSp delSp mod">
        <pc:chgData name="Adam Brown (Astrea Central)" userId="e4577f1c-a0ea-4eef-9851-9bdbe8619e58" providerId="ADAL" clId="{1C8439A8-903A-4D86-AA3D-7CAC932555EB}" dt="2025-09-11T10:24:01.907" v="284" actId="478"/>
        <pc:sldMkLst>
          <pc:docMk/>
          <pc:sldMk cId="3848312339" sldId="304"/>
        </pc:sldMkLst>
      </pc:sldChg>
      <pc:sldChg chg="addSp delSp mod">
        <pc:chgData name="Adam Brown (Astrea Central)" userId="e4577f1c-a0ea-4eef-9851-9bdbe8619e58" providerId="ADAL" clId="{1C8439A8-903A-4D86-AA3D-7CAC932555EB}" dt="2025-09-11T10:25:35.133" v="337" actId="478"/>
        <pc:sldMkLst>
          <pc:docMk/>
          <pc:sldMk cId="2748859554" sldId="308"/>
        </pc:sldMkLst>
      </pc:sldChg>
      <pc:sldChg chg="delSp mod">
        <pc:chgData name="Adam Brown (Astrea Central)" userId="e4577f1c-a0ea-4eef-9851-9bdbe8619e58" providerId="ADAL" clId="{1C8439A8-903A-4D86-AA3D-7CAC932555EB}" dt="2025-09-11T10:28:54.491" v="446" actId="478"/>
        <pc:sldMkLst>
          <pc:docMk/>
          <pc:sldMk cId="425293585" sldId="311"/>
        </pc:sldMkLst>
      </pc:sldChg>
      <pc:sldChg chg="addSp delSp mod">
        <pc:chgData name="Adam Brown (Astrea Central)" userId="e4577f1c-a0ea-4eef-9851-9bdbe8619e58" providerId="ADAL" clId="{1C8439A8-903A-4D86-AA3D-7CAC932555EB}" dt="2025-09-11T10:31:32.536" v="556" actId="478"/>
        <pc:sldMkLst>
          <pc:docMk/>
          <pc:sldMk cId="886251300" sldId="318"/>
        </pc:sldMkLst>
      </pc:sldChg>
      <pc:sldChg chg="delSp mod">
        <pc:chgData name="Adam Brown (Astrea Central)" userId="e4577f1c-a0ea-4eef-9851-9bdbe8619e58" providerId="ADAL" clId="{1C8439A8-903A-4D86-AA3D-7CAC932555EB}" dt="2025-09-11T10:31:42.580" v="564" actId="478"/>
        <pc:sldMkLst>
          <pc:docMk/>
          <pc:sldMk cId="1476577565" sldId="319"/>
        </pc:sldMkLst>
      </pc:sldChg>
      <pc:sldChg chg="delSp modSp mod">
        <pc:chgData name="Adam Brown (Astrea Central)" userId="e4577f1c-a0ea-4eef-9851-9bdbe8619e58" providerId="ADAL" clId="{1C8439A8-903A-4D86-AA3D-7CAC932555EB}" dt="2025-09-11T10:19:43.608" v="124" actId="478"/>
        <pc:sldMkLst>
          <pc:docMk/>
          <pc:sldMk cId="3441728355" sldId="386"/>
        </pc:sldMkLst>
      </pc:sldChg>
      <pc:sldChg chg="delSp modSp mod">
        <pc:chgData name="Adam Brown (Astrea Central)" userId="e4577f1c-a0ea-4eef-9851-9bdbe8619e58" providerId="ADAL" clId="{1C8439A8-903A-4D86-AA3D-7CAC932555EB}" dt="2025-09-11T10:20:55.915" v="155" actId="478"/>
        <pc:sldMkLst>
          <pc:docMk/>
          <pc:sldMk cId="2669769063" sldId="387"/>
        </pc:sldMkLst>
      </pc:sldChg>
      <pc:sldChg chg="addSp delSp mod">
        <pc:chgData name="Adam Brown (Astrea Central)" userId="e4577f1c-a0ea-4eef-9851-9bdbe8619e58" providerId="ADAL" clId="{1C8439A8-903A-4D86-AA3D-7CAC932555EB}" dt="2025-09-11T10:26:42.685" v="377" actId="478"/>
        <pc:sldMkLst>
          <pc:docMk/>
          <pc:sldMk cId="505183128" sldId="391"/>
        </pc:sldMkLst>
      </pc:sldChg>
      <pc:sldChg chg="modSp mod">
        <pc:chgData name="Adam Brown (Astrea Central)" userId="e4577f1c-a0ea-4eef-9851-9bdbe8619e58" providerId="ADAL" clId="{1C8439A8-903A-4D86-AA3D-7CAC932555EB}" dt="2025-09-11T10:35:33.300" v="845" actId="20577"/>
        <pc:sldMkLst>
          <pc:docMk/>
          <pc:sldMk cId="2275730419" sldId="392"/>
        </pc:sldMkLst>
      </pc:sldChg>
      <pc:sldChg chg="modSp mod">
        <pc:chgData name="Adam Brown (Astrea Central)" userId="e4577f1c-a0ea-4eef-9851-9bdbe8619e58" providerId="ADAL" clId="{1C8439A8-903A-4D86-AA3D-7CAC932555EB}" dt="2025-09-11T10:34:55.949" v="778" actId="20577"/>
        <pc:sldMkLst>
          <pc:docMk/>
          <pc:sldMk cId="2871142808" sldId="393"/>
        </pc:sldMkLst>
      </pc:sldChg>
      <pc:sldChg chg="delSp modSp mod">
        <pc:chgData name="Adam Brown (Astrea Central)" userId="e4577f1c-a0ea-4eef-9851-9bdbe8619e58" providerId="ADAL" clId="{1C8439A8-903A-4D86-AA3D-7CAC932555EB}" dt="2025-09-11T10:35:56.619" v="865" actId="20577"/>
        <pc:sldMkLst>
          <pc:docMk/>
          <pc:sldMk cId="3987130587" sldId="394"/>
        </pc:sldMkLst>
      </pc:sldChg>
      <pc:sldChg chg="delSp modSp mod">
        <pc:chgData name="Adam Brown (Astrea Central)" userId="e4577f1c-a0ea-4eef-9851-9bdbe8619e58" providerId="ADAL" clId="{1C8439A8-903A-4D86-AA3D-7CAC932555EB}" dt="2025-09-11T10:36:07.260" v="870" actId="20577"/>
        <pc:sldMkLst>
          <pc:docMk/>
          <pc:sldMk cId="3618906114" sldId="395"/>
        </pc:sldMkLst>
      </pc:sldChg>
      <pc:sldChg chg="modSp mod">
        <pc:chgData name="Adam Brown (Astrea Central)" userId="e4577f1c-a0ea-4eef-9851-9bdbe8619e58" providerId="ADAL" clId="{1C8439A8-903A-4D86-AA3D-7CAC932555EB}" dt="2025-09-11T10:35:22.071" v="823" actId="20577"/>
        <pc:sldMkLst>
          <pc:docMk/>
          <pc:sldMk cId="689078840" sldId="396"/>
        </pc:sldMkLst>
      </pc:sldChg>
      <pc:sldChg chg="modSp mod">
        <pc:chgData name="Adam Brown (Astrea Central)" userId="e4577f1c-a0ea-4eef-9851-9bdbe8619e58" providerId="ADAL" clId="{1C8439A8-903A-4D86-AA3D-7CAC932555EB}" dt="2025-09-11T10:35:05.336" v="796" actId="20577"/>
        <pc:sldMkLst>
          <pc:docMk/>
          <pc:sldMk cId="3125050129" sldId="397"/>
        </pc:sldMkLst>
      </pc:sldChg>
      <pc:sldChg chg="modSp mod">
        <pc:chgData name="Adam Brown (Astrea Central)" userId="e4577f1c-a0ea-4eef-9851-9bdbe8619e58" providerId="ADAL" clId="{1C8439A8-903A-4D86-AA3D-7CAC932555EB}" dt="2025-09-11T10:33:51.310" v="675" actId="20577"/>
        <pc:sldMkLst>
          <pc:docMk/>
          <pc:sldMk cId="2163301936" sldId="398"/>
        </pc:sldMkLst>
      </pc:sldChg>
      <pc:sldChg chg="addSp delSp modSp mod">
        <pc:chgData name="Adam Brown (Astrea Central)" userId="e4577f1c-a0ea-4eef-9851-9bdbe8619e58" providerId="ADAL" clId="{1C8439A8-903A-4D86-AA3D-7CAC932555EB}" dt="2025-09-11T10:34:15.975" v="698" actId="6549"/>
        <pc:sldMkLst>
          <pc:docMk/>
          <pc:sldMk cId="4190285265" sldId="399"/>
        </pc:sldMkLst>
      </pc:sldChg>
      <pc:sldChg chg="delSp mod">
        <pc:chgData name="Adam Brown (Astrea Central)" userId="e4577f1c-a0ea-4eef-9851-9bdbe8619e58" providerId="ADAL" clId="{1C8439A8-903A-4D86-AA3D-7CAC932555EB}" dt="2025-09-11T10:32:41.256" v="610" actId="478"/>
        <pc:sldMkLst>
          <pc:docMk/>
          <pc:sldMk cId="3698607653" sldId="403"/>
        </pc:sldMkLst>
      </pc:sldChg>
      <pc:sldChg chg="delSp modSp mod">
        <pc:chgData name="Adam Brown (Astrea Central)" userId="e4577f1c-a0ea-4eef-9851-9bdbe8619e58" providerId="ADAL" clId="{1C8439A8-903A-4D86-AA3D-7CAC932555EB}" dt="2025-09-11T10:16:33.727" v="30" actId="478"/>
        <pc:sldMkLst>
          <pc:docMk/>
          <pc:sldMk cId="871156449" sldId="408"/>
        </pc:sldMkLst>
      </pc:sldChg>
      <pc:sldChg chg="modSp mod">
        <pc:chgData name="Adam Brown (Astrea Central)" userId="e4577f1c-a0ea-4eef-9851-9bdbe8619e58" providerId="ADAL" clId="{1C8439A8-903A-4D86-AA3D-7CAC932555EB}" dt="2025-09-11T10:16:44.724" v="35" actId="20577"/>
        <pc:sldMkLst>
          <pc:docMk/>
          <pc:sldMk cId="2103105370" sldId="410"/>
        </pc:sldMkLst>
      </pc:sldChg>
      <pc:sldChg chg="delSp modSp mod">
        <pc:chgData name="Adam Brown (Astrea Central)" userId="e4577f1c-a0ea-4eef-9851-9bdbe8619e58" providerId="ADAL" clId="{1C8439A8-903A-4D86-AA3D-7CAC932555EB}" dt="2025-09-11T10:45:33.682" v="1307" actId="478"/>
        <pc:sldMkLst>
          <pc:docMk/>
          <pc:sldMk cId="1606562861" sldId="414"/>
        </pc:sldMkLst>
        <pc:graphicFrameChg chg="modGraphic">
          <ac:chgData name="Adam Brown (Astrea Central)" userId="e4577f1c-a0ea-4eef-9851-9bdbe8619e58" providerId="ADAL" clId="{1C8439A8-903A-4D86-AA3D-7CAC932555EB}" dt="2025-09-11T10:45:21.281" v="1305" actId="113"/>
          <ac:graphicFrameMkLst>
            <pc:docMk/>
            <pc:sldMk cId="1606562861" sldId="414"/>
            <ac:graphicFrameMk id="3" creationId="{57C92196-68B8-BFEF-C652-56AECC9235FF}"/>
          </ac:graphicFrameMkLst>
        </pc:graphicFrameChg>
      </pc:sldChg>
      <pc:sldChg chg="delSp mod">
        <pc:chgData name="Adam Brown (Astrea Central)" userId="e4577f1c-a0ea-4eef-9851-9bdbe8619e58" providerId="ADAL" clId="{1C8439A8-903A-4D86-AA3D-7CAC932555EB}" dt="2025-09-11T10:30:59.685" v="543" actId="478"/>
        <pc:sldMkLst>
          <pc:docMk/>
          <pc:sldMk cId="644135722" sldId="423"/>
        </pc:sldMkLst>
      </pc:sldChg>
      <pc:sldChg chg="delSp modSp mod">
        <pc:chgData name="Adam Brown (Astrea Central)" userId="e4577f1c-a0ea-4eef-9851-9bdbe8619e58" providerId="ADAL" clId="{1C8439A8-903A-4D86-AA3D-7CAC932555EB}" dt="2025-09-11T10:33:25.274" v="636" actId="478"/>
        <pc:sldMkLst>
          <pc:docMk/>
          <pc:sldMk cId="3320072963" sldId="584"/>
        </pc:sldMkLst>
      </pc:sldChg>
      <pc:sldChg chg="delSp mod">
        <pc:chgData name="Adam Brown (Astrea Central)" userId="e4577f1c-a0ea-4eef-9851-9bdbe8619e58" providerId="ADAL" clId="{1C8439A8-903A-4D86-AA3D-7CAC932555EB}" dt="2025-09-11T10:15:20.424" v="3" actId="478"/>
        <pc:sldMkLst>
          <pc:docMk/>
          <pc:sldMk cId="3303306997" sldId="609"/>
        </pc:sldMkLst>
      </pc:sldChg>
      <pc:sldChg chg="delSp mod">
        <pc:chgData name="Adam Brown (Astrea Central)" userId="e4577f1c-a0ea-4eef-9851-9bdbe8619e58" providerId="ADAL" clId="{1C8439A8-903A-4D86-AA3D-7CAC932555EB}" dt="2025-09-11T10:15:29.362" v="6" actId="478"/>
        <pc:sldMkLst>
          <pc:docMk/>
          <pc:sldMk cId="3253914428" sldId="610"/>
        </pc:sldMkLst>
      </pc:sldChg>
      <pc:sldChg chg="modSp mod">
        <pc:chgData name="Adam Brown (Astrea Central)" userId="e4577f1c-a0ea-4eef-9851-9bdbe8619e58" providerId="ADAL" clId="{1C8439A8-903A-4D86-AA3D-7CAC932555EB}" dt="2025-09-11T10:33:09.442" v="625" actId="6549"/>
        <pc:sldMkLst>
          <pc:docMk/>
          <pc:sldMk cId="2079907743" sldId="623"/>
        </pc:sldMkLst>
      </pc:sldChg>
      <pc:sldChg chg="modSp mod">
        <pc:chgData name="Adam Brown (Astrea Central)" userId="e4577f1c-a0ea-4eef-9851-9bdbe8619e58" providerId="ADAL" clId="{1C8439A8-903A-4D86-AA3D-7CAC932555EB}" dt="2025-09-11T10:36:21.766" v="895" actId="20577"/>
        <pc:sldMkLst>
          <pc:docMk/>
          <pc:sldMk cId="1364163814" sldId="627"/>
        </pc:sldMkLst>
      </pc:sldChg>
      <pc:sldChg chg="modSp mod">
        <pc:chgData name="Adam Brown (Astrea Central)" userId="e4577f1c-a0ea-4eef-9851-9bdbe8619e58" providerId="ADAL" clId="{1C8439A8-903A-4D86-AA3D-7CAC932555EB}" dt="2025-09-11T10:37:26.478" v="991" actId="20577"/>
        <pc:sldMkLst>
          <pc:docMk/>
          <pc:sldMk cId="2464929012" sldId="630"/>
        </pc:sldMkLst>
      </pc:sldChg>
      <pc:sldChg chg="addSp delSp modSp mod">
        <pc:chgData name="Adam Brown (Astrea Central)" userId="e4577f1c-a0ea-4eef-9851-9bdbe8619e58" providerId="ADAL" clId="{1C8439A8-903A-4D86-AA3D-7CAC932555EB}" dt="2025-09-11T10:43:08.412" v="1217" actId="20577"/>
        <pc:sldMkLst>
          <pc:docMk/>
          <pc:sldMk cId="2603023560" sldId="635"/>
        </pc:sldMkLst>
        <pc:spChg chg="add del mod">
          <ac:chgData name="Adam Brown (Astrea Central)" userId="e4577f1c-a0ea-4eef-9851-9bdbe8619e58" providerId="ADAL" clId="{1C8439A8-903A-4D86-AA3D-7CAC932555EB}" dt="2025-09-11T10:41:34.862" v="1133" actId="20577"/>
          <ac:spMkLst>
            <pc:docMk/>
            <pc:sldMk cId="2603023560" sldId="635"/>
            <ac:spMk id="59" creationId="{C93CB31C-817D-EDC3-4881-081CA76F71B3}"/>
          </ac:spMkLst>
        </pc:spChg>
        <pc:spChg chg="mod">
          <ac:chgData name="Adam Brown (Astrea Central)" userId="e4577f1c-a0ea-4eef-9851-9bdbe8619e58" providerId="ADAL" clId="{1C8439A8-903A-4D86-AA3D-7CAC932555EB}" dt="2025-09-11T10:41:36.457" v="1135" actId="20577"/>
          <ac:spMkLst>
            <pc:docMk/>
            <pc:sldMk cId="2603023560" sldId="635"/>
            <ac:spMk id="60" creationId="{B81FCEF4-1C1C-3412-91D9-FC6A6184AAC1}"/>
          </ac:spMkLst>
        </pc:spChg>
        <pc:spChg chg="mod">
          <ac:chgData name="Adam Brown (Astrea Central)" userId="e4577f1c-a0ea-4eef-9851-9bdbe8619e58" providerId="ADAL" clId="{1C8439A8-903A-4D86-AA3D-7CAC932555EB}" dt="2025-09-11T10:41:39.482" v="1136" actId="20577"/>
          <ac:spMkLst>
            <pc:docMk/>
            <pc:sldMk cId="2603023560" sldId="635"/>
            <ac:spMk id="70" creationId="{49AE3622-D905-E16F-4149-3D9E34430B67}"/>
          </ac:spMkLst>
        </pc:spChg>
        <pc:spChg chg="mod">
          <ac:chgData name="Adam Brown (Astrea Central)" userId="e4577f1c-a0ea-4eef-9851-9bdbe8619e58" providerId="ADAL" clId="{1C8439A8-903A-4D86-AA3D-7CAC932555EB}" dt="2025-09-11T10:41:42.375" v="1138" actId="20577"/>
          <ac:spMkLst>
            <pc:docMk/>
            <pc:sldMk cId="2603023560" sldId="635"/>
            <ac:spMk id="71" creationId="{781DCBD3-24E0-2AA2-13FB-F8AA6CBD2009}"/>
          </ac:spMkLst>
        </pc:spChg>
        <pc:spChg chg="mod">
          <ac:chgData name="Adam Brown (Astrea Central)" userId="e4577f1c-a0ea-4eef-9851-9bdbe8619e58" providerId="ADAL" clId="{1C8439A8-903A-4D86-AA3D-7CAC932555EB}" dt="2025-09-11T10:41:44.888" v="1140" actId="20577"/>
          <ac:spMkLst>
            <pc:docMk/>
            <pc:sldMk cId="2603023560" sldId="635"/>
            <ac:spMk id="73" creationId="{5B748356-966E-27E9-BFDE-5E8728DD3906}"/>
          </ac:spMkLst>
        </pc:spChg>
        <pc:spChg chg="mod">
          <ac:chgData name="Adam Brown (Astrea Central)" userId="e4577f1c-a0ea-4eef-9851-9bdbe8619e58" providerId="ADAL" clId="{1C8439A8-903A-4D86-AA3D-7CAC932555EB}" dt="2025-09-11T10:41:46.794" v="1142" actId="20577"/>
          <ac:spMkLst>
            <pc:docMk/>
            <pc:sldMk cId="2603023560" sldId="635"/>
            <ac:spMk id="74" creationId="{9F106030-1DB1-27AF-F52B-6888DC0B3CEF}"/>
          </ac:spMkLst>
        </pc:spChg>
        <pc:spChg chg="mod">
          <ac:chgData name="Adam Brown (Astrea Central)" userId="e4577f1c-a0ea-4eef-9851-9bdbe8619e58" providerId="ADAL" clId="{1C8439A8-903A-4D86-AA3D-7CAC932555EB}" dt="2025-09-11T10:41:48.330" v="1144" actId="20577"/>
          <ac:spMkLst>
            <pc:docMk/>
            <pc:sldMk cId="2603023560" sldId="635"/>
            <ac:spMk id="75" creationId="{7F53180B-B3F2-F751-B8DC-039AB9BD85D2}"/>
          </ac:spMkLst>
        </pc:spChg>
        <pc:spChg chg="mod">
          <ac:chgData name="Adam Brown (Astrea Central)" userId="e4577f1c-a0ea-4eef-9851-9bdbe8619e58" providerId="ADAL" clId="{1C8439A8-903A-4D86-AA3D-7CAC932555EB}" dt="2025-09-11T10:41:51.645" v="1146" actId="20577"/>
          <ac:spMkLst>
            <pc:docMk/>
            <pc:sldMk cId="2603023560" sldId="635"/>
            <ac:spMk id="76" creationId="{F8F10FAF-8440-ADB3-2DA6-06889B577913}"/>
          </ac:spMkLst>
        </pc:spChg>
        <pc:spChg chg="mod">
          <ac:chgData name="Adam Brown (Astrea Central)" userId="e4577f1c-a0ea-4eef-9851-9bdbe8619e58" providerId="ADAL" clId="{1C8439A8-903A-4D86-AA3D-7CAC932555EB}" dt="2025-09-11T10:41:53.790" v="1148" actId="20577"/>
          <ac:spMkLst>
            <pc:docMk/>
            <pc:sldMk cId="2603023560" sldId="635"/>
            <ac:spMk id="78" creationId="{5E8B767A-CE1F-A31A-9D11-1D0B02C93E74}"/>
          </ac:spMkLst>
        </pc:spChg>
        <pc:spChg chg="mod">
          <ac:chgData name="Adam Brown (Astrea Central)" userId="e4577f1c-a0ea-4eef-9851-9bdbe8619e58" providerId="ADAL" clId="{1C8439A8-903A-4D86-AA3D-7CAC932555EB}" dt="2025-09-11T10:41:55.286" v="1150" actId="20577"/>
          <ac:spMkLst>
            <pc:docMk/>
            <pc:sldMk cId="2603023560" sldId="635"/>
            <ac:spMk id="79" creationId="{2D7113BD-1246-E5CD-C30A-C1031A4575B5}"/>
          </ac:spMkLst>
        </pc:spChg>
        <pc:spChg chg="mod">
          <ac:chgData name="Adam Brown (Astrea Central)" userId="e4577f1c-a0ea-4eef-9851-9bdbe8619e58" providerId="ADAL" clId="{1C8439A8-903A-4D86-AA3D-7CAC932555EB}" dt="2025-09-11T10:41:56.639" v="1151" actId="20577"/>
          <ac:spMkLst>
            <pc:docMk/>
            <pc:sldMk cId="2603023560" sldId="635"/>
            <ac:spMk id="90" creationId="{B9618191-CCA8-1131-7315-89EBB87C46F9}"/>
          </ac:spMkLst>
        </pc:spChg>
        <pc:spChg chg="mod">
          <ac:chgData name="Adam Brown (Astrea Central)" userId="e4577f1c-a0ea-4eef-9851-9bdbe8619e58" providerId="ADAL" clId="{1C8439A8-903A-4D86-AA3D-7CAC932555EB}" dt="2025-09-11T10:41:57.847" v="1153" actId="20577"/>
          <ac:spMkLst>
            <pc:docMk/>
            <pc:sldMk cId="2603023560" sldId="635"/>
            <ac:spMk id="91" creationId="{15A9B80C-09C9-453A-DCBE-FA15A3A665BB}"/>
          </ac:spMkLst>
        </pc:spChg>
        <pc:spChg chg="mod">
          <ac:chgData name="Adam Brown (Astrea Central)" userId="e4577f1c-a0ea-4eef-9851-9bdbe8619e58" providerId="ADAL" clId="{1C8439A8-903A-4D86-AA3D-7CAC932555EB}" dt="2025-09-11T10:42:15.842" v="1177" actId="20577"/>
          <ac:spMkLst>
            <pc:docMk/>
            <pc:sldMk cId="2603023560" sldId="635"/>
            <ac:spMk id="97" creationId="{7CA67846-0428-C53C-C2DC-CB11DC72C7DF}"/>
          </ac:spMkLst>
        </pc:spChg>
        <pc:spChg chg="mod">
          <ac:chgData name="Adam Brown (Astrea Central)" userId="e4577f1c-a0ea-4eef-9851-9bdbe8619e58" providerId="ADAL" clId="{1C8439A8-903A-4D86-AA3D-7CAC932555EB}" dt="2025-09-11T10:42:17.898" v="1179" actId="20577"/>
          <ac:spMkLst>
            <pc:docMk/>
            <pc:sldMk cId="2603023560" sldId="635"/>
            <ac:spMk id="98" creationId="{51E3A5F3-B621-5ABD-050C-EC0339D7B613}"/>
          </ac:spMkLst>
        </pc:spChg>
        <pc:spChg chg="mod">
          <ac:chgData name="Adam Brown (Astrea Central)" userId="e4577f1c-a0ea-4eef-9851-9bdbe8619e58" providerId="ADAL" clId="{1C8439A8-903A-4D86-AA3D-7CAC932555EB}" dt="2025-09-11T10:42:20.944" v="1182" actId="20577"/>
          <ac:spMkLst>
            <pc:docMk/>
            <pc:sldMk cId="2603023560" sldId="635"/>
            <ac:spMk id="99" creationId="{2B2E1A12-8D5B-6FF2-3050-1B8330B703DF}"/>
          </ac:spMkLst>
        </pc:spChg>
        <pc:spChg chg="mod">
          <ac:chgData name="Adam Brown (Astrea Central)" userId="e4577f1c-a0ea-4eef-9851-9bdbe8619e58" providerId="ADAL" clId="{1C8439A8-903A-4D86-AA3D-7CAC932555EB}" dt="2025-09-11T10:42:23.320" v="1183" actId="6549"/>
          <ac:spMkLst>
            <pc:docMk/>
            <pc:sldMk cId="2603023560" sldId="635"/>
            <ac:spMk id="100" creationId="{233B3EAD-22EE-7E06-2D2A-ECF61AB2D83E}"/>
          </ac:spMkLst>
        </pc:spChg>
        <pc:spChg chg="mod">
          <ac:chgData name="Adam Brown (Astrea Central)" userId="e4577f1c-a0ea-4eef-9851-9bdbe8619e58" providerId="ADAL" clId="{1C8439A8-903A-4D86-AA3D-7CAC932555EB}" dt="2025-09-11T10:42:07.040" v="1168" actId="20577"/>
          <ac:spMkLst>
            <pc:docMk/>
            <pc:sldMk cId="2603023560" sldId="635"/>
            <ac:spMk id="102" creationId="{9CD578E9-C7EC-6249-A561-50C39C95F8D7}"/>
          </ac:spMkLst>
        </pc:spChg>
        <pc:spChg chg="mod">
          <ac:chgData name="Adam Brown (Astrea Central)" userId="e4577f1c-a0ea-4eef-9851-9bdbe8619e58" providerId="ADAL" clId="{1C8439A8-903A-4D86-AA3D-7CAC932555EB}" dt="2025-09-11T10:42:08.135" v="1171" actId="20577"/>
          <ac:spMkLst>
            <pc:docMk/>
            <pc:sldMk cId="2603023560" sldId="635"/>
            <ac:spMk id="103" creationId="{87DA8D3E-C4CF-B7A4-6E3C-CAAC923BBAEF}"/>
          </ac:spMkLst>
        </pc:spChg>
        <pc:spChg chg="mod">
          <ac:chgData name="Adam Brown (Astrea Central)" userId="e4577f1c-a0ea-4eef-9851-9bdbe8619e58" providerId="ADAL" clId="{1C8439A8-903A-4D86-AA3D-7CAC932555EB}" dt="2025-09-11T10:42:12.105" v="1173" actId="20577"/>
          <ac:spMkLst>
            <pc:docMk/>
            <pc:sldMk cId="2603023560" sldId="635"/>
            <ac:spMk id="104" creationId="{D3000ED1-96A3-786D-AA20-C9BEAEA7A5D2}"/>
          </ac:spMkLst>
        </pc:spChg>
        <pc:spChg chg="mod">
          <ac:chgData name="Adam Brown (Astrea Central)" userId="e4577f1c-a0ea-4eef-9851-9bdbe8619e58" providerId="ADAL" clId="{1C8439A8-903A-4D86-AA3D-7CAC932555EB}" dt="2025-09-11T10:42:13.455" v="1175" actId="20577"/>
          <ac:spMkLst>
            <pc:docMk/>
            <pc:sldMk cId="2603023560" sldId="635"/>
            <ac:spMk id="105" creationId="{C0903157-CEB6-5301-88F5-1B1428A4AB0B}"/>
          </ac:spMkLst>
        </pc:spChg>
        <pc:spChg chg="mod">
          <ac:chgData name="Adam Brown (Astrea Central)" userId="e4577f1c-a0ea-4eef-9851-9bdbe8619e58" providerId="ADAL" clId="{1C8439A8-903A-4D86-AA3D-7CAC932555EB}" dt="2025-09-11T10:41:59.968" v="1156" actId="20577"/>
          <ac:spMkLst>
            <pc:docMk/>
            <pc:sldMk cId="2603023560" sldId="635"/>
            <ac:spMk id="107" creationId="{404F98CE-4CFF-0AE7-261D-0AEE78FEB681}"/>
          </ac:spMkLst>
        </pc:spChg>
        <pc:spChg chg="mod">
          <ac:chgData name="Adam Brown (Astrea Central)" userId="e4577f1c-a0ea-4eef-9851-9bdbe8619e58" providerId="ADAL" clId="{1C8439A8-903A-4D86-AA3D-7CAC932555EB}" dt="2025-09-11T10:42:02.736" v="1159" actId="20577"/>
          <ac:spMkLst>
            <pc:docMk/>
            <pc:sldMk cId="2603023560" sldId="635"/>
            <ac:spMk id="108" creationId="{3DBBC5E5-91E5-7EF8-0144-45F89C4A4165}"/>
          </ac:spMkLst>
        </pc:spChg>
        <pc:spChg chg="mod">
          <ac:chgData name="Adam Brown (Astrea Central)" userId="e4577f1c-a0ea-4eef-9851-9bdbe8619e58" providerId="ADAL" clId="{1C8439A8-903A-4D86-AA3D-7CAC932555EB}" dt="2025-09-11T10:42:03.868" v="1161" actId="20577"/>
          <ac:spMkLst>
            <pc:docMk/>
            <pc:sldMk cId="2603023560" sldId="635"/>
            <ac:spMk id="109" creationId="{708DB29D-7ED3-43C6-EA52-E8227D9F8B22}"/>
          </ac:spMkLst>
        </pc:spChg>
        <pc:spChg chg="mod">
          <ac:chgData name="Adam Brown (Astrea Central)" userId="e4577f1c-a0ea-4eef-9851-9bdbe8619e58" providerId="ADAL" clId="{1C8439A8-903A-4D86-AA3D-7CAC932555EB}" dt="2025-09-11T10:42:05.567" v="1165" actId="20577"/>
          <ac:spMkLst>
            <pc:docMk/>
            <pc:sldMk cId="2603023560" sldId="635"/>
            <ac:spMk id="110" creationId="{ED50214A-08C7-29D3-389F-7F8B2CE34ABC}"/>
          </ac:spMkLst>
        </pc:spChg>
        <pc:spChg chg="mod">
          <ac:chgData name="Adam Brown (Astrea Central)" userId="e4577f1c-a0ea-4eef-9851-9bdbe8619e58" providerId="ADAL" clId="{1C8439A8-903A-4D86-AA3D-7CAC932555EB}" dt="2025-09-11T10:42:25.033" v="1184" actId="20577"/>
          <ac:spMkLst>
            <pc:docMk/>
            <pc:sldMk cId="2603023560" sldId="635"/>
            <ac:spMk id="117" creationId="{449D8612-3FD2-D689-0665-E94CC3CF8DDB}"/>
          </ac:spMkLst>
        </pc:spChg>
        <pc:spChg chg="add del mod">
          <ac:chgData name="Adam Brown (Astrea Central)" userId="e4577f1c-a0ea-4eef-9851-9bdbe8619e58" providerId="ADAL" clId="{1C8439A8-903A-4D86-AA3D-7CAC932555EB}" dt="2025-09-11T10:42:32.220" v="1188" actId="20577"/>
          <ac:spMkLst>
            <pc:docMk/>
            <pc:sldMk cId="2603023560" sldId="635"/>
            <ac:spMk id="118" creationId="{F3B129A3-6B22-EE94-D9F8-E0C61858E407}"/>
          </ac:spMkLst>
        </pc:spChg>
        <pc:spChg chg="mod">
          <ac:chgData name="Adam Brown (Astrea Central)" userId="e4577f1c-a0ea-4eef-9851-9bdbe8619e58" providerId="ADAL" clId="{1C8439A8-903A-4D86-AA3D-7CAC932555EB}" dt="2025-09-11T10:42:33.673" v="1189" actId="20577"/>
          <ac:spMkLst>
            <pc:docMk/>
            <pc:sldMk cId="2603023560" sldId="635"/>
            <ac:spMk id="119" creationId="{48E7594C-0A75-A66B-5621-D6B2479FB8A8}"/>
          </ac:spMkLst>
        </pc:spChg>
        <pc:spChg chg="mod">
          <ac:chgData name="Adam Brown (Astrea Central)" userId="e4577f1c-a0ea-4eef-9851-9bdbe8619e58" providerId="ADAL" clId="{1C8439A8-903A-4D86-AA3D-7CAC932555EB}" dt="2025-09-11T10:42:34.961" v="1191" actId="20577"/>
          <ac:spMkLst>
            <pc:docMk/>
            <pc:sldMk cId="2603023560" sldId="635"/>
            <ac:spMk id="120" creationId="{422C15E7-5E11-2219-03E8-018AEBA0EC8F}"/>
          </ac:spMkLst>
        </pc:spChg>
        <pc:spChg chg="mod">
          <ac:chgData name="Adam Brown (Astrea Central)" userId="e4577f1c-a0ea-4eef-9851-9bdbe8619e58" providerId="ADAL" clId="{1C8439A8-903A-4D86-AA3D-7CAC932555EB}" dt="2025-09-11T10:42:36.653" v="1193" actId="20577"/>
          <ac:spMkLst>
            <pc:docMk/>
            <pc:sldMk cId="2603023560" sldId="635"/>
            <ac:spMk id="122" creationId="{D1F812E3-DDD3-A691-CBD3-124A1D8BF998}"/>
          </ac:spMkLst>
        </pc:spChg>
        <pc:spChg chg="mod">
          <ac:chgData name="Adam Brown (Astrea Central)" userId="e4577f1c-a0ea-4eef-9851-9bdbe8619e58" providerId="ADAL" clId="{1C8439A8-903A-4D86-AA3D-7CAC932555EB}" dt="2025-09-11T10:42:37.808" v="1195" actId="20577"/>
          <ac:spMkLst>
            <pc:docMk/>
            <pc:sldMk cId="2603023560" sldId="635"/>
            <ac:spMk id="123" creationId="{4111DE3B-2C57-18BE-8CE8-F8ED73276CBB}"/>
          </ac:spMkLst>
        </pc:spChg>
        <pc:spChg chg="mod">
          <ac:chgData name="Adam Brown (Astrea Central)" userId="e4577f1c-a0ea-4eef-9851-9bdbe8619e58" providerId="ADAL" clId="{1C8439A8-903A-4D86-AA3D-7CAC932555EB}" dt="2025-09-11T10:42:39.199" v="1197" actId="20577"/>
          <ac:spMkLst>
            <pc:docMk/>
            <pc:sldMk cId="2603023560" sldId="635"/>
            <ac:spMk id="124" creationId="{D795EB93-8A8F-1C31-D597-0D1A74DE6C5A}"/>
          </ac:spMkLst>
        </pc:spChg>
        <pc:spChg chg="mod">
          <ac:chgData name="Adam Brown (Astrea Central)" userId="e4577f1c-a0ea-4eef-9851-9bdbe8619e58" providerId="ADAL" clId="{1C8439A8-903A-4D86-AA3D-7CAC932555EB}" dt="2025-09-11T10:42:40.961" v="1199" actId="20577"/>
          <ac:spMkLst>
            <pc:docMk/>
            <pc:sldMk cId="2603023560" sldId="635"/>
            <ac:spMk id="125" creationId="{961B311C-4135-8023-A246-FD470B1A57B5}"/>
          </ac:spMkLst>
        </pc:spChg>
        <pc:spChg chg="mod">
          <ac:chgData name="Adam Brown (Astrea Central)" userId="e4577f1c-a0ea-4eef-9851-9bdbe8619e58" providerId="ADAL" clId="{1C8439A8-903A-4D86-AA3D-7CAC932555EB}" dt="2025-09-11T10:42:42.700" v="1202" actId="20577"/>
          <ac:spMkLst>
            <pc:docMk/>
            <pc:sldMk cId="2603023560" sldId="635"/>
            <ac:spMk id="127" creationId="{406B10CA-7BA7-9CC7-FAE7-090AB1634A25}"/>
          </ac:spMkLst>
        </pc:spChg>
        <pc:spChg chg="mod">
          <ac:chgData name="Adam Brown (Astrea Central)" userId="e4577f1c-a0ea-4eef-9851-9bdbe8619e58" providerId="ADAL" clId="{1C8439A8-903A-4D86-AA3D-7CAC932555EB}" dt="2025-09-11T10:42:43.982" v="1204" actId="20577"/>
          <ac:spMkLst>
            <pc:docMk/>
            <pc:sldMk cId="2603023560" sldId="635"/>
            <ac:spMk id="128" creationId="{B25DE49D-99F5-7448-E89C-B7C46DCE0373}"/>
          </ac:spMkLst>
        </pc:spChg>
        <pc:spChg chg="mod">
          <ac:chgData name="Adam Brown (Astrea Central)" userId="e4577f1c-a0ea-4eef-9851-9bdbe8619e58" providerId="ADAL" clId="{1C8439A8-903A-4D86-AA3D-7CAC932555EB}" dt="2025-09-11T10:42:46.506" v="1206" actId="20577"/>
          <ac:spMkLst>
            <pc:docMk/>
            <pc:sldMk cId="2603023560" sldId="635"/>
            <ac:spMk id="129" creationId="{E8EEE666-8CF5-179D-2854-097C3B070F30}"/>
          </ac:spMkLst>
        </pc:spChg>
        <pc:spChg chg="mod">
          <ac:chgData name="Adam Brown (Astrea Central)" userId="e4577f1c-a0ea-4eef-9851-9bdbe8619e58" providerId="ADAL" clId="{1C8439A8-903A-4D86-AA3D-7CAC932555EB}" dt="2025-09-11T10:42:49.016" v="1209" actId="20577"/>
          <ac:spMkLst>
            <pc:docMk/>
            <pc:sldMk cId="2603023560" sldId="635"/>
            <ac:spMk id="130" creationId="{CCFDA818-F4C7-82BA-38E5-19C306790EBF}"/>
          </ac:spMkLst>
        </pc:spChg>
        <pc:spChg chg="mod">
          <ac:chgData name="Adam Brown (Astrea Central)" userId="e4577f1c-a0ea-4eef-9851-9bdbe8619e58" providerId="ADAL" clId="{1C8439A8-903A-4D86-AA3D-7CAC932555EB}" dt="2025-09-11T10:43:01.772" v="1214" actId="20577"/>
          <ac:spMkLst>
            <pc:docMk/>
            <pc:sldMk cId="2603023560" sldId="635"/>
            <ac:spMk id="139" creationId="{16C4E24C-8161-E791-97FF-2355587391B5}"/>
          </ac:spMkLst>
        </pc:spChg>
        <pc:spChg chg="mod">
          <ac:chgData name="Adam Brown (Astrea Central)" userId="e4577f1c-a0ea-4eef-9851-9bdbe8619e58" providerId="ADAL" clId="{1C8439A8-903A-4D86-AA3D-7CAC932555EB}" dt="2025-09-11T10:43:06.525" v="1216" actId="20577"/>
          <ac:spMkLst>
            <pc:docMk/>
            <pc:sldMk cId="2603023560" sldId="635"/>
            <ac:spMk id="140" creationId="{7861DB01-574C-AAA9-9391-706164E7B002}"/>
          </ac:spMkLst>
        </pc:spChg>
        <pc:spChg chg="mod">
          <ac:chgData name="Adam Brown (Astrea Central)" userId="e4577f1c-a0ea-4eef-9851-9bdbe8619e58" providerId="ADAL" clId="{1C8439A8-903A-4D86-AA3D-7CAC932555EB}" dt="2025-09-11T10:43:08.412" v="1217" actId="20577"/>
          <ac:spMkLst>
            <pc:docMk/>
            <pc:sldMk cId="2603023560" sldId="635"/>
            <ac:spMk id="141" creationId="{27596CD8-EF6E-D3C0-676C-B5FF967FD3C9}"/>
          </ac:spMkLst>
        </pc:spChg>
        <pc:grpChg chg="add del">
          <ac:chgData name="Adam Brown (Astrea Central)" userId="e4577f1c-a0ea-4eef-9851-9bdbe8619e58" providerId="ADAL" clId="{1C8439A8-903A-4D86-AA3D-7CAC932555EB}" dt="2025-09-11T10:41:28.702" v="1129" actId="478"/>
          <ac:grpSpMkLst>
            <pc:docMk/>
            <pc:sldMk cId="2603023560" sldId="635"/>
            <ac:grpSpMk id="58" creationId="{972C71BF-E8F9-9260-99E8-45FB951C99AF}"/>
          </ac:grpSpMkLst>
        </pc:grpChg>
      </pc:sldChg>
      <pc:sldChg chg="delSp modSp mod">
        <pc:chgData name="Adam Brown (Astrea Central)" userId="e4577f1c-a0ea-4eef-9851-9bdbe8619e58" providerId="ADAL" clId="{1C8439A8-903A-4D86-AA3D-7CAC932555EB}" dt="2025-09-11T10:37:54.755" v="1007" actId="6549"/>
        <pc:sldMkLst>
          <pc:docMk/>
          <pc:sldMk cId="1204484103" sldId="637"/>
        </pc:sldMkLst>
      </pc:sldChg>
      <pc:sldChg chg="modSp mod">
        <pc:chgData name="Adam Brown (Astrea Central)" userId="e4577f1c-a0ea-4eef-9851-9bdbe8619e58" providerId="ADAL" clId="{1C8439A8-903A-4D86-AA3D-7CAC932555EB}" dt="2025-09-11T10:17:37.867" v="86" actId="20577"/>
        <pc:sldMkLst>
          <pc:docMk/>
          <pc:sldMk cId="387071802" sldId="638"/>
        </pc:sldMkLst>
      </pc:sldChg>
      <pc:sldChg chg="delSp modSp mod">
        <pc:chgData name="Adam Brown (Astrea Central)" userId="e4577f1c-a0ea-4eef-9851-9bdbe8619e58" providerId="ADAL" clId="{1C8439A8-903A-4D86-AA3D-7CAC932555EB}" dt="2025-09-11T10:18:06.230" v="96" actId="478"/>
        <pc:sldMkLst>
          <pc:docMk/>
          <pc:sldMk cId="1289636600" sldId="639"/>
        </pc:sldMkLst>
      </pc:sldChg>
      <pc:sldChg chg="addSp delSp modSp mod">
        <pc:chgData name="Adam Brown (Astrea Central)" userId="e4577f1c-a0ea-4eef-9851-9bdbe8619e58" providerId="ADAL" clId="{1C8439A8-903A-4D86-AA3D-7CAC932555EB}" dt="2025-09-11T10:41:19.475" v="1127" actId="20577"/>
        <pc:sldMkLst>
          <pc:docMk/>
          <pc:sldMk cId="786138704" sldId="688"/>
        </pc:sldMkLst>
        <pc:spChg chg="add del mod">
          <ac:chgData name="Adam Brown (Astrea Central)" userId="e4577f1c-a0ea-4eef-9851-9bdbe8619e58" providerId="ADAL" clId="{1C8439A8-903A-4D86-AA3D-7CAC932555EB}" dt="2025-09-11T10:40:57.889" v="1104" actId="20577"/>
          <ac:spMkLst>
            <pc:docMk/>
            <pc:sldMk cId="786138704" sldId="688"/>
            <ac:spMk id="44" creationId="{7AB7CF5A-48E5-A983-FE02-2511CFCDB193}"/>
          </ac:spMkLst>
        </pc:spChg>
        <pc:spChg chg="mod">
          <ac:chgData name="Adam Brown (Astrea Central)" userId="e4577f1c-a0ea-4eef-9851-9bdbe8619e58" providerId="ADAL" clId="{1C8439A8-903A-4D86-AA3D-7CAC932555EB}" dt="2025-09-11T10:40:59.724" v="1107" actId="20577"/>
          <ac:spMkLst>
            <pc:docMk/>
            <pc:sldMk cId="786138704" sldId="688"/>
            <ac:spMk id="45" creationId="{45D6F351-3D26-B633-5946-A9D7F1FEC90F}"/>
          </ac:spMkLst>
        </pc:spChg>
        <pc:spChg chg="mod">
          <ac:chgData name="Adam Brown (Astrea Central)" userId="e4577f1c-a0ea-4eef-9851-9bdbe8619e58" providerId="ADAL" clId="{1C8439A8-903A-4D86-AA3D-7CAC932555EB}" dt="2025-09-11T10:41:01.056" v="1108" actId="20577"/>
          <ac:spMkLst>
            <pc:docMk/>
            <pc:sldMk cId="786138704" sldId="688"/>
            <ac:spMk id="46" creationId="{0086A79C-C9F0-829D-A546-559C6AE6D5F4}"/>
          </ac:spMkLst>
        </pc:spChg>
        <pc:spChg chg="mod">
          <ac:chgData name="Adam Brown (Astrea Central)" userId="e4577f1c-a0ea-4eef-9851-9bdbe8619e58" providerId="ADAL" clId="{1C8439A8-903A-4D86-AA3D-7CAC932555EB}" dt="2025-09-11T10:41:02.289" v="1109" actId="20577"/>
          <ac:spMkLst>
            <pc:docMk/>
            <pc:sldMk cId="786138704" sldId="688"/>
            <ac:spMk id="47" creationId="{D85BC886-DC2C-63A9-C21F-04A960165BF9}"/>
          </ac:spMkLst>
        </pc:spChg>
        <pc:spChg chg="mod">
          <ac:chgData name="Adam Brown (Astrea Central)" userId="e4577f1c-a0ea-4eef-9851-9bdbe8619e58" providerId="ADAL" clId="{1C8439A8-903A-4D86-AA3D-7CAC932555EB}" dt="2025-09-11T10:41:04.156" v="1111" actId="20577"/>
          <ac:spMkLst>
            <pc:docMk/>
            <pc:sldMk cId="786138704" sldId="688"/>
            <ac:spMk id="49" creationId="{877A2DDB-21A4-2BD1-13E3-6F70837A4446}"/>
          </ac:spMkLst>
        </pc:spChg>
        <pc:spChg chg="mod">
          <ac:chgData name="Adam Brown (Astrea Central)" userId="e4577f1c-a0ea-4eef-9851-9bdbe8619e58" providerId="ADAL" clId="{1C8439A8-903A-4D86-AA3D-7CAC932555EB}" dt="2025-09-11T10:41:06.252" v="1114" actId="20577"/>
          <ac:spMkLst>
            <pc:docMk/>
            <pc:sldMk cId="786138704" sldId="688"/>
            <ac:spMk id="50" creationId="{6F461AE3-2DDB-8A73-E97B-CAB805C712B5}"/>
          </ac:spMkLst>
        </pc:spChg>
        <pc:spChg chg="mod">
          <ac:chgData name="Adam Brown (Astrea Central)" userId="e4577f1c-a0ea-4eef-9851-9bdbe8619e58" providerId="ADAL" clId="{1C8439A8-903A-4D86-AA3D-7CAC932555EB}" dt="2025-09-11T10:41:07.449" v="1116" actId="20577"/>
          <ac:spMkLst>
            <pc:docMk/>
            <pc:sldMk cId="786138704" sldId="688"/>
            <ac:spMk id="51" creationId="{D6A442F7-9106-19E8-F88F-87AACDA57E3C}"/>
          </ac:spMkLst>
        </pc:spChg>
        <pc:spChg chg="mod">
          <ac:chgData name="Adam Brown (Astrea Central)" userId="e4577f1c-a0ea-4eef-9851-9bdbe8619e58" providerId="ADAL" clId="{1C8439A8-903A-4D86-AA3D-7CAC932555EB}" dt="2025-09-11T10:41:09.403" v="1118" actId="20577"/>
          <ac:spMkLst>
            <pc:docMk/>
            <pc:sldMk cId="786138704" sldId="688"/>
            <ac:spMk id="52" creationId="{157BDAA5-AE0C-D15C-C9DF-3CA6BF3EDB8E}"/>
          </ac:spMkLst>
        </pc:spChg>
        <pc:spChg chg="mod">
          <ac:chgData name="Adam Brown (Astrea Central)" userId="e4577f1c-a0ea-4eef-9851-9bdbe8619e58" providerId="ADAL" clId="{1C8439A8-903A-4D86-AA3D-7CAC932555EB}" dt="2025-09-11T10:41:12.120" v="1120" actId="20577"/>
          <ac:spMkLst>
            <pc:docMk/>
            <pc:sldMk cId="786138704" sldId="688"/>
            <ac:spMk id="55" creationId="{8E584DCE-905E-CDB1-C7E8-BCD8D3E1AC77}"/>
          </ac:spMkLst>
        </pc:spChg>
        <pc:spChg chg="mod">
          <ac:chgData name="Adam Brown (Astrea Central)" userId="e4577f1c-a0ea-4eef-9851-9bdbe8619e58" providerId="ADAL" clId="{1C8439A8-903A-4D86-AA3D-7CAC932555EB}" dt="2025-09-11T10:41:14.957" v="1123" actId="20577"/>
          <ac:spMkLst>
            <pc:docMk/>
            <pc:sldMk cId="786138704" sldId="688"/>
            <ac:spMk id="56" creationId="{0BF7F0D7-B4DA-A987-A1D4-C4BFBE091225}"/>
          </ac:spMkLst>
        </pc:spChg>
        <pc:spChg chg="mod">
          <ac:chgData name="Adam Brown (Astrea Central)" userId="e4577f1c-a0ea-4eef-9851-9bdbe8619e58" providerId="ADAL" clId="{1C8439A8-903A-4D86-AA3D-7CAC932555EB}" dt="2025-09-11T10:41:16.973" v="1125" actId="20577"/>
          <ac:spMkLst>
            <pc:docMk/>
            <pc:sldMk cId="786138704" sldId="688"/>
            <ac:spMk id="57" creationId="{A1D7BA4B-2178-0D6D-23AE-091396463F16}"/>
          </ac:spMkLst>
        </pc:spChg>
        <pc:spChg chg="mod">
          <ac:chgData name="Adam Brown (Astrea Central)" userId="e4577f1c-a0ea-4eef-9851-9bdbe8619e58" providerId="ADAL" clId="{1C8439A8-903A-4D86-AA3D-7CAC932555EB}" dt="2025-09-11T10:41:19.475" v="1127" actId="20577"/>
          <ac:spMkLst>
            <pc:docMk/>
            <pc:sldMk cId="786138704" sldId="688"/>
            <ac:spMk id="58" creationId="{5DDFEE52-2857-D37D-401C-D7992AC91914}"/>
          </ac:spMkLst>
        </pc:spChg>
      </pc:sldChg>
      <pc:sldChg chg="modSp mod">
        <pc:chgData name="Adam Brown (Astrea Central)" userId="e4577f1c-a0ea-4eef-9851-9bdbe8619e58" providerId="ADAL" clId="{1C8439A8-903A-4D86-AA3D-7CAC932555EB}" dt="2025-09-11T10:44:18.066" v="1282" actId="20577"/>
        <pc:sldMkLst>
          <pc:docMk/>
          <pc:sldMk cId="3063541273" sldId="690"/>
        </pc:sldMkLst>
        <pc:spChg chg="mod">
          <ac:chgData name="Adam Brown (Astrea Central)" userId="e4577f1c-a0ea-4eef-9851-9bdbe8619e58" providerId="ADAL" clId="{1C8439A8-903A-4D86-AA3D-7CAC932555EB}" dt="2025-09-11T10:44:11.461" v="1277" actId="20577"/>
          <ac:spMkLst>
            <pc:docMk/>
            <pc:sldMk cId="3063541273" sldId="690"/>
            <ac:spMk id="9" creationId="{EFB58333-DD83-8552-F1EE-25C47B777E0D}"/>
          </ac:spMkLst>
        </pc:spChg>
        <pc:spChg chg="mod">
          <ac:chgData name="Adam Brown (Astrea Central)" userId="e4577f1c-a0ea-4eef-9851-9bdbe8619e58" providerId="ADAL" clId="{1C8439A8-903A-4D86-AA3D-7CAC932555EB}" dt="2025-09-11T10:44:12.937" v="1278" actId="20577"/>
          <ac:spMkLst>
            <pc:docMk/>
            <pc:sldMk cId="3063541273" sldId="690"/>
            <ac:spMk id="10" creationId="{70EAADFA-BE1B-E365-48F0-EF5088B82D60}"/>
          </ac:spMkLst>
        </pc:spChg>
        <pc:spChg chg="mod">
          <ac:chgData name="Adam Brown (Astrea Central)" userId="e4577f1c-a0ea-4eef-9851-9bdbe8619e58" providerId="ADAL" clId="{1C8439A8-903A-4D86-AA3D-7CAC932555EB}" dt="2025-09-11T10:44:15.235" v="1280" actId="20577"/>
          <ac:spMkLst>
            <pc:docMk/>
            <pc:sldMk cId="3063541273" sldId="690"/>
            <ac:spMk id="11" creationId="{1E6E7933-730F-3AE7-4083-81E81C359DAA}"/>
          </ac:spMkLst>
        </pc:spChg>
        <pc:spChg chg="mod">
          <ac:chgData name="Adam Brown (Astrea Central)" userId="e4577f1c-a0ea-4eef-9851-9bdbe8619e58" providerId="ADAL" clId="{1C8439A8-903A-4D86-AA3D-7CAC932555EB}" dt="2025-09-11T10:44:09.028" v="1276" actId="20577"/>
          <ac:spMkLst>
            <pc:docMk/>
            <pc:sldMk cId="3063541273" sldId="690"/>
            <ac:spMk id="16" creationId="{627CADC5-7C50-DAD4-3F99-7122A332478E}"/>
          </ac:spMkLst>
        </pc:spChg>
        <pc:spChg chg="mod">
          <ac:chgData name="Adam Brown (Astrea Central)" userId="e4577f1c-a0ea-4eef-9851-9bdbe8619e58" providerId="ADAL" clId="{1C8439A8-903A-4D86-AA3D-7CAC932555EB}" dt="2025-09-11T10:44:18.066" v="1282" actId="20577"/>
          <ac:spMkLst>
            <pc:docMk/>
            <pc:sldMk cId="3063541273" sldId="690"/>
            <ac:spMk id="20" creationId="{B6A8F0C2-5F79-5DDE-8A85-7779ED8023B5}"/>
          </ac:spMkLst>
        </pc:spChg>
      </pc:sldChg>
      <pc:sldChg chg="delSp modSp mod">
        <pc:chgData name="Adam Brown (Astrea Central)" userId="e4577f1c-a0ea-4eef-9851-9bdbe8619e58" providerId="ADAL" clId="{1C8439A8-903A-4D86-AA3D-7CAC932555EB}" dt="2025-09-11T10:38:51.869" v="1035" actId="6549"/>
        <pc:sldMkLst>
          <pc:docMk/>
          <pc:sldMk cId="2060183457" sldId="718"/>
        </pc:sldMkLst>
      </pc:sldChg>
      <pc:sldChg chg="delSp mod">
        <pc:chgData name="Adam Brown (Astrea Central)" userId="e4577f1c-a0ea-4eef-9851-9bdbe8619e58" providerId="ADAL" clId="{1C8439A8-903A-4D86-AA3D-7CAC932555EB}" dt="2025-09-11T10:44:49.731" v="1292" actId="478"/>
        <pc:sldMkLst>
          <pc:docMk/>
          <pc:sldMk cId="471605190" sldId="731"/>
        </pc:sldMkLst>
      </pc:sldChg>
      <pc:sldChg chg="delSp mod">
        <pc:chgData name="Adam Brown (Astrea Central)" userId="e4577f1c-a0ea-4eef-9851-9bdbe8619e58" providerId="ADAL" clId="{1C8439A8-903A-4D86-AA3D-7CAC932555EB}" dt="2025-09-11T10:45:00.854" v="1297" actId="478"/>
        <pc:sldMkLst>
          <pc:docMk/>
          <pc:sldMk cId="37642667" sldId="732"/>
        </pc:sldMkLst>
      </pc:sldChg>
      <pc:sldChg chg="delSp modSp mod">
        <pc:chgData name="Adam Brown (Astrea Central)" userId="e4577f1c-a0ea-4eef-9851-9bdbe8619e58" providerId="ADAL" clId="{1C8439A8-903A-4D86-AA3D-7CAC932555EB}" dt="2025-09-11T10:45:11.079" v="1302" actId="478"/>
        <pc:sldMkLst>
          <pc:docMk/>
          <pc:sldMk cId="2836024213" sldId="734"/>
        </pc:sldMkLst>
      </pc:sldChg>
      <pc:sldChg chg="delSp modSp mod">
        <pc:chgData name="Adam Brown (Astrea Central)" userId="e4577f1c-a0ea-4eef-9851-9bdbe8619e58" providerId="ADAL" clId="{1C8439A8-903A-4D86-AA3D-7CAC932555EB}" dt="2025-09-11T10:38:13.160" v="1013" actId="6549"/>
        <pc:sldMkLst>
          <pc:docMk/>
          <pc:sldMk cId="1139679624" sldId="742"/>
        </pc:sldMkLst>
      </pc:sldChg>
      <pc:sldChg chg="modSp">
        <pc:chgData name="Adam Brown (Astrea Central)" userId="e4577f1c-a0ea-4eef-9851-9bdbe8619e58" providerId="ADAL" clId="{1C8439A8-903A-4D86-AA3D-7CAC932555EB}" dt="2025-09-11T10:40:27.287" v="1089" actId="20577"/>
        <pc:sldMkLst>
          <pc:docMk/>
          <pc:sldMk cId="2781943068" sldId="745"/>
        </pc:sldMkLst>
      </pc:sldChg>
      <pc:sldChg chg="delSp modSp mod">
        <pc:chgData name="Adam Brown (Astrea Central)" userId="e4577f1c-a0ea-4eef-9851-9bdbe8619e58" providerId="ADAL" clId="{1C8439A8-903A-4D86-AA3D-7CAC932555EB}" dt="2025-09-11T10:15:37.865" v="10" actId="478"/>
        <pc:sldMkLst>
          <pc:docMk/>
          <pc:sldMk cId="2207505457" sldId="760"/>
        </pc:sldMkLst>
      </pc:sldChg>
      <pc:sldChg chg="delSp mod">
        <pc:chgData name="Adam Brown (Astrea Central)" userId="e4577f1c-a0ea-4eef-9851-9bdbe8619e58" providerId="ADAL" clId="{1C8439A8-903A-4D86-AA3D-7CAC932555EB}" dt="2025-09-11T10:15:51.146" v="15" actId="478"/>
        <pc:sldMkLst>
          <pc:docMk/>
          <pc:sldMk cId="2793727284" sldId="761"/>
        </pc:sldMkLst>
      </pc:sldChg>
      <pc:sldChg chg="delSp mod">
        <pc:chgData name="Adam Brown (Astrea Central)" userId="e4577f1c-a0ea-4eef-9851-9bdbe8619e58" providerId="ADAL" clId="{1C8439A8-903A-4D86-AA3D-7CAC932555EB}" dt="2025-09-11T10:16:00.702" v="16" actId="478"/>
        <pc:sldMkLst>
          <pc:docMk/>
          <pc:sldMk cId="794686062" sldId="762"/>
        </pc:sldMkLst>
      </pc:sldChg>
      <pc:sldChg chg="modSp mod">
        <pc:chgData name="Adam Brown (Astrea Central)" userId="e4577f1c-a0ea-4eef-9851-9bdbe8619e58" providerId="ADAL" clId="{1C8439A8-903A-4D86-AA3D-7CAC932555EB}" dt="2025-09-11T10:16:50.543" v="38" actId="20577"/>
        <pc:sldMkLst>
          <pc:docMk/>
          <pc:sldMk cId="1221249120" sldId="763"/>
        </pc:sldMkLst>
      </pc:sldChg>
      <pc:sldChg chg="modSp mod">
        <pc:chgData name="Adam Brown (Astrea Central)" userId="e4577f1c-a0ea-4eef-9851-9bdbe8619e58" providerId="ADAL" clId="{1C8439A8-903A-4D86-AA3D-7CAC932555EB}" dt="2025-09-11T10:16:59.744" v="41" actId="6549"/>
        <pc:sldMkLst>
          <pc:docMk/>
          <pc:sldMk cId="3443557328" sldId="765"/>
        </pc:sldMkLst>
      </pc:sldChg>
      <pc:sldChg chg="delSp modSp mod">
        <pc:chgData name="Adam Brown (Astrea Central)" userId="e4577f1c-a0ea-4eef-9851-9bdbe8619e58" providerId="ADAL" clId="{1C8439A8-903A-4D86-AA3D-7CAC932555EB}" dt="2025-09-11T10:19:32.142" v="116" actId="20577"/>
        <pc:sldMkLst>
          <pc:docMk/>
          <pc:sldMk cId="3306284463" sldId="771"/>
        </pc:sldMkLst>
      </pc:sldChg>
      <pc:sldChg chg="modSp mod">
        <pc:chgData name="Adam Brown (Astrea Central)" userId="e4577f1c-a0ea-4eef-9851-9bdbe8619e58" providerId="ADAL" clId="{1C8439A8-903A-4D86-AA3D-7CAC932555EB}" dt="2025-09-11T10:34:22.174" v="704" actId="20577"/>
        <pc:sldMkLst>
          <pc:docMk/>
          <pc:sldMk cId="1267743658" sldId="772"/>
        </pc:sldMkLst>
      </pc:sldChg>
      <pc:sldChg chg="modSp mod">
        <pc:chgData name="Adam Brown (Astrea Central)" userId="e4577f1c-a0ea-4eef-9851-9bdbe8619e58" providerId="ADAL" clId="{1C8439A8-903A-4D86-AA3D-7CAC932555EB}" dt="2025-09-11T10:34:37.507" v="736" actId="20577"/>
        <pc:sldMkLst>
          <pc:docMk/>
          <pc:sldMk cId="3065678312" sldId="773"/>
        </pc:sldMkLst>
      </pc:sldChg>
      <pc:sldChg chg="modSp mod">
        <pc:chgData name="Adam Brown (Astrea Central)" userId="e4577f1c-a0ea-4eef-9851-9bdbe8619e58" providerId="ADAL" clId="{1C8439A8-903A-4D86-AA3D-7CAC932555EB}" dt="2025-09-11T10:43:57.858" v="1274" actId="20577"/>
        <pc:sldMkLst>
          <pc:docMk/>
          <pc:sldMk cId="396736249" sldId="774"/>
        </pc:sldMkLst>
        <pc:spChg chg="mod">
          <ac:chgData name="Adam Brown (Astrea Central)" userId="e4577f1c-a0ea-4eef-9851-9bdbe8619e58" providerId="ADAL" clId="{1C8439A8-903A-4D86-AA3D-7CAC932555EB}" dt="2025-09-11T10:43:13.093" v="1220" actId="20577"/>
          <ac:spMkLst>
            <pc:docMk/>
            <pc:sldMk cId="396736249" sldId="774"/>
            <ac:spMk id="16" creationId="{35EECD8C-F773-E221-C66F-B9AC33506C39}"/>
          </ac:spMkLst>
        </pc:spChg>
        <pc:spChg chg="mod">
          <ac:chgData name="Adam Brown (Astrea Central)" userId="e4577f1c-a0ea-4eef-9851-9bdbe8619e58" providerId="ADAL" clId="{1C8439A8-903A-4D86-AA3D-7CAC932555EB}" dt="2025-09-11T10:43:15.515" v="1222" actId="20577"/>
          <ac:spMkLst>
            <pc:docMk/>
            <pc:sldMk cId="396736249" sldId="774"/>
            <ac:spMk id="17" creationId="{490A4D34-06A6-634A-E8C9-BC1A181DD70E}"/>
          </ac:spMkLst>
        </pc:spChg>
        <pc:spChg chg="mod">
          <ac:chgData name="Adam Brown (Astrea Central)" userId="e4577f1c-a0ea-4eef-9851-9bdbe8619e58" providerId="ADAL" clId="{1C8439A8-903A-4D86-AA3D-7CAC932555EB}" dt="2025-09-11T10:43:19.058" v="1224" actId="20577"/>
          <ac:spMkLst>
            <pc:docMk/>
            <pc:sldMk cId="396736249" sldId="774"/>
            <ac:spMk id="19" creationId="{062B8887-98D5-3489-9E16-8EEF3C672519}"/>
          </ac:spMkLst>
        </pc:spChg>
        <pc:spChg chg="mod">
          <ac:chgData name="Adam Brown (Astrea Central)" userId="e4577f1c-a0ea-4eef-9851-9bdbe8619e58" providerId="ADAL" clId="{1C8439A8-903A-4D86-AA3D-7CAC932555EB}" dt="2025-09-11T10:43:20.585" v="1225" actId="20577"/>
          <ac:spMkLst>
            <pc:docMk/>
            <pc:sldMk cId="396736249" sldId="774"/>
            <ac:spMk id="20" creationId="{029C9804-23DB-B36F-3241-8F466C9116C4}"/>
          </ac:spMkLst>
        </pc:spChg>
        <pc:spChg chg="mod">
          <ac:chgData name="Adam Brown (Astrea Central)" userId="e4577f1c-a0ea-4eef-9851-9bdbe8619e58" providerId="ADAL" clId="{1C8439A8-903A-4D86-AA3D-7CAC932555EB}" dt="2025-09-11T10:43:22.965" v="1228" actId="20577"/>
          <ac:spMkLst>
            <pc:docMk/>
            <pc:sldMk cId="396736249" sldId="774"/>
            <ac:spMk id="22" creationId="{73EE9020-26D4-A7BC-B6FD-CD95D602A1B2}"/>
          </ac:spMkLst>
        </pc:spChg>
        <pc:spChg chg="mod">
          <ac:chgData name="Adam Brown (Astrea Central)" userId="e4577f1c-a0ea-4eef-9851-9bdbe8619e58" providerId="ADAL" clId="{1C8439A8-903A-4D86-AA3D-7CAC932555EB}" dt="2025-09-11T10:43:24.171" v="1230" actId="20577"/>
          <ac:spMkLst>
            <pc:docMk/>
            <pc:sldMk cId="396736249" sldId="774"/>
            <ac:spMk id="23" creationId="{C85DE9D2-6EF7-3275-FAF4-B590A30D83F0}"/>
          </ac:spMkLst>
        </pc:spChg>
        <pc:spChg chg="mod">
          <ac:chgData name="Adam Brown (Astrea Central)" userId="e4577f1c-a0ea-4eef-9851-9bdbe8619e58" providerId="ADAL" clId="{1C8439A8-903A-4D86-AA3D-7CAC932555EB}" dt="2025-09-11T10:43:26.037" v="1232" actId="20577"/>
          <ac:spMkLst>
            <pc:docMk/>
            <pc:sldMk cId="396736249" sldId="774"/>
            <ac:spMk id="24" creationId="{D18BC5AE-4797-B779-2AA7-E0F2A579C5F7}"/>
          </ac:spMkLst>
        </pc:spChg>
        <pc:spChg chg="mod">
          <ac:chgData name="Adam Brown (Astrea Central)" userId="e4577f1c-a0ea-4eef-9851-9bdbe8619e58" providerId="ADAL" clId="{1C8439A8-903A-4D86-AA3D-7CAC932555EB}" dt="2025-09-11T10:43:27.437" v="1233" actId="20577"/>
          <ac:spMkLst>
            <pc:docMk/>
            <pc:sldMk cId="396736249" sldId="774"/>
            <ac:spMk id="29" creationId="{A20B23DD-E5D7-6C3C-4A50-DAC1A2F0C148}"/>
          </ac:spMkLst>
        </pc:spChg>
        <pc:spChg chg="mod">
          <ac:chgData name="Adam Brown (Astrea Central)" userId="e4577f1c-a0ea-4eef-9851-9bdbe8619e58" providerId="ADAL" clId="{1C8439A8-903A-4D86-AA3D-7CAC932555EB}" dt="2025-09-11T10:43:29.330" v="1236" actId="20577"/>
          <ac:spMkLst>
            <pc:docMk/>
            <pc:sldMk cId="396736249" sldId="774"/>
            <ac:spMk id="44" creationId="{1ACD5C31-08CA-7BF2-28D8-2C78EFA58230}"/>
          </ac:spMkLst>
        </pc:spChg>
        <pc:spChg chg="mod">
          <ac:chgData name="Adam Brown (Astrea Central)" userId="e4577f1c-a0ea-4eef-9851-9bdbe8619e58" providerId="ADAL" clId="{1C8439A8-903A-4D86-AA3D-7CAC932555EB}" dt="2025-09-11T10:43:30.810" v="1238" actId="20577"/>
          <ac:spMkLst>
            <pc:docMk/>
            <pc:sldMk cId="396736249" sldId="774"/>
            <ac:spMk id="45" creationId="{A67FD0B3-2341-3DF5-6789-94CAA65DB494}"/>
          </ac:spMkLst>
        </pc:spChg>
        <pc:spChg chg="mod">
          <ac:chgData name="Adam Brown (Astrea Central)" userId="e4577f1c-a0ea-4eef-9851-9bdbe8619e58" providerId="ADAL" clId="{1C8439A8-903A-4D86-AA3D-7CAC932555EB}" dt="2025-09-11T10:43:32.534" v="1240" actId="20577"/>
          <ac:spMkLst>
            <pc:docMk/>
            <pc:sldMk cId="396736249" sldId="774"/>
            <ac:spMk id="46" creationId="{15A4FFB5-1114-E049-9A2B-64DA7761D9FC}"/>
          </ac:spMkLst>
        </pc:spChg>
        <pc:spChg chg="mod">
          <ac:chgData name="Adam Brown (Astrea Central)" userId="e4577f1c-a0ea-4eef-9851-9bdbe8619e58" providerId="ADAL" clId="{1C8439A8-903A-4D86-AA3D-7CAC932555EB}" dt="2025-09-11T10:43:34.207" v="1241" actId="20577"/>
          <ac:spMkLst>
            <pc:docMk/>
            <pc:sldMk cId="396736249" sldId="774"/>
            <ac:spMk id="47" creationId="{8BA39864-44EC-3953-5E7C-2D5723507BE5}"/>
          </ac:spMkLst>
        </pc:spChg>
        <pc:spChg chg="mod">
          <ac:chgData name="Adam Brown (Astrea Central)" userId="e4577f1c-a0ea-4eef-9851-9bdbe8619e58" providerId="ADAL" clId="{1C8439A8-903A-4D86-AA3D-7CAC932555EB}" dt="2025-09-11T10:43:38.211" v="1244" actId="20577"/>
          <ac:spMkLst>
            <pc:docMk/>
            <pc:sldMk cId="396736249" sldId="774"/>
            <ac:spMk id="59" creationId="{A4E866AB-05A8-0966-D0BC-C3651D0E73BE}"/>
          </ac:spMkLst>
        </pc:spChg>
        <pc:spChg chg="mod">
          <ac:chgData name="Adam Brown (Astrea Central)" userId="e4577f1c-a0ea-4eef-9851-9bdbe8619e58" providerId="ADAL" clId="{1C8439A8-903A-4D86-AA3D-7CAC932555EB}" dt="2025-09-11T10:43:39.082" v="1246" actId="20577"/>
          <ac:spMkLst>
            <pc:docMk/>
            <pc:sldMk cId="396736249" sldId="774"/>
            <ac:spMk id="60" creationId="{E149727F-358D-E5F5-9096-733F039D3559}"/>
          </ac:spMkLst>
        </pc:spChg>
        <pc:spChg chg="mod">
          <ac:chgData name="Adam Brown (Astrea Central)" userId="e4577f1c-a0ea-4eef-9851-9bdbe8619e58" providerId="ADAL" clId="{1C8439A8-903A-4D86-AA3D-7CAC932555EB}" dt="2025-09-11T10:43:40.366" v="1248" actId="20577"/>
          <ac:spMkLst>
            <pc:docMk/>
            <pc:sldMk cId="396736249" sldId="774"/>
            <ac:spMk id="81" creationId="{482136D8-66D0-20A7-780C-DE1AEF67DCB0}"/>
          </ac:spMkLst>
        </pc:spChg>
        <pc:spChg chg="mod">
          <ac:chgData name="Adam Brown (Astrea Central)" userId="e4577f1c-a0ea-4eef-9851-9bdbe8619e58" providerId="ADAL" clId="{1C8439A8-903A-4D86-AA3D-7CAC932555EB}" dt="2025-09-11T10:43:41.749" v="1251" actId="20577"/>
          <ac:spMkLst>
            <pc:docMk/>
            <pc:sldMk cId="396736249" sldId="774"/>
            <ac:spMk id="82" creationId="{2EC2B22F-9FD0-3FDB-429F-B61187A3F8C6}"/>
          </ac:spMkLst>
        </pc:spChg>
        <pc:spChg chg="mod">
          <ac:chgData name="Adam Brown (Astrea Central)" userId="e4577f1c-a0ea-4eef-9851-9bdbe8619e58" providerId="ADAL" clId="{1C8439A8-903A-4D86-AA3D-7CAC932555EB}" dt="2025-09-11T10:43:43.616" v="1254" actId="20577"/>
          <ac:spMkLst>
            <pc:docMk/>
            <pc:sldMk cId="396736249" sldId="774"/>
            <ac:spMk id="84" creationId="{751DE7B2-D011-DAE4-9D7C-C4039ADE316B}"/>
          </ac:spMkLst>
        </pc:spChg>
        <pc:spChg chg="mod">
          <ac:chgData name="Adam Brown (Astrea Central)" userId="e4577f1c-a0ea-4eef-9851-9bdbe8619e58" providerId="ADAL" clId="{1C8439A8-903A-4D86-AA3D-7CAC932555EB}" dt="2025-09-11T10:43:44.920" v="1255" actId="20577"/>
          <ac:spMkLst>
            <pc:docMk/>
            <pc:sldMk cId="396736249" sldId="774"/>
            <ac:spMk id="85" creationId="{0A5C5B86-8894-24A1-2FC7-F485A6AEBA5D}"/>
          </ac:spMkLst>
        </pc:spChg>
        <pc:spChg chg="mod">
          <ac:chgData name="Adam Brown (Astrea Central)" userId="e4577f1c-a0ea-4eef-9851-9bdbe8619e58" providerId="ADAL" clId="{1C8439A8-903A-4D86-AA3D-7CAC932555EB}" dt="2025-09-11T10:43:45.920" v="1256" actId="20577"/>
          <ac:spMkLst>
            <pc:docMk/>
            <pc:sldMk cId="396736249" sldId="774"/>
            <ac:spMk id="86" creationId="{D5D62D72-266D-C3FA-62DC-7C668A5EDC6C}"/>
          </ac:spMkLst>
        </pc:spChg>
        <pc:spChg chg="mod">
          <ac:chgData name="Adam Brown (Astrea Central)" userId="e4577f1c-a0ea-4eef-9851-9bdbe8619e58" providerId="ADAL" clId="{1C8439A8-903A-4D86-AA3D-7CAC932555EB}" dt="2025-09-11T10:43:47.596" v="1258" actId="20577"/>
          <ac:spMkLst>
            <pc:docMk/>
            <pc:sldMk cId="396736249" sldId="774"/>
            <ac:spMk id="87" creationId="{2DC931E9-2BA4-DD07-A024-59455A50ABA3}"/>
          </ac:spMkLst>
        </pc:spChg>
        <pc:spChg chg="mod">
          <ac:chgData name="Adam Brown (Astrea Central)" userId="e4577f1c-a0ea-4eef-9851-9bdbe8619e58" providerId="ADAL" clId="{1C8439A8-903A-4D86-AA3D-7CAC932555EB}" dt="2025-09-11T10:43:49.549" v="1261" actId="20577"/>
          <ac:spMkLst>
            <pc:docMk/>
            <pc:sldMk cId="396736249" sldId="774"/>
            <ac:spMk id="89" creationId="{E4F7584C-0936-5D71-528A-439C24FDA883}"/>
          </ac:spMkLst>
        </pc:spChg>
        <pc:spChg chg="mod">
          <ac:chgData name="Adam Brown (Astrea Central)" userId="e4577f1c-a0ea-4eef-9851-9bdbe8619e58" providerId="ADAL" clId="{1C8439A8-903A-4D86-AA3D-7CAC932555EB}" dt="2025-09-11T10:43:50.688" v="1263" actId="20577"/>
          <ac:spMkLst>
            <pc:docMk/>
            <pc:sldMk cId="396736249" sldId="774"/>
            <ac:spMk id="90" creationId="{BC1DF943-C704-316C-A3F7-ADF66D1DDB4E}"/>
          </ac:spMkLst>
        </pc:spChg>
        <pc:spChg chg="mod">
          <ac:chgData name="Adam Brown (Astrea Central)" userId="e4577f1c-a0ea-4eef-9851-9bdbe8619e58" providerId="ADAL" clId="{1C8439A8-903A-4D86-AA3D-7CAC932555EB}" dt="2025-09-11T10:43:52.080" v="1266" actId="20577"/>
          <ac:spMkLst>
            <pc:docMk/>
            <pc:sldMk cId="396736249" sldId="774"/>
            <ac:spMk id="91" creationId="{0B38614A-EAC4-272B-AC0C-F2902276117F}"/>
          </ac:spMkLst>
        </pc:spChg>
        <pc:spChg chg="mod">
          <ac:chgData name="Adam Brown (Astrea Central)" userId="e4577f1c-a0ea-4eef-9851-9bdbe8619e58" providerId="ADAL" clId="{1C8439A8-903A-4D86-AA3D-7CAC932555EB}" dt="2025-09-11T10:43:53.195" v="1268" actId="20577"/>
          <ac:spMkLst>
            <pc:docMk/>
            <pc:sldMk cId="396736249" sldId="774"/>
            <ac:spMk id="92" creationId="{8551FD7F-FA31-E3FA-FBF1-0E041F133343}"/>
          </ac:spMkLst>
        </pc:spChg>
        <pc:spChg chg="mod">
          <ac:chgData name="Adam Brown (Astrea Central)" userId="e4577f1c-a0ea-4eef-9851-9bdbe8619e58" providerId="ADAL" clId="{1C8439A8-903A-4D86-AA3D-7CAC932555EB}" dt="2025-09-11T10:43:55.311" v="1269" actId="20577"/>
          <ac:spMkLst>
            <pc:docMk/>
            <pc:sldMk cId="396736249" sldId="774"/>
            <ac:spMk id="94" creationId="{47B29961-CC8B-0189-60A9-1F3703D19022}"/>
          </ac:spMkLst>
        </pc:spChg>
        <pc:spChg chg="mod">
          <ac:chgData name="Adam Brown (Astrea Central)" userId="e4577f1c-a0ea-4eef-9851-9bdbe8619e58" providerId="ADAL" clId="{1C8439A8-903A-4D86-AA3D-7CAC932555EB}" dt="2025-09-11T10:43:56.400" v="1271" actId="20577"/>
          <ac:spMkLst>
            <pc:docMk/>
            <pc:sldMk cId="396736249" sldId="774"/>
            <ac:spMk id="95" creationId="{48FE7C61-A32B-24ED-8DDF-10C3CFA246E8}"/>
          </ac:spMkLst>
        </pc:spChg>
        <pc:spChg chg="mod">
          <ac:chgData name="Adam Brown (Astrea Central)" userId="e4577f1c-a0ea-4eef-9851-9bdbe8619e58" providerId="ADAL" clId="{1C8439A8-903A-4D86-AA3D-7CAC932555EB}" dt="2025-09-11T10:43:57.858" v="1274" actId="20577"/>
          <ac:spMkLst>
            <pc:docMk/>
            <pc:sldMk cId="396736249" sldId="774"/>
            <ac:spMk id="96" creationId="{B067DCC4-07CE-0DF6-E5D3-8E548D400E94}"/>
          </ac:spMkLst>
        </pc:spChg>
      </pc:sldChg>
      <pc:sldChg chg="modSp mod">
        <pc:chgData name="Adam Brown (Astrea Central)" userId="e4577f1c-a0ea-4eef-9851-9bdbe8619e58" providerId="ADAL" clId="{1C8439A8-903A-4D86-AA3D-7CAC932555EB}" dt="2025-09-11T10:36:42.060" v="935" actId="20577"/>
        <pc:sldMkLst>
          <pc:docMk/>
          <pc:sldMk cId="1539647579" sldId="775"/>
        </pc:sldMkLst>
      </pc:sldChg>
      <pc:sldChg chg="modSp mod">
        <pc:chgData name="Adam Brown (Astrea Central)" userId="e4577f1c-a0ea-4eef-9851-9bdbe8619e58" providerId="ADAL" clId="{1C8439A8-903A-4D86-AA3D-7CAC932555EB}" dt="2025-09-11T10:36:51.833" v="946" actId="6549"/>
        <pc:sldMkLst>
          <pc:docMk/>
          <pc:sldMk cId="791333903" sldId="776"/>
        </pc:sldMkLst>
      </pc:sldChg>
      <pc:sldChg chg="modSp mod">
        <pc:chgData name="Adam Brown (Astrea Central)" userId="e4577f1c-a0ea-4eef-9851-9bdbe8619e58" providerId="ADAL" clId="{1C8439A8-903A-4D86-AA3D-7CAC932555EB}" dt="2025-09-11T10:36:58.676" v="949" actId="6549"/>
        <pc:sldMkLst>
          <pc:docMk/>
          <pc:sldMk cId="2557147136" sldId="777"/>
        </pc:sldMkLst>
      </pc:sldChg>
      <pc:sldChg chg="modSp mod">
        <pc:chgData name="Adam Brown (Astrea Central)" userId="e4577f1c-a0ea-4eef-9851-9bdbe8619e58" providerId="ADAL" clId="{1C8439A8-903A-4D86-AA3D-7CAC932555EB}" dt="2025-09-11T10:37:14.796" v="978" actId="20577"/>
        <pc:sldMkLst>
          <pc:docMk/>
          <pc:sldMk cId="1727354984" sldId="778"/>
        </pc:sldMkLst>
      </pc:sldChg>
      <pc:sldChg chg="delSp mod">
        <pc:chgData name="Adam Brown (Astrea Central)" userId="e4577f1c-a0ea-4eef-9851-9bdbe8619e58" providerId="ADAL" clId="{1C8439A8-903A-4D86-AA3D-7CAC932555EB}" dt="2025-09-11T10:16:10.277" v="20" actId="478"/>
        <pc:sldMkLst>
          <pc:docMk/>
          <pc:sldMk cId="808451644" sldId="779"/>
        </pc:sldMkLst>
      </pc:sldChg>
      <pc:sldChg chg="delSp modSp mod">
        <pc:chgData name="Adam Brown (Astrea Central)" userId="e4577f1c-a0ea-4eef-9851-9bdbe8619e58" providerId="ADAL" clId="{1C8439A8-903A-4D86-AA3D-7CAC932555EB}" dt="2025-09-11T10:16:20.496" v="24" actId="478"/>
        <pc:sldMkLst>
          <pc:docMk/>
          <pc:sldMk cId="645148543" sldId="781"/>
        </pc:sldMkLst>
      </pc:sldChg>
      <pc:sldChg chg="addSp delSp modSp mod">
        <pc:chgData name="Adam Brown (Astrea Central)" userId="e4577f1c-a0ea-4eef-9851-9bdbe8619e58" providerId="ADAL" clId="{1C8439A8-903A-4D86-AA3D-7CAC932555EB}" dt="2025-09-11T10:22:07.171" v="233" actId="478"/>
        <pc:sldMkLst>
          <pc:docMk/>
          <pc:sldMk cId="767224884" sldId="782"/>
        </pc:sldMkLst>
      </pc:sldChg>
      <pc:sldChg chg="addSp delSp mod">
        <pc:chgData name="Adam Brown (Astrea Central)" userId="e4577f1c-a0ea-4eef-9851-9bdbe8619e58" providerId="ADAL" clId="{1C8439A8-903A-4D86-AA3D-7CAC932555EB}" dt="2025-09-11T10:28:01.448" v="408" actId="478"/>
        <pc:sldMkLst>
          <pc:docMk/>
          <pc:sldMk cId="1441230580" sldId="783"/>
        </pc:sldMkLst>
      </pc:sldChg>
      <pc:sldChg chg="delSp mod">
        <pc:chgData name="Adam Brown (Astrea Central)" userId="e4577f1c-a0ea-4eef-9851-9bdbe8619e58" providerId="ADAL" clId="{1C8439A8-903A-4D86-AA3D-7CAC932555EB}" dt="2025-09-11T10:29:34.711" v="482" actId="478"/>
        <pc:sldMkLst>
          <pc:docMk/>
          <pc:sldMk cId="2171972462" sldId="784"/>
        </pc:sldMkLst>
      </pc:sldChg>
      <pc:sldChg chg="delSp mod">
        <pc:chgData name="Adam Brown (Astrea Central)" userId="e4577f1c-a0ea-4eef-9851-9bdbe8619e58" providerId="ADAL" clId="{1C8439A8-903A-4D86-AA3D-7CAC932555EB}" dt="2025-09-11T10:30:05.846" v="509" actId="478"/>
        <pc:sldMkLst>
          <pc:docMk/>
          <pc:sldMk cId="749046522" sldId="785"/>
        </pc:sldMkLst>
      </pc:sldChg>
      <pc:sldChg chg="delSp mod">
        <pc:chgData name="Adam Brown (Astrea Central)" userId="e4577f1c-a0ea-4eef-9851-9bdbe8619e58" providerId="ADAL" clId="{1C8439A8-903A-4D86-AA3D-7CAC932555EB}" dt="2025-09-11T10:30:28.982" v="524" actId="478"/>
        <pc:sldMkLst>
          <pc:docMk/>
          <pc:sldMk cId="3670830453" sldId="786"/>
        </pc:sldMkLst>
      </pc:sldChg>
      <pc:sldChg chg="delSp mod">
        <pc:chgData name="Adam Brown (Astrea Central)" userId="e4577f1c-a0ea-4eef-9851-9bdbe8619e58" providerId="ADAL" clId="{1C8439A8-903A-4D86-AA3D-7CAC932555EB}" dt="2025-09-11T10:30:40.184" v="530" actId="478"/>
        <pc:sldMkLst>
          <pc:docMk/>
          <pc:sldMk cId="4152920570" sldId="787"/>
        </pc:sldMkLst>
      </pc:sldChg>
      <pc:sldChg chg="delSp mod">
        <pc:chgData name="Adam Brown (Astrea Central)" userId="e4577f1c-a0ea-4eef-9851-9bdbe8619e58" providerId="ADAL" clId="{1C8439A8-903A-4D86-AA3D-7CAC932555EB}" dt="2025-09-11T10:31:57.015" v="575" actId="478"/>
        <pc:sldMkLst>
          <pc:docMk/>
          <pc:sldMk cId="15408998" sldId="788"/>
        </pc:sldMkLst>
      </pc:sldChg>
      <pc:sldChg chg="delSp mod">
        <pc:chgData name="Adam Brown (Astrea Central)" userId="e4577f1c-a0ea-4eef-9851-9bdbe8619e58" providerId="ADAL" clId="{1C8439A8-903A-4D86-AA3D-7CAC932555EB}" dt="2025-09-11T10:32:16.649" v="593" actId="478"/>
        <pc:sldMkLst>
          <pc:docMk/>
          <pc:sldMk cId="3547202211" sldId="789"/>
        </pc:sldMkLst>
      </pc:sldChg>
      <pc:sldChg chg="delSp mod">
        <pc:chgData name="Adam Brown (Astrea Central)" userId="e4577f1c-a0ea-4eef-9851-9bdbe8619e58" providerId="ADAL" clId="{1C8439A8-903A-4D86-AA3D-7CAC932555EB}" dt="2025-09-11T10:32:32.034" v="604" actId="478"/>
        <pc:sldMkLst>
          <pc:docMk/>
          <pc:sldMk cId="1155165873" sldId="790"/>
        </pc:sldMkLst>
      </pc:sldChg>
      <pc:sldChg chg="delSp modSp mod">
        <pc:chgData name="Adam Brown (Astrea Central)" userId="e4577f1c-a0ea-4eef-9851-9bdbe8619e58" providerId="ADAL" clId="{1C8439A8-903A-4D86-AA3D-7CAC932555EB}" dt="2025-09-11T10:38:32.426" v="1024" actId="478"/>
        <pc:sldMkLst>
          <pc:docMk/>
          <pc:sldMk cId="3723355695" sldId="1232"/>
        </pc:sldMkLst>
      </pc:sldChg>
      <pc:sldChg chg="delSp mod">
        <pc:chgData name="Adam Brown (Astrea Central)" userId="e4577f1c-a0ea-4eef-9851-9bdbe8619e58" providerId="ADAL" clId="{1C8439A8-903A-4D86-AA3D-7CAC932555EB}" dt="2025-09-11T10:37:38.203" v="995" actId="478"/>
        <pc:sldMkLst>
          <pc:docMk/>
          <pc:sldMk cId="1367264850" sldId="1233"/>
        </pc:sldMkLst>
      </pc:sldChg>
      <pc:sldChg chg="delSp mod">
        <pc:chgData name="Adam Brown (Astrea Central)" userId="e4577f1c-a0ea-4eef-9851-9bdbe8619e58" providerId="ADAL" clId="{1C8439A8-903A-4D86-AA3D-7CAC932555EB}" dt="2025-09-11T10:37:41.926" v="997" actId="478"/>
        <pc:sldMkLst>
          <pc:docMk/>
          <pc:sldMk cId="3632875335" sldId="1234"/>
        </pc:sldMkLst>
      </pc:sldChg>
      <pc:sldChg chg="addSp delSp mod">
        <pc:chgData name="Adam Brown (Astrea Central)" userId="e4577f1c-a0ea-4eef-9851-9bdbe8619e58" providerId="ADAL" clId="{1C8439A8-903A-4D86-AA3D-7CAC932555EB}" dt="2025-09-11T10:40:39.549" v="1096" actId="478"/>
        <pc:sldMkLst>
          <pc:docMk/>
          <pc:sldMk cId="1672177246" sldId="1235"/>
        </pc:sldMkLst>
      </pc:sldChg>
      <pc:sldChg chg="delSp mod">
        <pc:chgData name="Adam Brown (Astrea Central)" userId="e4577f1c-a0ea-4eef-9851-9bdbe8619e58" providerId="ADAL" clId="{1C8439A8-903A-4D86-AA3D-7CAC932555EB}" dt="2025-09-11T10:37:45.254" v="1000" actId="478"/>
        <pc:sldMkLst>
          <pc:docMk/>
          <pc:sldMk cId="3096346053" sldId="1236"/>
        </pc:sldMkLst>
      </pc:sldChg>
      <pc:sldChg chg="delSp mod">
        <pc:chgData name="Adam Brown (Astrea Central)" userId="e4577f1c-a0ea-4eef-9851-9bdbe8619e58" providerId="ADAL" clId="{1C8439A8-903A-4D86-AA3D-7CAC932555EB}" dt="2025-09-11T10:37:48.096" v="1003" actId="478"/>
        <pc:sldMkLst>
          <pc:docMk/>
          <pc:sldMk cId="1132490060" sldId="1237"/>
        </pc:sldMkLst>
      </pc:sldChg>
      <pc:sldChg chg="delSp mod">
        <pc:chgData name="Adam Brown (Astrea Central)" userId="e4577f1c-a0ea-4eef-9851-9bdbe8619e58" providerId="ADAL" clId="{1C8439A8-903A-4D86-AA3D-7CAC932555EB}" dt="2025-09-11T10:32:46.246" v="613" actId="478"/>
        <pc:sldMkLst>
          <pc:docMk/>
          <pc:sldMk cId="2217879506" sldId="1242"/>
        </pc:sldMkLst>
      </pc:sldChg>
      <pc:sldChg chg="delSp mod">
        <pc:chgData name="Adam Brown (Astrea Central)" userId="e4577f1c-a0ea-4eef-9851-9bdbe8619e58" providerId="ADAL" clId="{1C8439A8-903A-4D86-AA3D-7CAC932555EB}" dt="2025-09-11T10:32:49.550" v="616" actId="478"/>
        <pc:sldMkLst>
          <pc:docMk/>
          <pc:sldMk cId="3953004801" sldId="1243"/>
        </pc:sldMkLst>
      </pc:sldChg>
      <pc:sldChg chg="delSp mod">
        <pc:chgData name="Adam Brown (Astrea Central)" userId="e4577f1c-a0ea-4eef-9851-9bdbe8619e58" providerId="ADAL" clId="{1C8439A8-903A-4D86-AA3D-7CAC932555EB}" dt="2025-09-11T10:32:53.483" v="619" actId="478"/>
        <pc:sldMkLst>
          <pc:docMk/>
          <pc:sldMk cId="718419551" sldId="1244"/>
        </pc:sldMkLst>
      </pc:sldChg>
      <pc:sldChg chg="delSp mod">
        <pc:chgData name="Adam Brown (Astrea Central)" userId="e4577f1c-a0ea-4eef-9851-9bdbe8619e58" providerId="ADAL" clId="{1C8439A8-903A-4D86-AA3D-7CAC932555EB}" dt="2025-09-11T10:32:57.200" v="622" actId="478"/>
        <pc:sldMkLst>
          <pc:docMk/>
          <pc:sldMk cId="868366235" sldId="1245"/>
        </pc:sldMkLst>
      </pc:sldChg>
      <pc:sldChg chg="delSp mod">
        <pc:chgData name="Adam Brown (Astrea Central)" userId="e4577f1c-a0ea-4eef-9851-9bdbe8619e58" providerId="ADAL" clId="{1C8439A8-903A-4D86-AA3D-7CAC932555EB}" dt="2025-09-11T10:45:59.898" v="1317" actId="478"/>
        <pc:sldMkLst>
          <pc:docMk/>
          <pc:sldMk cId="2730425560" sldId="1246"/>
        </pc:sldMkLst>
      </pc:sldChg>
      <pc:sldChg chg="delSp mod">
        <pc:chgData name="Adam Brown (Astrea Central)" userId="e4577f1c-a0ea-4eef-9851-9bdbe8619e58" providerId="ADAL" clId="{1C8439A8-903A-4D86-AA3D-7CAC932555EB}" dt="2025-09-11T10:46:02.544" v="1319" actId="478"/>
        <pc:sldMkLst>
          <pc:docMk/>
          <pc:sldMk cId="1575759774" sldId="1247"/>
        </pc:sldMkLst>
      </pc:sldChg>
      <pc:sldChg chg="delSp mod">
        <pc:chgData name="Adam Brown (Astrea Central)" userId="e4577f1c-a0ea-4eef-9851-9bdbe8619e58" providerId="ADAL" clId="{1C8439A8-903A-4D86-AA3D-7CAC932555EB}" dt="2025-09-11T10:46:06.097" v="1322" actId="478"/>
        <pc:sldMkLst>
          <pc:docMk/>
          <pc:sldMk cId="2482332410" sldId="1248"/>
        </pc:sldMkLst>
      </pc:sldChg>
      <pc:sldChg chg="delSp mod">
        <pc:chgData name="Adam Brown (Astrea Central)" userId="e4577f1c-a0ea-4eef-9851-9bdbe8619e58" providerId="ADAL" clId="{1C8439A8-903A-4D86-AA3D-7CAC932555EB}" dt="2025-09-11T10:46:08.996" v="1325" actId="478"/>
        <pc:sldMkLst>
          <pc:docMk/>
          <pc:sldMk cId="2544976946" sldId="1249"/>
        </pc:sldMkLst>
      </pc:sldChg>
      <pc:sldChg chg="delSp mod">
        <pc:chgData name="Adam Brown (Astrea Central)" userId="e4577f1c-a0ea-4eef-9851-9bdbe8619e58" providerId="ADAL" clId="{1C8439A8-903A-4D86-AA3D-7CAC932555EB}" dt="2025-09-11T10:46:13.947" v="1327" actId="478"/>
        <pc:sldMkLst>
          <pc:docMk/>
          <pc:sldMk cId="3137427550" sldId="125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2B6A2F48-886E-9C4D-9A23-F79AB5041824}" type="datetimeFigureOut">
              <a:rPr lang="en-GB" smtClean="0"/>
              <a:t>02/10/2025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6C24A783-C653-C444-A1FE-7D3BC73388DB}" type="slidenum">
              <a:rPr lang="en-GB" smtClean="0"/>
              <a:t>‹#›</a:t>
            </a:fld>
            <a:endParaRPr lang="en-GB"/>
          </a:p>
        </p:txBody>
      </p:sp>
    </p:spTree>
    <p:extLst>
      <p:ext uri="{BB962C8B-B14F-4D97-AF65-F5344CB8AC3E}">
        <p14:creationId xmlns:p14="http://schemas.microsoft.com/office/powerpoint/2010/main" val="390172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0088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9119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980D11F-BD83-4DFE-B0FB-ADB58F21858F}" type="slidenum">
              <a:rPr lang="en-GB" smtClean="0"/>
              <a:t>7</a:t>
            </a:fld>
            <a:endParaRPr lang="en-GB"/>
          </a:p>
        </p:txBody>
      </p:sp>
    </p:spTree>
    <p:extLst>
      <p:ext uri="{BB962C8B-B14F-4D97-AF65-F5344CB8AC3E}">
        <p14:creationId xmlns:p14="http://schemas.microsoft.com/office/powerpoint/2010/main" val="42797032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a:t>
            </a:r>
            <a:r>
              <a:rPr lang="en-US" baseline="0"/>
              <a:t> do – examples filling in </a:t>
            </a:r>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77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7B3E3F01-C249-4630-8925-3FA8CA5D5124}"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576062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95D24F-25D0-4644-A4B7-679B0D92A27B}"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462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12945C-0756-4826-BDE8-0D36F2293E24}"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91128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FA7D07-9EDF-4EAA-A2E9-53F69F56EAB8}"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839719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27D1F21-94FA-4612-940D-140680A041D4}" type="datetime1">
              <a:rPr lang="en-GB" smtClean="0"/>
              <a:t>02/10/2025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24620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60D50B-0179-45AB-B8BD-E845C2D492B8}" type="datetime1">
              <a:rPr lang="en-GB" smtClean="0"/>
              <a:t>02/10/2025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9753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7FE9EA-5761-4B75-9D0E-B2701F0B8FAB}" type="datetime1">
              <a:rPr lang="en-GB" smtClean="0"/>
              <a:t>02/10/2025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124629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A0451BA-61E4-4CA2-82F9-D917BA195972}"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49834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728B166B-48A3-42CC-B417-680258AF0255}"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060343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B4514A-CA9A-4483-95D0-EC2F9A739675}"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55906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8A05CB-CDC6-426C-8DC1-99DBE1916FDA}"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70836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EAA1063-315D-4510-AA5C-A89F8FFE3FC8}" type="datetime1">
              <a:rPr lang="en-GB" smtClean="0"/>
              <a:t>02/10/2025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19F1D9CC-7119-45EC-A96C-D8C0660F3AAB}" type="slidenum">
              <a:rPr lang="en-GB" smtClean="0"/>
              <a:t>‹#›</a:t>
            </a:fld>
            <a:endParaRPr lang="en-GB"/>
          </a:p>
        </p:txBody>
      </p:sp>
    </p:spTree>
    <p:extLst>
      <p:ext uri="{BB962C8B-B14F-4D97-AF65-F5344CB8AC3E}">
        <p14:creationId xmlns:p14="http://schemas.microsoft.com/office/powerpoint/2010/main" val="27614010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10.png"/><Relationship Id="rId2" Type="http://schemas.openxmlformats.org/officeDocument/2006/relationships/image" Target="../media/image1500.png"/><Relationship Id="rId1" Type="http://schemas.openxmlformats.org/officeDocument/2006/relationships/slideLayout" Target="../slideLayouts/slideLayout7.xml"/><Relationship Id="rId4" Type="http://schemas.openxmlformats.org/officeDocument/2006/relationships/image" Target="../media/image1520.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62.png"/><Relationship Id="rId7" Type="http://schemas.openxmlformats.org/officeDocument/2006/relationships/image" Target="../media/image8.png"/><Relationship Id="rId2" Type="http://schemas.openxmlformats.org/officeDocument/2006/relationships/image" Target="../media/image16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63.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9.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210.png"/><Relationship Id="rId7" Type="http://schemas.openxmlformats.org/officeDocument/2006/relationships/image" Target="../media/image16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511.png"/><Relationship Id="rId5" Type="http://schemas.openxmlformats.org/officeDocument/2006/relationships/image" Target="../media/image1410.png"/><Relationship Id="rId4" Type="http://schemas.openxmlformats.org/officeDocument/2006/relationships/image" Target="../media/image1310.png"/></Relationships>
</file>

<file path=ppt/slides/_rels/slide6.xml.rels><?xml version="1.0" encoding="UTF-8" standalone="yes"?>
<Relationships xmlns="http://schemas.openxmlformats.org/package/2006/relationships"><Relationship Id="rId3" Type="http://schemas.openxmlformats.org/officeDocument/2006/relationships/image" Target="../media/image1810.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9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110.png"/><Relationship Id="rId5" Type="http://schemas.openxmlformats.org/officeDocument/2006/relationships/image" Target="../media/image2010.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2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3111.png"/><Relationship Id="rId3" Type="http://schemas.openxmlformats.org/officeDocument/2006/relationships/image" Target="../media/image2611.png"/><Relationship Id="rId7" Type="http://schemas.openxmlformats.org/officeDocument/2006/relationships/image" Target="../media/image30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911.png"/><Relationship Id="rId5" Type="http://schemas.openxmlformats.org/officeDocument/2006/relationships/image" Target="../media/image2811.png"/><Relationship Id="rId4" Type="http://schemas.openxmlformats.org/officeDocument/2006/relationships/image" Target="../media/image27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EB31203-9840-BF41-BC21-9BBDC9FD889E}"/>
              </a:ext>
            </a:extLst>
          </p:cNvPr>
          <p:cNvSpPr/>
          <p:nvPr/>
        </p:nvSpPr>
        <p:spPr>
          <a:xfrm>
            <a:off x="62231" y="349311"/>
            <a:ext cx="6728829" cy="13167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1EED420E-C5C3-084E-AD63-09BFD36770FC}"/>
              </a:ext>
            </a:extLst>
          </p:cNvPr>
          <p:cNvSpPr/>
          <p:nvPr/>
        </p:nvSpPr>
        <p:spPr>
          <a:xfrm>
            <a:off x="-2618" y="3326"/>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i="0" u="none" strike="noStrike" kern="1200" cap="none" spc="0" normalizeH="0" baseline="0" noProof="0" dirty="0">
                <a:ln>
                  <a:noFill/>
                </a:ln>
                <a:solidFill>
                  <a:prstClr val="white"/>
                </a:solidFill>
                <a:effectLst/>
                <a:uLnTx/>
                <a:uFillTx/>
                <a:latin typeface="Calibri" panose="020F0502020204030204"/>
                <a:ea typeface="+mn-ea"/>
                <a:cs typeface="+mn-cs"/>
              </a:rPr>
              <a:t>Subtopic 6</a:t>
            </a:r>
            <a:r>
              <a:rPr lang="en-GB" sz="1600" dirty="0">
                <a:solidFill>
                  <a:prstClr val="white"/>
                </a:solidFill>
                <a:latin typeface="Calibri" panose="020F0502020204030204"/>
              </a:rPr>
              <a:t> </a:t>
            </a:r>
            <a:r>
              <a:rPr kumimoji="0" lang="en-GB" sz="1600" i="0" u="none" strike="noStrike" kern="1200" cap="none" spc="0" normalizeH="0" baseline="0" noProof="0" dirty="0">
                <a:ln>
                  <a:noFill/>
                </a:ln>
                <a:solidFill>
                  <a:prstClr val="white"/>
                </a:solidFill>
                <a:effectLst/>
                <a:uLnTx/>
                <a:uFillTx/>
                <a:latin typeface="Calibri" panose="020F0502020204030204"/>
                <a:ea typeface="+mn-ea"/>
                <a:cs typeface="+mn-cs"/>
              </a:rPr>
              <a:t>– Operations with Negative Numbers</a:t>
            </a:r>
          </a:p>
        </p:txBody>
      </p:sp>
      <p:sp>
        <p:nvSpPr>
          <p:cNvPr id="5" name="TextBox 4">
            <a:extLst>
              <a:ext uri="{FF2B5EF4-FFF2-40B4-BE49-F238E27FC236}">
                <a16:creationId xmlns:a16="http://schemas.microsoft.com/office/drawing/2014/main" id="{11A70DB0-E034-5E48-820B-5C1AA0BA9573}"/>
              </a:ext>
            </a:extLst>
          </p:cNvPr>
          <p:cNvSpPr txBox="1"/>
          <p:nvPr/>
        </p:nvSpPr>
        <p:spPr>
          <a:xfrm>
            <a:off x="295089" y="722052"/>
            <a:ext cx="114939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1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7" name="TextBox 6">
            <a:extLst>
              <a:ext uri="{FF2B5EF4-FFF2-40B4-BE49-F238E27FC236}">
                <a16:creationId xmlns:a16="http://schemas.microsoft.com/office/drawing/2014/main" id="{36530E70-874D-7543-8430-2F865F81EB0F}"/>
              </a:ext>
            </a:extLst>
          </p:cNvPr>
          <p:cNvSpPr txBox="1"/>
          <p:nvPr/>
        </p:nvSpPr>
        <p:spPr>
          <a:xfrm>
            <a:off x="682439" y="393031"/>
            <a:ext cx="5593063" cy="261610"/>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Calibri" panose="020F0502020204030204"/>
                <a:ea typeface="+mn-ea"/>
                <a:cs typeface="+mn-cs"/>
              </a:rPr>
              <a:t>LEARNING OUTCOME:</a:t>
            </a:r>
            <a:r>
              <a:rPr kumimoji="0" lang="en-GB" sz="1100" b="0" i="0" u="none" strike="noStrike" kern="1200" cap="none" spc="0" normalizeH="0" baseline="0" noProof="0">
                <a:ln>
                  <a:noFill/>
                </a:ln>
                <a:solidFill>
                  <a:prstClr val="black"/>
                </a:solidFill>
                <a:effectLst/>
                <a:uLnTx/>
                <a:uFillTx/>
                <a:latin typeface="Calibri" panose="020F0502020204030204"/>
                <a:ea typeface="+mn-ea"/>
                <a:cs typeface="+mn-cs"/>
              </a:rPr>
              <a:t> Understand multiply and divide positive and negative numbers.</a:t>
            </a:r>
          </a:p>
        </p:txBody>
      </p:sp>
      <p:sp>
        <p:nvSpPr>
          <p:cNvPr id="8" name="TextBox 7">
            <a:extLst>
              <a:ext uri="{FF2B5EF4-FFF2-40B4-BE49-F238E27FC236}">
                <a16:creationId xmlns:a16="http://schemas.microsoft.com/office/drawing/2014/main" id="{169B8EF0-B913-6D41-A23F-4869CF21BF26}"/>
              </a:ext>
            </a:extLst>
          </p:cNvPr>
          <p:cNvSpPr txBox="1"/>
          <p:nvPr/>
        </p:nvSpPr>
        <p:spPr>
          <a:xfrm>
            <a:off x="4836168" y="967961"/>
            <a:ext cx="1871725" cy="600164"/>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Number lines</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Negatives numbers</a:t>
            </a:r>
          </a:p>
        </p:txBody>
      </p:sp>
      <p:sp>
        <p:nvSpPr>
          <p:cNvPr id="24" name="TextBox 23">
            <a:extLst>
              <a:ext uri="{FF2B5EF4-FFF2-40B4-BE49-F238E27FC236}">
                <a16:creationId xmlns:a16="http://schemas.microsoft.com/office/drawing/2014/main" id="{8D99EBB3-E635-9B48-A13A-F8FC9E5CF168}"/>
              </a:ext>
            </a:extLst>
          </p:cNvPr>
          <p:cNvSpPr txBox="1"/>
          <p:nvPr/>
        </p:nvSpPr>
        <p:spPr>
          <a:xfrm>
            <a:off x="614827" y="964720"/>
            <a:ext cx="5055338" cy="600164"/>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a:ea typeface="+mn-ea"/>
                <a:cs typeface="+mn-cs"/>
              </a:rPr>
              <a:t>To</a:t>
            </a:r>
            <a:r>
              <a:rPr kumimoji="0" lang="en-GB" sz="1100" b="0" i="0" u="none" strike="noStrike" kern="1200" cap="none" spc="0" normalizeH="0" noProof="0">
                <a:ln>
                  <a:noFill/>
                </a:ln>
                <a:solidFill>
                  <a:prstClr val="black"/>
                </a:solidFill>
                <a:effectLst/>
                <a:uLnTx/>
                <a:uFillTx/>
                <a:latin typeface="Calibri" panose="020F0502020204030204"/>
                <a:ea typeface="+mn-ea"/>
                <a:cs typeface="+mn-cs"/>
              </a:rPr>
              <a:t> add and subtract negative numbers</a:t>
            </a:r>
            <a:r>
              <a:rPr kumimoji="0" lang="en-GB" sz="1100" b="0" i="0" u="none" strike="noStrike" kern="1200" cap="none" spc="0" normalizeH="0" baseline="0" noProof="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a:ea typeface="+mn-ea"/>
                <a:cs typeface="+mn-cs"/>
              </a:rPr>
              <a:t>To multiply and divide negative numbers.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a:ea typeface="+mn-ea"/>
                <a:cs typeface="+mn-cs"/>
              </a:rPr>
              <a:t>To solve problems using different</a:t>
            </a:r>
            <a:r>
              <a:rPr kumimoji="0" lang="en-GB" sz="1100" b="0" i="0" u="none" strike="noStrike" kern="1200" cap="none" spc="0" normalizeH="0" noProof="0">
                <a:ln>
                  <a:noFill/>
                </a:ln>
                <a:solidFill>
                  <a:prstClr val="black"/>
                </a:solidFill>
                <a:effectLst/>
                <a:uLnTx/>
                <a:uFillTx/>
                <a:latin typeface="Calibri" panose="020F0502020204030204"/>
                <a:ea typeface="+mn-ea"/>
                <a:cs typeface="+mn-cs"/>
              </a:rPr>
              <a:t> rules of arithmetic</a:t>
            </a:r>
            <a:r>
              <a:rPr kumimoji="0" lang="en-GB" sz="11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
        <p:nvSpPr>
          <p:cNvPr id="2" name="Slide Number Placeholder 1"/>
          <p:cNvSpPr>
            <a:spLocks noGrp="1"/>
          </p:cNvSpPr>
          <p:nvPr>
            <p:ph type="sldNum" sz="quarter" idx="12"/>
          </p:nvPr>
        </p:nvSpPr>
        <p:spPr>
          <a:xfrm>
            <a:off x="5404748" y="9585957"/>
            <a:ext cx="1543050" cy="527403"/>
          </a:xfrm>
        </p:spPr>
        <p:txBody>
          <a:bodyPr/>
          <a:lstStyle/>
          <a:p>
            <a:fld id="{19F1D9CC-7119-45EC-A96C-D8C0660F3AAB}" type="slidenum">
              <a:rPr lang="en-GB" smtClean="0"/>
              <a:t>1</a:t>
            </a:fld>
            <a:endParaRPr lang="en-GB"/>
          </a:p>
        </p:txBody>
      </p:sp>
      <p:cxnSp>
        <p:nvCxnSpPr>
          <p:cNvPr id="20" name="Straight Connector 19">
            <a:extLst>
              <a:ext uri="{FF2B5EF4-FFF2-40B4-BE49-F238E27FC236}">
                <a16:creationId xmlns:a16="http://schemas.microsoft.com/office/drawing/2014/main" id="{698B296E-0150-1D0F-9E9C-1110C762EAB6}"/>
              </a:ext>
            </a:extLst>
          </p:cNvPr>
          <p:cNvCxnSpPr/>
          <p:nvPr/>
        </p:nvCxnSpPr>
        <p:spPr>
          <a:xfrm flipV="1">
            <a:off x="969105" y="367272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0C3B012-33CC-EA8F-DF0B-8D16D98943EE}"/>
              </a:ext>
            </a:extLst>
          </p:cNvPr>
          <p:cNvSpPr/>
          <p:nvPr/>
        </p:nvSpPr>
        <p:spPr>
          <a:xfrm>
            <a:off x="114424" y="1742133"/>
            <a:ext cx="6699219" cy="349499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Connector 27">
            <a:extLst>
              <a:ext uri="{FF2B5EF4-FFF2-40B4-BE49-F238E27FC236}">
                <a16:creationId xmlns:a16="http://schemas.microsoft.com/office/drawing/2014/main" id="{5AF922F1-407F-3FF7-2674-47B96FA060F5}"/>
              </a:ext>
            </a:extLst>
          </p:cNvPr>
          <p:cNvCxnSpPr>
            <a:cxnSpLocks/>
          </p:cNvCxnSpPr>
          <p:nvPr/>
        </p:nvCxnSpPr>
        <p:spPr>
          <a:xfrm>
            <a:off x="114424" y="3489629"/>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1C7972-2052-F7A1-57B7-6A485EE4A3C0}"/>
              </a:ext>
            </a:extLst>
          </p:cNvPr>
          <p:cNvCxnSpPr>
            <a:cxnSpLocks/>
          </p:cNvCxnSpPr>
          <p:nvPr/>
        </p:nvCxnSpPr>
        <p:spPr>
          <a:xfrm flipV="1">
            <a:off x="3464034" y="1742133"/>
            <a:ext cx="0" cy="3494992"/>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CA69F140-48DC-BC01-DA4F-BBD4DF01F467}"/>
              </a:ext>
            </a:extLst>
          </p:cNvPr>
          <p:cNvSpPr txBox="1"/>
          <p:nvPr/>
        </p:nvSpPr>
        <p:spPr>
          <a:xfrm>
            <a:off x="132179" y="1742132"/>
            <a:ext cx="824713" cy="461665"/>
          </a:xfrm>
          <a:prstGeom prst="rect">
            <a:avLst/>
          </a:prstGeom>
          <a:noFill/>
        </p:spPr>
        <p:txBody>
          <a:bodyPr wrap="none" rtlCol="0">
            <a:spAutoFit/>
          </a:bodyPr>
          <a:lstStyle/>
          <a:p>
            <a:r>
              <a:rPr lang="en-US" sz="1200" b="1"/>
              <a:t>Definition</a:t>
            </a:r>
          </a:p>
          <a:p>
            <a:endParaRPr lang="en-US" sz="1200"/>
          </a:p>
        </p:txBody>
      </p:sp>
      <p:sp>
        <p:nvSpPr>
          <p:cNvPr id="35" name="TextBox 34">
            <a:extLst>
              <a:ext uri="{FF2B5EF4-FFF2-40B4-BE49-F238E27FC236}">
                <a16:creationId xmlns:a16="http://schemas.microsoft.com/office/drawing/2014/main" id="{9D71AF66-F3C8-5694-2DEB-BC917DB82B92}"/>
              </a:ext>
            </a:extLst>
          </p:cNvPr>
          <p:cNvSpPr txBox="1"/>
          <p:nvPr/>
        </p:nvSpPr>
        <p:spPr>
          <a:xfrm>
            <a:off x="5656230" y="1709746"/>
            <a:ext cx="1112228" cy="276999"/>
          </a:xfrm>
          <a:prstGeom prst="rect">
            <a:avLst/>
          </a:prstGeom>
          <a:noFill/>
        </p:spPr>
        <p:txBody>
          <a:bodyPr wrap="none" rtlCol="0">
            <a:spAutoFit/>
          </a:bodyPr>
          <a:lstStyle/>
          <a:p>
            <a:r>
              <a:rPr lang="en-US" sz="1200" b="1"/>
              <a:t>Characteristics</a:t>
            </a:r>
            <a:endParaRPr lang="en-GB" sz="1200" b="1"/>
          </a:p>
        </p:txBody>
      </p:sp>
      <p:sp>
        <p:nvSpPr>
          <p:cNvPr id="11" name="TextBox 10">
            <a:extLst>
              <a:ext uri="{FF2B5EF4-FFF2-40B4-BE49-F238E27FC236}">
                <a16:creationId xmlns:a16="http://schemas.microsoft.com/office/drawing/2014/main" id="{699FC77E-2E9B-D32F-977A-6455F42EA60E}"/>
              </a:ext>
            </a:extLst>
          </p:cNvPr>
          <p:cNvSpPr txBox="1"/>
          <p:nvPr/>
        </p:nvSpPr>
        <p:spPr>
          <a:xfrm>
            <a:off x="132179" y="3501188"/>
            <a:ext cx="788164" cy="276999"/>
          </a:xfrm>
          <a:prstGeom prst="rect">
            <a:avLst/>
          </a:prstGeom>
          <a:noFill/>
        </p:spPr>
        <p:txBody>
          <a:bodyPr wrap="none" rtlCol="0">
            <a:spAutoFit/>
          </a:bodyPr>
          <a:lstStyle/>
          <a:p>
            <a:r>
              <a:rPr lang="en-US" sz="1200" b="1"/>
              <a:t>Examples</a:t>
            </a:r>
            <a:endParaRPr lang="en-GB" sz="1200" b="1"/>
          </a:p>
        </p:txBody>
      </p:sp>
      <p:sp>
        <p:nvSpPr>
          <p:cNvPr id="39" name="TextBox 38">
            <a:extLst>
              <a:ext uri="{FF2B5EF4-FFF2-40B4-BE49-F238E27FC236}">
                <a16:creationId xmlns:a16="http://schemas.microsoft.com/office/drawing/2014/main" id="{DBE3F5BF-FA4C-49FB-007A-F42E73F51C12}"/>
              </a:ext>
            </a:extLst>
          </p:cNvPr>
          <p:cNvSpPr txBox="1"/>
          <p:nvPr/>
        </p:nvSpPr>
        <p:spPr>
          <a:xfrm>
            <a:off x="5625901" y="3494730"/>
            <a:ext cx="1172885" cy="276999"/>
          </a:xfrm>
          <a:prstGeom prst="rect">
            <a:avLst/>
          </a:prstGeom>
          <a:noFill/>
        </p:spPr>
        <p:txBody>
          <a:bodyPr wrap="none" rtlCol="0">
            <a:spAutoFit/>
          </a:bodyPr>
          <a:lstStyle/>
          <a:p>
            <a:r>
              <a:rPr lang="en-US" sz="1200" b="1"/>
              <a:t>Non - Examples</a:t>
            </a:r>
            <a:endParaRPr lang="en-GB" sz="1200" b="1"/>
          </a:p>
        </p:txBody>
      </p:sp>
      <p:sp>
        <p:nvSpPr>
          <p:cNvPr id="41" name="TextBox 40">
            <a:extLst>
              <a:ext uri="{FF2B5EF4-FFF2-40B4-BE49-F238E27FC236}">
                <a16:creationId xmlns:a16="http://schemas.microsoft.com/office/drawing/2014/main" id="{69C06217-D0BA-3754-ECBD-22F603B2A4A9}"/>
              </a:ext>
            </a:extLst>
          </p:cNvPr>
          <p:cNvSpPr txBox="1"/>
          <p:nvPr/>
        </p:nvSpPr>
        <p:spPr>
          <a:xfrm>
            <a:off x="142812" y="2005360"/>
            <a:ext cx="3230335" cy="600164"/>
          </a:xfrm>
          <a:prstGeom prst="rect">
            <a:avLst/>
          </a:prstGeom>
          <a:noFill/>
        </p:spPr>
        <p:txBody>
          <a:bodyPr wrap="square" rtlCol="0">
            <a:spAutoFit/>
          </a:bodyPr>
          <a:lstStyle/>
          <a:p>
            <a:r>
              <a:rPr lang="en-GB" sz="1100"/>
              <a:t>Negative numbers are numbers that represent values that are less than zero. They show things like temperatures below zero, debts and losses.</a:t>
            </a:r>
            <a:endParaRPr lang="en-US" sz="1100"/>
          </a:p>
        </p:txBody>
      </p:sp>
      <p:sp>
        <p:nvSpPr>
          <p:cNvPr id="61" name="TextBox 60">
            <a:extLst>
              <a:ext uri="{FF2B5EF4-FFF2-40B4-BE49-F238E27FC236}">
                <a16:creationId xmlns:a16="http://schemas.microsoft.com/office/drawing/2014/main" id="{485AA5A0-0AFB-3B77-F9EF-5244D58A0929}"/>
              </a:ext>
            </a:extLst>
          </p:cNvPr>
          <p:cNvSpPr txBox="1"/>
          <p:nvPr/>
        </p:nvSpPr>
        <p:spPr>
          <a:xfrm>
            <a:off x="2583396" y="3317297"/>
            <a:ext cx="1835118" cy="369332"/>
          </a:xfrm>
          <a:prstGeom prst="rect">
            <a:avLst/>
          </a:prstGeom>
          <a:solidFill>
            <a:schemeClr val="bg1"/>
          </a:solidFill>
          <a:ln>
            <a:solidFill>
              <a:schemeClr val="tx1"/>
            </a:solidFill>
          </a:ln>
        </p:spPr>
        <p:txBody>
          <a:bodyPr wrap="none" rtlCol="0">
            <a:spAutoFit/>
          </a:bodyPr>
          <a:lstStyle/>
          <a:p>
            <a:r>
              <a:rPr lang="en-US"/>
              <a:t>Negative Number</a:t>
            </a:r>
            <a:endParaRPr lang="en-GB"/>
          </a:p>
        </p:txBody>
      </p:sp>
      <p:sp>
        <p:nvSpPr>
          <p:cNvPr id="63" name="TextBox 62">
            <a:extLst>
              <a:ext uri="{FF2B5EF4-FFF2-40B4-BE49-F238E27FC236}">
                <a16:creationId xmlns:a16="http://schemas.microsoft.com/office/drawing/2014/main" id="{8F1DBEAA-CF43-110E-7EF3-24AB0D941110}"/>
              </a:ext>
            </a:extLst>
          </p:cNvPr>
          <p:cNvSpPr txBox="1"/>
          <p:nvPr/>
        </p:nvSpPr>
        <p:spPr>
          <a:xfrm>
            <a:off x="3523671" y="3607846"/>
            <a:ext cx="3230335" cy="1292662"/>
          </a:xfrm>
          <a:prstGeom prst="rect">
            <a:avLst/>
          </a:prstGeom>
          <a:noFill/>
        </p:spPr>
        <p:txBody>
          <a:bodyPr wrap="square" rtlCol="0">
            <a:spAutoFit/>
          </a:bodyPr>
          <a:lstStyle/>
          <a:p>
            <a:endParaRPr lang="en-US" sz="1100"/>
          </a:p>
          <a:p>
            <a:pPr marL="171450" indent="-171450">
              <a:buFont typeface="Arial" panose="020B0604020202020204" pitchFamily="34" charset="0"/>
              <a:buChar char="•"/>
            </a:pPr>
            <a:r>
              <a:rPr lang="en-GB" sz="1100"/>
              <a:t>Positive Numbers: Positive numbers are greater than zero and are not negative.</a:t>
            </a:r>
          </a:p>
          <a:p>
            <a:pPr marL="171450" indent="-171450">
              <a:buFont typeface="Arial" panose="020B0604020202020204" pitchFamily="34" charset="0"/>
              <a:buChar char="•"/>
            </a:pPr>
            <a:r>
              <a:rPr lang="en-GB" sz="1100"/>
              <a:t>Zero: Zero is not positive or negative.</a:t>
            </a:r>
          </a:p>
          <a:p>
            <a:pPr marL="171450" indent="-171450">
              <a:buFont typeface="Arial" panose="020B0604020202020204" pitchFamily="34" charset="0"/>
              <a:buChar char="•"/>
            </a:pPr>
            <a:endParaRPr lang="en-GB" sz="1100"/>
          </a:p>
          <a:p>
            <a:pPr marL="171450" indent="-171450">
              <a:buFont typeface="Arial" panose="020B0604020202020204" pitchFamily="34" charset="0"/>
              <a:buChar char="•"/>
            </a:pPr>
            <a:endParaRPr lang="en-GB" sz="1100"/>
          </a:p>
          <a:p>
            <a:pPr algn="ctr"/>
            <a:r>
              <a:rPr lang="en-GB" sz="1100" b="0" i="0">
                <a:effectLst/>
                <a:latin typeface="Söhne"/>
              </a:rPr>
              <a:t>5</a:t>
            </a:r>
            <a:r>
              <a:rPr lang="en-GB" sz="1100">
                <a:latin typeface="Söhne"/>
              </a:rPr>
              <a:t>          </a:t>
            </a:r>
            <a:r>
              <a:rPr lang="en-GB" sz="1100" b="0" i="0">
                <a:effectLst/>
                <a:latin typeface="Söhne"/>
              </a:rPr>
              <a:t>0</a:t>
            </a:r>
            <a:r>
              <a:rPr lang="en-GB" sz="1100">
                <a:latin typeface="Söhne"/>
              </a:rPr>
              <a:t>           </a:t>
            </a:r>
            <a:r>
              <a:rPr lang="en-GB" sz="1100" b="0" i="0">
                <a:effectLst/>
                <a:latin typeface="Söhne"/>
              </a:rPr>
              <a:t>2.5          </a:t>
            </a:r>
            <a:r>
              <a:rPr lang="en-GB" sz="1200" b="0" i="0">
                <a:effectLst/>
                <a:latin typeface="Söhne"/>
              </a:rPr>
              <a:t>⅔         </a:t>
            </a:r>
            <a:r>
              <a:rPr lang="en-GB" sz="1100" b="0" i="0">
                <a:effectLst/>
                <a:latin typeface="Söhne"/>
              </a:rPr>
              <a:t>200       45.67</a:t>
            </a:r>
            <a:endParaRPr lang="en-US" sz="1100"/>
          </a:p>
        </p:txBody>
      </p:sp>
      <p:sp>
        <p:nvSpPr>
          <p:cNvPr id="65" name="TextBox 64">
            <a:extLst>
              <a:ext uri="{FF2B5EF4-FFF2-40B4-BE49-F238E27FC236}">
                <a16:creationId xmlns:a16="http://schemas.microsoft.com/office/drawing/2014/main" id="{9F70CD8C-8AEB-C7FC-2E7C-8112DEAE4DEA}"/>
              </a:ext>
            </a:extLst>
          </p:cNvPr>
          <p:cNvSpPr txBox="1"/>
          <p:nvPr/>
        </p:nvSpPr>
        <p:spPr>
          <a:xfrm>
            <a:off x="3450384" y="1884004"/>
            <a:ext cx="3497414" cy="1446550"/>
          </a:xfrm>
          <a:prstGeom prst="rect">
            <a:avLst/>
          </a:prstGeom>
          <a:noFill/>
        </p:spPr>
        <p:txBody>
          <a:bodyPr wrap="square">
            <a:spAutoFit/>
          </a:bodyPr>
          <a:lstStyle/>
          <a:p>
            <a:r>
              <a:rPr lang="en-GB" sz="1100"/>
              <a:t>Negative numbers have a negative sign (-) in front of them, telling us they are less than zero. They are smaller than positive numbers. They are like the opposite of positive numbers. Positive numbers are on the right side of zero, and negative numbers are on the left side.</a:t>
            </a:r>
          </a:p>
          <a:p>
            <a:r>
              <a:rPr lang="en-GB" sz="1100"/>
              <a:t>When comparing negative numbers, the one with the smaller distance from zero is considered greater. For example, -3 is greater than -5 because -3 is closer to zero.</a:t>
            </a:r>
            <a:endParaRPr lang="en-US" sz="1100"/>
          </a:p>
        </p:txBody>
      </p:sp>
      <p:sp>
        <p:nvSpPr>
          <p:cNvPr id="67" name="TextBox 66">
            <a:extLst>
              <a:ext uri="{FF2B5EF4-FFF2-40B4-BE49-F238E27FC236}">
                <a16:creationId xmlns:a16="http://schemas.microsoft.com/office/drawing/2014/main" id="{19D78A38-4B00-A096-AFBE-601DA806698E}"/>
              </a:ext>
            </a:extLst>
          </p:cNvPr>
          <p:cNvSpPr txBox="1"/>
          <p:nvPr/>
        </p:nvSpPr>
        <p:spPr>
          <a:xfrm>
            <a:off x="71760" y="3736463"/>
            <a:ext cx="3473354" cy="1461939"/>
          </a:xfrm>
          <a:prstGeom prst="rect">
            <a:avLst/>
          </a:prstGeom>
          <a:noFill/>
        </p:spPr>
        <p:txBody>
          <a:bodyPr wrap="square">
            <a:spAutoFit/>
          </a:bodyPr>
          <a:lstStyle/>
          <a:p>
            <a:pPr marL="171450" indent="-171450">
              <a:buFont typeface="Arial" panose="020B0604020202020204" pitchFamily="34" charset="0"/>
              <a:buChar char="•"/>
            </a:pPr>
            <a:r>
              <a:rPr lang="en-GB" sz="1100"/>
              <a:t>Temperature: If the temperature drops below zero, like -10 degrees Celsius, it means it's colder than zero degrees.</a:t>
            </a:r>
          </a:p>
          <a:p>
            <a:pPr marL="171450" indent="-171450">
              <a:buFont typeface="Arial" panose="020B0604020202020204" pitchFamily="34" charset="0"/>
              <a:buChar char="•"/>
            </a:pPr>
            <a:r>
              <a:rPr lang="en-GB" sz="1100"/>
              <a:t>Debt: When you owe money, the amount is represented by a negative number. For example, if you owe £100, it can be written as -£100.</a:t>
            </a:r>
          </a:p>
          <a:p>
            <a:pPr marL="171450" indent="-171450">
              <a:buFont typeface="Arial" panose="020B0604020202020204" pitchFamily="34" charset="0"/>
              <a:buChar char="•"/>
            </a:pPr>
            <a:endParaRPr lang="en-GB" sz="1100"/>
          </a:p>
          <a:p>
            <a:pPr algn="ctr"/>
            <a:r>
              <a:rPr lang="en-GB" sz="1100" b="0" i="0">
                <a:effectLst/>
                <a:latin typeface="Söhne"/>
              </a:rPr>
              <a:t>-3         -10            -0.5           -</a:t>
            </a:r>
            <a:r>
              <a:rPr lang="en-GB" sz="1200" b="0" i="0">
                <a:effectLst/>
                <a:latin typeface="Söhne"/>
              </a:rPr>
              <a:t>⅔            </a:t>
            </a:r>
            <a:r>
              <a:rPr lang="en-GB" sz="1100" b="0" i="0">
                <a:effectLst/>
                <a:latin typeface="Söhne"/>
              </a:rPr>
              <a:t>-632.456</a:t>
            </a:r>
            <a:endParaRPr lang="en-GB" sz="1100"/>
          </a:p>
        </p:txBody>
      </p:sp>
      <p:sp>
        <p:nvSpPr>
          <p:cNvPr id="37" name="Rectangle 36">
            <a:extLst>
              <a:ext uri="{FF2B5EF4-FFF2-40B4-BE49-F238E27FC236}">
                <a16:creationId xmlns:a16="http://schemas.microsoft.com/office/drawing/2014/main" id="{F1C728DB-DDA0-D665-54F8-CA179E1E404A}"/>
              </a:ext>
            </a:extLst>
          </p:cNvPr>
          <p:cNvSpPr/>
          <p:nvPr/>
        </p:nvSpPr>
        <p:spPr>
          <a:xfrm>
            <a:off x="90077" y="5746251"/>
            <a:ext cx="3265813" cy="17838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rgbClr val="00B0F0"/>
              </a:solidFill>
            </a:endParaRPr>
          </a:p>
        </p:txBody>
      </p:sp>
      <p:sp>
        <p:nvSpPr>
          <p:cNvPr id="38" name="TextBox 37">
            <a:extLst>
              <a:ext uri="{FF2B5EF4-FFF2-40B4-BE49-F238E27FC236}">
                <a16:creationId xmlns:a16="http://schemas.microsoft.com/office/drawing/2014/main" id="{084A5E28-9ECB-6361-A619-B81FAE4727C6}"/>
              </a:ext>
            </a:extLst>
          </p:cNvPr>
          <p:cNvSpPr txBox="1"/>
          <p:nvPr/>
        </p:nvSpPr>
        <p:spPr>
          <a:xfrm>
            <a:off x="6257" y="5512438"/>
            <a:ext cx="1308500" cy="276999"/>
          </a:xfrm>
          <a:prstGeom prst="rect">
            <a:avLst/>
          </a:prstGeom>
          <a:noFill/>
          <a:ln>
            <a:noFill/>
          </a:ln>
        </p:spPr>
        <p:txBody>
          <a:bodyPr wrap="none" rtlCol="0">
            <a:spAutoFit/>
          </a:bodyPr>
          <a:lstStyle/>
          <a:p>
            <a:r>
              <a:rPr lang="en-GB" sz="1200" b="1" i="1">
                <a:solidFill>
                  <a:srgbClr val="FF0000"/>
                </a:solidFill>
              </a:rPr>
              <a:t>Example 1 - I do…</a:t>
            </a:r>
          </a:p>
        </p:txBody>
      </p:sp>
      <p:sp>
        <p:nvSpPr>
          <p:cNvPr id="40" name="Rectangle 39">
            <a:extLst>
              <a:ext uri="{FF2B5EF4-FFF2-40B4-BE49-F238E27FC236}">
                <a16:creationId xmlns:a16="http://schemas.microsoft.com/office/drawing/2014/main" id="{2F211618-DFFD-2EE8-F7D3-8DF61C90922F}"/>
              </a:ext>
            </a:extLst>
          </p:cNvPr>
          <p:cNvSpPr/>
          <p:nvPr/>
        </p:nvSpPr>
        <p:spPr>
          <a:xfrm>
            <a:off x="3531554" y="5746251"/>
            <a:ext cx="3265813" cy="178383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rgbClr val="00B0F0"/>
              </a:solidFill>
            </a:endParaRPr>
          </a:p>
        </p:txBody>
      </p:sp>
      <p:sp>
        <p:nvSpPr>
          <p:cNvPr id="42" name="TextBox 41">
            <a:extLst>
              <a:ext uri="{FF2B5EF4-FFF2-40B4-BE49-F238E27FC236}">
                <a16:creationId xmlns:a16="http://schemas.microsoft.com/office/drawing/2014/main" id="{C6D672B2-F9DF-84D3-186C-909227B04549}"/>
              </a:ext>
            </a:extLst>
          </p:cNvPr>
          <p:cNvSpPr txBox="1"/>
          <p:nvPr/>
        </p:nvSpPr>
        <p:spPr>
          <a:xfrm>
            <a:off x="3447734" y="5512438"/>
            <a:ext cx="1475789" cy="276999"/>
          </a:xfrm>
          <a:prstGeom prst="rect">
            <a:avLst/>
          </a:prstGeom>
          <a:noFill/>
          <a:ln>
            <a:noFill/>
          </a:ln>
        </p:spPr>
        <p:txBody>
          <a:bodyPr wrap="none" rtlCol="0">
            <a:spAutoFit/>
          </a:bodyPr>
          <a:lstStyle/>
          <a:p>
            <a:r>
              <a:rPr lang="en-GB" sz="1200" b="1" i="1">
                <a:solidFill>
                  <a:schemeClr val="accent2"/>
                </a:solidFill>
              </a:rPr>
              <a:t>Example 2 - We do…</a:t>
            </a:r>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B60B7A29-A096-90D5-A0D6-8ABB7DF3B9EC}"/>
                  </a:ext>
                </a:extLst>
              </p:cNvPr>
              <p:cNvSpPr/>
              <p:nvPr/>
            </p:nvSpPr>
            <p:spPr>
              <a:xfrm>
                <a:off x="102554" y="5772517"/>
                <a:ext cx="3429000" cy="1754326"/>
              </a:xfrm>
              <a:prstGeom prst="rect">
                <a:avLst/>
              </a:prstGeom>
            </p:spPr>
            <p:txBody>
              <a:bodyPr>
                <a:spAutoFit/>
              </a:bodyPr>
              <a:lstStyle/>
              <a:p>
                <a:r>
                  <a:rPr lang="en-US" sz="1200">
                    <a:solidFill>
                      <a:srgbClr val="000000"/>
                    </a:solidFill>
                  </a:rPr>
                  <a:t>Calculate </a:t>
                </a:r>
              </a:p>
              <a:p>
                <a:r>
                  <a:rPr lang="en-US" sz="1200" b="0">
                    <a:solidFill>
                      <a:srgbClr val="000000"/>
                    </a:solidFill>
                  </a:rPr>
                  <a:t>        (a)           </a:t>
                </a:r>
                <a14:m>
                  <m:oMath xmlns:m="http://schemas.openxmlformats.org/officeDocument/2006/math">
                    <m:r>
                      <a:rPr lang="en-US" sz="1200" b="0" i="1" dirty="0" smtClean="0">
                        <a:solidFill>
                          <a:srgbClr val="000000"/>
                        </a:solidFill>
                        <a:latin typeface="Cambria Math" panose="02040503050406030204" pitchFamily="18" charset="0"/>
                      </a:rPr>
                      <m:t>−4+2</m:t>
                    </m:r>
                  </m:oMath>
                </a14:m>
                <a:endParaRPr lang="en-US" sz="1200" b="0" i="0">
                  <a:solidFill>
                    <a:srgbClr val="000000"/>
                  </a:solidFill>
                  <a:effectLst/>
                </a:endParaRPr>
              </a:p>
              <a:p>
                <a:endParaRPr lang="en-US" sz="1200">
                  <a:solidFill>
                    <a:srgbClr val="000000"/>
                  </a:solidFill>
                </a:endParaRPr>
              </a:p>
              <a:p>
                <a:r>
                  <a:rPr lang="en-US" sz="1200" b="0" i="0">
                    <a:solidFill>
                      <a:srgbClr val="000000"/>
                    </a:solidFill>
                    <a:effectLst/>
                  </a:rPr>
                  <a:t>        (b)           </a:t>
                </a:r>
                <a14:m>
                  <m:oMath xmlns:m="http://schemas.openxmlformats.org/officeDocument/2006/math">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6 −5 </m:t>
                    </m:r>
                  </m:oMath>
                </a14:m>
                <a:endParaRPr lang="en-US" sz="1200" b="0" i="0">
                  <a:solidFill>
                    <a:srgbClr val="000000"/>
                  </a:solidFill>
                </a:endParaRPr>
              </a:p>
              <a:p>
                <a:endParaRPr lang="en-US" sz="1200">
                  <a:solidFill>
                    <a:srgbClr val="000000"/>
                  </a:solidFill>
                </a:endParaRPr>
              </a:p>
              <a:p>
                <a:r>
                  <a:rPr lang="en-US" sz="1200">
                    <a:solidFill>
                      <a:srgbClr val="000000"/>
                    </a:solidFill>
                  </a:rPr>
                  <a:t>        (c)            </a:t>
                </a:r>
                <a14:m>
                  <m:oMath xmlns:m="http://schemas.openxmlformats.org/officeDocument/2006/math">
                    <m:r>
                      <a:rPr lang="en-US" sz="1200" b="0" i="1" dirty="0" smtClean="0">
                        <a:solidFill>
                          <a:srgbClr val="000000"/>
                        </a:solidFill>
                        <a:latin typeface="Cambria Math" panose="02040503050406030204" pitchFamily="18" charset="0"/>
                      </a:rPr>
                      <m:t>10+(−4)</m:t>
                    </m:r>
                  </m:oMath>
                </a14:m>
                <a:endParaRPr lang="en-US" sz="1200">
                  <a:solidFill>
                    <a:srgbClr val="000000"/>
                  </a:solidFill>
                </a:endParaRPr>
              </a:p>
              <a:p>
                <a:endParaRPr lang="en-US" sz="1200">
                  <a:solidFill>
                    <a:srgbClr val="000000"/>
                  </a:solidFill>
                </a:endParaRPr>
              </a:p>
              <a:p>
                <a:r>
                  <a:rPr lang="en-US" sz="1200">
                    <a:solidFill>
                      <a:srgbClr val="000000"/>
                    </a:solidFill>
                  </a:rPr>
                  <a:t>        (d)             </a:t>
                </a:r>
                <a14:m>
                  <m:oMath xmlns:m="http://schemas.openxmlformats.org/officeDocument/2006/math">
                    <m:r>
                      <a:rPr lang="en-US" sz="1200" b="0" i="0" dirty="0" smtClean="0">
                        <a:solidFill>
                          <a:srgbClr val="000000"/>
                        </a:solidFill>
                        <a:latin typeface="Cambria Math" panose="02040503050406030204" pitchFamily="18" charset="0"/>
                      </a:rPr>
                      <m:t>3−(−1</m:t>
                    </m:r>
                    <m:r>
                      <a:rPr lang="en-US" sz="1200" b="0" i="1" dirty="0" smtClean="0">
                        <a:solidFill>
                          <a:srgbClr val="000000"/>
                        </a:solidFill>
                        <a:latin typeface="Cambria Math" panose="02040503050406030204" pitchFamily="18" charset="0"/>
                      </a:rPr>
                      <m:t>)</m:t>
                    </m:r>
                  </m:oMath>
                </a14:m>
                <a:endParaRPr lang="en-US" sz="1200">
                  <a:solidFill>
                    <a:srgbClr val="000000"/>
                  </a:solidFill>
                </a:endParaRPr>
              </a:p>
              <a:p>
                <a:endParaRPr lang="en-US" sz="1200" b="0" i="0">
                  <a:solidFill>
                    <a:srgbClr val="000000"/>
                  </a:solidFill>
                  <a:effectLst/>
                </a:endParaRPr>
              </a:p>
            </p:txBody>
          </p:sp>
        </mc:Choice>
        <mc:Fallback xmlns="">
          <p:sp>
            <p:nvSpPr>
              <p:cNvPr id="43" name="Rectangle 42">
                <a:extLst>
                  <a:ext uri="{FF2B5EF4-FFF2-40B4-BE49-F238E27FC236}">
                    <a16:creationId xmlns:a16="http://schemas.microsoft.com/office/drawing/2014/main" id="{B60B7A29-A096-90D5-A0D6-8ABB7DF3B9EC}"/>
                  </a:ext>
                </a:extLst>
              </p:cNvPr>
              <p:cNvSpPr>
                <a:spLocks noRot="1" noChangeAspect="1" noMove="1" noResize="1" noEditPoints="1" noAdjustHandles="1" noChangeArrowheads="1" noChangeShapeType="1" noTextEdit="1"/>
              </p:cNvSpPr>
              <p:nvPr/>
            </p:nvSpPr>
            <p:spPr>
              <a:xfrm>
                <a:off x="102554" y="5772517"/>
                <a:ext cx="3429000" cy="1754326"/>
              </a:xfrm>
              <a:prstGeom prst="rect">
                <a:avLst/>
              </a:prstGeom>
              <a:blipFill>
                <a:blip r:embed="rId2"/>
                <a:stretch>
                  <a:fillRect l="-178" t="-347"/>
                </a:stretch>
              </a:blipFill>
            </p:spPr>
            <p:txBody>
              <a:bodyPr/>
              <a:lstStyle/>
              <a:p>
                <a:r>
                  <a:rPr lang="en-US">
                    <a:noFill/>
                  </a:rPr>
                  <a:t> </a:t>
                </a:r>
              </a:p>
            </p:txBody>
          </p:sp>
        </mc:Fallback>
      </mc:AlternateContent>
      <p:sp>
        <p:nvSpPr>
          <p:cNvPr id="44" name="Rectangle 43">
            <a:extLst>
              <a:ext uri="{FF2B5EF4-FFF2-40B4-BE49-F238E27FC236}">
                <a16:creationId xmlns:a16="http://schemas.microsoft.com/office/drawing/2014/main" id="{7AB7CF5A-48E5-A983-FE02-2511CFCDB193}"/>
              </a:ext>
            </a:extLst>
          </p:cNvPr>
          <p:cNvSpPr/>
          <p:nvPr/>
        </p:nvSpPr>
        <p:spPr>
          <a:xfrm>
            <a:off x="1838126" y="5971499"/>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5" name="Rectangle 44">
            <a:extLst>
              <a:ext uri="{FF2B5EF4-FFF2-40B4-BE49-F238E27FC236}">
                <a16:creationId xmlns:a16="http://schemas.microsoft.com/office/drawing/2014/main" id="{45D6F351-3D26-B633-5946-A9D7F1FEC90F}"/>
              </a:ext>
            </a:extLst>
          </p:cNvPr>
          <p:cNvSpPr/>
          <p:nvPr/>
        </p:nvSpPr>
        <p:spPr>
          <a:xfrm>
            <a:off x="1838126" y="6345210"/>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6" name="Rectangle 45">
            <a:extLst>
              <a:ext uri="{FF2B5EF4-FFF2-40B4-BE49-F238E27FC236}">
                <a16:creationId xmlns:a16="http://schemas.microsoft.com/office/drawing/2014/main" id="{0086A79C-C9F0-829D-A546-559C6AE6D5F4}"/>
              </a:ext>
            </a:extLst>
          </p:cNvPr>
          <p:cNvSpPr/>
          <p:nvPr/>
        </p:nvSpPr>
        <p:spPr>
          <a:xfrm>
            <a:off x="1838126" y="6739033"/>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7" name="Rectangle 46">
            <a:extLst>
              <a:ext uri="{FF2B5EF4-FFF2-40B4-BE49-F238E27FC236}">
                <a16:creationId xmlns:a16="http://schemas.microsoft.com/office/drawing/2014/main" id="{D85BC886-DC2C-63A9-C21F-04A960165BF9}"/>
              </a:ext>
            </a:extLst>
          </p:cNvPr>
          <p:cNvSpPr/>
          <p:nvPr/>
        </p:nvSpPr>
        <p:spPr>
          <a:xfrm>
            <a:off x="1838126" y="7118729"/>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D4DB6393-5CEA-AF8F-D8BA-A98A14934E37}"/>
                  </a:ext>
                </a:extLst>
              </p:cNvPr>
              <p:cNvSpPr/>
              <p:nvPr/>
            </p:nvSpPr>
            <p:spPr>
              <a:xfrm>
                <a:off x="3559432" y="5787271"/>
                <a:ext cx="3429000" cy="1754326"/>
              </a:xfrm>
              <a:prstGeom prst="rect">
                <a:avLst/>
              </a:prstGeom>
            </p:spPr>
            <p:txBody>
              <a:bodyPr>
                <a:spAutoFit/>
              </a:bodyPr>
              <a:lstStyle/>
              <a:p>
                <a:r>
                  <a:rPr lang="en-US" sz="1200">
                    <a:solidFill>
                      <a:srgbClr val="000000"/>
                    </a:solidFill>
                  </a:rPr>
                  <a:t>Calculate </a:t>
                </a:r>
              </a:p>
              <a:p>
                <a:r>
                  <a:rPr lang="en-US" sz="1200" b="0">
                    <a:solidFill>
                      <a:srgbClr val="000000"/>
                    </a:solidFill>
                  </a:rPr>
                  <a:t>        (a)           </a:t>
                </a:r>
                <a14:m>
                  <m:oMath xmlns:m="http://schemas.openxmlformats.org/officeDocument/2006/math">
                    <m:r>
                      <a:rPr lang="en-US" sz="1200" b="0" i="1" dirty="0" smtClean="0">
                        <a:solidFill>
                          <a:srgbClr val="000000"/>
                        </a:solidFill>
                        <a:latin typeface="Cambria Math" panose="02040503050406030204" pitchFamily="18" charset="0"/>
                      </a:rPr>
                      <m:t>−8+5</m:t>
                    </m:r>
                  </m:oMath>
                </a14:m>
                <a:endParaRPr lang="en-US" sz="1200">
                  <a:solidFill>
                    <a:srgbClr val="000000"/>
                  </a:solidFill>
                </a:endParaRPr>
              </a:p>
              <a:p>
                <a:endParaRPr lang="en-US" sz="1200">
                  <a:solidFill>
                    <a:srgbClr val="000000"/>
                  </a:solidFill>
                </a:endParaRPr>
              </a:p>
              <a:p>
                <a:r>
                  <a:rPr lang="en-US" sz="1200" b="0" i="0">
                    <a:solidFill>
                      <a:srgbClr val="000000"/>
                    </a:solidFill>
                    <a:effectLst/>
                  </a:rPr>
                  <a:t>        (b)           </a:t>
                </a:r>
                <a14:m>
                  <m:oMath xmlns:m="http://schemas.openxmlformats.org/officeDocument/2006/math">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6−9</m:t>
                    </m:r>
                  </m:oMath>
                </a14:m>
                <a:endParaRPr lang="en-US" sz="1200">
                  <a:solidFill>
                    <a:srgbClr val="000000"/>
                  </a:solidFill>
                </a:endParaRPr>
              </a:p>
              <a:p>
                <a:endParaRPr lang="en-US" sz="1200">
                  <a:solidFill>
                    <a:srgbClr val="000000"/>
                  </a:solidFill>
                </a:endParaRPr>
              </a:p>
              <a:p>
                <a:r>
                  <a:rPr lang="en-US" sz="1200">
                    <a:solidFill>
                      <a:srgbClr val="000000"/>
                    </a:solidFill>
                  </a:rPr>
                  <a:t>        (c)            </a:t>
                </a:r>
                <a14:m>
                  <m:oMath xmlns:m="http://schemas.openxmlformats.org/officeDocument/2006/math">
                    <m:r>
                      <a:rPr lang="en-US" sz="1200" i="1" dirty="0" smtClean="0">
                        <a:solidFill>
                          <a:srgbClr val="000000"/>
                        </a:solidFill>
                        <a:latin typeface="Cambria Math" panose="02040503050406030204" pitchFamily="18" charset="0"/>
                      </a:rPr>
                      <m:t>1</m:t>
                    </m:r>
                    <m:r>
                      <a:rPr lang="en-US" sz="1200" b="0" i="1" dirty="0" smtClean="0">
                        <a:solidFill>
                          <a:srgbClr val="000000"/>
                        </a:solidFill>
                        <a:latin typeface="Cambria Math" panose="02040503050406030204" pitchFamily="18" charset="0"/>
                      </a:rPr>
                      <m:t>+(−2)</m:t>
                    </m:r>
                  </m:oMath>
                </a14:m>
                <a:endParaRPr lang="en-US" sz="1200">
                  <a:solidFill>
                    <a:srgbClr val="000000"/>
                  </a:solidFill>
                </a:endParaRPr>
              </a:p>
              <a:p>
                <a:endParaRPr lang="en-US" sz="1200">
                  <a:solidFill>
                    <a:srgbClr val="000000"/>
                  </a:solidFill>
                </a:endParaRPr>
              </a:p>
              <a:p>
                <a:r>
                  <a:rPr lang="en-US" sz="1200">
                    <a:solidFill>
                      <a:srgbClr val="000000"/>
                    </a:solidFill>
                  </a:rPr>
                  <a:t>        (d)             </a:t>
                </a:r>
                <a14:m>
                  <m:oMath xmlns:m="http://schemas.openxmlformats.org/officeDocument/2006/math">
                    <m:r>
                      <a:rPr lang="en-US" sz="1200" b="0" i="0" dirty="0" smtClean="0">
                        <a:solidFill>
                          <a:srgbClr val="000000"/>
                        </a:solidFill>
                        <a:latin typeface="Cambria Math" panose="02040503050406030204" pitchFamily="18" charset="0"/>
                      </a:rPr>
                      <m:t>−</m:t>
                    </m:r>
                    <m:r>
                      <a:rPr lang="en-US" sz="1200" i="1" dirty="0" smtClean="0">
                        <a:solidFill>
                          <a:srgbClr val="000000"/>
                        </a:solidFill>
                        <a:latin typeface="Cambria Math" panose="02040503050406030204" pitchFamily="18" charset="0"/>
                      </a:rPr>
                      <m:t>4</m:t>
                    </m:r>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(−3)</m:t>
                    </m:r>
                  </m:oMath>
                </a14:m>
                <a:endParaRPr lang="en-US" sz="1200">
                  <a:solidFill>
                    <a:srgbClr val="000000"/>
                  </a:solidFill>
                </a:endParaRPr>
              </a:p>
              <a:p>
                <a:endParaRPr lang="en-US" sz="1200" b="0" i="0">
                  <a:solidFill>
                    <a:srgbClr val="000000"/>
                  </a:solidFill>
                  <a:effectLst/>
                </a:endParaRPr>
              </a:p>
            </p:txBody>
          </p:sp>
        </mc:Choice>
        <mc:Fallback xmlns="">
          <p:sp>
            <p:nvSpPr>
              <p:cNvPr id="48" name="Rectangle 47">
                <a:extLst>
                  <a:ext uri="{FF2B5EF4-FFF2-40B4-BE49-F238E27FC236}">
                    <a16:creationId xmlns:a16="http://schemas.microsoft.com/office/drawing/2014/main" id="{D4DB6393-5CEA-AF8F-D8BA-A98A14934E37}"/>
                  </a:ext>
                </a:extLst>
              </p:cNvPr>
              <p:cNvSpPr>
                <a:spLocks noRot="1" noChangeAspect="1" noMove="1" noResize="1" noEditPoints="1" noAdjustHandles="1" noChangeArrowheads="1" noChangeShapeType="1" noTextEdit="1"/>
              </p:cNvSpPr>
              <p:nvPr/>
            </p:nvSpPr>
            <p:spPr>
              <a:xfrm>
                <a:off x="3559432" y="5787271"/>
                <a:ext cx="3429000" cy="1754326"/>
              </a:xfrm>
              <a:prstGeom prst="rect">
                <a:avLst/>
              </a:prstGeom>
              <a:blipFill>
                <a:blip r:embed="rId3"/>
                <a:stretch>
                  <a:fillRect l="-178"/>
                </a:stretch>
              </a:blipFill>
            </p:spPr>
            <p:txBody>
              <a:bodyPr/>
              <a:lstStyle/>
              <a:p>
                <a:r>
                  <a:rPr lang="en-US">
                    <a:noFill/>
                  </a:rPr>
                  <a:t> </a:t>
                </a:r>
              </a:p>
            </p:txBody>
          </p:sp>
        </mc:Fallback>
      </mc:AlternateContent>
      <p:sp>
        <p:nvSpPr>
          <p:cNvPr id="49" name="Rectangle 48">
            <a:extLst>
              <a:ext uri="{FF2B5EF4-FFF2-40B4-BE49-F238E27FC236}">
                <a16:creationId xmlns:a16="http://schemas.microsoft.com/office/drawing/2014/main" id="{877A2DDB-21A4-2BD1-13E3-6F70837A4446}"/>
              </a:ext>
            </a:extLst>
          </p:cNvPr>
          <p:cNvSpPr/>
          <p:nvPr/>
        </p:nvSpPr>
        <p:spPr>
          <a:xfrm>
            <a:off x="5409304" y="5986253"/>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0" name="Rectangle 49">
            <a:extLst>
              <a:ext uri="{FF2B5EF4-FFF2-40B4-BE49-F238E27FC236}">
                <a16:creationId xmlns:a16="http://schemas.microsoft.com/office/drawing/2014/main" id="{6F461AE3-2DDB-8A73-E97B-CAB805C712B5}"/>
              </a:ext>
            </a:extLst>
          </p:cNvPr>
          <p:cNvSpPr/>
          <p:nvPr/>
        </p:nvSpPr>
        <p:spPr>
          <a:xfrm>
            <a:off x="5409304" y="6359964"/>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1" name="Rectangle 50">
            <a:extLst>
              <a:ext uri="{FF2B5EF4-FFF2-40B4-BE49-F238E27FC236}">
                <a16:creationId xmlns:a16="http://schemas.microsoft.com/office/drawing/2014/main" id="{D6A442F7-9106-19E8-F88F-87AACDA57E3C}"/>
              </a:ext>
            </a:extLst>
          </p:cNvPr>
          <p:cNvSpPr/>
          <p:nvPr/>
        </p:nvSpPr>
        <p:spPr>
          <a:xfrm>
            <a:off x="5409304" y="6753787"/>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2" name="Rectangle 51">
            <a:extLst>
              <a:ext uri="{FF2B5EF4-FFF2-40B4-BE49-F238E27FC236}">
                <a16:creationId xmlns:a16="http://schemas.microsoft.com/office/drawing/2014/main" id="{157BDAA5-AE0C-D15C-C9DF-3CA6BF3EDB8E}"/>
              </a:ext>
            </a:extLst>
          </p:cNvPr>
          <p:cNvSpPr/>
          <p:nvPr/>
        </p:nvSpPr>
        <p:spPr>
          <a:xfrm>
            <a:off x="5409304" y="7133483"/>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3" name="TextBox 52">
            <a:extLst>
              <a:ext uri="{FF2B5EF4-FFF2-40B4-BE49-F238E27FC236}">
                <a16:creationId xmlns:a16="http://schemas.microsoft.com/office/drawing/2014/main" id="{3A96E1AF-923C-92A7-AB9F-CBEE1B7120E5}"/>
              </a:ext>
            </a:extLst>
          </p:cNvPr>
          <p:cNvSpPr txBox="1"/>
          <p:nvPr/>
        </p:nvSpPr>
        <p:spPr>
          <a:xfrm>
            <a:off x="1890285" y="7650399"/>
            <a:ext cx="1498808" cy="276999"/>
          </a:xfrm>
          <a:prstGeom prst="rect">
            <a:avLst/>
          </a:prstGeom>
          <a:noFill/>
          <a:ln>
            <a:noFill/>
          </a:ln>
        </p:spPr>
        <p:txBody>
          <a:bodyPr wrap="none" lIns="91440" tIns="45720" rIns="91440" bIns="45720" rtlCol="0" anchor="t">
            <a:spAutoFit/>
          </a:bodyPr>
          <a:lstStyle/>
          <a:p>
            <a:r>
              <a:rPr lang="en-GB" sz="1200" b="1" i="1">
                <a:solidFill>
                  <a:srgbClr val="92D050"/>
                </a:solidFill>
              </a:rPr>
              <a:t>Example 3 - You do…</a:t>
            </a:r>
          </a:p>
        </p:txBody>
      </p: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EDA03557-B27C-AED3-9C9A-C8B07D7C3F19}"/>
                  </a:ext>
                </a:extLst>
              </p:cNvPr>
              <p:cNvSpPr/>
              <p:nvPr/>
            </p:nvSpPr>
            <p:spPr>
              <a:xfrm>
                <a:off x="2001983" y="7925232"/>
                <a:ext cx="3429000" cy="1754326"/>
              </a:xfrm>
              <a:prstGeom prst="rect">
                <a:avLst/>
              </a:prstGeom>
            </p:spPr>
            <p:txBody>
              <a:bodyPr>
                <a:spAutoFit/>
              </a:bodyPr>
              <a:lstStyle/>
              <a:p>
                <a:r>
                  <a:rPr lang="en-US" sz="1200">
                    <a:solidFill>
                      <a:srgbClr val="000000"/>
                    </a:solidFill>
                  </a:rPr>
                  <a:t>Calculate </a:t>
                </a:r>
              </a:p>
              <a:p>
                <a:r>
                  <a:rPr lang="en-US" sz="1200" b="0">
                    <a:solidFill>
                      <a:srgbClr val="000000"/>
                    </a:solidFill>
                  </a:rPr>
                  <a:t>        (a)           </a:t>
                </a:r>
                <a14:m>
                  <m:oMath xmlns:m="http://schemas.openxmlformats.org/officeDocument/2006/math">
                    <m:r>
                      <a:rPr lang="en-US" sz="1200" b="0" i="1" dirty="0" smtClean="0">
                        <a:solidFill>
                          <a:srgbClr val="000000"/>
                        </a:solidFill>
                        <a:latin typeface="Cambria Math" panose="02040503050406030204" pitchFamily="18" charset="0"/>
                      </a:rPr>
                      <m:t>−8+5</m:t>
                    </m:r>
                  </m:oMath>
                </a14:m>
                <a:endParaRPr lang="en-US" sz="1200">
                  <a:solidFill>
                    <a:srgbClr val="000000"/>
                  </a:solidFill>
                </a:endParaRPr>
              </a:p>
              <a:p>
                <a:endParaRPr lang="en-US" sz="1200">
                  <a:solidFill>
                    <a:srgbClr val="000000"/>
                  </a:solidFill>
                </a:endParaRPr>
              </a:p>
              <a:p>
                <a:r>
                  <a:rPr lang="en-US" sz="1200" b="0" i="0">
                    <a:solidFill>
                      <a:srgbClr val="000000"/>
                    </a:solidFill>
                    <a:effectLst/>
                  </a:rPr>
                  <a:t>        (b)           </a:t>
                </a:r>
                <a14:m>
                  <m:oMath xmlns:m="http://schemas.openxmlformats.org/officeDocument/2006/math">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6−9</m:t>
                    </m:r>
                  </m:oMath>
                </a14:m>
                <a:endParaRPr lang="en-US" sz="1200">
                  <a:solidFill>
                    <a:srgbClr val="000000"/>
                  </a:solidFill>
                </a:endParaRPr>
              </a:p>
              <a:p>
                <a:endParaRPr lang="en-US" sz="1200">
                  <a:solidFill>
                    <a:srgbClr val="000000"/>
                  </a:solidFill>
                </a:endParaRPr>
              </a:p>
              <a:p>
                <a:r>
                  <a:rPr lang="en-US" sz="1200">
                    <a:solidFill>
                      <a:srgbClr val="000000"/>
                    </a:solidFill>
                  </a:rPr>
                  <a:t>        (c)            </a:t>
                </a:r>
                <a14:m>
                  <m:oMath xmlns:m="http://schemas.openxmlformats.org/officeDocument/2006/math">
                    <m:r>
                      <a:rPr lang="en-US" sz="1200" i="1" dirty="0" smtClean="0">
                        <a:solidFill>
                          <a:srgbClr val="000000"/>
                        </a:solidFill>
                        <a:latin typeface="Cambria Math" panose="02040503050406030204" pitchFamily="18" charset="0"/>
                      </a:rPr>
                      <m:t>1</m:t>
                    </m:r>
                    <m:r>
                      <a:rPr lang="en-US" sz="1200" b="0" i="1" dirty="0" smtClean="0">
                        <a:solidFill>
                          <a:srgbClr val="000000"/>
                        </a:solidFill>
                        <a:latin typeface="Cambria Math" panose="02040503050406030204" pitchFamily="18" charset="0"/>
                      </a:rPr>
                      <m:t>+(−2)</m:t>
                    </m:r>
                  </m:oMath>
                </a14:m>
                <a:endParaRPr lang="en-US" sz="1200">
                  <a:solidFill>
                    <a:srgbClr val="000000"/>
                  </a:solidFill>
                </a:endParaRPr>
              </a:p>
              <a:p>
                <a:endParaRPr lang="en-US" sz="1200">
                  <a:solidFill>
                    <a:srgbClr val="000000"/>
                  </a:solidFill>
                </a:endParaRPr>
              </a:p>
              <a:p>
                <a:r>
                  <a:rPr lang="en-US" sz="1200">
                    <a:solidFill>
                      <a:srgbClr val="000000"/>
                    </a:solidFill>
                  </a:rPr>
                  <a:t>        (d)             </a:t>
                </a:r>
                <a14:m>
                  <m:oMath xmlns:m="http://schemas.openxmlformats.org/officeDocument/2006/math">
                    <m:r>
                      <a:rPr lang="en-US" sz="1200" b="0" i="0" dirty="0" smtClean="0">
                        <a:solidFill>
                          <a:srgbClr val="000000"/>
                        </a:solidFill>
                        <a:latin typeface="Cambria Math" panose="02040503050406030204" pitchFamily="18" charset="0"/>
                      </a:rPr>
                      <m:t>−</m:t>
                    </m:r>
                    <m:r>
                      <a:rPr lang="en-US" sz="1200" i="1" dirty="0" smtClean="0">
                        <a:solidFill>
                          <a:srgbClr val="000000"/>
                        </a:solidFill>
                        <a:latin typeface="Cambria Math" panose="02040503050406030204" pitchFamily="18" charset="0"/>
                      </a:rPr>
                      <m:t>4</m:t>
                    </m:r>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(−3)</m:t>
                    </m:r>
                  </m:oMath>
                </a14:m>
                <a:endParaRPr lang="en-US" sz="1200">
                  <a:solidFill>
                    <a:srgbClr val="000000"/>
                  </a:solidFill>
                </a:endParaRPr>
              </a:p>
              <a:p>
                <a:endParaRPr lang="en-US" sz="1200" b="0" i="0">
                  <a:solidFill>
                    <a:srgbClr val="000000"/>
                  </a:solidFill>
                  <a:effectLst/>
                </a:endParaRPr>
              </a:p>
            </p:txBody>
          </p:sp>
        </mc:Choice>
        <mc:Fallback xmlns="">
          <p:sp>
            <p:nvSpPr>
              <p:cNvPr id="54" name="Rectangle 53">
                <a:extLst>
                  <a:ext uri="{FF2B5EF4-FFF2-40B4-BE49-F238E27FC236}">
                    <a16:creationId xmlns:a16="http://schemas.microsoft.com/office/drawing/2014/main" id="{EDA03557-B27C-AED3-9C9A-C8B07D7C3F19}"/>
                  </a:ext>
                </a:extLst>
              </p:cNvPr>
              <p:cNvSpPr>
                <a:spLocks noRot="1" noChangeAspect="1" noMove="1" noResize="1" noEditPoints="1" noAdjustHandles="1" noChangeArrowheads="1" noChangeShapeType="1" noTextEdit="1"/>
              </p:cNvSpPr>
              <p:nvPr/>
            </p:nvSpPr>
            <p:spPr>
              <a:xfrm>
                <a:off x="2001983" y="7925232"/>
                <a:ext cx="3429000" cy="1754326"/>
              </a:xfrm>
              <a:prstGeom prst="rect">
                <a:avLst/>
              </a:prstGeom>
              <a:blipFill>
                <a:blip r:embed="rId4"/>
                <a:stretch>
                  <a:fillRect/>
                </a:stretch>
              </a:blipFill>
            </p:spPr>
            <p:txBody>
              <a:bodyPr/>
              <a:lstStyle/>
              <a:p>
                <a:r>
                  <a:rPr lang="en-US">
                    <a:noFill/>
                  </a:rPr>
                  <a:t> </a:t>
                </a:r>
              </a:p>
            </p:txBody>
          </p:sp>
        </mc:Fallback>
      </mc:AlternateContent>
      <p:sp>
        <p:nvSpPr>
          <p:cNvPr id="55" name="Rectangle 54">
            <a:extLst>
              <a:ext uri="{FF2B5EF4-FFF2-40B4-BE49-F238E27FC236}">
                <a16:creationId xmlns:a16="http://schemas.microsoft.com/office/drawing/2014/main" id="{8E584DCE-905E-CDB1-C7E8-BCD8D3E1AC77}"/>
              </a:ext>
            </a:extLst>
          </p:cNvPr>
          <p:cNvSpPr/>
          <p:nvPr/>
        </p:nvSpPr>
        <p:spPr>
          <a:xfrm>
            <a:off x="3851855" y="8124214"/>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6" name="Rectangle 55">
            <a:extLst>
              <a:ext uri="{FF2B5EF4-FFF2-40B4-BE49-F238E27FC236}">
                <a16:creationId xmlns:a16="http://schemas.microsoft.com/office/drawing/2014/main" id="{0BF7F0D7-B4DA-A987-A1D4-C4BFBE091225}"/>
              </a:ext>
            </a:extLst>
          </p:cNvPr>
          <p:cNvSpPr/>
          <p:nvPr/>
        </p:nvSpPr>
        <p:spPr>
          <a:xfrm>
            <a:off x="3851855" y="8497925"/>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7" name="Rectangle 56">
            <a:extLst>
              <a:ext uri="{FF2B5EF4-FFF2-40B4-BE49-F238E27FC236}">
                <a16:creationId xmlns:a16="http://schemas.microsoft.com/office/drawing/2014/main" id="{A1D7BA4B-2178-0D6D-23AE-091396463F16}"/>
              </a:ext>
            </a:extLst>
          </p:cNvPr>
          <p:cNvSpPr/>
          <p:nvPr/>
        </p:nvSpPr>
        <p:spPr>
          <a:xfrm>
            <a:off x="3851855" y="8891748"/>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8" name="Rectangle 57">
            <a:extLst>
              <a:ext uri="{FF2B5EF4-FFF2-40B4-BE49-F238E27FC236}">
                <a16:creationId xmlns:a16="http://schemas.microsoft.com/office/drawing/2014/main" id="{5DDFEE52-2857-D37D-401C-D7992AC91914}"/>
              </a:ext>
            </a:extLst>
          </p:cNvPr>
          <p:cNvSpPr/>
          <p:nvPr/>
        </p:nvSpPr>
        <p:spPr>
          <a:xfrm>
            <a:off x="3851855" y="9271444"/>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9" name="Rectangle 58">
            <a:extLst>
              <a:ext uri="{FF2B5EF4-FFF2-40B4-BE49-F238E27FC236}">
                <a16:creationId xmlns:a16="http://schemas.microsoft.com/office/drawing/2014/main" id="{C8248ECF-B345-8D07-BBAE-9E4D98C6D4A2}"/>
              </a:ext>
            </a:extLst>
          </p:cNvPr>
          <p:cNvSpPr/>
          <p:nvPr/>
        </p:nvSpPr>
        <p:spPr>
          <a:xfrm>
            <a:off x="1722983" y="7674256"/>
            <a:ext cx="3265813" cy="1975655"/>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rgbClr val="00B0F0"/>
              </a:solidFill>
            </a:endParaRPr>
          </a:p>
        </p:txBody>
      </p:sp>
      <p:sp>
        <p:nvSpPr>
          <p:cNvPr id="12" name="Rectangle 11">
            <a:extLst>
              <a:ext uri="{FF2B5EF4-FFF2-40B4-BE49-F238E27FC236}">
                <a16:creationId xmlns:a16="http://schemas.microsoft.com/office/drawing/2014/main" id="{C70662AA-5637-4A1A-0524-C6062A8B49F6}"/>
              </a:ext>
            </a:extLst>
          </p:cNvPr>
          <p:cNvSpPr/>
          <p:nvPr/>
        </p:nvSpPr>
        <p:spPr>
          <a:xfrm>
            <a:off x="90077" y="5302007"/>
            <a:ext cx="2601917" cy="22050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Addition and Subtraction</a:t>
            </a:r>
          </a:p>
        </p:txBody>
      </p:sp>
    </p:spTree>
    <p:extLst>
      <p:ext uri="{BB962C8B-B14F-4D97-AF65-F5344CB8AC3E}">
        <p14:creationId xmlns:p14="http://schemas.microsoft.com/office/powerpoint/2010/main" val="786138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5AEC07-833B-E2D0-CF38-532E4ACD635E}"/>
              </a:ext>
            </a:extLst>
          </p:cNvPr>
          <p:cNvPicPr>
            <a:picLocks noChangeAspect="1"/>
          </p:cNvPicPr>
          <p:nvPr/>
        </p:nvPicPr>
        <p:blipFill rotWithShape="1">
          <a:blip r:embed="rId2">
            <a:biLevel thresh="75000"/>
          </a:blip>
          <a:srcRect t="64299"/>
          <a:stretch/>
        </p:blipFill>
        <p:spPr>
          <a:xfrm>
            <a:off x="4212906" y="495299"/>
            <a:ext cx="1419225" cy="1407795"/>
          </a:xfrm>
          <a:prstGeom prst="rect">
            <a:avLst/>
          </a:prstGeom>
        </p:spPr>
      </p:pic>
      <p:pic>
        <p:nvPicPr>
          <p:cNvPr id="56" name="Picture 55">
            <a:extLst>
              <a:ext uri="{FF2B5EF4-FFF2-40B4-BE49-F238E27FC236}">
                <a16:creationId xmlns:a16="http://schemas.microsoft.com/office/drawing/2014/main" id="{8CBD0A7E-8753-0EA1-EEE8-29DC4E687A09}"/>
              </a:ext>
            </a:extLst>
          </p:cNvPr>
          <p:cNvPicPr>
            <a:picLocks noChangeAspect="1"/>
          </p:cNvPicPr>
          <p:nvPr/>
        </p:nvPicPr>
        <p:blipFill rotWithShape="1">
          <a:blip r:embed="rId2">
            <a:biLevel thresh="75000"/>
          </a:blip>
          <a:srcRect t="31835" b="34155"/>
          <a:stretch/>
        </p:blipFill>
        <p:spPr>
          <a:xfrm>
            <a:off x="2246946" y="522922"/>
            <a:ext cx="1419225" cy="1341120"/>
          </a:xfrm>
          <a:prstGeom prst="rect">
            <a:avLst/>
          </a:prstGeom>
        </p:spPr>
      </p:pic>
      <p:pic>
        <p:nvPicPr>
          <p:cNvPr id="57" name="Picture 56">
            <a:extLst>
              <a:ext uri="{FF2B5EF4-FFF2-40B4-BE49-F238E27FC236}">
                <a16:creationId xmlns:a16="http://schemas.microsoft.com/office/drawing/2014/main" id="{2E7F965A-957C-DE45-4836-BE717A97F2E0}"/>
              </a:ext>
            </a:extLst>
          </p:cNvPr>
          <p:cNvPicPr>
            <a:picLocks noChangeAspect="1"/>
          </p:cNvPicPr>
          <p:nvPr/>
        </p:nvPicPr>
        <p:blipFill rotWithShape="1">
          <a:blip r:embed="rId2">
            <a:biLevel thresh="75000"/>
          </a:blip>
          <a:srcRect t="-1" b="67392"/>
          <a:stretch/>
        </p:blipFill>
        <p:spPr>
          <a:xfrm>
            <a:off x="280987" y="522922"/>
            <a:ext cx="1419225" cy="1285875"/>
          </a:xfrm>
          <a:prstGeom prst="rect">
            <a:avLst/>
          </a:prstGeom>
        </p:spPr>
      </p:pic>
      <p:grpSp>
        <p:nvGrpSpPr>
          <p:cNvPr id="58" name="Group 57">
            <a:extLst>
              <a:ext uri="{FF2B5EF4-FFF2-40B4-BE49-F238E27FC236}">
                <a16:creationId xmlns:a16="http://schemas.microsoft.com/office/drawing/2014/main" id="{972C71BF-E8F9-9260-99E8-45FB951C99AF}"/>
              </a:ext>
            </a:extLst>
          </p:cNvPr>
          <p:cNvGrpSpPr/>
          <p:nvPr/>
        </p:nvGrpSpPr>
        <p:grpSpPr>
          <a:xfrm>
            <a:off x="1622443" y="556890"/>
            <a:ext cx="490494" cy="1235701"/>
            <a:chOff x="1567272" y="5986149"/>
            <a:chExt cx="490494" cy="1235701"/>
          </a:xfrm>
        </p:grpSpPr>
        <p:sp>
          <p:nvSpPr>
            <p:cNvPr id="59" name="TextBox 58">
              <a:extLst>
                <a:ext uri="{FF2B5EF4-FFF2-40B4-BE49-F238E27FC236}">
                  <a16:creationId xmlns:a16="http://schemas.microsoft.com/office/drawing/2014/main" id="{C93CB31C-817D-EDC3-4881-081CA76F71B3}"/>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0" name="TextBox 59">
              <a:extLst>
                <a:ext uri="{FF2B5EF4-FFF2-40B4-BE49-F238E27FC236}">
                  <a16:creationId xmlns:a16="http://schemas.microsoft.com/office/drawing/2014/main" id="{B81FCEF4-1C1C-3412-91D9-FC6A6184AAC1}"/>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0" name="TextBox 69">
              <a:extLst>
                <a:ext uri="{FF2B5EF4-FFF2-40B4-BE49-F238E27FC236}">
                  <a16:creationId xmlns:a16="http://schemas.microsoft.com/office/drawing/2014/main" id="{49AE3622-D905-E16F-4149-3D9E34430B67}"/>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1" name="TextBox 70">
              <a:extLst>
                <a:ext uri="{FF2B5EF4-FFF2-40B4-BE49-F238E27FC236}">
                  <a16:creationId xmlns:a16="http://schemas.microsoft.com/office/drawing/2014/main" id="{781DCBD3-24E0-2AA2-13FB-F8AA6CBD2009}"/>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72" name="Group 71">
            <a:extLst>
              <a:ext uri="{FF2B5EF4-FFF2-40B4-BE49-F238E27FC236}">
                <a16:creationId xmlns:a16="http://schemas.microsoft.com/office/drawing/2014/main" id="{EA9A0A31-E6DF-3DAB-61B2-A51085041034}"/>
              </a:ext>
            </a:extLst>
          </p:cNvPr>
          <p:cNvGrpSpPr/>
          <p:nvPr/>
        </p:nvGrpSpPr>
        <p:grpSpPr>
          <a:xfrm>
            <a:off x="3554933" y="576841"/>
            <a:ext cx="490494" cy="1235701"/>
            <a:chOff x="1567272" y="5986149"/>
            <a:chExt cx="490494" cy="1235701"/>
          </a:xfrm>
        </p:grpSpPr>
        <p:sp>
          <p:nvSpPr>
            <p:cNvPr id="73" name="TextBox 72">
              <a:extLst>
                <a:ext uri="{FF2B5EF4-FFF2-40B4-BE49-F238E27FC236}">
                  <a16:creationId xmlns:a16="http://schemas.microsoft.com/office/drawing/2014/main" id="{5B748356-966E-27E9-BFDE-5E8728DD3906}"/>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4" name="TextBox 73">
              <a:extLst>
                <a:ext uri="{FF2B5EF4-FFF2-40B4-BE49-F238E27FC236}">
                  <a16:creationId xmlns:a16="http://schemas.microsoft.com/office/drawing/2014/main" id="{9F106030-1DB1-27AF-F52B-6888DC0B3CEF}"/>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5" name="TextBox 74">
              <a:extLst>
                <a:ext uri="{FF2B5EF4-FFF2-40B4-BE49-F238E27FC236}">
                  <a16:creationId xmlns:a16="http://schemas.microsoft.com/office/drawing/2014/main" id="{7F53180B-B3F2-F751-B8DC-039AB9BD85D2}"/>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6" name="TextBox 75">
              <a:extLst>
                <a:ext uri="{FF2B5EF4-FFF2-40B4-BE49-F238E27FC236}">
                  <a16:creationId xmlns:a16="http://schemas.microsoft.com/office/drawing/2014/main" id="{F8F10FAF-8440-ADB3-2DA6-06889B577913}"/>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77" name="Group 76">
            <a:extLst>
              <a:ext uri="{FF2B5EF4-FFF2-40B4-BE49-F238E27FC236}">
                <a16:creationId xmlns:a16="http://schemas.microsoft.com/office/drawing/2014/main" id="{B574807E-4062-AFF7-AC25-1058B502A2EC}"/>
              </a:ext>
            </a:extLst>
          </p:cNvPr>
          <p:cNvGrpSpPr/>
          <p:nvPr/>
        </p:nvGrpSpPr>
        <p:grpSpPr>
          <a:xfrm>
            <a:off x="5632131" y="556890"/>
            <a:ext cx="490494" cy="1235701"/>
            <a:chOff x="1567272" y="5986149"/>
            <a:chExt cx="490494" cy="1235701"/>
          </a:xfrm>
        </p:grpSpPr>
        <p:sp>
          <p:nvSpPr>
            <p:cNvPr id="78" name="TextBox 77">
              <a:extLst>
                <a:ext uri="{FF2B5EF4-FFF2-40B4-BE49-F238E27FC236}">
                  <a16:creationId xmlns:a16="http://schemas.microsoft.com/office/drawing/2014/main" id="{5E8B767A-CE1F-A31A-9D11-1D0B02C93E74}"/>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9" name="TextBox 78">
              <a:extLst>
                <a:ext uri="{FF2B5EF4-FFF2-40B4-BE49-F238E27FC236}">
                  <a16:creationId xmlns:a16="http://schemas.microsoft.com/office/drawing/2014/main" id="{2D7113BD-1246-E5CD-C30A-C1031A4575B5}"/>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0" name="TextBox 89">
              <a:extLst>
                <a:ext uri="{FF2B5EF4-FFF2-40B4-BE49-F238E27FC236}">
                  <a16:creationId xmlns:a16="http://schemas.microsoft.com/office/drawing/2014/main" id="{B9618191-CCA8-1131-7315-89EBB87C46F9}"/>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1" name="TextBox 90">
              <a:extLst>
                <a:ext uri="{FF2B5EF4-FFF2-40B4-BE49-F238E27FC236}">
                  <a16:creationId xmlns:a16="http://schemas.microsoft.com/office/drawing/2014/main" id="{15A9B80C-09C9-453A-DCBE-FA15A3A665BB}"/>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sp>
        <p:nvSpPr>
          <p:cNvPr id="92" name="Rectangle 91">
            <a:extLst>
              <a:ext uri="{FF2B5EF4-FFF2-40B4-BE49-F238E27FC236}">
                <a16:creationId xmlns:a16="http://schemas.microsoft.com/office/drawing/2014/main" id="{4CD0D3D2-1932-F396-10FB-333180D57112}"/>
              </a:ext>
            </a:extLst>
          </p:cNvPr>
          <p:cNvSpPr/>
          <p:nvPr/>
        </p:nvSpPr>
        <p:spPr>
          <a:xfrm>
            <a:off x="5182" y="235190"/>
            <a:ext cx="2207271" cy="276999"/>
          </a:xfrm>
          <a:prstGeom prst="rect">
            <a:avLst/>
          </a:prstGeom>
        </p:spPr>
        <p:txBody>
          <a:bodyPr wrap="none">
            <a:spAutoFit/>
          </a:bodyPr>
          <a:lstStyle/>
          <a:p>
            <a:r>
              <a:rPr lang="en-GB" sz="1200" b="1"/>
              <a:t>1.   </a:t>
            </a:r>
            <a:r>
              <a:rPr lang="en-GB" sz="1200"/>
              <a:t>Complete these calculations.</a:t>
            </a:r>
          </a:p>
        </p:txBody>
      </p:sp>
      <p:pic>
        <p:nvPicPr>
          <p:cNvPr id="93" name="Picture 92">
            <a:extLst>
              <a:ext uri="{FF2B5EF4-FFF2-40B4-BE49-F238E27FC236}">
                <a16:creationId xmlns:a16="http://schemas.microsoft.com/office/drawing/2014/main" id="{125A78E8-3295-C93E-C703-DC40186D7A80}"/>
              </a:ext>
            </a:extLst>
          </p:cNvPr>
          <p:cNvPicPr>
            <a:picLocks noChangeAspect="1"/>
          </p:cNvPicPr>
          <p:nvPr/>
        </p:nvPicPr>
        <p:blipFill rotWithShape="1">
          <a:blip r:embed="rId3">
            <a:biLevel thresh="75000"/>
          </a:blip>
          <a:srcRect b="66588"/>
          <a:stretch/>
        </p:blipFill>
        <p:spPr>
          <a:xfrm>
            <a:off x="361493" y="2257425"/>
            <a:ext cx="1552575" cy="1343025"/>
          </a:xfrm>
          <a:prstGeom prst="rect">
            <a:avLst/>
          </a:prstGeom>
        </p:spPr>
      </p:pic>
      <p:pic>
        <p:nvPicPr>
          <p:cNvPr id="94" name="Picture 93">
            <a:extLst>
              <a:ext uri="{FF2B5EF4-FFF2-40B4-BE49-F238E27FC236}">
                <a16:creationId xmlns:a16="http://schemas.microsoft.com/office/drawing/2014/main" id="{D574D9B8-9779-8FD4-8B2D-BCF7B67F15BC}"/>
              </a:ext>
            </a:extLst>
          </p:cNvPr>
          <p:cNvPicPr>
            <a:picLocks noChangeAspect="1"/>
          </p:cNvPicPr>
          <p:nvPr/>
        </p:nvPicPr>
        <p:blipFill rotWithShape="1">
          <a:blip r:embed="rId3">
            <a:biLevel thresh="75000"/>
          </a:blip>
          <a:srcRect t="32702" b="34241"/>
          <a:stretch/>
        </p:blipFill>
        <p:spPr>
          <a:xfrm>
            <a:off x="2246946" y="2243694"/>
            <a:ext cx="1552575" cy="1328738"/>
          </a:xfrm>
          <a:prstGeom prst="rect">
            <a:avLst/>
          </a:prstGeom>
        </p:spPr>
      </p:pic>
      <p:pic>
        <p:nvPicPr>
          <p:cNvPr id="95" name="Picture 94">
            <a:extLst>
              <a:ext uri="{FF2B5EF4-FFF2-40B4-BE49-F238E27FC236}">
                <a16:creationId xmlns:a16="http://schemas.microsoft.com/office/drawing/2014/main" id="{01EC8264-510A-1122-5DD2-32FDFB3F9EB3}"/>
              </a:ext>
            </a:extLst>
          </p:cNvPr>
          <p:cNvPicPr>
            <a:picLocks noChangeAspect="1"/>
          </p:cNvPicPr>
          <p:nvPr/>
        </p:nvPicPr>
        <p:blipFill rotWithShape="1">
          <a:blip r:embed="rId3">
            <a:biLevel thresh="75000"/>
          </a:blip>
          <a:srcRect t="64218"/>
          <a:stretch/>
        </p:blipFill>
        <p:spPr>
          <a:xfrm>
            <a:off x="4291960" y="2218427"/>
            <a:ext cx="1552575" cy="1438275"/>
          </a:xfrm>
          <a:prstGeom prst="rect">
            <a:avLst/>
          </a:prstGeom>
        </p:spPr>
      </p:pic>
      <p:grpSp>
        <p:nvGrpSpPr>
          <p:cNvPr id="96" name="Group 95">
            <a:extLst>
              <a:ext uri="{FF2B5EF4-FFF2-40B4-BE49-F238E27FC236}">
                <a16:creationId xmlns:a16="http://schemas.microsoft.com/office/drawing/2014/main" id="{A3BBC533-D484-240D-3C4C-7AB4356C4628}"/>
              </a:ext>
            </a:extLst>
          </p:cNvPr>
          <p:cNvGrpSpPr/>
          <p:nvPr/>
        </p:nvGrpSpPr>
        <p:grpSpPr>
          <a:xfrm>
            <a:off x="1622443" y="2265997"/>
            <a:ext cx="490494" cy="1235701"/>
            <a:chOff x="1567272" y="5986149"/>
            <a:chExt cx="490494" cy="1235701"/>
          </a:xfrm>
        </p:grpSpPr>
        <p:sp>
          <p:nvSpPr>
            <p:cNvPr id="97" name="TextBox 96">
              <a:extLst>
                <a:ext uri="{FF2B5EF4-FFF2-40B4-BE49-F238E27FC236}">
                  <a16:creationId xmlns:a16="http://schemas.microsoft.com/office/drawing/2014/main" id="{7CA67846-0428-C53C-C2DC-CB11DC72C7DF}"/>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8" name="TextBox 97">
              <a:extLst>
                <a:ext uri="{FF2B5EF4-FFF2-40B4-BE49-F238E27FC236}">
                  <a16:creationId xmlns:a16="http://schemas.microsoft.com/office/drawing/2014/main" id="{51E3A5F3-B621-5ABD-050C-EC0339D7B613}"/>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9" name="TextBox 98">
              <a:extLst>
                <a:ext uri="{FF2B5EF4-FFF2-40B4-BE49-F238E27FC236}">
                  <a16:creationId xmlns:a16="http://schemas.microsoft.com/office/drawing/2014/main" id="{2B2E1A12-8D5B-6FF2-3050-1B8330B703DF}"/>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0" name="TextBox 99">
              <a:extLst>
                <a:ext uri="{FF2B5EF4-FFF2-40B4-BE49-F238E27FC236}">
                  <a16:creationId xmlns:a16="http://schemas.microsoft.com/office/drawing/2014/main" id="{233B3EAD-22EE-7E06-2D2A-ECF61AB2D83E}"/>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101" name="Group 100">
            <a:extLst>
              <a:ext uri="{FF2B5EF4-FFF2-40B4-BE49-F238E27FC236}">
                <a16:creationId xmlns:a16="http://schemas.microsoft.com/office/drawing/2014/main" id="{C39A69FC-1C5F-3C88-B307-B0E62234788A}"/>
              </a:ext>
            </a:extLst>
          </p:cNvPr>
          <p:cNvGrpSpPr/>
          <p:nvPr/>
        </p:nvGrpSpPr>
        <p:grpSpPr>
          <a:xfrm>
            <a:off x="3641905" y="2292294"/>
            <a:ext cx="490494" cy="1235701"/>
            <a:chOff x="1567272" y="5986149"/>
            <a:chExt cx="490494" cy="1235701"/>
          </a:xfrm>
        </p:grpSpPr>
        <p:sp>
          <p:nvSpPr>
            <p:cNvPr id="102" name="TextBox 101">
              <a:extLst>
                <a:ext uri="{FF2B5EF4-FFF2-40B4-BE49-F238E27FC236}">
                  <a16:creationId xmlns:a16="http://schemas.microsoft.com/office/drawing/2014/main" id="{9CD578E9-C7EC-6249-A561-50C39C95F8D7}"/>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3" name="TextBox 102">
              <a:extLst>
                <a:ext uri="{FF2B5EF4-FFF2-40B4-BE49-F238E27FC236}">
                  <a16:creationId xmlns:a16="http://schemas.microsoft.com/office/drawing/2014/main" id="{87DA8D3E-C4CF-B7A4-6E3C-CAAC923BBAEF}"/>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4" name="TextBox 103">
              <a:extLst>
                <a:ext uri="{FF2B5EF4-FFF2-40B4-BE49-F238E27FC236}">
                  <a16:creationId xmlns:a16="http://schemas.microsoft.com/office/drawing/2014/main" id="{D3000ED1-96A3-786D-AA20-C9BEAEA7A5D2}"/>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5" name="TextBox 104">
              <a:extLst>
                <a:ext uri="{FF2B5EF4-FFF2-40B4-BE49-F238E27FC236}">
                  <a16:creationId xmlns:a16="http://schemas.microsoft.com/office/drawing/2014/main" id="{C0903157-CEB6-5301-88F5-1B1428A4AB0B}"/>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106" name="Group 105">
            <a:extLst>
              <a:ext uri="{FF2B5EF4-FFF2-40B4-BE49-F238E27FC236}">
                <a16:creationId xmlns:a16="http://schemas.microsoft.com/office/drawing/2014/main" id="{CEFB3A92-A7BB-47FB-46C1-A26D0AD941D4}"/>
              </a:ext>
            </a:extLst>
          </p:cNvPr>
          <p:cNvGrpSpPr/>
          <p:nvPr/>
        </p:nvGrpSpPr>
        <p:grpSpPr>
          <a:xfrm>
            <a:off x="5844535" y="2319045"/>
            <a:ext cx="490494" cy="1235701"/>
            <a:chOff x="1567272" y="5986149"/>
            <a:chExt cx="490494" cy="1235701"/>
          </a:xfrm>
        </p:grpSpPr>
        <p:sp>
          <p:nvSpPr>
            <p:cNvPr id="107" name="TextBox 106">
              <a:extLst>
                <a:ext uri="{FF2B5EF4-FFF2-40B4-BE49-F238E27FC236}">
                  <a16:creationId xmlns:a16="http://schemas.microsoft.com/office/drawing/2014/main" id="{404F98CE-4CFF-0AE7-261D-0AEE78FEB681}"/>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8" name="TextBox 107">
              <a:extLst>
                <a:ext uri="{FF2B5EF4-FFF2-40B4-BE49-F238E27FC236}">
                  <a16:creationId xmlns:a16="http://schemas.microsoft.com/office/drawing/2014/main" id="{3DBBC5E5-91E5-7EF8-0144-45F89C4A4165}"/>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708DB29D-7ED3-43C6-EA52-E8227D9F8B22}"/>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ED50214A-08C7-29D3-389F-7F8B2CE34ABC}"/>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sp>
        <p:nvSpPr>
          <p:cNvPr id="111" name="Rectangle 110">
            <a:extLst>
              <a:ext uri="{FF2B5EF4-FFF2-40B4-BE49-F238E27FC236}">
                <a16:creationId xmlns:a16="http://schemas.microsoft.com/office/drawing/2014/main" id="{803F6BB1-76E0-92AC-1DFB-E7F8361DE566}"/>
              </a:ext>
            </a:extLst>
          </p:cNvPr>
          <p:cNvSpPr/>
          <p:nvPr/>
        </p:nvSpPr>
        <p:spPr>
          <a:xfrm>
            <a:off x="5182" y="1994295"/>
            <a:ext cx="2207271" cy="276999"/>
          </a:xfrm>
          <a:prstGeom prst="rect">
            <a:avLst/>
          </a:prstGeom>
        </p:spPr>
        <p:txBody>
          <a:bodyPr wrap="none">
            <a:spAutoFit/>
          </a:bodyPr>
          <a:lstStyle/>
          <a:p>
            <a:r>
              <a:rPr lang="en-GB" sz="1200" b="1"/>
              <a:t>2.   </a:t>
            </a:r>
            <a:r>
              <a:rPr lang="en-GB" sz="1200"/>
              <a:t>Complete these calculations.</a:t>
            </a:r>
          </a:p>
        </p:txBody>
      </p:sp>
      <p:sp>
        <p:nvSpPr>
          <p:cNvPr id="112" name="TextBox 111">
            <a:extLst>
              <a:ext uri="{FF2B5EF4-FFF2-40B4-BE49-F238E27FC236}">
                <a16:creationId xmlns:a16="http://schemas.microsoft.com/office/drawing/2014/main" id="{B76BCA90-0E37-6BEC-C4D6-477815FA5378}"/>
              </a:ext>
            </a:extLst>
          </p:cNvPr>
          <p:cNvSpPr txBox="1"/>
          <p:nvPr/>
        </p:nvSpPr>
        <p:spPr>
          <a:xfrm>
            <a:off x="5182" y="3741641"/>
            <a:ext cx="3230880" cy="276999"/>
          </a:xfrm>
          <a:prstGeom prst="rect">
            <a:avLst/>
          </a:prstGeom>
          <a:noFill/>
        </p:spPr>
        <p:txBody>
          <a:bodyPr wrap="square" rtlCol="0">
            <a:spAutoFit/>
          </a:bodyPr>
          <a:lstStyle/>
          <a:p>
            <a:r>
              <a:rPr lang="en-US" sz="1200" b="1"/>
              <a:t>3.</a:t>
            </a:r>
            <a:r>
              <a:rPr lang="en-GB" sz="1200" b="1"/>
              <a:t> </a:t>
            </a:r>
            <a:r>
              <a:rPr lang="en-GB" sz="1200"/>
              <a:t>  Work these out.</a:t>
            </a:r>
          </a:p>
        </p:txBody>
      </p:sp>
      <p:pic>
        <p:nvPicPr>
          <p:cNvPr id="113" name="Picture 112">
            <a:extLst>
              <a:ext uri="{FF2B5EF4-FFF2-40B4-BE49-F238E27FC236}">
                <a16:creationId xmlns:a16="http://schemas.microsoft.com/office/drawing/2014/main" id="{4D18FC4D-903F-7750-BD72-5468564A1CDD}"/>
              </a:ext>
            </a:extLst>
          </p:cNvPr>
          <p:cNvPicPr>
            <a:picLocks noChangeAspect="1"/>
          </p:cNvPicPr>
          <p:nvPr/>
        </p:nvPicPr>
        <p:blipFill rotWithShape="1">
          <a:blip r:embed="rId4">
            <a:biLevel thresh="75000"/>
          </a:blip>
          <a:srcRect b="64124"/>
          <a:stretch/>
        </p:blipFill>
        <p:spPr>
          <a:xfrm>
            <a:off x="42201" y="4068908"/>
            <a:ext cx="2085975" cy="1407868"/>
          </a:xfrm>
          <a:prstGeom prst="rect">
            <a:avLst/>
          </a:prstGeom>
        </p:spPr>
      </p:pic>
      <p:pic>
        <p:nvPicPr>
          <p:cNvPr id="114" name="Picture 113">
            <a:extLst>
              <a:ext uri="{FF2B5EF4-FFF2-40B4-BE49-F238E27FC236}">
                <a16:creationId xmlns:a16="http://schemas.microsoft.com/office/drawing/2014/main" id="{B8621711-386F-7B8C-0483-36CA250CAC2E}"/>
              </a:ext>
            </a:extLst>
          </p:cNvPr>
          <p:cNvPicPr>
            <a:picLocks noChangeAspect="1"/>
          </p:cNvPicPr>
          <p:nvPr/>
        </p:nvPicPr>
        <p:blipFill rotWithShape="1">
          <a:blip r:embed="rId4">
            <a:biLevel thresh="75000"/>
          </a:blip>
          <a:srcRect t="34610" b="33545"/>
          <a:stretch/>
        </p:blipFill>
        <p:spPr>
          <a:xfrm>
            <a:off x="2167080" y="4140203"/>
            <a:ext cx="2085975" cy="1249680"/>
          </a:xfrm>
          <a:prstGeom prst="rect">
            <a:avLst/>
          </a:prstGeom>
        </p:spPr>
      </p:pic>
      <p:pic>
        <p:nvPicPr>
          <p:cNvPr id="115" name="Picture 114">
            <a:extLst>
              <a:ext uri="{FF2B5EF4-FFF2-40B4-BE49-F238E27FC236}">
                <a16:creationId xmlns:a16="http://schemas.microsoft.com/office/drawing/2014/main" id="{4AE3F97B-11B5-91C8-448E-535D98405C3D}"/>
              </a:ext>
            </a:extLst>
          </p:cNvPr>
          <p:cNvPicPr>
            <a:picLocks noChangeAspect="1"/>
          </p:cNvPicPr>
          <p:nvPr/>
        </p:nvPicPr>
        <p:blipFill rotWithShape="1">
          <a:blip r:embed="rId4">
            <a:biLevel thresh="75000"/>
          </a:blip>
          <a:srcRect t="67476"/>
          <a:stretch/>
        </p:blipFill>
        <p:spPr>
          <a:xfrm>
            <a:off x="4162879" y="4140203"/>
            <a:ext cx="2085975" cy="1276350"/>
          </a:xfrm>
          <a:prstGeom prst="rect">
            <a:avLst/>
          </a:prstGeom>
        </p:spPr>
      </p:pic>
      <p:grpSp>
        <p:nvGrpSpPr>
          <p:cNvPr id="116" name="Group 115">
            <a:extLst>
              <a:ext uri="{FF2B5EF4-FFF2-40B4-BE49-F238E27FC236}">
                <a16:creationId xmlns:a16="http://schemas.microsoft.com/office/drawing/2014/main" id="{07A2527F-6429-7C37-9CA5-92EE3C28420F}"/>
              </a:ext>
            </a:extLst>
          </p:cNvPr>
          <p:cNvGrpSpPr/>
          <p:nvPr/>
        </p:nvGrpSpPr>
        <p:grpSpPr>
          <a:xfrm>
            <a:off x="1622443" y="4174162"/>
            <a:ext cx="490494" cy="1235701"/>
            <a:chOff x="1567272" y="5986149"/>
            <a:chExt cx="490494" cy="1235701"/>
          </a:xfrm>
        </p:grpSpPr>
        <p:sp>
          <p:nvSpPr>
            <p:cNvPr id="117" name="TextBox 116">
              <a:extLst>
                <a:ext uri="{FF2B5EF4-FFF2-40B4-BE49-F238E27FC236}">
                  <a16:creationId xmlns:a16="http://schemas.microsoft.com/office/drawing/2014/main" id="{449D8612-3FD2-D689-0665-E94CC3CF8DDB}"/>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18" name="TextBox 117">
              <a:extLst>
                <a:ext uri="{FF2B5EF4-FFF2-40B4-BE49-F238E27FC236}">
                  <a16:creationId xmlns:a16="http://schemas.microsoft.com/office/drawing/2014/main" id="{F3B129A3-6B22-EE94-D9F8-E0C61858E407}"/>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19" name="TextBox 118">
              <a:extLst>
                <a:ext uri="{FF2B5EF4-FFF2-40B4-BE49-F238E27FC236}">
                  <a16:creationId xmlns:a16="http://schemas.microsoft.com/office/drawing/2014/main" id="{48E7594C-0A75-A66B-5621-D6B2479FB8A8}"/>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20" name="TextBox 119">
              <a:extLst>
                <a:ext uri="{FF2B5EF4-FFF2-40B4-BE49-F238E27FC236}">
                  <a16:creationId xmlns:a16="http://schemas.microsoft.com/office/drawing/2014/main" id="{422C15E7-5E11-2219-03E8-018AEBA0EC8F}"/>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121" name="Group 120">
            <a:extLst>
              <a:ext uri="{FF2B5EF4-FFF2-40B4-BE49-F238E27FC236}">
                <a16:creationId xmlns:a16="http://schemas.microsoft.com/office/drawing/2014/main" id="{EC499718-9F94-9807-00CC-AD5514145C14}"/>
              </a:ext>
            </a:extLst>
          </p:cNvPr>
          <p:cNvGrpSpPr/>
          <p:nvPr/>
        </p:nvGrpSpPr>
        <p:grpSpPr>
          <a:xfrm>
            <a:off x="3708418" y="4174162"/>
            <a:ext cx="490494" cy="1235701"/>
            <a:chOff x="1567272" y="5986149"/>
            <a:chExt cx="490494" cy="1235701"/>
          </a:xfrm>
        </p:grpSpPr>
        <p:sp>
          <p:nvSpPr>
            <p:cNvPr id="122" name="TextBox 121">
              <a:extLst>
                <a:ext uri="{FF2B5EF4-FFF2-40B4-BE49-F238E27FC236}">
                  <a16:creationId xmlns:a16="http://schemas.microsoft.com/office/drawing/2014/main" id="{D1F812E3-DDD3-A691-CBD3-124A1D8BF998}"/>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23" name="TextBox 122">
              <a:extLst>
                <a:ext uri="{FF2B5EF4-FFF2-40B4-BE49-F238E27FC236}">
                  <a16:creationId xmlns:a16="http://schemas.microsoft.com/office/drawing/2014/main" id="{4111DE3B-2C57-18BE-8CE8-F8ED73276CBB}"/>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24" name="TextBox 123">
              <a:extLst>
                <a:ext uri="{FF2B5EF4-FFF2-40B4-BE49-F238E27FC236}">
                  <a16:creationId xmlns:a16="http://schemas.microsoft.com/office/drawing/2014/main" id="{D795EB93-8A8F-1C31-D597-0D1A74DE6C5A}"/>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25" name="TextBox 124">
              <a:extLst>
                <a:ext uri="{FF2B5EF4-FFF2-40B4-BE49-F238E27FC236}">
                  <a16:creationId xmlns:a16="http://schemas.microsoft.com/office/drawing/2014/main" id="{961B311C-4135-8023-A246-FD470B1A57B5}"/>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126" name="Group 125">
            <a:extLst>
              <a:ext uri="{FF2B5EF4-FFF2-40B4-BE49-F238E27FC236}">
                <a16:creationId xmlns:a16="http://schemas.microsoft.com/office/drawing/2014/main" id="{70E61743-21CF-D379-5241-73CB194B7A93}"/>
              </a:ext>
            </a:extLst>
          </p:cNvPr>
          <p:cNvGrpSpPr/>
          <p:nvPr/>
        </p:nvGrpSpPr>
        <p:grpSpPr>
          <a:xfrm>
            <a:off x="6122625" y="4173099"/>
            <a:ext cx="490494" cy="1235701"/>
            <a:chOff x="1567272" y="5986149"/>
            <a:chExt cx="490494" cy="1235701"/>
          </a:xfrm>
        </p:grpSpPr>
        <p:sp>
          <p:nvSpPr>
            <p:cNvPr id="127" name="TextBox 126">
              <a:extLst>
                <a:ext uri="{FF2B5EF4-FFF2-40B4-BE49-F238E27FC236}">
                  <a16:creationId xmlns:a16="http://schemas.microsoft.com/office/drawing/2014/main" id="{406B10CA-7BA7-9CC7-FAE7-090AB1634A25}"/>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28" name="TextBox 127">
              <a:extLst>
                <a:ext uri="{FF2B5EF4-FFF2-40B4-BE49-F238E27FC236}">
                  <a16:creationId xmlns:a16="http://schemas.microsoft.com/office/drawing/2014/main" id="{B25DE49D-99F5-7448-E89C-B7C46DCE0373}"/>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29" name="TextBox 128">
              <a:extLst>
                <a:ext uri="{FF2B5EF4-FFF2-40B4-BE49-F238E27FC236}">
                  <a16:creationId xmlns:a16="http://schemas.microsoft.com/office/drawing/2014/main" id="{E8EEE666-8CF5-179D-2854-097C3B070F30}"/>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30" name="TextBox 129">
              <a:extLst>
                <a:ext uri="{FF2B5EF4-FFF2-40B4-BE49-F238E27FC236}">
                  <a16:creationId xmlns:a16="http://schemas.microsoft.com/office/drawing/2014/main" id="{CCFDA818-F4C7-82BA-38E5-19C306790EBF}"/>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pic>
        <p:nvPicPr>
          <p:cNvPr id="131" name="Picture 130">
            <a:extLst>
              <a:ext uri="{FF2B5EF4-FFF2-40B4-BE49-F238E27FC236}">
                <a16:creationId xmlns:a16="http://schemas.microsoft.com/office/drawing/2014/main" id="{388D4C04-6839-307F-955D-EBF051F57851}"/>
              </a:ext>
            </a:extLst>
          </p:cNvPr>
          <p:cNvPicPr>
            <a:picLocks noChangeAspect="1"/>
          </p:cNvPicPr>
          <p:nvPr/>
        </p:nvPicPr>
        <p:blipFill rotWithShape="1">
          <a:blip r:embed="rId5">
            <a:biLevel thresh="75000"/>
          </a:blip>
          <a:srcRect l="76892" r="6287"/>
          <a:stretch/>
        </p:blipFill>
        <p:spPr>
          <a:xfrm>
            <a:off x="3287611" y="6059675"/>
            <a:ext cx="1557337" cy="1343025"/>
          </a:xfrm>
          <a:prstGeom prst="rect">
            <a:avLst/>
          </a:prstGeom>
        </p:spPr>
      </p:pic>
      <p:sp>
        <p:nvSpPr>
          <p:cNvPr id="132" name="TextBox 131">
            <a:extLst>
              <a:ext uri="{FF2B5EF4-FFF2-40B4-BE49-F238E27FC236}">
                <a16:creationId xmlns:a16="http://schemas.microsoft.com/office/drawing/2014/main" id="{BC415395-89C9-FC12-ACE8-DDBB90AB396A}"/>
              </a:ext>
            </a:extLst>
          </p:cNvPr>
          <p:cNvSpPr txBox="1"/>
          <p:nvPr/>
        </p:nvSpPr>
        <p:spPr>
          <a:xfrm>
            <a:off x="5182" y="5693000"/>
            <a:ext cx="3230880" cy="276999"/>
          </a:xfrm>
          <a:prstGeom prst="rect">
            <a:avLst/>
          </a:prstGeom>
          <a:noFill/>
        </p:spPr>
        <p:txBody>
          <a:bodyPr wrap="square" rtlCol="0">
            <a:spAutoFit/>
          </a:bodyPr>
          <a:lstStyle/>
          <a:p>
            <a:r>
              <a:rPr lang="en-US" sz="1200" b="1"/>
              <a:t>4.</a:t>
            </a:r>
            <a:r>
              <a:rPr lang="en-GB" sz="1200" b="1"/>
              <a:t>   </a:t>
            </a:r>
            <a:r>
              <a:rPr lang="en-GB" sz="1200"/>
              <a:t>Evaluate.</a:t>
            </a:r>
          </a:p>
        </p:txBody>
      </p:sp>
      <p:pic>
        <p:nvPicPr>
          <p:cNvPr id="133" name="Picture 132">
            <a:extLst>
              <a:ext uri="{FF2B5EF4-FFF2-40B4-BE49-F238E27FC236}">
                <a16:creationId xmlns:a16="http://schemas.microsoft.com/office/drawing/2014/main" id="{1D9CC9AD-487B-F003-6E54-206EB9BE9341}"/>
              </a:ext>
            </a:extLst>
          </p:cNvPr>
          <p:cNvPicPr>
            <a:picLocks noChangeAspect="1"/>
          </p:cNvPicPr>
          <p:nvPr/>
        </p:nvPicPr>
        <p:blipFill rotWithShape="1">
          <a:blip r:embed="rId5">
            <a:biLevel thresh="75000"/>
          </a:blip>
          <a:srcRect r="85248"/>
          <a:stretch/>
        </p:blipFill>
        <p:spPr>
          <a:xfrm>
            <a:off x="212759" y="5973032"/>
            <a:ext cx="1365819" cy="1343025"/>
          </a:xfrm>
          <a:prstGeom prst="rect">
            <a:avLst/>
          </a:prstGeom>
        </p:spPr>
      </p:pic>
      <p:pic>
        <p:nvPicPr>
          <p:cNvPr id="134" name="Picture 133">
            <a:extLst>
              <a:ext uri="{FF2B5EF4-FFF2-40B4-BE49-F238E27FC236}">
                <a16:creationId xmlns:a16="http://schemas.microsoft.com/office/drawing/2014/main" id="{60C981D0-4591-F0BD-F6E0-BA63106D27D2}"/>
              </a:ext>
            </a:extLst>
          </p:cNvPr>
          <p:cNvPicPr>
            <a:picLocks noChangeAspect="1"/>
          </p:cNvPicPr>
          <p:nvPr/>
        </p:nvPicPr>
        <p:blipFill rotWithShape="1">
          <a:blip r:embed="rId5">
            <a:biLevel thresh="75000"/>
          </a:blip>
          <a:srcRect l="25864" r="57624"/>
          <a:stretch/>
        </p:blipFill>
        <p:spPr>
          <a:xfrm>
            <a:off x="1698759" y="6040887"/>
            <a:ext cx="1528762" cy="1343025"/>
          </a:xfrm>
          <a:prstGeom prst="rect">
            <a:avLst/>
          </a:prstGeom>
        </p:spPr>
      </p:pic>
      <p:pic>
        <p:nvPicPr>
          <p:cNvPr id="135" name="Picture 134">
            <a:extLst>
              <a:ext uri="{FF2B5EF4-FFF2-40B4-BE49-F238E27FC236}">
                <a16:creationId xmlns:a16="http://schemas.microsoft.com/office/drawing/2014/main" id="{369325B7-E40A-C12B-6E7A-30782B523054}"/>
              </a:ext>
            </a:extLst>
          </p:cNvPr>
          <p:cNvPicPr>
            <a:picLocks noChangeAspect="1"/>
          </p:cNvPicPr>
          <p:nvPr/>
        </p:nvPicPr>
        <p:blipFill rotWithShape="1">
          <a:blip r:embed="rId5">
            <a:biLevel thresh="75000"/>
          </a:blip>
          <a:srcRect l="51172" r="31236"/>
          <a:stretch/>
        </p:blipFill>
        <p:spPr>
          <a:xfrm>
            <a:off x="4965129" y="6101797"/>
            <a:ext cx="1628775" cy="1343025"/>
          </a:xfrm>
          <a:prstGeom prst="rect">
            <a:avLst/>
          </a:prstGeom>
        </p:spPr>
      </p:pic>
      <p:pic>
        <p:nvPicPr>
          <p:cNvPr id="136" name="Picture 135">
            <a:extLst>
              <a:ext uri="{FF2B5EF4-FFF2-40B4-BE49-F238E27FC236}">
                <a16:creationId xmlns:a16="http://schemas.microsoft.com/office/drawing/2014/main" id="{F77B60C5-BF4E-7C6E-0268-2B1D0FBD5DE6}"/>
              </a:ext>
            </a:extLst>
          </p:cNvPr>
          <p:cNvPicPr>
            <a:picLocks noChangeAspect="1"/>
          </p:cNvPicPr>
          <p:nvPr/>
        </p:nvPicPr>
        <p:blipFill rotWithShape="1">
          <a:blip r:embed="rId6">
            <a:biLevel thresh="75000"/>
          </a:blip>
          <a:srcRect r="19296" b="38458"/>
          <a:stretch/>
        </p:blipFill>
        <p:spPr>
          <a:xfrm>
            <a:off x="212759" y="7812313"/>
            <a:ext cx="2377440" cy="1666747"/>
          </a:xfrm>
          <a:prstGeom prst="rect">
            <a:avLst/>
          </a:prstGeom>
        </p:spPr>
      </p:pic>
      <p:pic>
        <p:nvPicPr>
          <p:cNvPr id="137" name="Picture 136">
            <a:extLst>
              <a:ext uri="{FF2B5EF4-FFF2-40B4-BE49-F238E27FC236}">
                <a16:creationId xmlns:a16="http://schemas.microsoft.com/office/drawing/2014/main" id="{03807DAF-6062-77E6-3632-6BCAB88581CB}"/>
              </a:ext>
            </a:extLst>
          </p:cNvPr>
          <p:cNvPicPr>
            <a:picLocks noChangeAspect="1"/>
          </p:cNvPicPr>
          <p:nvPr/>
        </p:nvPicPr>
        <p:blipFill rotWithShape="1">
          <a:blip r:embed="rId6">
            <a:biLevel thresh="75000"/>
          </a:blip>
          <a:srcRect t="64558"/>
          <a:stretch/>
        </p:blipFill>
        <p:spPr>
          <a:xfrm>
            <a:off x="3653167" y="7927577"/>
            <a:ext cx="2830159" cy="922170"/>
          </a:xfrm>
          <a:prstGeom prst="rect">
            <a:avLst/>
          </a:prstGeom>
        </p:spPr>
      </p:pic>
      <p:sp>
        <p:nvSpPr>
          <p:cNvPr id="138" name="TextBox 137">
            <a:extLst>
              <a:ext uri="{FF2B5EF4-FFF2-40B4-BE49-F238E27FC236}">
                <a16:creationId xmlns:a16="http://schemas.microsoft.com/office/drawing/2014/main" id="{5B817479-B40C-FBC7-C09A-8DB6A1804BF0}"/>
              </a:ext>
            </a:extLst>
          </p:cNvPr>
          <p:cNvSpPr txBox="1"/>
          <p:nvPr/>
        </p:nvSpPr>
        <p:spPr>
          <a:xfrm>
            <a:off x="5181" y="7475206"/>
            <a:ext cx="3930467" cy="276999"/>
          </a:xfrm>
          <a:prstGeom prst="rect">
            <a:avLst/>
          </a:prstGeom>
          <a:noFill/>
        </p:spPr>
        <p:txBody>
          <a:bodyPr wrap="square" rtlCol="0">
            <a:spAutoFit/>
          </a:bodyPr>
          <a:lstStyle/>
          <a:p>
            <a:r>
              <a:rPr lang="en-US" sz="1200" b="1"/>
              <a:t>5.    </a:t>
            </a:r>
            <a:r>
              <a:rPr lang="en-US" sz="1200"/>
              <a:t>Write down the calculations shown by these diagrams. </a:t>
            </a:r>
            <a:endParaRPr lang="en-GB" sz="1200"/>
          </a:p>
        </p:txBody>
      </p:sp>
      <p:sp>
        <p:nvSpPr>
          <p:cNvPr id="139" name="TextBox 138">
            <a:extLst>
              <a:ext uri="{FF2B5EF4-FFF2-40B4-BE49-F238E27FC236}">
                <a16:creationId xmlns:a16="http://schemas.microsoft.com/office/drawing/2014/main" id="{16C4E24C-8161-E791-97FF-2355587391B5}"/>
              </a:ext>
            </a:extLst>
          </p:cNvPr>
          <p:cNvSpPr txBox="1"/>
          <p:nvPr/>
        </p:nvSpPr>
        <p:spPr>
          <a:xfrm>
            <a:off x="2435970" y="7901824"/>
            <a:ext cx="982725"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40" name="TextBox 139">
            <a:extLst>
              <a:ext uri="{FF2B5EF4-FFF2-40B4-BE49-F238E27FC236}">
                <a16:creationId xmlns:a16="http://schemas.microsoft.com/office/drawing/2014/main" id="{7861DB01-574C-AAA9-9391-706164E7B002}"/>
              </a:ext>
            </a:extLst>
          </p:cNvPr>
          <p:cNvSpPr txBox="1"/>
          <p:nvPr/>
        </p:nvSpPr>
        <p:spPr>
          <a:xfrm>
            <a:off x="2492380" y="8776344"/>
            <a:ext cx="982725"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41" name="TextBox 140">
            <a:extLst>
              <a:ext uri="{FF2B5EF4-FFF2-40B4-BE49-F238E27FC236}">
                <a16:creationId xmlns:a16="http://schemas.microsoft.com/office/drawing/2014/main" id="{27596CD8-EF6E-D3C0-676C-B5FF967FD3C9}"/>
              </a:ext>
            </a:extLst>
          </p:cNvPr>
          <p:cNvSpPr txBox="1"/>
          <p:nvPr/>
        </p:nvSpPr>
        <p:spPr>
          <a:xfrm>
            <a:off x="4431155" y="8841346"/>
            <a:ext cx="982725"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46" name="Slide Number Placeholder 1">
            <a:extLst>
              <a:ext uri="{FF2B5EF4-FFF2-40B4-BE49-F238E27FC236}">
                <a16:creationId xmlns:a16="http://schemas.microsoft.com/office/drawing/2014/main" id="{6DD816D8-18C6-FB88-63C1-0174DE6B57EF}"/>
              </a:ext>
            </a:extLst>
          </p:cNvPr>
          <p:cNvSpPr>
            <a:spLocks noGrp="1"/>
          </p:cNvSpPr>
          <p:nvPr>
            <p:ph type="sldNum" sz="quarter" idx="12"/>
          </p:nvPr>
        </p:nvSpPr>
        <p:spPr>
          <a:xfrm>
            <a:off x="5381548" y="9559774"/>
            <a:ext cx="1543050" cy="527403"/>
          </a:xfrm>
        </p:spPr>
        <p:txBody>
          <a:bodyPr/>
          <a:lstStyle/>
          <a:p>
            <a:fld id="{19F1D9CC-7119-45EC-A96C-D8C0660F3AAB}" type="slidenum">
              <a:rPr lang="en-GB" smtClean="0"/>
              <a:t>2</a:t>
            </a:fld>
            <a:endParaRPr lang="en-GB"/>
          </a:p>
        </p:txBody>
      </p:sp>
    </p:spTree>
    <p:extLst>
      <p:ext uri="{BB962C8B-B14F-4D97-AF65-F5344CB8AC3E}">
        <p14:creationId xmlns:p14="http://schemas.microsoft.com/office/powerpoint/2010/main" val="2603023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94211" y="9594218"/>
            <a:ext cx="1543050" cy="527403"/>
          </a:xfrm>
        </p:spPr>
        <p:txBody>
          <a:bodyPr/>
          <a:lstStyle/>
          <a:p>
            <a:fld id="{19F1D9CC-7119-45EC-A96C-D8C0660F3AAB}" type="slidenum">
              <a:rPr lang="en-GB" smtClean="0"/>
              <a:t>3</a:t>
            </a:fld>
            <a:endParaRPr lang="en-GB"/>
          </a:p>
        </p:txBody>
      </p:sp>
      <p:sp>
        <p:nvSpPr>
          <p:cNvPr id="9" name="TextBox 8">
            <a:extLst>
              <a:ext uri="{FF2B5EF4-FFF2-40B4-BE49-F238E27FC236}">
                <a16:creationId xmlns:a16="http://schemas.microsoft.com/office/drawing/2014/main" id="{81257132-0C83-528C-EA84-AFF25834E26A}"/>
              </a:ext>
            </a:extLst>
          </p:cNvPr>
          <p:cNvSpPr txBox="1"/>
          <p:nvPr/>
        </p:nvSpPr>
        <p:spPr>
          <a:xfrm>
            <a:off x="851802" y="-43426"/>
            <a:ext cx="5293761" cy="276999"/>
          </a:xfrm>
          <a:prstGeom prst="rect">
            <a:avLst/>
          </a:prstGeom>
          <a:noFill/>
        </p:spPr>
        <p:txBody>
          <a:bodyPr wrap="square" rtlCol="0">
            <a:spAutoFit/>
          </a:bodyPr>
          <a:lstStyle/>
          <a:p>
            <a:r>
              <a:rPr lang="en-GB" sz="1200" b="1">
                <a:solidFill>
                  <a:schemeClr val="bg1"/>
                </a:solidFill>
              </a:rPr>
              <a:t>Arithmetic with negative numbers</a:t>
            </a:r>
          </a:p>
        </p:txBody>
      </p:sp>
      <p:sp>
        <p:nvSpPr>
          <p:cNvPr id="10" name="Rectangle 9">
            <a:extLst>
              <a:ext uri="{FF2B5EF4-FFF2-40B4-BE49-F238E27FC236}">
                <a16:creationId xmlns:a16="http://schemas.microsoft.com/office/drawing/2014/main" id="{E65BE04A-647D-DB6D-B1AD-E9C2887989DB}"/>
              </a:ext>
            </a:extLst>
          </p:cNvPr>
          <p:cNvSpPr/>
          <p:nvPr/>
        </p:nvSpPr>
        <p:spPr>
          <a:xfrm>
            <a:off x="107734" y="735541"/>
            <a:ext cx="3265813" cy="17838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rgbClr val="00B0F0"/>
              </a:solidFill>
            </a:endParaRPr>
          </a:p>
        </p:txBody>
      </p:sp>
      <p:sp>
        <p:nvSpPr>
          <p:cNvPr id="11" name="TextBox 10">
            <a:extLst>
              <a:ext uri="{FF2B5EF4-FFF2-40B4-BE49-F238E27FC236}">
                <a16:creationId xmlns:a16="http://schemas.microsoft.com/office/drawing/2014/main" id="{CCDEDB03-648B-1323-68F3-10CF02B0853D}"/>
              </a:ext>
            </a:extLst>
          </p:cNvPr>
          <p:cNvSpPr txBox="1"/>
          <p:nvPr/>
        </p:nvSpPr>
        <p:spPr>
          <a:xfrm>
            <a:off x="23914" y="501728"/>
            <a:ext cx="1308500" cy="276999"/>
          </a:xfrm>
          <a:prstGeom prst="rect">
            <a:avLst/>
          </a:prstGeom>
          <a:noFill/>
          <a:ln>
            <a:noFill/>
          </a:ln>
        </p:spPr>
        <p:txBody>
          <a:bodyPr wrap="none" lIns="91440" tIns="45720" rIns="91440" bIns="45720" rtlCol="0" anchor="t">
            <a:spAutoFit/>
          </a:bodyPr>
          <a:lstStyle/>
          <a:p>
            <a:r>
              <a:rPr lang="en-GB" sz="1200" b="1" i="1">
                <a:solidFill>
                  <a:srgbClr val="FF0000"/>
                </a:solidFill>
              </a:rPr>
              <a:t>Example 4 - I do…</a:t>
            </a:r>
          </a:p>
        </p:txBody>
      </p:sp>
      <p:sp>
        <p:nvSpPr>
          <p:cNvPr id="12" name="Rectangle 11">
            <a:extLst>
              <a:ext uri="{FF2B5EF4-FFF2-40B4-BE49-F238E27FC236}">
                <a16:creationId xmlns:a16="http://schemas.microsoft.com/office/drawing/2014/main" id="{7BAF054D-308F-7641-F237-767C557CAADD}"/>
              </a:ext>
            </a:extLst>
          </p:cNvPr>
          <p:cNvSpPr/>
          <p:nvPr/>
        </p:nvSpPr>
        <p:spPr>
          <a:xfrm>
            <a:off x="3549211" y="735541"/>
            <a:ext cx="3265813" cy="178383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rgbClr val="00B0F0"/>
              </a:solidFill>
            </a:endParaRPr>
          </a:p>
        </p:txBody>
      </p:sp>
      <p:sp>
        <p:nvSpPr>
          <p:cNvPr id="14" name="TextBox 13">
            <a:extLst>
              <a:ext uri="{FF2B5EF4-FFF2-40B4-BE49-F238E27FC236}">
                <a16:creationId xmlns:a16="http://schemas.microsoft.com/office/drawing/2014/main" id="{C9B05390-D49B-DB35-1D7B-48504A98B05A}"/>
              </a:ext>
            </a:extLst>
          </p:cNvPr>
          <p:cNvSpPr txBox="1"/>
          <p:nvPr/>
        </p:nvSpPr>
        <p:spPr>
          <a:xfrm>
            <a:off x="3465391" y="501728"/>
            <a:ext cx="1475789" cy="276999"/>
          </a:xfrm>
          <a:prstGeom prst="rect">
            <a:avLst/>
          </a:prstGeom>
          <a:noFill/>
          <a:ln>
            <a:noFill/>
          </a:ln>
        </p:spPr>
        <p:txBody>
          <a:bodyPr wrap="none" lIns="91440" tIns="45720" rIns="91440" bIns="45720" rtlCol="0" anchor="t">
            <a:spAutoFit/>
          </a:bodyPr>
          <a:lstStyle/>
          <a:p>
            <a:r>
              <a:rPr lang="en-GB" sz="1200" b="1" i="1">
                <a:solidFill>
                  <a:schemeClr val="accent2"/>
                </a:solidFill>
              </a:rPr>
              <a:t>Example 5 - We do…</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C98DFC27-4FD6-8F84-ACD7-8EC954D99207}"/>
                  </a:ext>
                </a:extLst>
              </p:cNvPr>
              <p:cNvSpPr/>
              <p:nvPr/>
            </p:nvSpPr>
            <p:spPr>
              <a:xfrm>
                <a:off x="155490" y="750295"/>
                <a:ext cx="3429000" cy="1754326"/>
              </a:xfrm>
              <a:prstGeom prst="rect">
                <a:avLst/>
              </a:prstGeom>
            </p:spPr>
            <p:txBody>
              <a:bodyPr>
                <a:spAutoFit/>
              </a:bodyPr>
              <a:lstStyle/>
              <a:p>
                <a:r>
                  <a:rPr lang="en-US" sz="1200">
                    <a:solidFill>
                      <a:srgbClr val="000000"/>
                    </a:solidFill>
                  </a:rPr>
                  <a:t>Work out </a:t>
                </a:r>
              </a:p>
              <a:p>
                <a:r>
                  <a:rPr lang="en-US" sz="1200" b="0">
                    <a:solidFill>
                      <a:srgbClr val="000000"/>
                    </a:solidFill>
                  </a:rPr>
                  <a:t>        (a)           </a:t>
                </a:r>
                <a14:m>
                  <m:oMath xmlns:m="http://schemas.openxmlformats.org/officeDocument/2006/math">
                    <m:r>
                      <a:rPr lang="en-US" sz="1200" b="0" i="1" dirty="0" smtClean="0">
                        <a:solidFill>
                          <a:srgbClr val="000000"/>
                        </a:solidFill>
                        <a:latin typeface="Cambria Math" panose="02040503050406030204" pitchFamily="18" charset="0"/>
                      </a:rPr>
                      <m:t>7×(−3)</m:t>
                    </m:r>
                  </m:oMath>
                </a14:m>
                <a:endParaRPr lang="en-US" sz="1200" b="0" i="0">
                  <a:solidFill>
                    <a:srgbClr val="000000"/>
                  </a:solidFill>
                  <a:effectLst/>
                </a:endParaRPr>
              </a:p>
              <a:p>
                <a:endParaRPr lang="en-US" sz="1200">
                  <a:solidFill>
                    <a:srgbClr val="000000"/>
                  </a:solidFill>
                </a:endParaRPr>
              </a:p>
              <a:p>
                <a:r>
                  <a:rPr lang="en-US" sz="1200" b="0" i="0">
                    <a:solidFill>
                      <a:srgbClr val="000000"/>
                    </a:solidFill>
                    <a:effectLst/>
                  </a:rPr>
                  <a:t>        (b)           </a:t>
                </a:r>
                <a14:m>
                  <m:oMath xmlns:m="http://schemas.openxmlformats.org/officeDocument/2006/math">
                    <m:r>
                      <a:rPr lang="en-US" sz="1200" b="0" i="0" dirty="0" smtClean="0">
                        <a:solidFill>
                          <a:srgbClr val="000000"/>
                        </a:solidFill>
                        <a:latin typeface="Cambria Math" panose="02040503050406030204" pitchFamily="18" charset="0"/>
                      </a:rPr>
                      <m:t>−</m:t>
                    </m:r>
                    <m:r>
                      <a:rPr lang="en-US" sz="1200" i="1" dirty="0">
                        <a:solidFill>
                          <a:srgbClr val="000000"/>
                        </a:solidFill>
                        <a:latin typeface="Cambria Math" panose="02040503050406030204" pitchFamily="18" charset="0"/>
                      </a:rPr>
                      <m:t>1</m:t>
                    </m:r>
                    <m:r>
                      <a:rPr lang="en-US" sz="1200" b="0" i="1" dirty="0" smtClean="0">
                        <a:solidFill>
                          <a:srgbClr val="000000"/>
                        </a:solidFill>
                        <a:latin typeface="Cambria Math" panose="02040503050406030204" pitchFamily="18" charset="0"/>
                      </a:rPr>
                      <m:t>0×(−4)</m:t>
                    </m:r>
                  </m:oMath>
                </a14:m>
                <a:endParaRPr lang="en-US" sz="1200">
                  <a:solidFill>
                    <a:srgbClr val="000000"/>
                  </a:solidFill>
                </a:endParaRPr>
              </a:p>
              <a:p>
                <a:endParaRPr lang="en-US" sz="1200">
                  <a:solidFill>
                    <a:srgbClr val="000000"/>
                  </a:solidFill>
                </a:endParaRPr>
              </a:p>
              <a:p>
                <a:r>
                  <a:rPr lang="en-US" sz="1200">
                    <a:solidFill>
                      <a:srgbClr val="000000"/>
                    </a:solidFill>
                  </a:rPr>
                  <a:t>        (c)            </a:t>
                </a:r>
                <a14:m>
                  <m:oMath xmlns:m="http://schemas.openxmlformats.org/officeDocument/2006/math">
                    <m:r>
                      <a:rPr lang="en-US" sz="1200" b="0" i="0" dirty="0" smtClean="0">
                        <a:solidFill>
                          <a:srgbClr val="000000"/>
                        </a:solidFill>
                        <a:latin typeface="Cambria Math" panose="02040503050406030204" pitchFamily="18" charset="0"/>
                      </a:rPr>
                      <m:t>−25</m:t>
                    </m:r>
                    <m:r>
                      <a:rPr lang="en-US" sz="1200" b="0" i="1" dirty="0" smtClean="0">
                        <a:solidFill>
                          <a:srgbClr val="000000"/>
                        </a:solidFill>
                        <a:latin typeface="Cambria Math" panose="02040503050406030204" pitchFamily="18" charset="0"/>
                      </a:rPr>
                      <m:t>÷5</m:t>
                    </m:r>
                  </m:oMath>
                </a14:m>
                <a:endParaRPr lang="en-US" sz="1200">
                  <a:solidFill>
                    <a:srgbClr val="000000"/>
                  </a:solidFill>
                </a:endParaRPr>
              </a:p>
              <a:p>
                <a:endParaRPr lang="en-US" sz="1200">
                  <a:solidFill>
                    <a:srgbClr val="000000"/>
                  </a:solidFill>
                </a:endParaRPr>
              </a:p>
              <a:p>
                <a:r>
                  <a:rPr lang="en-US" sz="1200">
                    <a:solidFill>
                      <a:srgbClr val="000000"/>
                    </a:solidFill>
                  </a:rPr>
                  <a:t>        (d)             </a:t>
                </a:r>
                <a14:m>
                  <m:oMath xmlns:m="http://schemas.openxmlformats.org/officeDocument/2006/math">
                    <m:r>
                      <a:rPr lang="en-US" sz="1200" b="0" i="0" dirty="0" smtClean="0">
                        <a:solidFill>
                          <a:srgbClr val="000000"/>
                        </a:solidFill>
                        <a:latin typeface="Cambria Math" panose="02040503050406030204" pitchFamily="18" charset="0"/>
                      </a:rPr>
                      <m:t>−</m:t>
                    </m:r>
                    <m:r>
                      <a:rPr lang="en-US" sz="1200" i="1" dirty="0" smtClean="0">
                        <a:solidFill>
                          <a:srgbClr val="000000"/>
                        </a:solidFill>
                        <a:latin typeface="Cambria Math" panose="02040503050406030204" pitchFamily="18" charset="0"/>
                      </a:rPr>
                      <m:t>3</m:t>
                    </m:r>
                    <m:r>
                      <a:rPr lang="en-US" sz="1200" b="0" i="1" dirty="0" smtClean="0">
                        <a:solidFill>
                          <a:srgbClr val="000000"/>
                        </a:solidFill>
                        <a:latin typeface="Cambria Math" panose="02040503050406030204" pitchFamily="18" charset="0"/>
                      </a:rPr>
                      <m:t>÷(−1)</m:t>
                    </m:r>
                  </m:oMath>
                </a14:m>
                <a:endParaRPr lang="en-US" sz="1200">
                  <a:solidFill>
                    <a:srgbClr val="000000"/>
                  </a:solidFill>
                </a:endParaRPr>
              </a:p>
              <a:p>
                <a:endParaRPr lang="en-US" sz="1200" b="0" i="0">
                  <a:solidFill>
                    <a:srgbClr val="000000"/>
                  </a:solidFill>
                  <a:effectLst/>
                </a:endParaRPr>
              </a:p>
            </p:txBody>
          </p:sp>
        </mc:Choice>
        <mc:Fallback xmlns="">
          <p:sp>
            <p:nvSpPr>
              <p:cNvPr id="15" name="Rectangle 14">
                <a:extLst>
                  <a:ext uri="{FF2B5EF4-FFF2-40B4-BE49-F238E27FC236}">
                    <a16:creationId xmlns:a16="http://schemas.microsoft.com/office/drawing/2014/main" id="{C98DFC27-4FD6-8F84-ACD7-8EC954D99207}"/>
                  </a:ext>
                </a:extLst>
              </p:cNvPr>
              <p:cNvSpPr>
                <a:spLocks noRot="1" noChangeAspect="1" noMove="1" noResize="1" noEditPoints="1" noAdjustHandles="1" noChangeArrowheads="1" noChangeShapeType="1" noTextEdit="1"/>
              </p:cNvSpPr>
              <p:nvPr/>
            </p:nvSpPr>
            <p:spPr>
              <a:xfrm>
                <a:off x="155490" y="750295"/>
                <a:ext cx="3429000" cy="1754326"/>
              </a:xfrm>
              <a:prstGeom prst="rect">
                <a:avLst/>
              </a:prstGeom>
              <a:blipFill>
                <a:blip r:embed="rId2"/>
                <a:stretch>
                  <a:fillRect l="-178"/>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35EECD8C-F773-E221-C66F-B9AC33506C39}"/>
              </a:ext>
            </a:extLst>
          </p:cNvPr>
          <p:cNvSpPr/>
          <p:nvPr/>
        </p:nvSpPr>
        <p:spPr>
          <a:xfrm>
            <a:off x="1894247" y="934523"/>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17" name="Rectangle 16">
            <a:extLst>
              <a:ext uri="{FF2B5EF4-FFF2-40B4-BE49-F238E27FC236}">
                <a16:creationId xmlns:a16="http://schemas.microsoft.com/office/drawing/2014/main" id="{490A4D34-06A6-634A-E8C9-BC1A181DD70E}"/>
              </a:ext>
            </a:extLst>
          </p:cNvPr>
          <p:cNvSpPr/>
          <p:nvPr/>
        </p:nvSpPr>
        <p:spPr>
          <a:xfrm>
            <a:off x="1894247" y="1308234"/>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19" name="Rectangle 18">
            <a:extLst>
              <a:ext uri="{FF2B5EF4-FFF2-40B4-BE49-F238E27FC236}">
                <a16:creationId xmlns:a16="http://schemas.microsoft.com/office/drawing/2014/main" id="{062B8887-98D5-3489-9E16-8EEF3C672519}"/>
              </a:ext>
            </a:extLst>
          </p:cNvPr>
          <p:cNvSpPr/>
          <p:nvPr/>
        </p:nvSpPr>
        <p:spPr>
          <a:xfrm>
            <a:off x="1894247" y="1702057"/>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20" name="Rectangle 19">
            <a:extLst>
              <a:ext uri="{FF2B5EF4-FFF2-40B4-BE49-F238E27FC236}">
                <a16:creationId xmlns:a16="http://schemas.microsoft.com/office/drawing/2014/main" id="{029C9804-23DB-B36F-3241-8F466C9116C4}"/>
              </a:ext>
            </a:extLst>
          </p:cNvPr>
          <p:cNvSpPr/>
          <p:nvPr/>
        </p:nvSpPr>
        <p:spPr>
          <a:xfrm>
            <a:off x="1894247" y="2081753"/>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CA5F43AE-1264-CB48-AEB8-C6FE102C084D}"/>
                  </a:ext>
                </a:extLst>
              </p:cNvPr>
              <p:cNvSpPr/>
              <p:nvPr/>
            </p:nvSpPr>
            <p:spPr>
              <a:xfrm>
                <a:off x="3608150" y="735541"/>
                <a:ext cx="3429000" cy="1754326"/>
              </a:xfrm>
              <a:prstGeom prst="rect">
                <a:avLst/>
              </a:prstGeom>
            </p:spPr>
            <p:txBody>
              <a:bodyPr>
                <a:spAutoFit/>
              </a:bodyPr>
              <a:lstStyle/>
              <a:p>
                <a:r>
                  <a:rPr lang="en-US" sz="1200">
                    <a:solidFill>
                      <a:srgbClr val="000000"/>
                    </a:solidFill>
                  </a:rPr>
                  <a:t>Work out  </a:t>
                </a:r>
              </a:p>
              <a:p>
                <a:r>
                  <a:rPr lang="en-US" sz="1200" b="0">
                    <a:solidFill>
                      <a:srgbClr val="000000"/>
                    </a:solidFill>
                  </a:rPr>
                  <a:t>        (a)           </a:t>
                </a:r>
                <a14:m>
                  <m:oMath xmlns:m="http://schemas.openxmlformats.org/officeDocument/2006/math">
                    <m:r>
                      <a:rPr lang="en-US" sz="1200" b="0" i="1" dirty="0" smtClean="0">
                        <a:solidFill>
                          <a:srgbClr val="000000"/>
                        </a:solidFill>
                        <a:latin typeface="Cambria Math" panose="02040503050406030204" pitchFamily="18" charset="0"/>
                      </a:rPr>
                      <m:t>−11×4</m:t>
                    </m:r>
                  </m:oMath>
                </a14:m>
                <a:endParaRPr lang="en-US" sz="1200" b="0">
                  <a:solidFill>
                    <a:srgbClr val="000000"/>
                  </a:solidFill>
                </a:endParaRPr>
              </a:p>
              <a:p>
                <a:endParaRPr lang="en-US" sz="1200">
                  <a:solidFill>
                    <a:srgbClr val="000000"/>
                  </a:solidFill>
                </a:endParaRPr>
              </a:p>
              <a:p>
                <a:r>
                  <a:rPr lang="en-US" sz="1200" b="0" i="0">
                    <a:solidFill>
                      <a:srgbClr val="000000"/>
                    </a:solidFill>
                    <a:effectLst/>
                  </a:rPr>
                  <a:t>        (b)           </a:t>
                </a:r>
                <a14:m>
                  <m:oMath xmlns:m="http://schemas.openxmlformats.org/officeDocument/2006/math">
                    <m:r>
                      <a:rPr lang="en-US" sz="1200" i="1" dirty="0" smtClean="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9×−9</m:t>
                    </m:r>
                  </m:oMath>
                </a14:m>
                <a:endParaRPr lang="en-US" sz="1200">
                  <a:solidFill>
                    <a:srgbClr val="000000"/>
                  </a:solidFill>
                </a:endParaRPr>
              </a:p>
              <a:p>
                <a:endParaRPr lang="en-US" sz="1200">
                  <a:solidFill>
                    <a:srgbClr val="000000"/>
                  </a:solidFill>
                </a:endParaRPr>
              </a:p>
              <a:p>
                <a:r>
                  <a:rPr lang="en-US" sz="1200">
                    <a:solidFill>
                      <a:srgbClr val="000000"/>
                    </a:solidFill>
                  </a:rPr>
                  <a:t>        (c)            </a:t>
                </a:r>
                <a14:m>
                  <m:oMath xmlns:m="http://schemas.openxmlformats.org/officeDocument/2006/math">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18÷3</m:t>
                    </m:r>
                  </m:oMath>
                </a14:m>
                <a:endParaRPr lang="en-US" sz="1200">
                  <a:solidFill>
                    <a:srgbClr val="000000"/>
                  </a:solidFill>
                </a:endParaRPr>
              </a:p>
              <a:p>
                <a:endParaRPr lang="en-US" sz="1200">
                  <a:solidFill>
                    <a:srgbClr val="000000"/>
                  </a:solidFill>
                </a:endParaRPr>
              </a:p>
              <a:p>
                <a:r>
                  <a:rPr lang="en-US" sz="1200">
                    <a:solidFill>
                      <a:srgbClr val="000000"/>
                    </a:solidFill>
                  </a:rPr>
                  <a:t>        (d)             </a:t>
                </a:r>
                <a14:m>
                  <m:oMath xmlns:m="http://schemas.openxmlformats.org/officeDocument/2006/math">
                    <m:r>
                      <a:rPr lang="en-GB" sz="1200" b="0" i="0" dirty="0" smtClean="0">
                        <a:solidFill>
                          <a:srgbClr val="000000"/>
                        </a:solidFill>
                        <a:latin typeface="Cambria Math" panose="02040503050406030204" pitchFamily="18" charset="0"/>
                      </a:rPr>
                      <m:t>−</m:t>
                    </m:r>
                    <m:r>
                      <a:rPr lang="en-GB" sz="1200" b="0" i="1" dirty="0" smtClean="0">
                        <a:solidFill>
                          <a:srgbClr val="000000"/>
                        </a:solidFill>
                        <a:latin typeface="Cambria Math" panose="02040503050406030204" pitchFamily="18" charset="0"/>
                      </a:rPr>
                      <m:t>16</m:t>
                    </m:r>
                    <m:r>
                      <a:rPr lang="en-US" sz="1200" b="0" i="1" dirty="0" smtClean="0">
                        <a:solidFill>
                          <a:srgbClr val="000000"/>
                        </a:solidFill>
                        <a:latin typeface="Cambria Math" panose="02040503050406030204" pitchFamily="18" charset="0"/>
                      </a:rPr>
                      <m:t>÷(</m:t>
                    </m:r>
                    <m:r>
                      <a:rPr lang="en-US" sz="1200" i="1" dirty="0">
                        <a:solidFill>
                          <a:srgbClr val="000000"/>
                        </a:solidFill>
                        <a:latin typeface="Cambria Math" panose="02040503050406030204" pitchFamily="18" charset="0"/>
                      </a:rPr>
                      <m:t>−</m:t>
                    </m:r>
                    <m:r>
                      <a:rPr lang="en-GB" sz="1200" b="0" i="1" dirty="0" smtClean="0">
                        <a:solidFill>
                          <a:srgbClr val="000000"/>
                        </a:solidFill>
                        <a:latin typeface="Cambria Math" panose="02040503050406030204" pitchFamily="18" charset="0"/>
                      </a:rPr>
                      <m:t>8</m:t>
                    </m:r>
                    <m:r>
                      <a:rPr lang="en-US" sz="1200" b="0" i="1" dirty="0" smtClean="0">
                        <a:solidFill>
                          <a:srgbClr val="000000"/>
                        </a:solidFill>
                        <a:latin typeface="Cambria Math" panose="02040503050406030204" pitchFamily="18" charset="0"/>
                      </a:rPr>
                      <m:t>)</m:t>
                    </m:r>
                  </m:oMath>
                </a14:m>
                <a:endParaRPr lang="en-US" sz="1200">
                  <a:solidFill>
                    <a:srgbClr val="000000"/>
                  </a:solidFill>
                </a:endParaRPr>
              </a:p>
              <a:p>
                <a:endParaRPr lang="en-US" sz="1200" b="0" i="0">
                  <a:solidFill>
                    <a:srgbClr val="000000"/>
                  </a:solidFill>
                  <a:effectLst/>
                </a:endParaRPr>
              </a:p>
            </p:txBody>
          </p:sp>
        </mc:Choice>
        <mc:Fallback xmlns="">
          <p:sp>
            <p:nvSpPr>
              <p:cNvPr id="21" name="Rectangle 20">
                <a:extLst>
                  <a:ext uri="{FF2B5EF4-FFF2-40B4-BE49-F238E27FC236}">
                    <a16:creationId xmlns:a16="http://schemas.microsoft.com/office/drawing/2014/main" id="{CA5F43AE-1264-CB48-AEB8-C6FE102C084D}"/>
                  </a:ext>
                </a:extLst>
              </p:cNvPr>
              <p:cNvSpPr>
                <a:spLocks noRot="1" noChangeAspect="1" noMove="1" noResize="1" noEditPoints="1" noAdjustHandles="1" noChangeArrowheads="1" noChangeShapeType="1" noTextEdit="1"/>
              </p:cNvSpPr>
              <p:nvPr/>
            </p:nvSpPr>
            <p:spPr>
              <a:xfrm>
                <a:off x="3608150" y="735541"/>
                <a:ext cx="3429000" cy="1754326"/>
              </a:xfrm>
              <a:prstGeom prst="rect">
                <a:avLst/>
              </a:prstGeom>
              <a:blipFill>
                <a:blip r:embed="rId3"/>
                <a:stretch>
                  <a:fillRect l="-178" t="-348"/>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73EE9020-26D4-A7BC-B6FD-CD95D602A1B2}"/>
              </a:ext>
            </a:extLst>
          </p:cNvPr>
          <p:cNvSpPr/>
          <p:nvPr/>
        </p:nvSpPr>
        <p:spPr>
          <a:xfrm>
            <a:off x="5385633" y="927480"/>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23" name="Rectangle 22">
            <a:extLst>
              <a:ext uri="{FF2B5EF4-FFF2-40B4-BE49-F238E27FC236}">
                <a16:creationId xmlns:a16="http://schemas.microsoft.com/office/drawing/2014/main" id="{C85DE9D2-6EF7-3275-FAF4-B590A30D83F0}"/>
              </a:ext>
            </a:extLst>
          </p:cNvPr>
          <p:cNvSpPr/>
          <p:nvPr/>
        </p:nvSpPr>
        <p:spPr>
          <a:xfrm>
            <a:off x="5385633" y="1301191"/>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24" name="Rectangle 23">
            <a:extLst>
              <a:ext uri="{FF2B5EF4-FFF2-40B4-BE49-F238E27FC236}">
                <a16:creationId xmlns:a16="http://schemas.microsoft.com/office/drawing/2014/main" id="{D18BC5AE-4797-B779-2AA7-E0F2A579C5F7}"/>
              </a:ext>
            </a:extLst>
          </p:cNvPr>
          <p:cNvSpPr/>
          <p:nvPr/>
        </p:nvSpPr>
        <p:spPr>
          <a:xfrm>
            <a:off x="5385633" y="1695014"/>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29" name="Rectangle 28">
            <a:extLst>
              <a:ext uri="{FF2B5EF4-FFF2-40B4-BE49-F238E27FC236}">
                <a16:creationId xmlns:a16="http://schemas.microsoft.com/office/drawing/2014/main" id="{A20B23DD-E5D7-6C3C-4A50-DAC1A2F0C148}"/>
              </a:ext>
            </a:extLst>
          </p:cNvPr>
          <p:cNvSpPr/>
          <p:nvPr/>
        </p:nvSpPr>
        <p:spPr>
          <a:xfrm>
            <a:off x="5385633" y="2074710"/>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2" name="TextBox 41">
            <a:extLst>
              <a:ext uri="{FF2B5EF4-FFF2-40B4-BE49-F238E27FC236}">
                <a16:creationId xmlns:a16="http://schemas.microsoft.com/office/drawing/2014/main" id="{2BF9B210-7B5E-11DB-DCEC-827573AD9F33}"/>
              </a:ext>
            </a:extLst>
          </p:cNvPr>
          <p:cNvSpPr txBox="1"/>
          <p:nvPr/>
        </p:nvSpPr>
        <p:spPr>
          <a:xfrm>
            <a:off x="1853513" y="2675573"/>
            <a:ext cx="1498808" cy="276999"/>
          </a:xfrm>
          <a:prstGeom prst="rect">
            <a:avLst/>
          </a:prstGeom>
          <a:noFill/>
          <a:ln>
            <a:noFill/>
          </a:ln>
        </p:spPr>
        <p:txBody>
          <a:bodyPr wrap="none" lIns="91440" tIns="45720" rIns="91440" bIns="45720" rtlCol="0" anchor="t">
            <a:spAutoFit/>
          </a:bodyPr>
          <a:lstStyle/>
          <a:p>
            <a:r>
              <a:rPr lang="en-GB" sz="1200" b="1" i="1">
                <a:solidFill>
                  <a:srgbClr val="92D050"/>
                </a:solidFill>
              </a:rPr>
              <a:t>Example 6 - You do…</a:t>
            </a:r>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2C352189-A7F3-865C-7DE1-3AB171B2F0A5}"/>
                  </a:ext>
                </a:extLst>
              </p:cNvPr>
              <p:cNvSpPr/>
              <p:nvPr/>
            </p:nvSpPr>
            <p:spPr>
              <a:xfrm>
                <a:off x="1965211" y="3236156"/>
                <a:ext cx="3429000" cy="1754326"/>
              </a:xfrm>
              <a:prstGeom prst="rect">
                <a:avLst/>
              </a:prstGeom>
            </p:spPr>
            <p:txBody>
              <a:bodyPr>
                <a:spAutoFit/>
              </a:bodyPr>
              <a:lstStyle/>
              <a:p>
                <a:r>
                  <a:rPr lang="en-US" sz="1200">
                    <a:solidFill>
                      <a:srgbClr val="000000"/>
                    </a:solidFill>
                  </a:rPr>
                  <a:t>Calculate </a:t>
                </a:r>
              </a:p>
              <a:p>
                <a:r>
                  <a:rPr lang="en-US" sz="1200" b="0">
                    <a:solidFill>
                      <a:srgbClr val="000000"/>
                    </a:solidFill>
                  </a:rPr>
                  <a:t>        (a)           </a:t>
                </a:r>
                <a14:m>
                  <m:oMath xmlns:m="http://schemas.openxmlformats.org/officeDocument/2006/math">
                    <m:r>
                      <a:rPr lang="en-GB" sz="1200" b="0" i="1" smtClean="0">
                        <a:solidFill>
                          <a:srgbClr val="000000"/>
                        </a:solidFill>
                        <a:latin typeface="Cambria Math" panose="02040503050406030204" pitchFamily="18" charset="0"/>
                      </a:rPr>
                      <m:t>−4 </m:t>
                    </m:r>
                    <m:r>
                      <a:rPr lang="en-GB" sz="1200" b="0" i="1" smtClean="0">
                        <a:solidFill>
                          <a:srgbClr val="000000"/>
                        </a:solidFill>
                        <a:latin typeface="Cambria Math" panose="02040503050406030204" pitchFamily="18" charset="0"/>
                        <a:ea typeface="Cambria Math" panose="02040503050406030204" pitchFamily="18" charset="0"/>
                      </a:rPr>
                      <m:t>×5</m:t>
                    </m:r>
                  </m:oMath>
                </a14:m>
                <a:endParaRPr lang="en-US" sz="1200">
                  <a:solidFill>
                    <a:srgbClr val="000000"/>
                  </a:solidFill>
                </a:endParaRPr>
              </a:p>
              <a:p>
                <a:endParaRPr lang="en-US" sz="1200">
                  <a:solidFill>
                    <a:srgbClr val="000000"/>
                  </a:solidFill>
                </a:endParaRPr>
              </a:p>
              <a:p>
                <a:r>
                  <a:rPr lang="en-US" sz="1200" b="0" i="0">
                    <a:solidFill>
                      <a:srgbClr val="000000"/>
                    </a:solidFill>
                    <a:effectLst/>
                  </a:rPr>
                  <a:t>        (b)           </a:t>
                </a:r>
                <a14:m>
                  <m:oMath xmlns:m="http://schemas.openxmlformats.org/officeDocument/2006/math">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6</m:t>
                    </m:r>
                    <m:r>
                      <a:rPr lang="en-US" sz="1200" b="0" i="1" dirty="0" smtClean="0">
                        <a:solidFill>
                          <a:srgbClr val="000000"/>
                        </a:solidFill>
                        <a:latin typeface="Cambria Math" panose="02040503050406030204" pitchFamily="18" charset="0"/>
                        <a:ea typeface="Cambria Math" panose="02040503050406030204" pitchFamily="18" charset="0"/>
                      </a:rPr>
                      <m:t>×</m:t>
                    </m:r>
                    <m:r>
                      <a:rPr lang="en-US" sz="1200" b="0" i="1" dirty="0" smtClean="0">
                        <a:solidFill>
                          <a:srgbClr val="000000"/>
                        </a:solidFill>
                        <a:latin typeface="Cambria Math" panose="02040503050406030204" pitchFamily="18" charset="0"/>
                      </a:rPr>
                      <m:t>−</m:t>
                    </m:r>
                  </m:oMath>
                </a14:m>
                <a:r>
                  <a:rPr lang="en-US" sz="1200">
                    <a:solidFill>
                      <a:srgbClr val="000000"/>
                    </a:solidFill>
                  </a:rPr>
                  <a:t>6</a:t>
                </a:r>
              </a:p>
              <a:p>
                <a:endParaRPr lang="en-US" sz="1200">
                  <a:solidFill>
                    <a:srgbClr val="000000"/>
                  </a:solidFill>
                </a:endParaRPr>
              </a:p>
              <a:p>
                <a:r>
                  <a:rPr lang="en-US" sz="1200">
                    <a:solidFill>
                      <a:srgbClr val="000000"/>
                    </a:solidFill>
                  </a:rPr>
                  <a:t>        (c)            </a:t>
                </a:r>
                <a14:m>
                  <m:oMath xmlns:m="http://schemas.openxmlformats.org/officeDocument/2006/math">
                    <m:r>
                      <a:rPr lang="en-GB" sz="1200" b="0" i="1" dirty="0" smtClean="0">
                        <a:solidFill>
                          <a:srgbClr val="000000"/>
                        </a:solidFill>
                        <a:latin typeface="Cambria Math" panose="02040503050406030204" pitchFamily="18" charset="0"/>
                      </a:rPr>
                      <m:t>−28</m:t>
                    </m:r>
                    <m:r>
                      <a:rPr lang="en-US" sz="1200" i="1" dirty="0">
                        <a:solidFill>
                          <a:srgbClr val="000000"/>
                        </a:solidFill>
                        <a:latin typeface="Cambria Math" panose="02040503050406030204" pitchFamily="18" charset="0"/>
                        <a:ea typeface="Cambria Math" panose="02040503050406030204" pitchFamily="18" charset="0"/>
                      </a:rPr>
                      <m:t>÷</m:t>
                    </m:r>
                    <m:r>
                      <a:rPr lang="en-GB" sz="1200" b="0" i="1" dirty="0" smtClean="0">
                        <a:solidFill>
                          <a:srgbClr val="000000"/>
                        </a:solidFill>
                        <a:latin typeface="Cambria Math" panose="02040503050406030204" pitchFamily="18" charset="0"/>
                      </a:rPr>
                      <m:t>4</m:t>
                    </m:r>
                  </m:oMath>
                </a14:m>
                <a:endParaRPr lang="en-US" sz="1200">
                  <a:solidFill>
                    <a:srgbClr val="000000"/>
                  </a:solidFill>
                </a:endParaRPr>
              </a:p>
              <a:p>
                <a:endParaRPr lang="en-US" sz="1200">
                  <a:solidFill>
                    <a:srgbClr val="000000"/>
                  </a:solidFill>
                </a:endParaRPr>
              </a:p>
              <a:p>
                <a:r>
                  <a:rPr lang="en-US" sz="1200">
                    <a:solidFill>
                      <a:srgbClr val="000000"/>
                    </a:solidFill>
                  </a:rPr>
                  <a:t>        (d)             </a:t>
                </a:r>
                <a14:m>
                  <m:oMath xmlns:m="http://schemas.openxmlformats.org/officeDocument/2006/math">
                    <m:r>
                      <a:rPr lang="en-US" sz="1200" b="0" i="0" dirty="0" smtClean="0">
                        <a:solidFill>
                          <a:srgbClr val="000000"/>
                        </a:solidFill>
                        <a:latin typeface="Cambria Math" panose="02040503050406030204" pitchFamily="18" charset="0"/>
                      </a:rPr>
                      <m:t>−</m:t>
                    </m:r>
                    <m:r>
                      <a:rPr lang="en-US" sz="1200" i="1" dirty="0" smtClean="0">
                        <a:solidFill>
                          <a:srgbClr val="000000"/>
                        </a:solidFill>
                        <a:latin typeface="Cambria Math" panose="02040503050406030204" pitchFamily="18" charset="0"/>
                      </a:rPr>
                      <m:t>4</m:t>
                    </m:r>
                    <m:r>
                      <a:rPr lang="en-US" sz="1200" i="1" dirty="0">
                        <a:solidFill>
                          <a:srgbClr val="000000"/>
                        </a:solidFill>
                        <a:latin typeface="Cambria Math" panose="02040503050406030204" pitchFamily="18" charset="0"/>
                        <a:ea typeface="Cambria Math" panose="02040503050406030204" pitchFamily="18" charset="0"/>
                      </a:rPr>
                      <m:t>÷</m:t>
                    </m:r>
                    <m:r>
                      <a:rPr lang="en-US" sz="1200" b="0" i="1" dirty="0" smtClean="0">
                        <a:solidFill>
                          <a:srgbClr val="000000"/>
                        </a:solidFill>
                        <a:latin typeface="Cambria Math" panose="02040503050406030204" pitchFamily="18" charset="0"/>
                      </a:rPr>
                      <m:t>(−</m:t>
                    </m:r>
                    <m:r>
                      <a:rPr lang="en-GB" sz="1200" b="0" i="1" dirty="0" smtClean="0">
                        <a:solidFill>
                          <a:srgbClr val="000000"/>
                        </a:solidFill>
                        <a:latin typeface="Cambria Math" panose="02040503050406030204" pitchFamily="18" charset="0"/>
                      </a:rPr>
                      <m:t>2</m:t>
                    </m:r>
                    <m:r>
                      <a:rPr lang="en-US" sz="1200" b="0" i="1" dirty="0" smtClean="0">
                        <a:solidFill>
                          <a:srgbClr val="000000"/>
                        </a:solidFill>
                        <a:latin typeface="Cambria Math" panose="02040503050406030204" pitchFamily="18" charset="0"/>
                      </a:rPr>
                      <m:t>)</m:t>
                    </m:r>
                  </m:oMath>
                </a14:m>
                <a:endParaRPr lang="en-US" sz="1200">
                  <a:solidFill>
                    <a:srgbClr val="000000"/>
                  </a:solidFill>
                </a:endParaRPr>
              </a:p>
              <a:p>
                <a:endParaRPr lang="en-US" sz="1200" b="0" i="0">
                  <a:solidFill>
                    <a:srgbClr val="000000"/>
                  </a:solidFill>
                  <a:effectLst/>
                </a:endParaRPr>
              </a:p>
            </p:txBody>
          </p:sp>
        </mc:Choice>
        <mc:Fallback xmlns="">
          <p:sp>
            <p:nvSpPr>
              <p:cNvPr id="43" name="Rectangle 42">
                <a:extLst>
                  <a:ext uri="{FF2B5EF4-FFF2-40B4-BE49-F238E27FC236}">
                    <a16:creationId xmlns:a16="http://schemas.microsoft.com/office/drawing/2014/main" id="{2C352189-A7F3-865C-7DE1-3AB171B2F0A5}"/>
                  </a:ext>
                </a:extLst>
              </p:cNvPr>
              <p:cNvSpPr>
                <a:spLocks noRot="1" noChangeAspect="1" noMove="1" noResize="1" noEditPoints="1" noAdjustHandles="1" noChangeArrowheads="1" noChangeShapeType="1" noTextEdit="1"/>
              </p:cNvSpPr>
              <p:nvPr/>
            </p:nvSpPr>
            <p:spPr>
              <a:xfrm>
                <a:off x="1965211" y="3236156"/>
                <a:ext cx="3429000" cy="1754326"/>
              </a:xfrm>
              <a:prstGeom prst="rect">
                <a:avLst/>
              </a:prstGeom>
              <a:blipFill>
                <a:blip r:embed="rId4"/>
                <a:stretch>
                  <a:fillRect t="-347"/>
                </a:stretch>
              </a:blipFill>
            </p:spPr>
            <p:txBody>
              <a:bodyPr/>
              <a:lstStyle/>
              <a:p>
                <a:r>
                  <a:rPr lang="en-US">
                    <a:noFill/>
                  </a:rPr>
                  <a:t> </a:t>
                </a:r>
              </a:p>
            </p:txBody>
          </p:sp>
        </mc:Fallback>
      </mc:AlternateContent>
      <p:sp>
        <p:nvSpPr>
          <p:cNvPr id="44" name="Rectangle 43">
            <a:extLst>
              <a:ext uri="{FF2B5EF4-FFF2-40B4-BE49-F238E27FC236}">
                <a16:creationId xmlns:a16="http://schemas.microsoft.com/office/drawing/2014/main" id="{1ACD5C31-08CA-7BF2-28D8-2C78EFA58230}"/>
              </a:ext>
            </a:extLst>
          </p:cNvPr>
          <p:cNvSpPr/>
          <p:nvPr/>
        </p:nvSpPr>
        <p:spPr>
          <a:xfrm>
            <a:off x="3815083" y="3435138"/>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5" name="Rectangle 44">
            <a:extLst>
              <a:ext uri="{FF2B5EF4-FFF2-40B4-BE49-F238E27FC236}">
                <a16:creationId xmlns:a16="http://schemas.microsoft.com/office/drawing/2014/main" id="{A67FD0B3-2341-3DF5-6789-94CAA65DB494}"/>
              </a:ext>
            </a:extLst>
          </p:cNvPr>
          <p:cNvSpPr/>
          <p:nvPr/>
        </p:nvSpPr>
        <p:spPr>
          <a:xfrm>
            <a:off x="3815083" y="3808849"/>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6" name="Rectangle 45">
            <a:extLst>
              <a:ext uri="{FF2B5EF4-FFF2-40B4-BE49-F238E27FC236}">
                <a16:creationId xmlns:a16="http://schemas.microsoft.com/office/drawing/2014/main" id="{15A4FFB5-1114-E049-9A2B-64DA7761D9FC}"/>
              </a:ext>
            </a:extLst>
          </p:cNvPr>
          <p:cNvSpPr/>
          <p:nvPr/>
        </p:nvSpPr>
        <p:spPr>
          <a:xfrm>
            <a:off x="3815083" y="4202672"/>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7" name="Rectangle 46">
            <a:extLst>
              <a:ext uri="{FF2B5EF4-FFF2-40B4-BE49-F238E27FC236}">
                <a16:creationId xmlns:a16="http://schemas.microsoft.com/office/drawing/2014/main" id="{8BA39864-44EC-3953-5E7C-2D5723507BE5}"/>
              </a:ext>
            </a:extLst>
          </p:cNvPr>
          <p:cNvSpPr/>
          <p:nvPr/>
        </p:nvSpPr>
        <p:spPr>
          <a:xfrm>
            <a:off x="3815083" y="4582368"/>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8" name="Rectangle 47">
            <a:extLst>
              <a:ext uri="{FF2B5EF4-FFF2-40B4-BE49-F238E27FC236}">
                <a16:creationId xmlns:a16="http://schemas.microsoft.com/office/drawing/2014/main" id="{1CF6CCB1-4E1A-B29D-6EB5-5326BBBE38AA}"/>
              </a:ext>
            </a:extLst>
          </p:cNvPr>
          <p:cNvSpPr/>
          <p:nvPr/>
        </p:nvSpPr>
        <p:spPr>
          <a:xfrm>
            <a:off x="1686211" y="2985180"/>
            <a:ext cx="3265813" cy="1975655"/>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rgbClr val="00B0F0"/>
              </a:solidFill>
            </a:endParaRPr>
          </a:p>
        </p:txBody>
      </p:sp>
      <p:sp>
        <p:nvSpPr>
          <p:cNvPr id="49" name="TextBox 48">
            <a:extLst>
              <a:ext uri="{FF2B5EF4-FFF2-40B4-BE49-F238E27FC236}">
                <a16:creationId xmlns:a16="http://schemas.microsoft.com/office/drawing/2014/main" id="{824DEA33-818D-609A-7EFC-8D757CDC7202}"/>
              </a:ext>
            </a:extLst>
          </p:cNvPr>
          <p:cNvSpPr txBox="1"/>
          <p:nvPr/>
        </p:nvSpPr>
        <p:spPr>
          <a:xfrm>
            <a:off x="276417" y="5513959"/>
            <a:ext cx="289835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Write down the answer to each calculation.</a:t>
            </a:r>
          </a:p>
        </p:txBody>
      </p:sp>
      <p:sp>
        <p:nvSpPr>
          <p:cNvPr id="53" name="Oval 52">
            <a:extLst>
              <a:ext uri="{FF2B5EF4-FFF2-40B4-BE49-F238E27FC236}">
                <a16:creationId xmlns:a16="http://schemas.microsoft.com/office/drawing/2014/main" id="{A44259EC-CAD6-A328-5221-CFBD4861A0CF}"/>
              </a:ext>
            </a:extLst>
          </p:cNvPr>
          <p:cNvSpPr>
            <a:spLocks noChangeAspect="1"/>
          </p:cNvSpPr>
          <p:nvPr/>
        </p:nvSpPr>
        <p:spPr>
          <a:xfrm>
            <a:off x="48874" y="5544458"/>
            <a:ext cx="216000" cy="216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prstClr val="white"/>
                </a:solidFill>
                <a:latin typeface="Calibri" panose="020F0502020204030204"/>
              </a:rPr>
              <a:t>6</a:t>
            </a:r>
            <a:endParaRPr kumimoji="0" lang="en-GB"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4" name="Picture 53">
            <a:extLst>
              <a:ext uri="{FF2B5EF4-FFF2-40B4-BE49-F238E27FC236}">
                <a16:creationId xmlns:a16="http://schemas.microsoft.com/office/drawing/2014/main" id="{FF454A94-9B22-2F1A-3234-01C6C12DA20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79102"/>
          <a:stretch/>
        </p:blipFill>
        <p:spPr>
          <a:xfrm>
            <a:off x="48874" y="5902084"/>
            <a:ext cx="6095573" cy="138222"/>
          </a:xfrm>
          <a:prstGeom prst="rect">
            <a:avLst/>
          </a:prstGeom>
        </p:spPr>
      </p:pic>
      <p:pic>
        <p:nvPicPr>
          <p:cNvPr id="55" name="Picture 54">
            <a:extLst>
              <a:ext uri="{FF2B5EF4-FFF2-40B4-BE49-F238E27FC236}">
                <a16:creationId xmlns:a16="http://schemas.microsoft.com/office/drawing/2014/main" id="{9361ACBA-EDE6-3282-CC41-2177E8F37360}"/>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23581" b="47810"/>
          <a:stretch/>
        </p:blipFill>
        <p:spPr>
          <a:xfrm>
            <a:off x="55006" y="6364297"/>
            <a:ext cx="6095573" cy="189219"/>
          </a:xfrm>
          <a:prstGeom prst="rect">
            <a:avLst/>
          </a:prstGeom>
        </p:spPr>
      </p:pic>
      <p:pic>
        <p:nvPicPr>
          <p:cNvPr id="56" name="Picture 55">
            <a:extLst>
              <a:ext uri="{FF2B5EF4-FFF2-40B4-BE49-F238E27FC236}">
                <a16:creationId xmlns:a16="http://schemas.microsoft.com/office/drawing/2014/main" id="{FDC79C3F-7F5A-7C2F-6E71-6507B25B943B}"/>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46720" b="24671"/>
          <a:stretch/>
        </p:blipFill>
        <p:spPr>
          <a:xfrm>
            <a:off x="73645" y="6871561"/>
            <a:ext cx="6095573" cy="189218"/>
          </a:xfrm>
          <a:prstGeom prst="rect">
            <a:avLst/>
          </a:prstGeom>
        </p:spPr>
      </p:pic>
      <p:pic>
        <p:nvPicPr>
          <p:cNvPr id="57" name="Picture 56">
            <a:extLst>
              <a:ext uri="{FF2B5EF4-FFF2-40B4-BE49-F238E27FC236}">
                <a16:creationId xmlns:a16="http://schemas.microsoft.com/office/drawing/2014/main" id="{789C40E0-7B93-4E90-A3EC-569A563FF804}"/>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76550"/>
          <a:stretch/>
        </p:blipFill>
        <p:spPr>
          <a:xfrm>
            <a:off x="73645" y="7381770"/>
            <a:ext cx="6095573" cy="155100"/>
          </a:xfrm>
          <a:prstGeom prst="rect">
            <a:avLst/>
          </a:prstGeom>
        </p:spPr>
      </p:pic>
      <p:grpSp>
        <p:nvGrpSpPr>
          <p:cNvPr id="58" name="Group 57">
            <a:extLst>
              <a:ext uri="{FF2B5EF4-FFF2-40B4-BE49-F238E27FC236}">
                <a16:creationId xmlns:a16="http://schemas.microsoft.com/office/drawing/2014/main" id="{DB65D188-9AAD-1EC3-215C-17C47C8C8CC6}"/>
              </a:ext>
            </a:extLst>
          </p:cNvPr>
          <p:cNvGrpSpPr/>
          <p:nvPr/>
        </p:nvGrpSpPr>
        <p:grpSpPr>
          <a:xfrm>
            <a:off x="964081" y="5871510"/>
            <a:ext cx="653143" cy="1685715"/>
            <a:chOff x="1265514" y="336949"/>
            <a:chExt cx="653143" cy="1685715"/>
          </a:xfrm>
        </p:grpSpPr>
        <p:sp>
          <p:nvSpPr>
            <p:cNvPr id="59" name="Rectangle 58">
              <a:extLst>
                <a:ext uri="{FF2B5EF4-FFF2-40B4-BE49-F238E27FC236}">
                  <a16:creationId xmlns:a16="http://schemas.microsoft.com/office/drawing/2014/main" id="{A4E866AB-05A8-0966-D0BC-C3651D0E73BE}"/>
                </a:ext>
              </a:extLst>
            </p:cNvPr>
            <p:cNvSpPr/>
            <p:nvPr/>
          </p:nvSpPr>
          <p:spPr>
            <a:xfrm>
              <a:off x="1265514" y="33694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0" name="Rectangle 59">
              <a:extLst>
                <a:ext uri="{FF2B5EF4-FFF2-40B4-BE49-F238E27FC236}">
                  <a16:creationId xmlns:a16="http://schemas.microsoft.com/office/drawing/2014/main" id="{E149727F-358D-E5F5-9096-733F039D3559}"/>
                </a:ext>
              </a:extLst>
            </p:cNvPr>
            <p:cNvSpPr/>
            <p:nvPr/>
          </p:nvSpPr>
          <p:spPr>
            <a:xfrm>
              <a:off x="1265515" y="785056"/>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81" name="Rectangle 80">
              <a:extLst>
                <a:ext uri="{FF2B5EF4-FFF2-40B4-BE49-F238E27FC236}">
                  <a16:creationId xmlns:a16="http://schemas.microsoft.com/office/drawing/2014/main" id="{482136D8-66D0-20A7-780C-DE1AEF67DCB0}"/>
                </a:ext>
              </a:extLst>
            </p:cNvPr>
            <p:cNvSpPr/>
            <p:nvPr/>
          </p:nvSpPr>
          <p:spPr>
            <a:xfrm>
              <a:off x="1265516" y="1267382"/>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2EC2B22F-9FD0-3FDB-429F-B61187A3F8C6}"/>
                </a:ext>
              </a:extLst>
            </p:cNvPr>
            <p:cNvSpPr/>
            <p:nvPr/>
          </p:nvSpPr>
          <p:spPr>
            <a:xfrm>
              <a:off x="1265514" y="174421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83" name="Group 82">
            <a:extLst>
              <a:ext uri="{FF2B5EF4-FFF2-40B4-BE49-F238E27FC236}">
                <a16:creationId xmlns:a16="http://schemas.microsoft.com/office/drawing/2014/main" id="{8111A303-9690-F6EF-948D-3D72B1B4F167}"/>
              </a:ext>
            </a:extLst>
          </p:cNvPr>
          <p:cNvGrpSpPr/>
          <p:nvPr/>
        </p:nvGrpSpPr>
        <p:grpSpPr>
          <a:xfrm>
            <a:off x="2776223" y="5871510"/>
            <a:ext cx="653143" cy="1685715"/>
            <a:chOff x="1265514" y="336949"/>
            <a:chExt cx="653143" cy="1685715"/>
          </a:xfrm>
        </p:grpSpPr>
        <p:sp>
          <p:nvSpPr>
            <p:cNvPr id="84" name="Rectangle 83">
              <a:extLst>
                <a:ext uri="{FF2B5EF4-FFF2-40B4-BE49-F238E27FC236}">
                  <a16:creationId xmlns:a16="http://schemas.microsoft.com/office/drawing/2014/main" id="{751DE7B2-D011-DAE4-9D7C-C4039ADE316B}"/>
                </a:ext>
              </a:extLst>
            </p:cNvPr>
            <p:cNvSpPr/>
            <p:nvPr/>
          </p:nvSpPr>
          <p:spPr>
            <a:xfrm>
              <a:off x="1265514" y="33694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0A5C5B86-8894-24A1-2FC7-F485A6AEBA5D}"/>
                </a:ext>
              </a:extLst>
            </p:cNvPr>
            <p:cNvSpPr/>
            <p:nvPr/>
          </p:nvSpPr>
          <p:spPr>
            <a:xfrm>
              <a:off x="1265515" y="785056"/>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D5D62D72-266D-C3FA-62DC-7C668A5EDC6C}"/>
                </a:ext>
              </a:extLst>
            </p:cNvPr>
            <p:cNvSpPr/>
            <p:nvPr/>
          </p:nvSpPr>
          <p:spPr>
            <a:xfrm>
              <a:off x="1265516" y="1267382"/>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2DC931E9-2BA4-DD07-A024-59455A50ABA3}"/>
                </a:ext>
              </a:extLst>
            </p:cNvPr>
            <p:cNvSpPr/>
            <p:nvPr/>
          </p:nvSpPr>
          <p:spPr>
            <a:xfrm>
              <a:off x="1265514" y="174421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88" name="Group 87">
            <a:extLst>
              <a:ext uri="{FF2B5EF4-FFF2-40B4-BE49-F238E27FC236}">
                <a16:creationId xmlns:a16="http://schemas.microsoft.com/office/drawing/2014/main" id="{6B6EFA72-734E-CB21-1D9F-B6D2A542D082}"/>
              </a:ext>
            </a:extLst>
          </p:cNvPr>
          <p:cNvGrpSpPr/>
          <p:nvPr/>
        </p:nvGrpSpPr>
        <p:grpSpPr>
          <a:xfrm>
            <a:off x="4491818" y="5871510"/>
            <a:ext cx="653143" cy="1685715"/>
            <a:chOff x="1265514" y="336949"/>
            <a:chExt cx="653143" cy="1685715"/>
          </a:xfrm>
        </p:grpSpPr>
        <p:sp>
          <p:nvSpPr>
            <p:cNvPr id="89" name="Rectangle 88">
              <a:extLst>
                <a:ext uri="{FF2B5EF4-FFF2-40B4-BE49-F238E27FC236}">
                  <a16:creationId xmlns:a16="http://schemas.microsoft.com/office/drawing/2014/main" id="{E4F7584C-0936-5D71-528A-439C24FDA883}"/>
                </a:ext>
              </a:extLst>
            </p:cNvPr>
            <p:cNvSpPr/>
            <p:nvPr/>
          </p:nvSpPr>
          <p:spPr>
            <a:xfrm>
              <a:off x="1265514" y="33694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0" name="Rectangle 89">
              <a:extLst>
                <a:ext uri="{FF2B5EF4-FFF2-40B4-BE49-F238E27FC236}">
                  <a16:creationId xmlns:a16="http://schemas.microsoft.com/office/drawing/2014/main" id="{BC1DF943-C704-316C-A3F7-ADF66D1DDB4E}"/>
                </a:ext>
              </a:extLst>
            </p:cNvPr>
            <p:cNvSpPr/>
            <p:nvPr/>
          </p:nvSpPr>
          <p:spPr>
            <a:xfrm>
              <a:off x="1265515" y="785056"/>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1" name="Rectangle 90">
              <a:extLst>
                <a:ext uri="{FF2B5EF4-FFF2-40B4-BE49-F238E27FC236}">
                  <a16:creationId xmlns:a16="http://schemas.microsoft.com/office/drawing/2014/main" id="{0B38614A-EAC4-272B-AC0C-F2902276117F}"/>
                </a:ext>
              </a:extLst>
            </p:cNvPr>
            <p:cNvSpPr/>
            <p:nvPr/>
          </p:nvSpPr>
          <p:spPr>
            <a:xfrm>
              <a:off x="1265516" y="1267382"/>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2" name="Rectangle 91">
              <a:extLst>
                <a:ext uri="{FF2B5EF4-FFF2-40B4-BE49-F238E27FC236}">
                  <a16:creationId xmlns:a16="http://schemas.microsoft.com/office/drawing/2014/main" id="{8551FD7F-FA31-E3FA-FBF1-0E041F133343}"/>
                </a:ext>
              </a:extLst>
            </p:cNvPr>
            <p:cNvSpPr/>
            <p:nvPr/>
          </p:nvSpPr>
          <p:spPr>
            <a:xfrm>
              <a:off x="1265514" y="174421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93" name="Group 92">
            <a:extLst>
              <a:ext uri="{FF2B5EF4-FFF2-40B4-BE49-F238E27FC236}">
                <a16:creationId xmlns:a16="http://schemas.microsoft.com/office/drawing/2014/main" id="{E32A65B3-66F0-9F6A-B259-7F4D8E0A24FB}"/>
              </a:ext>
            </a:extLst>
          </p:cNvPr>
          <p:cNvGrpSpPr/>
          <p:nvPr/>
        </p:nvGrpSpPr>
        <p:grpSpPr>
          <a:xfrm>
            <a:off x="6174410" y="5870260"/>
            <a:ext cx="653143" cy="1208878"/>
            <a:chOff x="1265514" y="336949"/>
            <a:chExt cx="653143" cy="1208878"/>
          </a:xfrm>
        </p:grpSpPr>
        <p:sp>
          <p:nvSpPr>
            <p:cNvPr id="94" name="Rectangle 93">
              <a:extLst>
                <a:ext uri="{FF2B5EF4-FFF2-40B4-BE49-F238E27FC236}">
                  <a16:creationId xmlns:a16="http://schemas.microsoft.com/office/drawing/2014/main" id="{47B29961-CC8B-0189-60A9-1F3703D19022}"/>
                </a:ext>
              </a:extLst>
            </p:cNvPr>
            <p:cNvSpPr/>
            <p:nvPr/>
          </p:nvSpPr>
          <p:spPr>
            <a:xfrm>
              <a:off x="1265514" y="33694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5" name="Rectangle 94">
              <a:extLst>
                <a:ext uri="{FF2B5EF4-FFF2-40B4-BE49-F238E27FC236}">
                  <a16:creationId xmlns:a16="http://schemas.microsoft.com/office/drawing/2014/main" id="{48FE7C61-A32B-24ED-8DDF-10C3CFA246E8}"/>
                </a:ext>
              </a:extLst>
            </p:cNvPr>
            <p:cNvSpPr/>
            <p:nvPr/>
          </p:nvSpPr>
          <p:spPr>
            <a:xfrm>
              <a:off x="1265515" y="785056"/>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6" name="Rectangle 95">
              <a:extLst>
                <a:ext uri="{FF2B5EF4-FFF2-40B4-BE49-F238E27FC236}">
                  <a16:creationId xmlns:a16="http://schemas.microsoft.com/office/drawing/2014/main" id="{B067DCC4-07CE-0DF6-E5D3-8E548D400E94}"/>
                </a:ext>
              </a:extLst>
            </p:cNvPr>
            <p:cNvSpPr/>
            <p:nvPr/>
          </p:nvSpPr>
          <p:spPr>
            <a:xfrm>
              <a:off x="1265516" y="1267382"/>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sp>
        <p:nvSpPr>
          <p:cNvPr id="3" name="Rectangle 2">
            <a:extLst>
              <a:ext uri="{FF2B5EF4-FFF2-40B4-BE49-F238E27FC236}">
                <a16:creationId xmlns:a16="http://schemas.microsoft.com/office/drawing/2014/main" id="{D79D351F-2237-F5CE-2C05-A347AA48B8EF}"/>
              </a:ext>
            </a:extLst>
          </p:cNvPr>
          <p:cNvSpPr/>
          <p:nvPr/>
        </p:nvSpPr>
        <p:spPr>
          <a:xfrm>
            <a:off x="5375" y="56914"/>
            <a:ext cx="2601917" cy="22050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Multiplication and Division</a:t>
            </a:r>
          </a:p>
        </p:txBody>
      </p:sp>
      <p:pic>
        <p:nvPicPr>
          <p:cNvPr id="5" name="Picture 28" descr="A picture containing chart">
            <a:extLst>
              <a:ext uri="{FF2B5EF4-FFF2-40B4-BE49-F238E27FC236}">
                <a16:creationId xmlns:a16="http://schemas.microsoft.com/office/drawing/2014/main" id="{95F57AD7-27C6-3516-8665-A93EE75B81C8}"/>
              </a:ext>
            </a:extLst>
          </p:cNvPr>
          <p:cNvPicPr>
            <a:picLocks noChangeAspect="1"/>
          </p:cNvPicPr>
          <p:nvPr/>
        </p:nvPicPr>
        <p:blipFill rotWithShape="1">
          <a:blip r:embed="rId8"/>
          <a:srcRect l="152" t="60122" r="-152" b="2422"/>
          <a:stretch/>
        </p:blipFill>
        <p:spPr>
          <a:xfrm>
            <a:off x="117566" y="7781210"/>
            <a:ext cx="6585129" cy="2029788"/>
          </a:xfrm>
          <a:prstGeom prst="rect">
            <a:avLst/>
          </a:prstGeom>
        </p:spPr>
      </p:pic>
    </p:spTree>
    <p:extLst>
      <p:ext uri="{BB962C8B-B14F-4D97-AF65-F5344CB8AC3E}">
        <p14:creationId xmlns:p14="http://schemas.microsoft.com/office/powerpoint/2010/main" val="396736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66563" y="9565783"/>
            <a:ext cx="1543050" cy="527403"/>
          </a:xfrm>
        </p:spPr>
        <p:txBody>
          <a:bodyPr/>
          <a:lstStyle/>
          <a:p>
            <a:fld id="{19F1D9CC-7119-45EC-A96C-D8C0660F3AAB}" type="slidenum">
              <a:rPr lang="en-GB" smtClean="0"/>
              <a:t>4</a:t>
            </a:fld>
            <a:endParaRPr lang="en-GB"/>
          </a:p>
        </p:txBody>
      </p:sp>
      <p:sp>
        <p:nvSpPr>
          <p:cNvPr id="3" name="TextBox 2">
            <a:extLst>
              <a:ext uri="{FF2B5EF4-FFF2-40B4-BE49-F238E27FC236}">
                <a16:creationId xmlns:a16="http://schemas.microsoft.com/office/drawing/2014/main" id="{B17EE47B-04FC-7E49-DF5D-0760D8B4AD0A}"/>
              </a:ext>
            </a:extLst>
          </p:cNvPr>
          <p:cNvSpPr txBox="1"/>
          <p:nvPr/>
        </p:nvSpPr>
        <p:spPr>
          <a:xfrm>
            <a:off x="356108" y="320569"/>
            <a:ext cx="41054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7. Put these calculations in order from lowest result to highest:</a:t>
            </a:r>
          </a:p>
        </p:txBody>
      </p:sp>
      <p:sp>
        <p:nvSpPr>
          <p:cNvPr id="4" name="Oval 3">
            <a:extLst>
              <a:ext uri="{FF2B5EF4-FFF2-40B4-BE49-F238E27FC236}">
                <a16:creationId xmlns:a16="http://schemas.microsoft.com/office/drawing/2014/main" id="{047C8288-938B-E5E8-69CB-8DC5D3CF4C79}"/>
              </a:ext>
            </a:extLst>
          </p:cNvPr>
          <p:cNvSpPr>
            <a:spLocks noChangeAspect="1"/>
          </p:cNvSpPr>
          <p:nvPr/>
        </p:nvSpPr>
        <p:spPr>
          <a:xfrm>
            <a:off x="63400" y="337870"/>
            <a:ext cx="216000" cy="216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Calibri" panose="020F0502020204030204"/>
                <a:ea typeface="+mn-ea"/>
                <a:cs typeface="+mn-cs"/>
              </a:rPr>
              <a:t>7</a:t>
            </a:r>
          </a:p>
        </p:txBody>
      </p:sp>
      <p:pic>
        <p:nvPicPr>
          <p:cNvPr id="5" name="Picture 4">
            <a:extLst>
              <a:ext uri="{FF2B5EF4-FFF2-40B4-BE49-F238E27FC236}">
                <a16:creationId xmlns:a16="http://schemas.microsoft.com/office/drawing/2014/main" id="{4FAFCFCD-B7B9-DD06-BC2A-300FEF2333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572" y="697281"/>
            <a:ext cx="6556856" cy="232635"/>
          </a:xfrm>
          <a:prstGeom prst="rect">
            <a:avLst/>
          </a:prstGeom>
        </p:spPr>
      </p:pic>
      <p:sp>
        <p:nvSpPr>
          <p:cNvPr id="6" name="TextBox 5">
            <a:extLst>
              <a:ext uri="{FF2B5EF4-FFF2-40B4-BE49-F238E27FC236}">
                <a16:creationId xmlns:a16="http://schemas.microsoft.com/office/drawing/2014/main" id="{ED4E595E-2D69-85F7-EB80-ADEE12F80820}"/>
              </a:ext>
            </a:extLst>
          </p:cNvPr>
          <p:cNvSpPr txBox="1"/>
          <p:nvPr/>
        </p:nvSpPr>
        <p:spPr>
          <a:xfrm>
            <a:off x="356108" y="2187804"/>
            <a:ext cx="484677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8. The rule for converting degrees Celsius (°C) to degrees Fahrenheit (°F) is:</a:t>
            </a:r>
          </a:p>
        </p:txBody>
      </p:sp>
      <p:sp>
        <p:nvSpPr>
          <p:cNvPr id="7" name="Oval 6">
            <a:extLst>
              <a:ext uri="{FF2B5EF4-FFF2-40B4-BE49-F238E27FC236}">
                <a16:creationId xmlns:a16="http://schemas.microsoft.com/office/drawing/2014/main" id="{582C82D1-C67D-5A00-09BA-78105C5607FA}"/>
              </a:ext>
            </a:extLst>
          </p:cNvPr>
          <p:cNvSpPr>
            <a:spLocks noChangeAspect="1"/>
          </p:cNvSpPr>
          <p:nvPr/>
        </p:nvSpPr>
        <p:spPr>
          <a:xfrm>
            <a:off x="63400" y="2218303"/>
            <a:ext cx="216000" cy="216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Calibri" panose="020F0502020204030204"/>
                <a:ea typeface="+mn-ea"/>
                <a:cs typeface="+mn-cs"/>
              </a:rPr>
              <a:t>8</a:t>
            </a:r>
          </a:p>
        </p:txBody>
      </p:sp>
      <p:sp>
        <p:nvSpPr>
          <p:cNvPr id="8" name="TextBox 7">
            <a:extLst>
              <a:ext uri="{FF2B5EF4-FFF2-40B4-BE49-F238E27FC236}">
                <a16:creationId xmlns:a16="http://schemas.microsoft.com/office/drawing/2014/main" id="{4C4E88FC-53AF-4AEC-E10E-1A0C13BEB84E}"/>
              </a:ext>
            </a:extLst>
          </p:cNvPr>
          <p:cNvSpPr txBox="1"/>
          <p:nvPr/>
        </p:nvSpPr>
        <p:spPr>
          <a:xfrm>
            <a:off x="356108" y="2411899"/>
            <a:ext cx="6351320" cy="646331"/>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Water freezes at 0 °C and boils at 100 °C. Work out the temperatures in degrees Fahrenheit that water freezes and boils at.</a:t>
            </a:r>
          </a:p>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Work out the temperature that is the same in °C and °F.</a:t>
            </a:r>
          </a:p>
        </p:txBody>
      </p:sp>
      <p:sp>
        <p:nvSpPr>
          <p:cNvPr id="9" name="Rectangle 8">
            <a:extLst>
              <a:ext uri="{FF2B5EF4-FFF2-40B4-BE49-F238E27FC236}">
                <a16:creationId xmlns:a16="http://schemas.microsoft.com/office/drawing/2014/main" id="{EFB58333-DD83-8552-F1EE-25C47B777E0D}"/>
              </a:ext>
            </a:extLst>
          </p:cNvPr>
          <p:cNvSpPr/>
          <p:nvPr/>
        </p:nvSpPr>
        <p:spPr>
          <a:xfrm>
            <a:off x="462280" y="984201"/>
            <a:ext cx="6185407" cy="1144111"/>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0EAADFA-BE1B-E365-48F0-EF5088B82D60}"/>
              </a:ext>
            </a:extLst>
          </p:cNvPr>
          <p:cNvSpPr/>
          <p:nvPr/>
        </p:nvSpPr>
        <p:spPr>
          <a:xfrm>
            <a:off x="462281" y="3058230"/>
            <a:ext cx="2966720" cy="162528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E6E7933-730F-3AE7-4083-81E81C359DAA}"/>
              </a:ext>
            </a:extLst>
          </p:cNvPr>
          <p:cNvSpPr/>
          <p:nvPr/>
        </p:nvSpPr>
        <p:spPr>
          <a:xfrm>
            <a:off x="3680269" y="3058230"/>
            <a:ext cx="2966720" cy="162528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pic>
        <p:nvPicPr>
          <p:cNvPr id="12" name="Picture 11" descr="A picture containing text&#10;&#10;Description automatically generated">
            <a:extLst>
              <a:ext uri="{FF2B5EF4-FFF2-40B4-BE49-F238E27FC236}">
                <a16:creationId xmlns:a16="http://schemas.microsoft.com/office/drawing/2014/main" id="{A19A7BB8-1DC5-4A51-5ED3-6820E5BB441C}"/>
              </a:ext>
            </a:extLst>
          </p:cNvPr>
          <p:cNvPicPr>
            <a:picLocks noChangeAspect="1"/>
          </p:cNvPicPr>
          <p:nvPr/>
        </p:nvPicPr>
        <p:blipFill>
          <a:blip r:embed="rId3" cstate="print">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5115079" y="2166982"/>
            <a:ext cx="1023009" cy="318642"/>
          </a:xfrm>
          <a:prstGeom prst="rect">
            <a:avLst/>
          </a:prstGeom>
        </p:spPr>
      </p:pic>
      <p:sp>
        <p:nvSpPr>
          <p:cNvPr id="13" name="Rectangle 12">
            <a:extLst>
              <a:ext uri="{FF2B5EF4-FFF2-40B4-BE49-F238E27FC236}">
                <a16:creationId xmlns:a16="http://schemas.microsoft.com/office/drawing/2014/main" id="{BCFB9035-06D6-4FF6-8FFF-FDA0F31E199A}"/>
              </a:ext>
            </a:extLst>
          </p:cNvPr>
          <p:cNvSpPr/>
          <p:nvPr/>
        </p:nvSpPr>
        <p:spPr>
          <a:xfrm>
            <a:off x="6072231" y="4387813"/>
            <a:ext cx="574758" cy="295702"/>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632865C-F733-FD4A-F3DC-3D3E5256CBD9}"/>
              </a:ext>
            </a:extLst>
          </p:cNvPr>
          <p:cNvSpPr/>
          <p:nvPr/>
        </p:nvSpPr>
        <p:spPr>
          <a:xfrm>
            <a:off x="2857401" y="4387813"/>
            <a:ext cx="574758" cy="295702"/>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627CADC5-7C50-DAD4-3F99-7122A332478E}"/>
              </a:ext>
            </a:extLst>
          </p:cNvPr>
          <p:cNvSpPr/>
          <p:nvPr/>
        </p:nvSpPr>
        <p:spPr>
          <a:xfrm>
            <a:off x="2857401" y="1828344"/>
            <a:ext cx="3789588" cy="295702"/>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E8B25C8C-F5B0-38A4-BB87-41C07AFCDF96}"/>
              </a:ext>
            </a:extLst>
          </p:cNvPr>
          <p:cNvSpPr>
            <a:spLocks noChangeAspect="1"/>
          </p:cNvSpPr>
          <p:nvPr/>
        </p:nvSpPr>
        <p:spPr>
          <a:xfrm>
            <a:off x="88567" y="4973152"/>
            <a:ext cx="216000" cy="216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prstClr val="white"/>
                </a:solidFill>
                <a:latin typeface="Calibri" panose="020F0502020204030204"/>
              </a:rPr>
              <a:t>9</a:t>
            </a:r>
            <a:endParaRPr kumimoji="0" lang="en-GB"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20D6006D-1AA6-31E1-BD4F-09FDC6278DB8}"/>
              </a:ext>
            </a:extLst>
          </p:cNvPr>
          <p:cNvSpPr txBox="1"/>
          <p:nvPr/>
        </p:nvSpPr>
        <p:spPr>
          <a:xfrm>
            <a:off x="304567" y="4982126"/>
            <a:ext cx="3375702"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9. CHALLENGE: Absolute zero is the lowest temperature possible. It is approximately -273.5 </a:t>
            </a:r>
            <a:r>
              <a:rPr kumimoji="0" lang="en-GB" sz="1200" b="0" i="0" u="none" strike="noStrike" kern="1200" cap="none" spc="0" normalizeH="0" baseline="30000" noProof="0" dirty="0" err="1">
                <a:ln>
                  <a:noFill/>
                </a:ln>
                <a:solidFill>
                  <a:prstClr val="black"/>
                </a:solidFill>
                <a:effectLst/>
                <a:uLnTx/>
                <a:uFillTx/>
                <a:latin typeface="Calibri" panose="020F0502020204030204"/>
                <a:ea typeface="+mn-ea"/>
                <a:cs typeface="+mn-cs"/>
              </a:rPr>
              <a:t>o</a:t>
            </a:r>
            <a:r>
              <a:rPr kumimoji="0" lang="en-GB" sz="1200" b="0" i="0" u="none" strike="noStrike" kern="1200" cap="none" spc="0" normalizeH="0" baseline="0" noProof="0" dirty="0" err="1">
                <a:ln>
                  <a:noFill/>
                </a:ln>
                <a:solidFill>
                  <a:prstClr val="black"/>
                </a:solidFill>
                <a:effectLst/>
                <a:uLnTx/>
                <a:uFillTx/>
                <a:latin typeface="Calibri" panose="020F0502020204030204"/>
                <a:ea typeface="+mn-ea"/>
                <a:cs typeface="+mn-cs"/>
              </a:rPr>
              <a:t>C.</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Use the formula in question 11 to work out absolute zero in °F. Give your answer to the nearest degree.</a:t>
            </a:r>
          </a:p>
        </p:txBody>
      </p:sp>
      <p:sp>
        <p:nvSpPr>
          <p:cNvPr id="20" name="Rectangle 19">
            <a:extLst>
              <a:ext uri="{FF2B5EF4-FFF2-40B4-BE49-F238E27FC236}">
                <a16:creationId xmlns:a16="http://schemas.microsoft.com/office/drawing/2014/main" id="{B6A8F0C2-5F79-5DDE-8A85-7779ED8023B5}"/>
              </a:ext>
            </a:extLst>
          </p:cNvPr>
          <p:cNvSpPr/>
          <p:nvPr/>
        </p:nvSpPr>
        <p:spPr>
          <a:xfrm>
            <a:off x="3802713" y="4905926"/>
            <a:ext cx="2966720" cy="162528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F0363301-FAF0-A2C5-6BCA-80937D101729}"/>
              </a:ext>
            </a:extLst>
          </p:cNvPr>
          <p:cNvSpPr/>
          <p:nvPr/>
        </p:nvSpPr>
        <p:spPr>
          <a:xfrm>
            <a:off x="6194675" y="6235509"/>
            <a:ext cx="574758" cy="295702"/>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746930AB-9B5E-5E5C-CCC2-B27BB4AE732E}"/>
              </a:ext>
            </a:extLst>
          </p:cNvPr>
          <p:cNvSpPr/>
          <p:nvPr/>
        </p:nvSpPr>
        <p:spPr>
          <a:xfrm>
            <a:off x="0" y="0"/>
            <a:ext cx="304567" cy="6972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FC95B32-40B5-2943-D278-EBF7F1E3134B}"/>
              </a:ext>
            </a:extLst>
          </p:cNvPr>
          <p:cNvSpPr/>
          <p:nvPr/>
        </p:nvSpPr>
        <p:spPr>
          <a:xfrm>
            <a:off x="13187" y="2098312"/>
            <a:ext cx="304567" cy="6972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852E8E3-01A3-517F-28CE-ED7E35ED6285}"/>
              </a:ext>
            </a:extLst>
          </p:cNvPr>
          <p:cNvSpPr/>
          <p:nvPr/>
        </p:nvSpPr>
        <p:spPr>
          <a:xfrm>
            <a:off x="72271" y="4633485"/>
            <a:ext cx="304567" cy="6972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8" descr="A picture containing chart">
            <a:extLst>
              <a:ext uri="{FF2B5EF4-FFF2-40B4-BE49-F238E27FC236}">
                <a16:creationId xmlns:a16="http://schemas.microsoft.com/office/drawing/2014/main" id="{A23B44D1-B29A-1AF8-EC6F-48908FE49A1B}"/>
              </a:ext>
            </a:extLst>
          </p:cNvPr>
          <p:cNvPicPr>
            <a:picLocks noChangeAspect="1"/>
          </p:cNvPicPr>
          <p:nvPr/>
        </p:nvPicPr>
        <p:blipFill rotWithShape="1">
          <a:blip r:embed="rId5"/>
          <a:srcRect l="152" t="60122" r="-152" b="2422"/>
          <a:stretch/>
        </p:blipFill>
        <p:spPr>
          <a:xfrm>
            <a:off x="88567" y="7350444"/>
            <a:ext cx="6585129" cy="2029788"/>
          </a:xfrm>
          <a:prstGeom prst="rect">
            <a:avLst/>
          </a:prstGeom>
        </p:spPr>
      </p:pic>
    </p:spTree>
    <p:extLst>
      <p:ext uri="{BB962C8B-B14F-4D97-AF65-F5344CB8AC3E}">
        <p14:creationId xmlns:p14="http://schemas.microsoft.com/office/powerpoint/2010/main" val="3063541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4BFD1EF-DBB4-2249-B998-BA5834451F7D}"/>
              </a:ext>
            </a:extLst>
          </p:cNvPr>
          <p:cNvSpPr/>
          <p:nvPr/>
        </p:nvSpPr>
        <p:spPr>
          <a:xfrm>
            <a:off x="72056" y="414784"/>
            <a:ext cx="6728829" cy="14174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0A63AA0-9785-7842-8746-181CA9DC5483}"/>
              </a:ext>
            </a:extLst>
          </p:cNvPr>
          <p:cNvSpPr txBox="1"/>
          <p:nvPr/>
        </p:nvSpPr>
        <p:spPr>
          <a:xfrm>
            <a:off x="89273" y="762472"/>
            <a:ext cx="114939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4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8D99EBB3-E635-9B48-A13A-F8FC9E5CF168}"/>
              </a:ext>
            </a:extLst>
          </p:cNvPr>
          <p:cNvSpPr txBox="1"/>
          <p:nvPr/>
        </p:nvSpPr>
        <p:spPr>
          <a:xfrm>
            <a:off x="438471" y="997925"/>
            <a:ext cx="631781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1. To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multiply a decimal number by another decimal number</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2. To divide by a decimal by changing the calculation to division by an integer.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3. To answer worded questions on decimal calculations. </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48C742E-559E-184B-B2D4-43B2F774DF10}"/>
              </a:ext>
            </a:extLst>
          </p:cNvPr>
          <p:cNvSpPr txBox="1"/>
          <p:nvPr/>
        </p:nvSpPr>
        <p:spPr>
          <a:xfrm>
            <a:off x="149877" y="472802"/>
            <a:ext cx="6590100"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 </a:t>
            </a:r>
            <a:r>
              <a:rPr kumimoji="0" lang="en-GB" sz="1200" i="0" u="none" strike="noStrike" kern="1200" cap="none" spc="0" normalizeH="0" baseline="0" noProof="0">
                <a:ln>
                  <a:noFill/>
                </a:ln>
                <a:solidFill>
                  <a:prstClr val="black"/>
                </a:solidFill>
                <a:effectLst/>
                <a:uLnTx/>
                <a:uFillTx/>
                <a:latin typeface="Calibri" panose="020F0502020204030204"/>
                <a:ea typeface="+mn-ea"/>
                <a:cs typeface="+mn-cs"/>
              </a:rPr>
              <a:t>To </a:t>
            </a: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multiply and divide with decimals</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F56BA6AD-76E4-264F-9E79-1A6D05899D87}"/>
              </a:ext>
            </a:extLst>
          </p:cNvPr>
          <p:cNvSpPr txBox="1"/>
          <p:nvPr/>
        </p:nvSpPr>
        <p:spPr>
          <a:xfrm>
            <a:off x="5518745" y="894133"/>
            <a:ext cx="1221232" cy="861774"/>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D</a:t>
            </a:r>
            <a:r>
              <a:rPr kumimoji="0" lang="es-ES" sz="1000" b="0" i="0" u="none" strike="noStrike" kern="1200" cap="none" spc="0" normalizeH="0" baseline="0" noProof="0" err="1">
                <a:ln>
                  <a:noFill/>
                </a:ln>
                <a:solidFill>
                  <a:prstClr val="black"/>
                </a:solidFill>
                <a:effectLst/>
                <a:uLnTx/>
                <a:uFillTx/>
                <a:latin typeface="Calibri" panose="020F0502020204030204"/>
                <a:ea typeface="+mn-ea"/>
                <a:cs typeface="+mn-cs"/>
              </a:rPr>
              <a:t>ecimal</a:t>
            </a: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place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D</a:t>
            </a:r>
            <a:r>
              <a:rPr kumimoji="0" lang="es-ES" sz="1000" b="0" i="0" u="none" strike="noStrike" kern="1200" cap="none" spc="0" normalizeH="0" baseline="0" noProof="0" err="1">
                <a:ln>
                  <a:noFill/>
                </a:ln>
                <a:solidFill>
                  <a:prstClr val="black"/>
                </a:solidFill>
                <a:effectLst/>
                <a:uLnTx/>
                <a:uFillTx/>
                <a:latin typeface="Calibri" panose="020F0502020204030204"/>
                <a:ea typeface="+mn-ea"/>
                <a:cs typeface="+mn-cs"/>
              </a:rPr>
              <a:t>ecimal</a:t>
            </a: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s-ES" sz="1000" b="0" i="0" u="none" strike="noStrike" kern="1200" cap="none" spc="0" normalizeH="0" baseline="0" noProof="0" err="1">
                <a:ln>
                  <a:noFill/>
                </a:ln>
                <a:solidFill>
                  <a:prstClr val="black"/>
                </a:solidFill>
                <a:effectLst/>
                <a:uLnTx/>
                <a:uFillTx/>
                <a:latin typeface="Calibri" panose="020F0502020204030204"/>
                <a:ea typeface="+mn-ea"/>
                <a:cs typeface="+mn-cs"/>
              </a:rPr>
              <a:t>point</a:t>
            </a:r>
            <a:endParaRPr kumimoji="0" lang="es-E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s-ES" sz="1000" b="0" i="0" u="none" strike="noStrike" kern="1200" cap="none" spc="0" normalizeH="0" baseline="0" noProof="0" err="1">
                <a:ln>
                  <a:noFill/>
                </a:ln>
                <a:solidFill>
                  <a:prstClr val="black"/>
                </a:solidFill>
                <a:effectLst/>
                <a:uLnTx/>
                <a:uFillTx/>
                <a:latin typeface="Calibri" panose="020F0502020204030204"/>
                <a:ea typeface="+mn-ea"/>
                <a:cs typeface="+mn-cs"/>
              </a:rPr>
              <a:t>Dividing</a:t>
            </a: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s-ES" sz="1000" b="0" i="0" u="none" strike="noStrike" kern="1200" cap="none" spc="0" normalizeH="0" baseline="0" noProof="0" err="1">
                <a:ln>
                  <a:noFill/>
                </a:ln>
                <a:solidFill>
                  <a:prstClr val="black"/>
                </a:solidFill>
                <a:effectLst/>
                <a:uLnTx/>
                <a:uFillTx/>
                <a:latin typeface="Calibri" panose="020F0502020204030204"/>
                <a:ea typeface="+mn-ea"/>
                <a:cs typeface="+mn-cs"/>
              </a:rPr>
              <a:t>Multiplying</a:t>
            </a: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a:t>
            </a:r>
          </a:p>
        </p:txBody>
      </p:sp>
      <p:sp>
        <p:nvSpPr>
          <p:cNvPr id="13" name="Slide Number Placeholder 12"/>
          <p:cNvSpPr>
            <a:spLocks noGrp="1"/>
          </p:cNvSpPr>
          <p:nvPr>
            <p:ph type="sldNum" sz="quarter" idx="12"/>
          </p:nvPr>
        </p:nvSpPr>
        <p:spPr>
          <a:xfrm>
            <a:off x="5357836" y="9577079"/>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812F3D25-AF90-BFA2-DEE6-167627F950DD}"/>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Subtopic 7 – Multiplying and dividing decimals</a:t>
            </a:r>
          </a:p>
        </p:txBody>
      </p:sp>
      <p:graphicFrame>
        <p:nvGraphicFramePr>
          <p:cNvPr id="72" name="Table 71">
            <a:extLst>
              <a:ext uri="{FF2B5EF4-FFF2-40B4-BE49-F238E27FC236}">
                <a16:creationId xmlns:a16="http://schemas.microsoft.com/office/drawing/2014/main" id="{2B3D6E93-4C26-EDDC-58E3-C832485086DF}"/>
              </a:ext>
            </a:extLst>
          </p:cNvPr>
          <p:cNvGraphicFramePr>
            <a:graphicFrameLocks noGrp="1"/>
          </p:cNvGraphicFramePr>
          <p:nvPr/>
        </p:nvGraphicFramePr>
        <p:xfrm>
          <a:off x="1002386" y="4194307"/>
          <a:ext cx="2534231" cy="498474"/>
        </p:xfrm>
        <a:graphic>
          <a:graphicData uri="http://schemas.openxmlformats.org/drawingml/2006/table">
            <a:tbl>
              <a:tblPr/>
              <a:tblGrid>
                <a:gridCol w="687493">
                  <a:extLst>
                    <a:ext uri="{9D8B030D-6E8A-4147-A177-3AD203B41FA5}">
                      <a16:colId xmlns:a16="http://schemas.microsoft.com/office/drawing/2014/main" val="4222988301"/>
                    </a:ext>
                  </a:extLst>
                </a:gridCol>
                <a:gridCol w="1846738">
                  <a:extLst>
                    <a:ext uri="{9D8B030D-6E8A-4147-A177-3AD203B41FA5}">
                      <a16:colId xmlns:a16="http://schemas.microsoft.com/office/drawing/2014/main" val="3473966253"/>
                    </a:ext>
                  </a:extLst>
                </a:gridCol>
              </a:tblGrid>
              <a:tr h="162338">
                <a:tc>
                  <a:txBody>
                    <a:bodyPr/>
                    <a:lstStyle/>
                    <a:p>
                      <a:r>
                        <a:rPr lang="en-GB" sz="1000">
                          <a:solidFill>
                            <a:schemeClr val="bg1"/>
                          </a:solidFill>
                          <a:effectLst/>
                          <a:latin typeface="Calibri" panose="020F0502020204030204" pitchFamily="34" charset="0"/>
                          <a:cs typeface="Calibri" panose="020F0502020204030204" pitchFamily="34" charset="0"/>
                        </a:rPr>
                        <a:t>1 × 20 = 20</a:t>
                      </a:r>
                    </a:p>
                  </a:txBody>
                  <a:tcPr marL="6879" marR="6879" marT="6879" marB="6879" anchor="ctr">
                    <a:lnL>
                      <a:noFill/>
                    </a:lnL>
                    <a:lnR>
                      <a:noFill/>
                    </a:lnR>
                    <a:lnT>
                      <a:noFill/>
                    </a:lnT>
                    <a:lnB>
                      <a:noFill/>
                    </a:lnB>
                    <a:noFill/>
                  </a:tcPr>
                </a:tc>
                <a:tc>
                  <a:txBody>
                    <a:bodyPr/>
                    <a:lstStyle/>
                    <a:p>
                      <a:r>
                        <a:rPr lang="en-GB" sz="1000">
                          <a:solidFill>
                            <a:schemeClr val="bg1"/>
                          </a:solidFill>
                          <a:effectLst/>
                          <a:latin typeface="Calibri" panose="020F0502020204030204" pitchFamily="34" charset="0"/>
                          <a:cs typeface="Calibri" panose="020F0502020204030204" pitchFamily="34" charset="0"/>
                        </a:rPr>
                        <a:t>so 1 and 20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1154864005"/>
                  </a:ext>
                </a:extLst>
              </a:tr>
              <a:tr h="162338">
                <a:tc>
                  <a:txBody>
                    <a:bodyPr/>
                    <a:lstStyle/>
                    <a:p>
                      <a:r>
                        <a:rPr lang="en-GB" sz="1000">
                          <a:solidFill>
                            <a:schemeClr val="bg1"/>
                          </a:solidFill>
                          <a:effectLst/>
                          <a:latin typeface="Calibri" panose="020F0502020204030204" pitchFamily="34" charset="0"/>
                          <a:cs typeface="Calibri" panose="020F0502020204030204" pitchFamily="34" charset="0"/>
                        </a:rPr>
                        <a:t>2 × 10 = 20</a:t>
                      </a:r>
                    </a:p>
                  </a:txBody>
                  <a:tcPr marL="6879" marR="6879" marT="6879" marB="6879" anchor="ctr">
                    <a:lnL>
                      <a:noFill/>
                    </a:lnL>
                    <a:lnR>
                      <a:noFill/>
                    </a:lnR>
                    <a:lnT>
                      <a:noFill/>
                    </a:lnT>
                    <a:lnB>
                      <a:noFill/>
                    </a:lnB>
                    <a:noFill/>
                  </a:tcPr>
                </a:tc>
                <a:tc>
                  <a:txBody>
                    <a:bodyPr/>
                    <a:lstStyle/>
                    <a:p>
                      <a:r>
                        <a:rPr lang="en-GB" sz="1000">
                          <a:solidFill>
                            <a:schemeClr val="bg1"/>
                          </a:solidFill>
                          <a:effectLst/>
                          <a:latin typeface="Calibri" panose="020F0502020204030204" pitchFamily="34" charset="0"/>
                          <a:cs typeface="Calibri" panose="020F0502020204030204" pitchFamily="34" charset="0"/>
                        </a:rPr>
                        <a:t>so 2 and 10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1006170939"/>
                  </a:ext>
                </a:extLst>
              </a:tr>
              <a:tr h="162338">
                <a:tc>
                  <a:txBody>
                    <a:bodyPr/>
                    <a:lstStyle/>
                    <a:p>
                      <a:r>
                        <a:rPr lang="en-GB" sz="1000">
                          <a:solidFill>
                            <a:schemeClr val="bg1"/>
                          </a:solidFill>
                          <a:effectLst/>
                          <a:latin typeface="Calibri" panose="020F0502020204030204" pitchFamily="34" charset="0"/>
                          <a:cs typeface="Calibri" panose="020F0502020204030204" pitchFamily="34" charset="0"/>
                        </a:rPr>
                        <a:t>4 × 5 = 20</a:t>
                      </a:r>
                    </a:p>
                  </a:txBody>
                  <a:tcPr marL="6879" marR="6879" marT="6879" marB="6879" anchor="ctr">
                    <a:lnL>
                      <a:noFill/>
                    </a:lnL>
                    <a:lnR>
                      <a:noFill/>
                    </a:lnR>
                    <a:lnT>
                      <a:noFill/>
                    </a:lnT>
                    <a:lnB>
                      <a:noFill/>
                    </a:lnB>
                    <a:noFill/>
                  </a:tcPr>
                </a:tc>
                <a:tc>
                  <a:txBody>
                    <a:bodyPr/>
                    <a:lstStyle/>
                    <a:p>
                      <a:r>
                        <a:rPr lang="en-GB" sz="1000">
                          <a:solidFill>
                            <a:schemeClr val="bg1"/>
                          </a:solidFill>
                          <a:effectLst/>
                          <a:latin typeface="Calibri" panose="020F0502020204030204" pitchFamily="34" charset="0"/>
                          <a:cs typeface="Calibri" panose="020F0502020204030204" pitchFamily="34" charset="0"/>
                        </a:rPr>
                        <a:t>so 4 and 5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2319069970"/>
                  </a:ext>
                </a:extLst>
              </a:tr>
            </a:tbl>
          </a:graphicData>
        </a:graphic>
      </p:graphicFrame>
      <p:cxnSp>
        <p:nvCxnSpPr>
          <p:cNvPr id="73" name="Straight Connector 72">
            <a:extLst>
              <a:ext uri="{FF2B5EF4-FFF2-40B4-BE49-F238E27FC236}">
                <a16:creationId xmlns:a16="http://schemas.microsoft.com/office/drawing/2014/main" id="{8CCB804D-01E1-75AC-62E3-E614EAE49BCE}"/>
              </a:ext>
            </a:extLst>
          </p:cNvPr>
          <p:cNvCxnSpPr/>
          <p:nvPr/>
        </p:nvCxnSpPr>
        <p:spPr>
          <a:xfrm flipV="1">
            <a:off x="906114" y="4103621"/>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187FFDA2-35BB-648F-63BE-443CAE7E004B}"/>
              </a:ext>
            </a:extLst>
          </p:cNvPr>
          <p:cNvSpPr/>
          <p:nvPr/>
        </p:nvSpPr>
        <p:spPr>
          <a:xfrm>
            <a:off x="89273" y="1915120"/>
            <a:ext cx="6699219" cy="3048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5" name="Straight Connector 74">
            <a:extLst>
              <a:ext uri="{FF2B5EF4-FFF2-40B4-BE49-F238E27FC236}">
                <a16:creationId xmlns:a16="http://schemas.microsoft.com/office/drawing/2014/main" id="{17CE8A2A-F99E-1AB6-2C42-146EDD941E70}"/>
              </a:ext>
            </a:extLst>
          </p:cNvPr>
          <p:cNvCxnSpPr>
            <a:cxnSpLocks/>
          </p:cNvCxnSpPr>
          <p:nvPr/>
        </p:nvCxnSpPr>
        <p:spPr>
          <a:xfrm>
            <a:off x="60106" y="3288768"/>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76" name="Straight Connector 75">
            <a:extLst>
              <a:ext uri="{FF2B5EF4-FFF2-40B4-BE49-F238E27FC236}">
                <a16:creationId xmlns:a16="http://schemas.microsoft.com/office/drawing/2014/main" id="{8617D9CD-9E60-5AF6-E6E3-5F59871F09D0}"/>
              </a:ext>
            </a:extLst>
          </p:cNvPr>
          <p:cNvCxnSpPr>
            <a:cxnSpLocks/>
            <a:stCxn id="74" idx="2"/>
            <a:endCxn id="74" idx="0"/>
          </p:cNvCxnSpPr>
          <p:nvPr/>
        </p:nvCxnSpPr>
        <p:spPr>
          <a:xfrm flipV="1">
            <a:off x="3438883" y="1915120"/>
            <a:ext cx="0" cy="3048000"/>
          </a:xfrm>
          <a:prstGeom prst="line">
            <a:avLst/>
          </a:prstGeom>
        </p:spPr>
        <p:style>
          <a:lnRef idx="1">
            <a:schemeClr val="dk1"/>
          </a:lnRef>
          <a:fillRef idx="0">
            <a:schemeClr val="dk1"/>
          </a:fillRef>
          <a:effectRef idx="0">
            <a:schemeClr val="dk1"/>
          </a:effectRef>
          <a:fontRef idx="minor">
            <a:schemeClr val="tx1"/>
          </a:fontRef>
        </p:style>
      </p:cxnSp>
      <p:sp>
        <p:nvSpPr>
          <p:cNvPr id="77" name="TextBox 76">
            <a:extLst>
              <a:ext uri="{FF2B5EF4-FFF2-40B4-BE49-F238E27FC236}">
                <a16:creationId xmlns:a16="http://schemas.microsoft.com/office/drawing/2014/main" id="{D3ADA8AB-7A59-4961-41B3-F53BD72A9C69}"/>
              </a:ext>
            </a:extLst>
          </p:cNvPr>
          <p:cNvSpPr txBox="1"/>
          <p:nvPr/>
        </p:nvSpPr>
        <p:spPr>
          <a:xfrm>
            <a:off x="98355" y="1890243"/>
            <a:ext cx="824713" cy="461665"/>
          </a:xfrm>
          <a:prstGeom prst="rect">
            <a:avLst/>
          </a:prstGeom>
          <a:noFill/>
        </p:spPr>
        <p:txBody>
          <a:bodyPr wrap="none" rtlCol="0">
            <a:spAutoFit/>
          </a:bodyPr>
          <a:lstStyle/>
          <a:p>
            <a:r>
              <a:rPr lang="en-US" sz="1200" b="1"/>
              <a:t>Definition</a:t>
            </a:r>
          </a:p>
          <a:p>
            <a:endParaRPr lang="en-US" sz="1200"/>
          </a:p>
        </p:txBody>
      </p:sp>
      <p:sp>
        <p:nvSpPr>
          <p:cNvPr id="78" name="TextBox 77">
            <a:extLst>
              <a:ext uri="{FF2B5EF4-FFF2-40B4-BE49-F238E27FC236}">
                <a16:creationId xmlns:a16="http://schemas.microsoft.com/office/drawing/2014/main" id="{E21AC51E-D01F-2E67-DA75-A826BBB22E1D}"/>
              </a:ext>
            </a:extLst>
          </p:cNvPr>
          <p:cNvSpPr txBox="1"/>
          <p:nvPr/>
        </p:nvSpPr>
        <p:spPr>
          <a:xfrm>
            <a:off x="5728650" y="1921693"/>
            <a:ext cx="1112228" cy="276999"/>
          </a:xfrm>
          <a:prstGeom prst="rect">
            <a:avLst/>
          </a:prstGeom>
          <a:noFill/>
        </p:spPr>
        <p:txBody>
          <a:bodyPr wrap="none" rtlCol="0">
            <a:spAutoFit/>
          </a:bodyPr>
          <a:lstStyle/>
          <a:p>
            <a:r>
              <a:rPr lang="en-US" sz="1200" b="1"/>
              <a:t>Characteristics</a:t>
            </a:r>
            <a:endParaRPr lang="en-GB" sz="1200" b="1"/>
          </a:p>
        </p:txBody>
      </p:sp>
      <p:sp>
        <p:nvSpPr>
          <p:cNvPr id="79" name="TextBox 78">
            <a:extLst>
              <a:ext uri="{FF2B5EF4-FFF2-40B4-BE49-F238E27FC236}">
                <a16:creationId xmlns:a16="http://schemas.microsoft.com/office/drawing/2014/main" id="{F4E05FF1-E08A-2954-F5DF-B503C79D8422}"/>
              </a:ext>
            </a:extLst>
          </p:cNvPr>
          <p:cNvSpPr txBox="1"/>
          <p:nvPr/>
        </p:nvSpPr>
        <p:spPr>
          <a:xfrm>
            <a:off x="84972" y="3319361"/>
            <a:ext cx="788164" cy="276999"/>
          </a:xfrm>
          <a:prstGeom prst="rect">
            <a:avLst/>
          </a:prstGeom>
          <a:noFill/>
        </p:spPr>
        <p:txBody>
          <a:bodyPr wrap="none" rtlCol="0">
            <a:spAutoFit/>
          </a:bodyPr>
          <a:lstStyle/>
          <a:p>
            <a:r>
              <a:rPr lang="en-US" sz="1200" b="1"/>
              <a:t>Examples</a:t>
            </a:r>
            <a:endParaRPr lang="en-GB" sz="1200" b="1"/>
          </a:p>
        </p:txBody>
      </p:sp>
      <p:sp>
        <p:nvSpPr>
          <p:cNvPr id="80" name="TextBox 79">
            <a:extLst>
              <a:ext uri="{FF2B5EF4-FFF2-40B4-BE49-F238E27FC236}">
                <a16:creationId xmlns:a16="http://schemas.microsoft.com/office/drawing/2014/main" id="{6A8D3DCD-08AE-CE95-AF69-C5D8C348E351}"/>
              </a:ext>
            </a:extLst>
          </p:cNvPr>
          <p:cNvSpPr txBox="1"/>
          <p:nvPr/>
        </p:nvSpPr>
        <p:spPr>
          <a:xfrm>
            <a:off x="5667993" y="3294436"/>
            <a:ext cx="1172885" cy="276999"/>
          </a:xfrm>
          <a:prstGeom prst="rect">
            <a:avLst/>
          </a:prstGeom>
          <a:noFill/>
        </p:spPr>
        <p:txBody>
          <a:bodyPr wrap="none" rtlCol="0">
            <a:spAutoFit/>
          </a:bodyPr>
          <a:lstStyle/>
          <a:p>
            <a:r>
              <a:rPr lang="en-US" sz="1200" b="1"/>
              <a:t>Non - Examples</a:t>
            </a:r>
            <a:endParaRPr lang="en-GB" sz="1200" b="1"/>
          </a:p>
        </p:txBody>
      </p:sp>
      <p:sp>
        <p:nvSpPr>
          <p:cNvPr id="81" name="TextBox 80">
            <a:extLst>
              <a:ext uri="{FF2B5EF4-FFF2-40B4-BE49-F238E27FC236}">
                <a16:creationId xmlns:a16="http://schemas.microsoft.com/office/drawing/2014/main" id="{159E91EA-3F9E-BEF3-9665-98F75E698FA5}"/>
              </a:ext>
            </a:extLst>
          </p:cNvPr>
          <p:cNvSpPr txBox="1"/>
          <p:nvPr/>
        </p:nvSpPr>
        <p:spPr>
          <a:xfrm>
            <a:off x="199454" y="2189060"/>
            <a:ext cx="3230335" cy="1200329"/>
          </a:xfrm>
          <a:prstGeom prst="rect">
            <a:avLst/>
          </a:prstGeom>
          <a:noFill/>
        </p:spPr>
        <p:txBody>
          <a:bodyPr wrap="square" rtlCol="0">
            <a:spAutoFit/>
          </a:bodyPr>
          <a:lstStyle/>
          <a:p>
            <a:r>
              <a:rPr lang="en-GB" sz="1200"/>
              <a:t>A decimal is a number that is not whole, as it lies between whole numbers.</a:t>
            </a:r>
          </a:p>
          <a:p>
            <a:r>
              <a:rPr lang="en-US" sz="1200"/>
              <a:t>Consists of a whole and a fraction part.</a:t>
            </a:r>
          </a:p>
          <a:p>
            <a:r>
              <a:rPr lang="en-US" sz="1200"/>
              <a:t>The fractional part is written as digits after a point rather than a fraction.</a:t>
            </a:r>
          </a:p>
          <a:p>
            <a:endParaRPr lang="en-US" sz="1200"/>
          </a:p>
        </p:txBody>
      </p:sp>
      <p:sp>
        <p:nvSpPr>
          <p:cNvPr id="82" name="TextBox 81">
            <a:extLst>
              <a:ext uri="{FF2B5EF4-FFF2-40B4-BE49-F238E27FC236}">
                <a16:creationId xmlns:a16="http://schemas.microsoft.com/office/drawing/2014/main" id="{466E6A69-7ED9-EA10-7EA8-771108388EF9}"/>
              </a:ext>
            </a:extLst>
          </p:cNvPr>
          <p:cNvSpPr txBox="1"/>
          <p:nvPr/>
        </p:nvSpPr>
        <p:spPr>
          <a:xfrm>
            <a:off x="3494116" y="2203244"/>
            <a:ext cx="3230335" cy="830997"/>
          </a:xfrm>
          <a:prstGeom prst="rect">
            <a:avLst/>
          </a:prstGeom>
          <a:noFill/>
        </p:spPr>
        <p:txBody>
          <a:bodyPr wrap="square" rtlCol="0">
            <a:spAutoFit/>
          </a:bodyPr>
          <a:lstStyle/>
          <a:p>
            <a:pPr marL="171450" indent="-171450">
              <a:buFont typeface="Arial" panose="020B0604020202020204" pitchFamily="34" charset="0"/>
              <a:buChar char="•"/>
            </a:pPr>
            <a:r>
              <a:rPr lang="en-US" sz="1200"/>
              <a:t>The whole and fraction parts are separated by a point called the decimal point.</a:t>
            </a:r>
          </a:p>
          <a:p>
            <a:pPr marL="171450" indent="-171450">
              <a:buFont typeface="Arial" panose="020B0604020202020204" pitchFamily="34" charset="0"/>
              <a:buChar char="•"/>
            </a:pPr>
            <a:r>
              <a:rPr lang="en-GB" sz="1200">
                <a:effectLst/>
                <a:ea typeface="Calibri" panose="020F0502020204030204" pitchFamily="34" charset="0"/>
                <a:cs typeface="Times New Roman" panose="02020603050405020304" pitchFamily="18" charset="0"/>
              </a:rPr>
              <a:t>Can be terminating or recurring.</a:t>
            </a:r>
          </a:p>
          <a:p>
            <a:pPr marL="171450" indent="-171450">
              <a:buFont typeface="Arial" panose="020B0604020202020204" pitchFamily="34" charset="0"/>
              <a:buChar char="•"/>
            </a:pPr>
            <a:endParaRPr lang="en-US" sz="1200">
              <a:solidFill>
                <a:srgbClr val="FF0000"/>
              </a:solidFill>
            </a:endParaRPr>
          </a:p>
        </p:txBody>
      </p:sp>
      <p:sp>
        <p:nvSpPr>
          <p:cNvPr id="83" name="TextBox 82">
            <a:extLst>
              <a:ext uri="{FF2B5EF4-FFF2-40B4-BE49-F238E27FC236}">
                <a16:creationId xmlns:a16="http://schemas.microsoft.com/office/drawing/2014/main" id="{65BB2CCE-608C-A011-DDC5-07B283891240}"/>
              </a:ext>
            </a:extLst>
          </p:cNvPr>
          <p:cNvSpPr txBox="1"/>
          <p:nvPr/>
        </p:nvSpPr>
        <p:spPr>
          <a:xfrm>
            <a:off x="2928848" y="3139218"/>
            <a:ext cx="1172885" cy="369332"/>
          </a:xfrm>
          <a:prstGeom prst="rect">
            <a:avLst/>
          </a:prstGeom>
          <a:solidFill>
            <a:schemeClr val="bg1"/>
          </a:solidFill>
          <a:ln>
            <a:solidFill>
              <a:schemeClr val="tx1"/>
            </a:solidFill>
          </a:ln>
        </p:spPr>
        <p:txBody>
          <a:bodyPr wrap="square" rtlCol="0">
            <a:spAutoFit/>
          </a:bodyPr>
          <a:lstStyle/>
          <a:p>
            <a:pPr algn="ctr"/>
            <a:r>
              <a:rPr lang="en-US"/>
              <a:t>Decimal</a:t>
            </a:r>
            <a:endParaRPr lang="en-GB"/>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BB91D71A-BE7B-5040-D485-75F492394991}"/>
                  </a:ext>
                </a:extLst>
              </p:cNvPr>
              <p:cNvSpPr txBox="1"/>
              <p:nvPr/>
            </p:nvSpPr>
            <p:spPr>
              <a:xfrm>
                <a:off x="3411823" y="3598466"/>
                <a:ext cx="3230335" cy="856966"/>
              </a:xfrm>
              <a:prstGeom prst="rect">
                <a:avLst/>
              </a:prstGeom>
              <a:noFill/>
            </p:spPr>
            <p:txBody>
              <a:bodyPr wrap="square" rtlCol="0">
                <a:spAutoFit/>
              </a:bodyPr>
              <a:lstStyle/>
              <a:p>
                <a:endParaRPr lang="en-US" sz="1200">
                  <a:solidFill>
                    <a:srgbClr val="FF0000"/>
                  </a:solidFill>
                </a:endParaRPr>
              </a:p>
              <a:p>
                <a:r>
                  <a:rPr lang="en-US" sz="1200"/>
                  <a:t>1.3           </a:t>
                </a:r>
                <a:r>
                  <a:rPr lang="en-GB" sz="1200"/>
                  <a:t>         </a:t>
                </a:r>
                <a14:m>
                  <m:oMath xmlns:m="http://schemas.openxmlformats.org/officeDocument/2006/math">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2</m:t>
                        </m:r>
                      </m:e>
                    </m:rad>
                  </m:oMath>
                </a14:m>
                <a:endParaRPr lang="en-US" sz="1200"/>
              </a:p>
              <a:p>
                <a:r>
                  <a:rPr lang="en-US" sz="1200"/>
                  <a:t> 10</a:t>
                </a:r>
              </a:p>
              <a:p>
                <a:pPr marL="171450" indent="-171450">
                  <a:buFont typeface="Arial" panose="020B0604020202020204" pitchFamily="34" charset="0"/>
                  <a:buChar char="•"/>
                </a:pPr>
                <a:endParaRPr lang="en-US" sz="1200">
                  <a:solidFill>
                    <a:srgbClr val="FF0000"/>
                  </a:solidFill>
                </a:endParaRPr>
              </a:p>
            </p:txBody>
          </p:sp>
        </mc:Choice>
        <mc:Fallback xmlns="">
          <p:sp>
            <p:nvSpPr>
              <p:cNvPr id="84" name="TextBox 83">
                <a:extLst>
                  <a:ext uri="{FF2B5EF4-FFF2-40B4-BE49-F238E27FC236}">
                    <a16:creationId xmlns:a16="http://schemas.microsoft.com/office/drawing/2014/main" id="{BB91D71A-BE7B-5040-D485-75F492394991}"/>
                  </a:ext>
                </a:extLst>
              </p:cNvPr>
              <p:cNvSpPr txBox="1">
                <a:spLocks noRot="1" noChangeAspect="1" noMove="1" noResize="1" noEditPoints="1" noAdjustHandles="1" noChangeArrowheads="1" noChangeShapeType="1" noTextEdit="1"/>
              </p:cNvSpPr>
              <p:nvPr/>
            </p:nvSpPr>
            <p:spPr>
              <a:xfrm>
                <a:off x="3411823" y="3598466"/>
                <a:ext cx="3230335" cy="856966"/>
              </a:xfrm>
              <a:prstGeom prst="rect">
                <a:avLst/>
              </a:prstGeom>
              <a:blipFill>
                <a:blip r:embed="rId3"/>
                <a:stretch>
                  <a:fillRect l="-189"/>
                </a:stretch>
              </a:blipFill>
            </p:spPr>
            <p:txBody>
              <a:bodyPr/>
              <a:lstStyle/>
              <a:p>
                <a:r>
                  <a:rPr lang="en-US">
                    <a:noFill/>
                  </a:rPr>
                  <a:t> </a:t>
                </a:r>
              </a:p>
            </p:txBody>
          </p:sp>
        </mc:Fallback>
      </mc:AlternateContent>
      <p:cxnSp>
        <p:nvCxnSpPr>
          <p:cNvPr id="85" name="Straight Connector 84">
            <a:extLst>
              <a:ext uri="{FF2B5EF4-FFF2-40B4-BE49-F238E27FC236}">
                <a16:creationId xmlns:a16="http://schemas.microsoft.com/office/drawing/2014/main" id="{6E9C56C1-B796-5B0C-3F5F-4A9F5B1911B7}"/>
              </a:ext>
            </a:extLst>
          </p:cNvPr>
          <p:cNvCxnSpPr>
            <a:cxnSpLocks/>
          </p:cNvCxnSpPr>
          <p:nvPr/>
        </p:nvCxnSpPr>
        <p:spPr>
          <a:xfrm flipV="1">
            <a:off x="3425758" y="4010638"/>
            <a:ext cx="337519" cy="3326"/>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222BA28D-1EEF-A4DC-05B8-791F1FDDC4F0}"/>
                  </a:ext>
                </a:extLst>
              </p:cNvPr>
              <p:cNvSpPr txBox="1"/>
              <p:nvPr/>
            </p:nvSpPr>
            <p:spPr>
              <a:xfrm>
                <a:off x="4635789" y="3438807"/>
                <a:ext cx="842456" cy="8085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b="0" i="1" dirty="0" smtClean="0">
                          <a:solidFill>
                            <a:schemeClr val="tx1"/>
                          </a:solidFill>
                          <a:latin typeface="Cambria Math" panose="02040503050406030204" pitchFamily="18" charset="0"/>
                        </a:rPr>
                        <m:t>38</m:t>
                      </m:r>
                    </m:oMath>
                  </m:oMathPara>
                </a14:m>
                <a:endParaRPr lang="en-GB" sz="1200" b="0">
                  <a:solidFill>
                    <a:schemeClr val="tx1"/>
                  </a:solidFill>
                </a:endParaRPr>
              </a:p>
              <a:p>
                <a:endParaRPr lang="en-US" sz="1200">
                  <a:solidFill>
                    <a:schemeClr val="tx1"/>
                  </a:solidFill>
                </a:endParaRPr>
              </a:p>
              <a:p>
                <a:pPr/>
                <a14:m>
                  <m:oMathPara xmlns:m="http://schemas.openxmlformats.org/officeDocument/2006/math">
                    <m:oMathParaPr>
                      <m:jc m:val="centerGroup"/>
                    </m:oMathParaPr>
                    <m:oMath xmlns:m="http://schemas.openxmlformats.org/officeDocument/2006/math">
                      <m:r>
                        <a:rPr lang="en-GB" sz="1200" i="1">
                          <a:solidFill>
                            <a:schemeClr val="tx1"/>
                          </a:solidFill>
                          <a:latin typeface="Cambria Math" panose="02040503050406030204" pitchFamily="18" charset="0"/>
                        </a:rPr>
                        <m:t>1</m:t>
                      </m:r>
                      <m:f>
                        <m:fPr>
                          <m:ctrlPr>
                            <a:rPr lang="en-GB" sz="1200" b="0" i="1" smtClean="0">
                              <a:solidFill>
                                <a:schemeClr val="tx1"/>
                              </a:solidFill>
                              <a:latin typeface="Cambria Math" panose="02040503050406030204" pitchFamily="18" charset="0"/>
                            </a:rPr>
                          </m:ctrlPr>
                        </m:fPr>
                        <m:num>
                          <m:r>
                            <a:rPr lang="en-GB" sz="1200" b="0" i="1" smtClean="0">
                              <a:solidFill>
                                <a:schemeClr val="tx1"/>
                              </a:solidFill>
                              <a:latin typeface="Cambria Math" panose="02040503050406030204" pitchFamily="18" charset="0"/>
                            </a:rPr>
                            <m:t>2</m:t>
                          </m:r>
                        </m:num>
                        <m:den>
                          <m:r>
                            <a:rPr lang="en-GB" sz="1200" b="0" i="1" smtClean="0">
                              <a:solidFill>
                                <a:schemeClr val="tx1"/>
                              </a:solidFill>
                              <a:latin typeface="Cambria Math" panose="02040503050406030204" pitchFamily="18" charset="0"/>
                            </a:rPr>
                            <m:t>3</m:t>
                          </m:r>
                        </m:den>
                      </m:f>
                      <m:r>
                        <a:rPr lang="en-GB" sz="1200" b="0" i="1" smtClean="0">
                          <a:solidFill>
                            <a:schemeClr val="tx1"/>
                          </a:solidFill>
                          <a:latin typeface="Cambria Math" panose="02040503050406030204" pitchFamily="18" charset="0"/>
                        </a:rPr>
                        <m:t>  </m:t>
                      </m:r>
                    </m:oMath>
                  </m:oMathPara>
                </a14:m>
                <a:endParaRPr lang="en-US" sz="1200">
                  <a:solidFill>
                    <a:schemeClr val="tx1"/>
                  </a:solidFill>
                </a:endParaRPr>
              </a:p>
            </p:txBody>
          </p:sp>
        </mc:Choice>
        <mc:Fallback xmlns="">
          <p:sp>
            <p:nvSpPr>
              <p:cNvPr id="86" name="TextBox 85">
                <a:extLst>
                  <a:ext uri="{FF2B5EF4-FFF2-40B4-BE49-F238E27FC236}">
                    <a16:creationId xmlns:a16="http://schemas.microsoft.com/office/drawing/2014/main" id="{222BA28D-1EEF-A4DC-05B8-791F1FDDC4F0}"/>
                  </a:ext>
                </a:extLst>
              </p:cNvPr>
              <p:cNvSpPr txBox="1">
                <a:spLocks noRot="1" noChangeAspect="1" noMove="1" noResize="1" noEditPoints="1" noAdjustHandles="1" noChangeArrowheads="1" noChangeShapeType="1" noTextEdit="1"/>
              </p:cNvSpPr>
              <p:nvPr/>
            </p:nvSpPr>
            <p:spPr>
              <a:xfrm>
                <a:off x="4635789" y="3438807"/>
                <a:ext cx="842456" cy="808555"/>
              </a:xfrm>
              <a:prstGeom prst="rect">
                <a:avLst/>
              </a:prstGeom>
              <a:blipFill>
                <a:blip r:embed="rId4"/>
                <a:stretch>
                  <a:fillRect/>
                </a:stretch>
              </a:blipFill>
            </p:spPr>
            <p:txBody>
              <a:bodyPr/>
              <a:lstStyle/>
              <a:p>
                <a:r>
                  <a:rPr lang="en-US">
                    <a:noFill/>
                  </a:rPr>
                  <a:t> </a:t>
                </a:r>
              </a:p>
            </p:txBody>
          </p:sp>
        </mc:Fallback>
      </mc:AlternateContent>
      <p:sp>
        <p:nvSpPr>
          <p:cNvPr id="87" name="TextBox 86">
            <a:extLst>
              <a:ext uri="{FF2B5EF4-FFF2-40B4-BE49-F238E27FC236}">
                <a16:creationId xmlns:a16="http://schemas.microsoft.com/office/drawing/2014/main" id="{5CF39C44-D9CC-D482-E5E6-A61B47A8DF9D}"/>
              </a:ext>
            </a:extLst>
          </p:cNvPr>
          <p:cNvSpPr txBox="1"/>
          <p:nvPr/>
        </p:nvSpPr>
        <p:spPr>
          <a:xfrm>
            <a:off x="6161549" y="3735114"/>
            <a:ext cx="842456" cy="461665"/>
          </a:xfrm>
          <a:prstGeom prst="rect">
            <a:avLst/>
          </a:prstGeom>
          <a:noFill/>
        </p:spPr>
        <p:txBody>
          <a:bodyPr wrap="square" rtlCol="0">
            <a:spAutoFit/>
          </a:bodyPr>
          <a:lstStyle/>
          <a:p>
            <a:endParaRPr lang="en-US" sz="1200"/>
          </a:p>
          <a:p>
            <a:r>
              <a:rPr lang="en-US" sz="1200"/>
              <a:t>240</a:t>
            </a:r>
          </a:p>
        </p:txBody>
      </p: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4196F47C-F1BD-B59C-044F-54ECCF46F87C}"/>
                  </a:ext>
                </a:extLst>
              </p:cNvPr>
              <p:cNvSpPr txBox="1"/>
              <p:nvPr/>
            </p:nvSpPr>
            <p:spPr>
              <a:xfrm>
                <a:off x="5411980" y="3442696"/>
                <a:ext cx="842456" cy="623248"/>
              </a:xfrm>
              <a:prstGeom prst="rect">
                <a:avLst/>
              </a:prstGeom>
              <a:noFill/>
            </p:spPr>
            <p:txBody>
              <a:bodyPr wrap="square" rtlCol="0">
                <a:spAutoFit/>
              </a:bodyPr>
              <a:lstStyle/>
              <a:p>
                <a:endParaRPr lang="en-US" sz="1200">
                  <a:solidFill>
                    <a:schemeClr val="tx1"/>
                  </a:solidFill>
                </a:endParaRPr>
              </a:p>
              <a:p>
                <a:pPr/>
                <a14:m>
                  <m:oMathPara xmlns:m="http://schemas.openxmlformats.org/officeDocument/2006/math">
                    <m:oMathParaPr>
                      <m:jc m:val="centerGroup"/>
                    </m:oMathParaPr>
                    <m:oMath xmlns:m="http://schemas.openxmlformats.org/officeDocument/2006/math">
                      <m:f>
                        <m:fPr>
                          <m:ctrlPr>
                            <a:rPr lang="en-GB" sz="1200" b="0" i="1" smtClean="0">
                              <a:solidFill>
                                <a:schemeClr val="tx1"/>
                              </a:solidFill>
                              <a:latin typeface="Cambria Math" panose="02040503050406030204" pitchFamily="18" charset="0"/>
                            </a:rPr>
                          </m:ctrlPr>
                        </m:fPr>
                        <m:num>
                          <m:r>
                            <a:rPr lang="en-GB" sz="1200" i="1" smtClean="0">
                              <a:solidFill>
                                <a:schemeClr val="tx1"/>
                              </a:solidFill>
                              <a:latin typeface="Cambria Math" panose="02040503050406030204" pitchFamily="18" charset="0"/>
                            </a:rPr>
                            <m:t>4</m:t>
                          </m:r>
                        </m:num>
                        <m:den>
                          <m:r>
                            <a:rPr lang="en-GB" sz="1200" b="0" i="1" smtClean="0">
                              <a:solidFill>
                                <a:schemeClr val="tx1"/>
                              </a:solidFill>
                              <a:latin typeface="Cambria Math" panose="02040503050406030204" pitchFamily="18" charset="0"/>
                            </a:rPr>
                            <m:t>5</m:t>
                          </m:r>
                        </m:den>
                      </m:f>
                    </m:oMath>
                  </m:oMathPara>
                </a14:m>
                <a:endParaRPr lang="en-US" sz="1200">
                  <a:solidFill>
                    <a:schemeClr val="tx1"/>
                  </a:solidFill>
                </a:endParaRPr>
              </a:p>
            </p:txBody>
          </p:sp>
        </mc:Choice>
        <mc:Fallback xmlns="">
          <p:sp>
            <p:nvSpPr>
              <p:cNvPr id="88" name="TextBox 87">
                <a:extLst>
                  <a:ext uri="{FF2B5EF4-FFF2-40B4-BE49-F238E27FC236}">
                    <a16:creationId xmlns:a16="http://schemas.microsoft.com/office/drawing/2014/main" id="{4196F47C-F1BD-B59C-044F-54ECCF46F87C}"/>
                  </a:ext>
                </a:extLst>
              </p:cNvPr>
              <p:cNvSpPr txBox="1">
                <a:spLocks noRot="1" noChangeAspect="1" noMove="1" noResize="1" noEditPoints="1" noAdjustHandles="1" noChangeArrowheads="1" noChangeShapeType="1" noTextEdit="1"/>
              </p:cNvSpPr>
              <p:nvPr/>
            </p:nvSpPr>
            <p:spPr>
              <a:xfrm>
                <a:off x="5411980" y="3442696"/>
                <a:ext cx="842456" cy="623248"/>
              </a:xfrm>
              <a:prstGeom prst="rect">
                <a:avLst/>
              </a:prstGeom>
              <a:blipFill>
                <a:blip r:embed="rId5"/>
                <a:stretch>
                  <a:fillRect b="-9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0494DBA1-3E5B-2039-5D24-CA99467CE34B}"/>
                  </a:ext>
                </a:extLst>
              </p:cNvPr>
              <p:cNvSpPr txBox="1"/>
              <p:nvPr/>
            </p:nvSpPr>
            <p:spPr>
              <a:xfrm>
                <a:off x="165968" y="3627033"/>
                <a:ext cx="4909650" cy="1302601"/>
              </a:xfrm>
              <a:prstGeom prst="rect">
                <a:avLst/>
              </a:prstGeom>
              <a:noFill/>
            </p:spPr>
            <p:txBody>
              <a:bodyPr wrap="square" rtlCol="0">
                <a:spAutoFit/>
              </a:bodyPr>
              <a:lstStyle/>
              <a:p>
                <a:pPr>
                  <a:lnSpc>
                    <a:spcPct val="150000"/>
                  </a:lnSpc>
                  <a:spcAft>
                    <a:spcPts val="800"/>
                  </a:spcAft>
                </a:pPr>
                <a:r>
                  <a:rPr lang="en-US" sz="1100">
                    <a:effectLst/>
                    <a:ea typeface="Calibri" panose="020F0502020204030204" pitchFamily="34" charset="0"/>
                    <a:cs typeface="Times New Roman" panose="02020603050405020304" pitchFamily="18" charset="0"/>
                  </a:rPr>
                  <a:t>	    0.2      	</a:t>
                </a:r>
                <a:r>
                  <a:rPr lang="en-GB" sz="1100">
                    <a:effectLst/>
                    <a:ea typeface="Calibri" panose="020F0502020204030204" pitchFamily="34" charset="0"/>
                    <a:cs typeface="Times New Roman" panose="02020603050405020304" pitchFamily="18" charset="0"/>
                  </a:rPr>
                  <a:t> 123.43 </a:t>
                </a:r>
                <a:r>
                  <a:rPr lang="en-US" sz="1100">
                    <a:effectLst/>
                    <a:ea typeface="Calibri" panose="020F0502020204030204" pitchFamily="34" charset="0"/>
                    <a:cs typeface="Times New Roman" panose="02020603050405020304" pitchFamily="18" charset="0"/>
                  </a:rPr>
                  <a:t>	      0.278	                   </a:t>
                </a:r>
              </a:p>
              <a:p>
                <a:pPr>
                  <a:lnSpc>
                    <a:spcPct val="150000"/>
                  </a:lnSpc>
                  <a:spcAft>
                    <a:spcPts val="800"/>
                  </a:spcAft>
                </a:pPr>
                <a:r>
                  <a:rPr lang="en-US" sz="1100">
                    <a:effectLst/>
                    <a:ea typeface="Calibri" panose="020F0502020204030204" pitchFamily="34" charset="0"/>
                    <a:cs typeface="Times New Roman" panose="02020603050405020304" pitchFamily="18" charset="0"/>
                  </a:rPr>
                  <a:t>  1.87	        12.76578		10000.1           </a:t>
                </a:r>
                <a14:m>
                  <m:oMath xmlns:m="http://schemas.openxmlformats.org/officeDocument/2006/math">
                    <m:r>
                      <a:rPr lang="en-US" sz="1100" i="1" smtClean="0">
                        <a:effectLst/>
                        <a:latin typeface="Cambria Math" panose="02040503050406030204" pitchFamily="18" charset="0"/>
                        <a:ea typeface="Calibri" panose="020F0502020204030204" pitchFamily="34" charset="0"/>
                        <a:cs typeface="Times New Roman" panose="02020603050405020304" pitchFamily="18" charset="0"/>
                      </a:rPr>
                      <m:t>0.</m:t>
                    </m:r>
                    <m:acc>
                      <m:accPr>
                        <m:chr m:val="̇"/>
                        <m:ctrlPr>
                          <a:rPr lang="en-GB" sz="1100" i="1">
                            <a:effectLst/>
                            <a:latin typeface="Cambria Math" panose="02040503050406030204" pitchFamily="18" charset="0"/>
                            <a:cs typeface="Times New Roman" panose="02020603050405020304" pitchFamily="18" charset="0"/>
                          </a:rPr>
                        </m:ctrlPr>
                      </m:accPr>
                      <m:e>
                        <m:r>
                          <a:rPr lang="en-US" sz="1100" i="1">
                            <a:effectLst/>
                            <a:latin typeface="Cambria Math" panose="02040503050406030204" pitchFamily="18" charset="0"/>
                            <a:ea typeface="Calibri" panose="020F0502020204030204" pitchFamily="34" charset="0"/>
                            <a:cs typeface="Times New Roman" panose="02020603050405020304" pitchFamily="18" charset="0"/>
                          </a:rPr>
                          <m:t>6</m:t>
                        </m:r>
                      </m:e>
                    </m:acc>
                  </m:oMath>
                </a14:m>
                <a:endParaRPr lang="en-GB" sz="1100">
                  <a:effectLst/>
                  <a:ea typeface="Calibri" panose="020F0502020204030204" pitchFamily="34" charset="0"/>
                  <a:cs typeface="Times New Roman" panose="02020603050405020304" pitchFamily="18" charset="0"/>
                </a:endParaRPr>
              </a:p>
              <a:p>
                <a:pPr>
                  <a:lnSpc>
                    <a:spcPct val="150000"/>
                  </a:lnSpc>
                  <a:spcAft>
                    <a:spcPts val="800"/>
                  </a:spcAft>
                </a:pPr>
                <a:r>
                  <a:rPr lang="en-US" sz="1100">
                    <a:effectLst/>
                    <a:ea typeface="Calibri" panose="020F0502020204030204" pitchFamily="34" charset="0"/>
                    <a:cs typeface="Times New Roman" panose="02020603050405020304" pitchFamily="18" charset="0"/>
                  </a:rPr>
                  <a:t>4.0000000001	 	80.987654321                 -3.43  </a:t>
                </a:r>
                <a14:m>
                  <m:oMath xmlns:m="http://schemas.openxmlformats.org/officeDocument/2006/math">
                    <m:r>
                      <a:rPr lang="en-GB" sz="1100" b="0" i="0" smtClean="0">
                        <a:effectLst/>
                        <a:latin typeface="Cambria Math" panose="02040503050406030204" pitchFamily="18" charset="0"/>
                        <a:cs typeface="Times New Roman" panose="02020603050405020304" pitchFamily="18" charset="0"/>
                      </a:rPr>
                      <m:t>                               3</m:t>
                    </m:r>
                    <m:r>
                      <a:rPr lang="en-GB" sz="1100" b="0" i="1" smtClean="0">
                        <a:effectLst/>
                        <a:latin typeface="Cambria Math" panose="02040503050406030204" pitchFamily="18" charset="0"/>
                        <a:cs typeface="Times New Roman" panose="02020603050405020304" pitchFamily="18" charset="0"/>
                      </a:rPr>
                      <m:t>.</m:t>
                    </m:r>
                    <m:acc>
                      <m:accPr>
                        <m:chr m:val="̇"/>
                        <m:ctrlPr>
                          <a:rPr lang="en-US" sz="1100" i="1" smtClean="0">
                            <a:effectLst/>
                            <a:latin typeface="Cambria Math" panose="02040503050406030204" pitchFamily="18" charset="0"/>
                            <a:cs typeface="Times New Roman" panose="02020603050405020304" pitchFamily="18" charset="0"/>
                          </a:rPr>
                        </m:ctrlPr>
                      </m:accPr>
                      <m:e>
                        <m:r>
                          <a:rPr lang="en-GB" sz="1100" b="0" i="1" smtClean="0">
                            <a:effectLst/>
                            <a:latin typeface="Cambria Math" panose="02040503050406030204" pitchFamily="18" charset="0"/>
                            <a:cs typeface="Times New Roman" panose="02020603050405020304" pitchFamily="18" charset="0"/>
                          </a:rPr>
                          <m:t>2</m:t>
                        </m:r>
                      </m:e>
                    </m:acc>
                    <m:r>
                      <a:rPr lang="en-GB" sz="1100" b="0" i="0" smtClean="0">
                        <a:effectLst/>
                        <a:latin typeface="Cambria Math" panose="02040503050406030204" pitchFamily="18" charset="0"/>
                        <a:cs typeface="Times New Roman" panose="02020603050405020304" pitchFamily="18" charset="0"/>
                      </a:rPr>
                      <m:t>                              3</m:t>
                    </m:r>
                    <m:r>
                      <a:rPr lang="en-GB" sz="1100" b="0" i="1" smtClean="0">
                        <a:effectLst/>
                        <a:latin typeface="Cambria Math" panose="02040503050406030204" pitchFamily="18" charset="0"/>
                        <a:cs typeface="Times New Roman" panose="02020603050405020304" pitchFamily="18" charset="0"/>
                      </a:rPr>
                      <m:t>.</m:t>
                    </m:r>
                    <m:acc>
                      <m:accPr>
                        <m:chr m:val="̇"/>
                        <m:ctrlPr>
                          <a:rPr lang="en-US" sz="1100" i="1" smtClean="0">
                            <a:effectLst/>
                            <a:latin typeface="Cambria Math" panose="02040503050406030204" pitchFamily="18" charset="0"/>
                            <a:cs typeface="Times New Roman" panose="02020603050405020304" pitchFamily="18" charset="0"/>
                          </a:rPr>
                        </m:ctrlPr>
                      </m:accPr>
                      <m:e>
                        <m:r>
                          <a:rPr lang="en-GB" sz="1100" b="0" i="1" smtClean="0">
                            <a:effectLst/>
                            <a:latin typeface="Cambria Math" panose="02040503050406030204" pitchFamily="18" charset="0"/>
                            <a:cs typeface="Times New Roman" panose="02020603050405020304" pitchFamily="18" charset="0"/>
                          </a:rPr>
                          <m:t>2</m:t>
                        </m:r>
                      </m:e>
                    </m:acc>
                    <m:r>
                      <a:rPr lang="en-GB" sz="1100" b="0" i="1" smtClean="0">
                        <a:effectLst/>
                        <a:latin typeface="Cambria Math" panose="02040503050406030204" pitchFamily="18" charset="0"/>
                        <a:cs typeface="Times New Roman" panose="02020603050405020304" pitchFamily="18" charset="0"/>
                      </a:rPr>
                      <m:t>746</m:t>
                    </m:r>
                    <m:acc>
                      <m:accPr>
                        <m:chr m:val="̇"/>
                        <m:ctrlPr>
                          <a:rPr lang="en-GB" sz="1100" b="0" i="1" smtClean="0">
                            <a:effectLst/>
                            <a:latin typeface="Cambria Math" panose="02040503050406030204" pitchFamily="18" charset="0"/>
                            <a:cs typeface="Times New Roman" panose="02020603050405020304" pitchFamily="18" charset="0"/>
                          </a:rPr>
                        </m:ctrlPr>
                      </m:accPr>
                      <m:e>
                        <m:r>
                          <a:rPr lang="en-GB" sz="1100" b="0" i="1" smtClean="0">
                            <a:effectLst/>
                            <a:latin typeface="Cambria Math" panose="02040503050406030204" pitchFamily="18" charset="0"/>
                            <a:cs typeface="Times New Roman" panose="02020603050405020304" pitchFamily="18" charset="0"/>
                          </a:rPr>
                          <m:t>4</m:t>
                        </m:r>
                      </m:e>
                    </m:acc>
                  </m:oMath>
                </a14:m>
                <a:r>
                  <a:rPr lang="en-GB" sz="1100">
                    <a:effectLst/>
                    <a:ea typeface="Calibri" panose="020F0502020204030204" pitchFamily="34" charset="0"/>
                    <a:cs typeface="Times New Roman" panose="02020603050405020304" pitchFamily="18" charset="0"/>
                  </a:rPr>
                  <a:t>                 </a:t>
                </a:r>
              </a:p>
            </p:txBody>
          </p:sp>
        </mc:Choice>
        <mc:Fallback xmlns="">
          <p:sp>
            <p:nvSpPr>
              <p:cNvPr id="89" name="TextBox 88">
                <a:extLst>
                  <a:ext uri="{FF2B5EF4-FFF2-40B4-BE49-F238E27FC236}">
                    <a16:creationId xmlns:a16="http://schemas.microsoft.com/office/drawing/2014/main" id="{0494DBA1-3E5B-2039-5D24-CA99467CE34B}"/>
                  </a:ext>
                </a:extLst>
              </p:cNvPr>
              <p:cNvSpPr txBox="1">
                <a:spLocks noRot="1" noChangeAspect="1" noMove="1" noResize="1" noEditPoints="1" noAdjustHandles="1" noChangeArrowheads="1" noChangeShapeType="1" noTextEdit="1"/>
              </p:cNvSpPr>
              <p:nvPr/>
            </p:nvSpPr>
            <p:spPr>
              <a:xfrm>
                <a:off x="165968" y="3627033"/>
                <a:ext cx="4909650" cy="130260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114331DB-F613-2A47-3206-77926AB48299}"/>
                  </a:ext>
                </a:extLst>
              </p:cNvPr>
              <p:cNvSpPr txBox="1"/>
              <p:nvPr/>
            </p:nvSpPr>
            <p:spPr>
              <a:xfrm>
                <a:off x="3446894" y="3987196"/>
                <a:ext cx="3230335" cy="823302"/>
              </a:xfrm>
              <a:prstGeom prst="rect">
                <a:avLst/>
              </a:prstGeom>
              <a:noFill/>
            </p:spPr>
            <p:txBody>
              <a:bodyPr wrap="square" rtlCol="0">
                <a:spAutoFit/>
              </a:bodyPr>
              <a:lstStyle/>
              <a:p>
                <a:endParaRPr lang="en-US" sz="1200">
                  <a:solidFill>
                    <a:schemeClr val="tx1"/>
                  </a:solidFill>
                </a:endParaRPr>
              </a:p>
              <a:p>
                <a:endParaRPr lang="en-US" sz="1200"/>
              </a:p>
              <a:p>
                <a:pPr/>
                <a14:m>
                  <m:oMathPara xmlns:m="http://schemas.openxmlformats.org/officeDocument/2006/math">
                    <m:oMathParaPr>
                      <m:jc m:val="centerGroup"/>
                    </m:oMathParaPr>
                    <m:oMath xmlns:m="http://schemas.openxmlformats.org/officeDocument/2006/math">
                      <m:r>
                        <m:rPr>
                          <m:nor/>
                        </m:rPr>
                        <a:rPr lang="en-US" sz="1200" dirty="0"/>
                        <m:t>0,            −2,             4,             12323,            −19</m:t>
                      </m:r>
                    </m:oMath>
                  </m:oMathPara>
                </a14:m>
                <a:endParaRPr lang="en-US" sz="1200"/>
              </a:p>
              <a:p>
                <a:pPr marL="171450" indent="-171450">
                  <a:buFont typeface="Arial" panose="020B0604020202020204" pitchFamily="34" charset="0"/>
                  <a:buChar char="•"/>
                </a:pPr>
                <a:endParaRPr lang="en-US" sz="1200">
                  <a:solidFill>
                    <a:schemeClr val="tx1"/>
                  </a:solidFill>
                </a:endParaRPr>
              </a:p>
            </p:txBody>
          </p:sp>
        </mc:Choice>
        <mc:Fallback xmlns="">
          <p:sp>
            <p:nvSpPr>
              <p:cNvPr id="90" name="TextBox 89">
                <a:extLst>
                  <a:ext uri="{FF2B5EF4-FFF2-40B4-BE49-F238E27FC236}">
                    <a16:creationId xmlns:a16="http://schemas.microsoft.com/office/drawing/2014/main" id="{114331DB-F613-2A47-3206-77926AB48299}"/>
                  </a:ext>
                </a:extLst>
              </p:cNvPr>
              <p:cNvSpPr txBox="1">
                <a:spLocks noRot="1" noChangeAspect="1" noMove="1" noResize="1" noEditPoints="1" noAdjustHandles="1" noChangeArrowheads="1" noChangeShapeType="1" noTextEdit="1"/>
              </p:cNvSpPr>
              <p:nvPr/>
            </p:nvSpPr>
            <p:spPr>
              <a:xfrm>
                <a:off x="3446894" y="3987196"/>
                <a:ext cx="3230335" cy="823302"/>
              </a:xfrm>
              <a:prstGeom prst="rect">
                <a:avLst/>
              </a:prstGeom>
              <a:blipFill>
                <a:blip r:embed="rId7"/>
                <a:stretch>
                  <a:fillRect/>
                </a:stretch>
              </a:blipFill>
            </p:spPr>
            <p:txBody>
              <a:bodyPr/>
              <a:lstStyle/>
              <a:p>
                <a:r>
                  <a:rPr lang="en-US">
                    <a:noFill/>
                  </a:rPr>
                  <a:t> </a:t>
                </a:r>
              </a:p>
            </p:txBody>
          </p:sp>
        </mc:Fallback>
      </mc:AlternateContent>
      <p:graphicFrame>
        <p:nvGraphicFramePr>
          <p:cNvPr id="91" name="Table 90">
            <a:extLst>
              <a:ext uri="{FF2B5EF4-FFF2-40B4-BE49-F238E27FC236}">
                <a16:creationId xmlns:a16="http://schemas.microsoft.com/office/drawing/2014/main" id="{42B90030-3318-2B4F-2EAC-EC55A583FA0F}"/>
              </a:ext>
            </a:extLst>
          </p:cNvPr>
          <p:cNvGraphicFramePr>
            <a:graphicFrameLocks noGrp="1"/>
          </p:cNvGraphicFramePr>
          <p:nvPr>
            <p:extLst>
              <p:ext uri="{D42A27DB-BD31-4B8C-83A1-F6EECF244321}">
                <p14:modId xmlns:p14="http://schemas.microsoft.com/office/powerpoint/2010/main" val="1350240936"/>
              </p:ext>
            </p:extLst>
          </p:nvPr>
        </p:nvGraphicFramePr>
        <p:xfrm>
          <a:off x="72056" y="5778399"/>
          <a:ext cx="6717494" cy="3374917"/>
        </p:xfrm>
        <a:graphic>
          <a:graphicData uri="http://schemas.openxmlformats.org/drawingml/2006/table">
            <a:tbl>
              <a:tblPr firstRow="1" bandRow="1">
                <a:tableStyleId>{5C22544A-7EE6-4342-B048-85BDC9FD1C3A}</a:tableStyleId>
              </a:tblPr>
              <a:tblGrid>
                <a:gridCol w="837095">
                  <a:extLst>
                    <a:ext uri="{9D8B030D-6E8A-4147-A177-3AD203B41FA5}">
                      <a16:colId xmlns:a16="http://schemas.microsoft.com/office/drawing/2014/main" val="1568142362"/>
                    </a:ext>
                  </a:extLst>
                </a:gridCol>
                <a:gridCol w="1960133">
                  <a:extLst>
                    <a:ext uri="{9D8B030D-6E8A-4147-A177-3AD203B41FA5}">
                      <a16:colId xmlns:a16="http://schemas.microsoft.com/office/drawing/2014/main" val="3551711160"/>
                    </a:ext>
                  </a:extLst>
                </a:gridCol>
                <a:gridCol w="1960133">
                  <a:extLst>
                    <a:ext uri="{9D8B030D-6E8A-4147-A177-3AD203B41FA5}">
                      <a16:colId xmlns:a16="http://schemas.microsoft.com/office/drawing/2014/main" val="1712497518"/>
                    </a:ext>
                  </a:extLst>
                </a:gridCol>
                <a:gridCol w="1960133">
                  <a:extLst>
                    <a:ext uri="{9D8B030D-6E8A-4147-A177-3AD203B41FA5}">
                      <a16:colId xmlns:a16="http://schemas.microsoft.com/office/drawing/2014/main" val="886122921"/>
                    </a:ext>
                  </a:extLst>
                </a:gridCol>
              </a:tblGrid>
              <a:tr h="241153">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Evaluate: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Find the value 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Work 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65093">
                <a:tc>
                  <a:txBody>
                    <a:bodyPr/>
                    <a:lstStyle/>
                    <a:p>
                      <a:pPr marL="0" indent="0">
                        <a:buNone/>
                      </a:pPr>
                      <a:r>
                        <a:rPr lang="en-US" sz="1050">
                          <a:solidFill>
                            <a:schemeClr val="tx1"/>
                          </a:solidFill>
                        </a:rPr>
                        <a:t>1) Multiply each decimal by a power of 10 so that they are integers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r>
                        <a:rPr lang="en-US" sz="1100" baseline="0">
                          <a:solidFill>
                            <a:schemeClr val="tx1"/>
                          </a:solidFill>
                        </a:rPr>
                        <a:t>4.3 x 2 = </a:t>
                      </a:r>
                    </a:p>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r>
                        <a:rPr lang="en-US" sz="1100" baseline="0">
                          <a:solidFill>
                            <a:schemeClr val="tx1"/>
                          </a:solidFill>
                        </a:rPr>
                        <a:t>0.25 x 3 =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r>
                        <a:rPr lang="en-US" sz="1100" baseline="0" dirty="0">
                          <a:solidFill>
                            <a:schemeClr val="tx1"/>
                          </a:solidFill>
                        </a:rPr>
                        <a:t>2.3 x 3 =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43075">
                <a:tc>
                  <a:txBody>
                    <a:bodyPr/>
                    <a:lstStyle/>
                    <a:p>
                      <a:r>
                        <a:rPr lang="en-GB" sz="1050">
                          <a:solidFill>
                            <a:schemeClr val="tx1"/>
                          </a:solidFill>
                        </a:rPr>
                        <a:t>2) Multiply the two numbers together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157497">
                <a:tc>
                  <a:txBody>
                    <a:bodyPr/>
                    <a:lstStyle/>
                    <a:p>
                      <a:r>
                        <a:rPr lang="en-GB" sz="1050" dirty="0">
                          <a:solidFill>
                            <a:schemeClr val="tx1"/>
                          </a:solidFill>
                        </a:rPr>
                        <a:t>Divide your answer by the powers of 10 you multiplied by originally</a:t>
                      </a: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0286120"/>
                  </a:ext>
                </a:extLst>
              </a:tr>
            </a:tbl>
          </a:graphicData>
        </a:graphic>
      </p:graphicFrame>
      <p:sp>
        <p:nvSpPr>
          <p:cNvPr id="92" name="TextBox 91">
            <a:extLst>
              <a:ext uri="{FF2B5EF4-FFF2-40B4-BE49-F238E27FC236}">
                <a16:creationId xmlns:a16="http://schemas.microsoft.com/office/drawing/2014/main" id="{8FB3DB43-EA78-D97A-9B3C-23B87D1E5CCD}"/>
              </a:ext>
            </a:extLst>
          </p:cNvPr>
          <p:cNvSpPr txBox="1"/>
          <p:nvPr/>
        </p:nvSpPr>
        <p:spPr>
          <a:xfrm>
            <a:off x="1284532" y="5489171"/>
            <a:ext cx="1410704" cy="276999"/>
          </a:xfrm>
          <a:prstGeom prst="rect">
            <a:avLst/>
          </a:prstGeom>
          <a:noFill/>
          <a:ln>
            <a:noFill/>
          </a:ln>
        </p:spPr>
        <p:txBody>
          <a:bodyPr wrap="square" rtlCol="0">
            <a:spAutoFit/>
          </a:bodyPr>
          <a:lstStyle/>
          <a:p>
            <a:r>
              <a:rPr lang="en-GB" sz="1200" b="1" i="1">
                <a:solidFill>
                  <a:srgbClr val="FF0000"/>
                </a:solidFill>
              </a:rPr>
              <a:t>Example 1 - I do…</a:t>
            </a:r>
          </a:p>
        </p:txBody>
      </p:sp>
      <p:sp>
        <p:nvSpPr>
          <p:cNvPr id="93" name="TextBox 92">
            <a:extLst>
              <a:ext uri="{FF2B5EF4-FFF2-40B4-BE49-F238E27FC236}">
                <a16:creationId xmlns:a16="http://schemas.microsoft.com/office/drawing/2014/main" id="{7F716947-0C9C-0D20-9BA0-E6CEF4947B33}"/>
              </a:ext>
            </a:extLst>
          </p:cNvPr>
          <p:cNvSpPr txBox="1"/>
          <p:nvPr/>
        </p:nvSpPr>
        <p:spPr>
          <a:xfrm>
            <a:off x="5203888" y="5482350"/>
            <a:ext cx="1643405" cy="276999"/>
          </a:xfrm>
          <a:prstGeom prst="rect">
            <a:avLst/>
          </a:prstGeom>
          <a:noFill/>
          <a:ln>
            <a:noFill/>
          </a:ln>
        </p:spPr>
        <p:txBody>
          <a:bodyPr wrap="square" rtlCol="0">
            <a:spAutoFit/>
          </a:bodyPr>
          <a:lstStyle/>
          <a:p>
            <a:r>
              <a:rPr lang="en-GB" sz="1200" b="1" i="1">
                <a:solidFill>
                  <a:srgbClr val="00B050"/>
                </a:solidFill>
              </a:rPr>
              <a:t>Example 3 – You do…</a:t>
            </a:r>
          </a:p>
        </p:txBody>
      </p:sp>
      <p:sp>
        <p:nvSpPr>
          <p:cNvPr id="94" name="TextBox 93">
            <a:extLst>
              <a:ext uri="{FF2B5EF4-FFF2-40B4-BE49-F238E27FC236}">
                <a16:creationId xmlns:a16="http://schemas.microsoft.com/office/drawing/2014/main" id="{70813841-9DEC-EFB9-32B5-7A5B9955DDC7}"/>
              </a:ext>
            </a:extLst>
          </p:cNvPr>
          <p:cNvSpPr txBox="1"/>
          <p:nvPr/>
        </p:nvSpPr>
        <p:spPr>
          <a:xfrm>
            <a:off x="3245810" y="5469777"/>
            <a:ext cx="1643405" cy="276999"/>
          </a:xfrm>
          <a:prstGeom prst="rect">
            <a:avLst/>
          </a:prstGeom>
          <a:noFill/>
          <a:ln>
            <a:noFill/>
          </a:ln>
        </p:spPr>
        <p:txBody>
          <a:bodyPr wrap="square" rtlCol="0">
            <a:spAutoFit/>
          </a:bodyPr>
          <a:lstStyle/>
          <a:p>
            <a:r>
              <a:rPr lang="en-GB" sz="1200" b="1" i="1">
                <a:solidFill>
                  <a:schemeClr val="accent2"/>
                </a:solidFill>
              </a:rPr>
              <a:t>Example 2  – We do…</a:t>
            </a:r>
          </a:p>
        </p:txBody>
      </p:sp>
      <p:sp>
        <p:nvSpPr>
          <p:cNvPr id="95" name="Rectangle 94">
            <a:extLst>
              <a:ext uri="{FF2B5EF4-FFF2-40B4-BE49-F238E27FC236}">
                <a16:creationId xmlns:a16="http://schemas.microsoft.com/office/drawing/2014/main" id="{DD8600D9-868E-FC56-665D-36DE27722555}"/>
              </a:ext>
            </a:extLst>
          </p:cNvPr>
          <p:cNvSpPr/>
          <p:nvPr/>
        </p:nvSpPr>
        <p:spPr>
          <a:xfrm>
            <a:off x="98413" y="5251304"/>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Multiplying decimals by integers</a:t>
            </a:r>
            <a:endParaRPr lang="en-GB" sz="1200">
              <a:solidFill>
                <a:schemeClr val="bg1"/>
              </a:solidFill>
            </a:endParaRPr>
          </a:p>
        </p:txBody>
      </p:sp>
      <p:pic>
        <p:nvPicPr>
          <p:cNvPr id="96" name="Picture 95" descr="A screenshot of a computer&#10;&#10;Description automatically generated">
            <a:extLst>
              <a:ext uri="{FF2B5EF4-FFF2-40B4-BE49-F238E27FC236}">
                <a16:creationId xmlns:a16="http://schemas.microsoft.com/office/drawing/2014/main" id="{504413D6-6036-1E92-B2D3-49678EC4C4D9}"/>
              </a:ext>
            </a:extLst>
          </p:cNvPr>
          <p:cNvPicPr>
            <a:picLocks noChangeAspect="1"/>
          </p:cNvPicPr>
          <p:nvPr/>
        </p:nvPicPr>
        <p:blipFill rotWithShape="1">
          <a:blip r:embed="rId8"/>
          <a:srcRect l="37224" t="34284" r="49991" b="46867"/>
          <a:stretch/>
        </p:blipFill>
        <p:spPr bwMode="auto">
          <a:xfrm>
            <a:off x="990468" y="6386240"/>
            <a:ext cx="1838834" cy="1194969"/>
          </a:xfrm>
          <a:prstGeom prst="rect">
            <a:avLst/>
          </a:prstGeom>
          <a:ln>
            <a:noFill/>
          </a:ln>
          <a:extLst>
            <a:ext uri="{53640926-AAD7-44D8-BBD7-CCE9431645EC}">
              <a14:shadowObscured xmlns:a14="http://schemas.microsoft.com/office/drawing/2010/main"/>
            </a:ext>
          </a:extLst>
        </p:spPr>
      </p:pic>
      <p:pic>
        <p:nvPicPr>
          <p:cNvPr id="97" name="Picture 96" descr="A screenshot of a computer&#10;&#10;Description automatically generated">
            <a:extLst>
              <a:ext uri="{FF2B5EF4-FFF2-40B4-BE49-F238E27FC236}">
                <a16:creationId xmlns:a16="http://schemas.microsoft.com/office/drawing/2014/main" id="{638064D4-5319-FA8C-7691-C70C94485591}"/>
              </a:ext>
            </a:extLst>
          </p:cNvPr>
          <p:cNvPicPr>
            <a:picLocks noChangeAspect="1"/>
          </p:cNvPicPr>
          <p:nvPr/>
        </p:nvPicPr>
        <p:blipFill rotWithShape="1">
          <a:blip r:embed="rId8"/>
          <a:srcRect l="37224" t="34284" r="49991" b="46867"/>
          <a:stretch/>
        </p:blipFill>
        <p:spPr bwMode="auto">
          <a:xfrm>
            <a:off x="2930830" y="6378443"/>
            <a:ext cx="1838834" cy="1194969"/>
          </a:xfrm>
          <a:prstGeom prst="rect">
            <a:avLst/>
          </a:prstGeom>
          <a:ln>
            <a:noFill/>
          </a:ln>
          <a:extLst>
            <a:ext uri="{53640926-AAD7-44D8-BBD7-CCE9431645EC}">
              <a14:shadowObscured xmlns:a14="http://schemas.microsoft.com/office/drawing/2010/main"/>
            </a:ext>
          </a:extLst>
        </p:spPr>
      </p:pic>
      <p:pic>
        <p:nvPicPr>
          <p:cNvPr id="98" name="Picture 97" descr="A screenshot of a computer&#10;&#10;Description automatically generated">
            <a:extLst>
              <a:ext uri="{FF2B5EF4-FFF2-40B4-BE49-F238E27FC236}">
                <a16:creationId xmlns:a16="http://schemas.microsoft.com/office/drawing/2014/main" id="{1F3ACB8E-DBDA-9466-0ED1-77F2AE620E44}"/>
              </a:ext>
            </a:extLst>
          </p:cNvPr>
          <p:cNvPicPr>
            <a:picLocks noChangeAspect="1"/>
          </p:cNvPicPr>
          <p:nvPr/>
        </p:nvPicPr>
        <p:blipFill rotWithShape="1">
          <a:blip r:embed="rId8"/>
          <a:srcRect l="37224" t="34284" r="49991" b="46867"/>
          <a:stretch/>
        </p:blipFill>
        <p:spPr bwMode="auto">
          <a:xfrm>
            <a:off x="4913791" y="6395052"/>
            <a:ext cx="1838834" cy="119496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62425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Box 149"/>
          <p:cNvSpPr txBox="1"/>
          <p:nvPr/>
        </p:nvSpPr>
        <p:spPr>
          <a:xfrm>
            <a:off x="136166" y="376235"/>
            <a:ext cx="40862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1.</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Work out.</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 name="Group 2"/>
          <p:cNvGrpSpPr/>
          <p:nvPr/>
        </p:nvGrpSpPr>
        <p:grpSpPr>
          <a:xfrm>
            <a:off x="311516" y="883938"/>
            <a:ext cx="6180564" cy="1440910"/>
            <a:chOff x="192696" y="5576866"/>
            <a:chExt cx="6180564" cy="1301908"/>
          </a:xfrm>
        </p:grpSpPr>
        <p:grpSp>
          <p:nvGrpSpPr>
            <p:cNvPr id="231" name="Group 230">
              <a:extLst>
                <a:ext uri="{FF2B5EF4-FFF2-40B4-BE49-F238E27FC236}">
                  <a16:creationId xmlns:a16="http://schemas.microsoft.com/office/drawing/2014/main" id="{682AB411-2149-0840-9D51-C54448E6DD46}"/>
                </a:ext>
              </a:extLst>
            </p:cNvPr>
            <p:cNvGrpSpPr/>
            <p:nvPr/>
          </p:nvGrpSpPr>
          <p:grpSpPr>
            <a:xfrm>
              <a:off x="192696" y="5595866"/>
              <a:ext cx="3038184" cy="1282908"/>
              <a:chOff x="966421" y="1476661"/>
              <a:chExt cx="3318365" cy="1451411"/>
            </a:xfrm>
          </p:grpSpPr>
          <p:grpSp>
            <p:nvGrpSpPr>
              <p:cNvPr id="232" name="Group 231">
                <a:extLst>
                  <a:ext uri="{FF2B5EF4-FFF2-40B4-BE49-F238E27FC236}">
                    <a16:creationId xmlns:a16="http://schemas.microsoft.com/office/drawing/2014/main" id="{4D0679EF-84C5-7A4F-AB20-E9BE4CA4169D}"/>
                  </a:ext>
                </a:extLst>
              </p:cNvPr>
              <p:cNvGrpSpPr/>
              <p:nvPr/>
            </p:nvGrpSpPr>
            <p:grpSpPr>
              <a:xfrm>
                <a:off x="966421" y="1476661"/>
                <a:ext cx="3318365" cy="1451411"/>
                <a:chOff x="272927" y="1555735"/>
                <a:chExt cx="3318365" cy="2264425"/>
              </a:xfrm>
            </p:grpSpPr>
            <p:sp>
              <p:nvSpPr>
                <p:cNvPr id="234" name="Rectangle 233">
                  <a:extLst>
                    <a:ext uri="{FF2B5EF4-FFF2-40B4-BE49-F238E27FC236}">
                      <a16:creationId xmlns:a16="http://schemas.microsoft.com/office/drawing/2014/main" id="{E7D43067-3992-3A4F-9499-D8C470B79030}"/>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5" name="Rectangle 234">
                  <a:extLst>
                    <a:ext uri="{FF2B5EF4-FFF2-40B4-BE49-F238E27FC236}">
                      <a16:creationId xmlns:a16="http://schemas.microsoft.com/office/drawing/2014/main" id="{0EA06E7E-A8C7-3C40-95D0-A8A0BC212120}"/>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6" name="Rectangle 235">
                  <a:extLst>
                    <a:ext uri="{FF2B5EF4-FFF2-40B4-BE49-F238E27FC236}">
                      <a16:creationId xmlns:a16="http://schemas.microsoft.com/office/drawing/2014/main" id="{E9283DA5-AC6E-8146-A240-CBC210C66CCA}"/>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33" name="Rectangle 232">
                <a:extLst>
                  <a:ext uri="{FF2B5EF4-FFF2-40B4-BE49-F238E27FC236}">
                    <a16:creationId xmlns:a16="http://schemas.microsoft.com/office/drawing/2014/main" id="{E4854F53-53E7-4B48-89EF-D7EFA909E3BD}"/>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37" name="Group 236">
              <a:extLst>
                <a:ext uri="{FF2B5EF4-FFF2-40B4-BE49-F238E27FC236}">
                  <a16:creationId xmlns:a16="http://schemas.microsoft.com/office/drawing/2014/main" id="{682AB411-2149-0840-9D51-C54448E6DD46}"/>
                </a:ext>
              </a:extLst>
            </p:cNvPr>
            <p:cNvGrpSpPr/>
            <p:nvPr/>
          </p:nvGrpSpPr>
          <p:grpSpPr>
            <a:xfrm>
              <a:off x="3335076" y="5576866"/>
              <a:ext cx="3038184" cy="1282908"/>
              <a:chOff x="966421" y="1476661"/>
              <a:chExt cx="3318365" cy="1451411"/>
            </a:xfrm>
          </p:grpSpPr>
          <p:grpSp>
            <p:nvGrpSpPr>
              <p:cNvPr id="238" name="Group 237">
                <a:extLst>
                  <a:ext uri="{FF2B5EF4-FFF2-40B4-BE49-F238E27FC236}">
                    <a16:creationId xmlns:a16="http://schemas.microsoft.com/office/drawing/2014/main" id="{4D0679EF-84C5-7A4F-AB20-E9BE4CA4169D}"/>
                  </a:ext>
                </a:extLst>
              </p:cNvPr>
              <p:cNvGrpSpPr/>
              <p:nvPr/>
            </p:nvGrpSpPr>
            <p:grpSpPr>
              <a:xfrm>
                <a:off x="966421" y="1476661"/>
                <a:ext cx="3318365" cy="1451411"/>
                <a:chOff x="272927" y="1555735"/>
                <a:chExt cx="3318365" cy="2264425"/>
              </a:xfrm>
            </p:grpSpPr>
            <p:sp>
              <p:nvSpPr>
                <p:cNvPr id="240" name="Rectangle 239">
                  <a:extLst>
                    <a:ext uri="{FF2B5EF4-FFF2-40B4-BE49-F238E27FC236}">
                      <a16:creationId xmlns:a16="http://schemas.microsoft.com/office/drawing/2014/main" id="{E7D43067-3992-3A4F-9499-D8C470B79030}"/>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1" name="Rectangle 240">
                  <a:extLst>
                    <a:ext uri="{FF2B5EF4-FFF2-40B4-BE49-F238E27FC236}">
                      <a16:creationId xmlns:a16="http://schemas.microsoft.com/office/drawing/2014/main" id="{0EA06E7E-A8C7-3C40-95D0-A8A0BC212120}"/>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2" name="Rectangle 241">
                  <a:extLst>
                    <a:ext uri="{FF2B5EF4-FFF2-40B4-BE49-F238E27FC236}">
                      <a16:creationId xmlns:a16="http://schemas.microsoft.com/office/drawing/2014/main" id="{E9283DA5-AC6E-8146-A240-CBC210C66CCA}"/>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39" name="Rectangle 238">
                <a:extLst>
                  <a:ext uri="{FF2B5EF4-FFF2-40B4-BE49-F238E27FC236}">
                    <a16:creationId xmlns:a16="http://schemas.microsoft.com/office/drawing/2014/main" id="{E4854F53-53E7-4B48-89EF-D7EFA909E3BD}"/>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 name="Slide Number Placeholder 1"/>
          <p:cNvSpPr>
            <a:spLocks noGrp="1"/>
          </p:cNvSpPr>
          <p:nvPr>
            <p:ph type="sldNum" sz="quarter" idx="12"/>
          </p:nvPr>
        </p:nvSpPr>
        <p:spPr>
          <a:xfrm>
            <a:off x="5361250" y="9556498"/>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6AF86AB7-B9E5-61AE-4E54-804994F7BBB6}"/>
              </a:ext>
            </a:extLst>
          </p:cNvPr>
          <p:cNvSpPr/>
          <p:nvPr/>
        </p:nvSpPr>
        <p:spPr>
          <a:xfrm>
            <a:off x="136166" y="92324"/>
            <a:ext cx="1766650" cy="24138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4" name="TextBox 3">
            <a:extLst>
              <a:ext uri="{FF2B5EF4-FFF2-40B4-BE49-F238E27FC236}">
                <a16:creationId xmlns:a16="http://schemas.microsoft.com/office/drawing/2014/main" id="{A806DEC8-A6DD-D0F6-10D4-5CC29CF6A099}"/>
              </a:ext>
            </a:extLst>
          </p:cNvPr>
          <p:cNvSpPr txBox="1"/>
          <p:nvPr/>
        </p:nvSpPr>
        <p:spPr>
          <a:xfrm>
            <a:off x="311516" y="602037"/>
            <a:ext cx="761747" cy="276999"/>
          </a:xfrm>
          <a:prstGeom prst="rect">
            <a:avLst/>
          </a:prstGeom>
          <a:noFill/>
        </p:spPr>
        <p:txBody>
          <a:bodyPr wrap="none" rtlCol="0">
            <a:spAutoFit/>
          </a:bodyPr>
          <a:lstStyle/>
          <a:p>
            <a:r>
              <a:rPr lang="en-US" sz="1200"/>
              <a:t>a) 2.4 </a:t>
            </a:r>
            <a:r>
              <a:rPr lang="en-GB" sz="1200"/>
              <a:t>× 2</a:t>
            </a:r>
          </a:p>
        </p:txBody>
      </p:sp>
      <p:sp>
        <p:nvSpPr>
          <p:cNvPr id="5" name="TextBox 4">
            <a:extLst>
              <a:ext uri="{FF2B5EF4-FFF2-40B4-BE49-F238E27FC236}">
                <a16:creationId xmlns:a16="http://schemas.microsoft.com/office/drawing/2014/main" id="{22A87A83-BB9A-06D1-5D15-19E53F2878F6}"/>
              </a:ext>
            </a:extLst>
          </p:cNvPr>
          <p:cNvSpPr txBox="1"/>
          <p:nvPr/>
        </p:nvSpPr>
        <p:spPr>
          <a:xfrm>
            <a:off x="1998677" y="602037"/>
            <a:ext cx="768159" cy="276999"/>
          </a:xfrm>
          <a:prstGeom prst="rect">
            <a:avLst/>
          </a:prstGeom>
          <a:noFill/>
        </p:spPr>
        <p:txBody>
          <a:bodyPr wrap="none" rtlCol="0">
            <a:spAutoFit/>
          </a:bodyPr>
          <a:lstStyle/>
          <a:p>
            <a:r>
              <a:rPr lang="en-US" sz="1200"/>
              <a:t>b) 2.4 </a:t>
            </a:r>
            <a:r>
              <a:rPr lang="en-GB" sz="1200"/>
              <a:t>× 3</a:t>
            </a:r>
          </a:p>
        </p:txBody>
      </p:sp>
      <p:sp>
        <p:nvSpPr>
          <p:cNvPr id="6" name="TextBox 5">
            <a:extLst>
              <a:ext uri="{FF2B5EF4-FFF2-40B4-BE49-F238E27FC236}">
                <a16:creationId xmlns:a16="http://schemas.microsoft.com/office/drawing/2014/main" id="{428283B3-82AF-0EDE-DE5F-2B6F6F2C5D26}"/>
              </a:ext>
            </a:extLst>
          </p:cNvPr>
          <p:cNvSpPr txBox="1"/>
          <p:nvPr/>
        </p:nvSpPr>
        <p:spPr>
          <a:xfrm>
            <a:off x="3572303" y="606939"/>
            <a:ext cx="753732" cy="276999"/>
          </a:xfrm>
          <a:prstGeom prst="rect">
            <a:avLst/>
          </a:prstGeom>
          <a:noFill/>
        </p:spPr>
        <p:txBody>
          <a:bodyPr wrap="none" rtlCol="0">
            <a:spAutoFit/>
          </a:bodyPr>
          <a:lstStyle/>
          <a:p>
            <a:r>
              <a:rPr lang="en-US" sz="1200"/>
              <a:t>c) 1.6 </a:t>
            </a:r>
            <a:r>
              <a:rPr lang="en-GB" sz="1200"/>
              <a:t>× 2</a:t>
            </a:r>
          </a:p>
        </p:txBody>
      </p:sp>
      <p:sp>
        <p:nvSpPr>
          <p:cNvPr id="7" name="TextBox 6">
            <a:extLst>
              <a:ext uri="{FF2B5EF4-FFF2-40B4-BE49-F238E27FC236}">
                <a16:creationId xmlns:a16="http://schemas.microsoft.com/office/drawing/2014/main" id="{2F7335EF-7BEC-7BFE-EB02-277A1003D92A}"/>
              </a:ext>
            </a:extLst>
          </p:cNvPr>
          <p:cNvSpPr txBox="1"/>
          <p:nvPr/>
        </p:nvSpPr>
        <p:spPr>
          <a:xfrm>
            <a:off x="5196418" y="600500"/>
            <a:ext cx="768159" cy="276999"/>
          </a:xfrm>
          <a:prstGeom prst="rect">
            <a:avLst/>
          </a:prstGeom>
          <a:noFill/>
        </p:spPr>
        <p:txBody>
          <a:bodyPr wrap="none" rtlCol="0">
            <a:spAutoFit/>
          </a:bodyPr>
          <a:lstStyle/>
          <a:p>
            <a:r>
              <a:rPr lang="en-US" sz="1200"/>
              <a:t>d) 1.6 </a:t>
            </a:r>
            <a:r>
              <a:rPr lang="en-GB" sz="1200"/>
              <a:t>× 4</a:t>
            </a:r>
          </a:p>
        </p:txBody>
      </p:sp>
      <p:sp>
        <p:nvSpPr>
          <p:cNvPr id="8" name="TextBox 7">
            <a:extLst>
              <a:ext uri="{FF2B5EF4-FFF2-40B4-BE49-F238E27FC236}">
                <a16:creationId xmlns:a16="http://schemas.microsoft.com/office/drawing/2014/main" id="{63D3D048-3D01-7349-F2B8-F6C7A89440B0}"/>
              </a:ext>
            </a:extLst>
          </p:cNvPr>
          <p:cNvSpPr txBox="1"/>
          <p:nvPr/>
        </p:nvSpPr>
        <p:spPr>
          <a:xfrm>
            <a:off x="337406" y="2305044"/>
            <a:ext cx="764953" cy="276999"/>
          </a:xfrm>
          <a:prstGeom prst="rect">
            <a:avLst/>
          </a:prstGeom>
          <a:noFill/>
        </p:spPr>
        <p:txBody>
          <a:bodyPr wrap="none" rtlCol="0">
            <a:spAutoFit/>
          </a:bodyPr>
          <a:lstStyle/>
          <a:p>
            <a:r>
              <a:rPr lang="en-US" sz="1200"/>
              <a:t>e) 1.6 </a:t>
            </a:r>
            <a:r>
              <a:rPr lang="en-GB" sz="1200"/>
              <a:t>× 7</a:t>
            </a:r>
          </a:p>
        </p:txBody>
      </p:sp>
      <p:sp>
        <p:nvSpPr>
          <p:cNvPr id="9" name="TextBox 8">
            <a:extLst>
              <a:ext uri="{FF2B5EF4-FFF2-40B4-BE49-F238E27FC236}">
                <a16:creationId xmlns:a16="http://schemas.microsoft.com/office/drawing/2014/main" id="{23F5F4FF-D063-A37D-DA27-15A6C9F4677D}"/>
              </a:ext>
            </a:extLst>
          </p:cNvPr>
          <p:cNvSpPr txBox="1"/>
          <p:nvPr/>
        </p:nvSpPr>
        <p:spPr>
          <a:xfrm>
            <a:off x="1998677" y="2305043"/>
            <a:ext cx="736740" cy="276999"/>
          </a:xfrm>
          <a:prstGeom prst="rect">
            <a:avLst/>
          </a:prstGeom>
          <a:noFill/>
        </p:spPr>
        <p:txBody>
          <a:bodyPr wrap="none" rtlCol="0">
            <a:spAutoFit/>
          </a:bodyPr>
          <a:lstStyle/>
          <a:p>
            <a:r>
              <a:rPr lang="en-US" sz="1200"/>
              <a:t>f) 2 </a:t>
            </a:r>
            <a:r>
              <a:rPr lang="en-GB" sz="1200"/>
              <a:t>× 1.6</a:t>
            </a:r>
          </a:p>
        </p:txBody>
      </p:sp>
      <p:sp>
        <p:nvSpPr>
          <p:cNvPr id="10" name="TextBox 9">
            <a:extLst>
              <a:ext uri="{FF2B5EF4-FFF2-40B4-BE49-F238E27FC236}">
                <a16:creationId xmlns:a16="http://schemas.microsoft.com/office/drawing/2014/main" id="{0EC583D8-2F2D-74B0-FCFA-4BA578850808}"/>
              </a:ext>
            </a:extLst>
          </p:cNvPr>
          <p:cNvSpPr txBox="1"/>
          <p:nvPr/>
        </p:nvSpPr>
        <p:spPr>
          <a:xfrm>
            <a:off x="3572303" y="2305043"/>
            <a:ext cx="760144" cy="276999"/>
          </a:xfrm>
          <a:prstGeom prst="rect">
            <a:avLst/>
          </a:prstGeom>
          <a:noFill/>
        </p:spPr>
        <p:txBody>
          <a:bodyPr wrap="none" rtlCol="0">
            <a:spAutoFit/>
          </a:bodyPr>
          <a:lstStyle/>
          <a:p>
            <a:r>
              <a:rPr lang="en-US" sz="1200"/>
              <a:t>g) 5 </a:t>
            </a:r>
            <a:r>
              <a:rPr lang="en-GB" sz="1200"/>
              <a:t>× 0.4</a:t>
            </a:r>
          </a:p>
        </p:txBody>
      </p:sp>
      <p:sp>
        <p:nvSpPr>
          <p:cNvPr id="13" name="TextBox 12">
            <a:extLst>
              <a:ext uri="{FF2B5EF4-FFF2-40B4-BE49-F238E27FC236}">
                <a16:creationId xmlns:a16="http://schemas.microsoft.com/office/drawing/2014/main" id="{BE8B0A81-418B-C504-5120-EC70E958FFB6}"/>
              </a:ext>
            </a:extLst>
          </p:cNvPr>
          <p:cNvSpPr txBox="1"/>
          <p:nvPr/>
        </p:nvSpPr>
        <p:spPr>
          <a:xfrm>
            <a:off x="5196418" y="2305043"/>
            <a:ext cx="881973" cy="276999"/>
          </a:xfrm>
          <a:prstGeom prst="rect">
            <a:avLst/>
          </a:prstGeom>
          <a:noFill/>
        </p:spPr>
        <p:txBody>
          <a:bodyPr wrap="none" rtlCol="0">
            <a:spAutoFit/>
          </a:bodyPr>
          <a:lstStyle/>
          <a:p>
            <a:r>
              <a:rPr lang="en-US" sz="1200"/>
              <a:t>h) </a:t>
            </a:r>
            <a:r>
              <a:rPr lang="en-GB" sz="1200"/>
              <a:t>0.21 × 4 </a:t>
            </a:r>
            <a:endParaRPr lang="en-GB" sz="1200" baseline="30000"/>
          </a:p>
        </p:txBody>
      </p:sp>
      <p:grpSp>
        <p:nvGrpSpPr>
          <p:cNvPr id="14" name="Group 13">
            <a:extLst>
              <a:ext uri="{FF2B5EF4-FFF2-40B4-BE49-F238E27FC236}">
                <a16:creationId xmlns:a16="http://schemas.microsoft.com/office/drawing/2014/main" id="{B61F6726-A923-A4CE-B208-8E106A16F4A1}"/>
              </a:ext>
            </a:extLst>
          </p:cNvPr>
          <p:cNvGrpSpPr/>
          <p:nvPr/>
        </p:nvGrpSpPr>
        <p:grpSpPr>
          <a:xfrm>
            <a:off x="337406" y="2582042"/>
            <a:ext cx="6180564" cy="1440910"/>
            <a:chOff x="192696" y="5576866"/>
            <a:chExt cx="6180564" cy="1301908"/>
          </a:xfrm>
        </p:grpSpPr>
        <p:grpSp>
          <p:nvGrpSpPr>
            <p:cNvPr id="15" name="Group 14">
              <a:extLst>
                <a:ext uri="{FF2B5EF4-FFF2-40B4-BE49-F238E27FC236}">
                  <a16:creationId xmlns:a16="http://schemas.microsoft.com/office/drawing/2014/main" id="{F9089DB3-AC7F-0A6E-3C2E-FAA24E0E0478}"/>
                </a:ext>
              </a:extLst>
            </p:cNvPr>
            <p:cNvGrpSpPr/>
            <p:nvPr/>
          </p:nvGrpSpPr>
          <p:grpSpPr>
            <a:xfrm>
              <a:off x="192696" y="5595866"/>
              <a:ext cx="3038184" cy="1282908"/>
              <a:chOff x="966421" y="1476661"/>
              <a:chExt cx="3318365" cy="1451411"/>
            </a:xfrm>
          </p:grpSpPr>
          <p:grpSp>
            <p:nvGrpSpPr>
              <p:cNvPr id="27" name="Group 26">
                <a:extLst>
                  <a:ext uri="{FF2B5EF4-FFF2-40B4-BE49-F238E27FC236}">
                    <a16:creationId xmlns:a16="http://schemas.microsoft.com/office/drawing/2014/main" id="{A29DC40A-72AC-48A1-09E2-384A23F4C8C7}"/>
                  </a:ext>
                </a:extLst>
              </p:cNvPr>
              <p:cNvGrpSpPr/>
              <p:nvPr/>
            </p:nvGrpSpPr>
            <p:grpSpPr>
              <a:xfrm>
                <a:off x="966421" y="1476661"/>
                <a:ext cx="3318365" cy="1451411"/>
                <a:chOff x="272927" y="1555735"/>
                <a:chExt cx="3318365" cy="2264425"/>
              </a:xfrm>
            </p:grpSpPr>
            <p:sp>
              <p:nvSpPr>
                <p:cNvPr id="29" name="Rectangle 28">
                  <a:extLst>
                    <a:ext uri="{FF2B5EF4-FFF2-40B4-BE49-F238E27FC236}">
                      <a16:creationId xmlns:a16="http://schemas.microsoft.com/office/drawing/2014/main" id="{0E6CBE5F-A1A6-B400-B07C-1E4CE2A2B5BA}"/>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781F16CD-9EAF-CB1F-7930-5FC95847C6BC}"/>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2FCAEF17-7594-F1EE-EF43-129FBE20A3F1}"/>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8" name="Rectangle 27">
                <a:extLst>
                  <a:ext uri="{FF2B5EF4-FFF2-40B4-BE49-F238E27FC236}">
                    <a16:creationId xmlns:a16="http://schemas.microsoft.com/office/drawing/2014/main" id="{A1EFC73E-1579-B334-316D-01862E9E4C6E}"/>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 name="Group 15">
              <a:extLst>
                <a:ext uri="{FF2B5EF4-FFF2-40B4-BE49-F238E27FC236}">
                  <a16:creationId xmlns:a16="http://schemas.microsoft.com/office/drawing/2014/main" id="{36014386-8CCA-E694-894F-806790470C77}"/>
                </a:ext>
              </a:extLst>
            </p:cNvPr>
            <p:cNvGrpSpPr/>
            <p:nvPr/>
          </p:nvGrpSpPr>
          <p:grpSpPr>
            <a:xfrm>
              <a:off x="3335076" y="5576866"/>
              <a:ext cx="3038184" cy="1282908"/>
              <a:chOff x="966421" y="1476661"/>
              <a:chExt cx="3318365" cy="1451411"/>
            </a:xfrm>
          </p:grpSpPr>
          <p:grpSp>
            <p:nvGrpSpPr>
              <p:cNvPr id="17" name="Group 16">
                <a:extLst>
                  <a:ext uri="{FF2B5EF4-FFF2-40B4-BE49-F238E27FC236}">
                    <a16:creationId xmlns:a16="http://schemas.microsoft.com/office/drawing/2014/main" id="{9359F9DE-13B1-9C93-1901-F582A83B2A67}"/>
                  </a:ext>
                </a:extLst>
              </p:cNvPr>
              <p:cNvGrpSpPr/>
              <p:nvPr/>
            </p:nvGrpSpPr>
            <p:grpSpPr>
              <a:xfrm>
                <a:off x="966421" y="1476661"/>
                <a:ext cx="3318365" cy="1451411"/>
                <a:chOff x="272927" y="1555735"/>
                <a:chExt cx="3318365" cy="2264425"/>
              </a:xfrm>
            </p:grpSpPr>
            <p:sp>
              <p:nvSpPr>
                <p:cNvPr id="21" name="Rectangle 20">
                  <a:extLst>
                    <a:ext uri="{FF2B5EF4-FFF2-40B4-BE49-F238E27FC236}">
                      <a16:creationId xmlns:a16="http://schemas.microsoft.com/office/drawing/2014/main" id="{275B5791-14EC-FAF4-A4FF-0C2E3B90E0F5}"/>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0F189115-F084-05AC-17A3-712EAE6E5C5D}"/>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625E6506-0C5A-BA1E-BB47-CCA24D437EA5}"/>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0" name="Rectangle 19">
                <a:extLst>
                  <a:ext uri="{FF2B5EF4-FFF2-40B4-BE49-F238E27FC236}">
                    <a16:creationId xmlns:a16="http://schemas.microsoft.com/office/drawing/2014/main" id="{0EACC0E7-6866-FBB2-17B9-E6AF8FBA5895}"/>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64" name="TextBox 63">
            <a:extLst>
              <a:ext uri="{FF2B5EF4-FFF2-40B4-BE49-F238E27FC236}">
                <a16:creationId xmlns:a16="http://schemas.microsoft.com/office/drawing/2014/main" id="{7EED54AF-3C15-9FF2-FB10-AFD5B8210511}"/>
              </a:ext>
            </a:extLst>
          </p:cNvPr>
          <p:cNvSpPr txBox="1"/>
          <p:nvPr/>
        </p:nvSpPr>
        <p:spPr>
          <a:xfrm>
            <a:off x="337406" y="3976478"/>
            <a:ext cx="801823" cy="276999"/>
          </a:xfrm>
          <a:prstGeom prst="rect">
            <a:avLst/>
          </a:prstGeom>
          <a:noFill/>
        </p:spPr>
        <p:txBody>
          <a:bodyPr wrap="none" rtlCol="0">
            <a:spAutoFit/>
          </a:bodyPr>
          <a:lstStyle/>
          <a:p>
            <a:r>
              <a:rPr lang="en-US" sz="1200"/>
              <a:t>i) 0.65 </a:t>
            </a:r>
            <a:r>
              <a:rPr lang="en-GB" sz="1200"/>
              <a:t>× 7</a:t>
            </a:r>
          </a:p>
        </p:txBody>
      </p:sp>
      <p:sp>
        <p:nvSpPr>
          <p:cNvPr id="65" name="TextBox 64">
            <a:extLst>
              <a:ext uri="{FF2B5EF4-FFF2-40B4-BE49-F238E27FC236}">
                <a16:creationId xmlns:a16="http://schemas.microsoft.com/office/drawing/2014/main" id="{14A23D25-229D-10DF-2DA7-D7CC6087AFE8}"/>
              </a:ext>
            </a:extLst>
          </p:cNvPr>
          <p:cNvSpPr txBox="1"/>
          <p:nvPr/>
        </p:nvSpPr>
        <p:spPr>
          <a:xfrm>
            <a:off x="1998677" y="3976477"/>
            <a:ext cx="803425" cy="276999"/>
          </a:xfrm>
          <a:prstGeom prst="rect">
            <a:avLst/>
          </a:prstGeom>
          <a:noFill/>
        </p:spPr>
        <p:txBody>
          <a:bodyPr wrap="none" rtlCol="0">
            <a:spAutoFit/>
          </a:bodyPr>
          <a:lstStyle/>
          <a:p>
            <a:r>
              <a:rPr lang="en-US" sz="1200"/>
              <a:t>j) 4.16 </a:t>
            </a:r>
            <a:r>
              <a:rPr lang="en-GB" sz="1200"/>
              <a:t>× 6</a:t>
            </a:r>
          </a:p>
        </p:txBody>
      </p:sp>
      <p:sp>
        <p:nvSpPr>
          <p:cNvPr id="66" name="TextBox 65">
            <a:extLst>
              <a:ext uri="{FF2B5EF4-FFF2-40B4-BE49-F238E27FC236}">
                <a16:creationId xmlns:a16="http://schemas.microsoft.com/office/drawing/2014/main" id="{7700E7FF-FB07-92DB-B70E-8A8320C35878}"/>
              </a:ext>
            </a:extLst>
          </p:cNvPr>
          <p:cNvSpPr txBox="1"/>
          <p:nvPr/>
        </p:nvSpPr>
        <p:spPr>
          <a:xfrm>
            <a:off x="3572303" y="3976477"/>
            <a:ext cx="837089" cy="276999"/>
          </a:xfrm>
          <a:prstGeom prst="rect">
            <a:avLst/>
          </a:prstGeom>
          <a:noFill/>
        </p:spPr>
        <p:txBody>
          <a:bodyPr wrap="none" rtlCol="0">
            <a:spAutoFit/>
          </a:bodyPr>
          <a:lstStyle/>
          <a:p>
            <a:r>
              <a:rPr lang="en-US" sz="1200"/>
              <a:t>k) 6.34 </a:t>
            </a:r>
            <a:r>
              <a:rPr lang="en-GB" sz="1200"/>
              <a:t>× 9</a:t>
            </a:r>
          </a:p>
        </p:txBody>
      </p:sp>
      <p:sp>
        <p:nvSpPr>
          <p:cNvPr id="67" name="TextBox 66">
            <a:extLst>
              <a:ext uri="{FF2B5EF4-FFF2-40B4-BE49-F238E27FC236}">
                <a16:creationId xmlns:a16="http://schemas.microsoft.com/office/drawing/2014/main" id="{37263652-6212-196B-BAD5-8685DF425921}"/>
              </a:ext>
            </a:extLst>
          </p:cNvPr>
          <p:cNvSpPr txBox="1"/>
          <p:nvPr/>
        </p:nvSpPr>
        <p:spPr>
          <a:xfrm>
            <a:off x="5196418" y="3976477"/>
            <a:ext cx="801823" cy="276999"/>
          </a:xfrm>
          <a:prstGeom prst="rect">
            <a:avLst/>
          </a:prstGeom>
          <a:noFill/>
        </p:spPr>
        <p:txBody>
          <a:bodyPr wrap="none" rtlCol="0">
            <a:spAutoFit/>
          </a:bodyPr>
          <a:lstStyle/>
          <a:p>
            <a:r>
              <a:rPr lang="en-US" sz="1200"/>
              <a:t>l) 7.32 </a:t>
            </a:r>
            <a:r>
              <a:rPr lang="en-GB" sz="1200"/>
              <a:t>× 8</a:t>
            </a:r>
            <a:endParaRPr lang="en-GB" sz="1200" baseline="30000"/>
          </a:p>
        </p:txBody>
      </p:sp>
      <p:grpSp>
        <p:nvGrpSpPr>
          <p:cNvPr id="68" name="Group 67">
            <a:extLst>
              <a:ext uri="{FF2B5EF4-FFF2-40B4-BE49-F238E27FC236}">
                <a16:creationId xmlns:a16="http://schemas.microsoft.com/office/drawing/2014/main" id="{0CCA3003-EA0A-BCD3-93C5-8E8307A7C039}"/>
              </a:ext>
            </a:extLst>
          </p:cNvPr>
          <p:cNvGrpSpPr/>
          <p:nvPr/>
        </p:nvGrpSpPr>
        <p:grpSpPr>
          <a:xfrm>
            <a:off x="337406" y="4253476"/>
            <a:ext cx="6180564" cy="1440910"/>
            <a:chOff x="192696" y="5576866"/>
            <a:chExt cx="6180564" cy="1301908"/>
          </a:xfrm>
        </p:grpSpPr>
        <p:grpSp>
          <p:nvGrpSpPr>
            <p:cNvPr id="69" name="Group 68">
              <a:extLst>
                <a:ext uri="{FF2B5EF4-FFF2-40B4-BE49-F238E27FC236}">
                  <a16:creationId xmlns:a16="http://schemas.microsoft.com/office/drawing/2014/main" id="{6A9216D3-23DD-702F-0F95-F1507CD919FC}"/>
                </a:ext>
              </a:extLst>
            </p:cNvPr>
            <p:cNvGrpSpPr/>
            <p:nvPr/>
          </p:nvGrpSpPr>
          <p:grpSpPr>
            <a:xfrm>
              <a:off x="192696" y="5595866"/>
              <a:ext cx="3038184" cy="1282908"/>
              <a:chOff x="966421" y="1476661"/>
              <a:chExt cx="3318365" cy="1451411"/>
            </a:xfrm>
          </p:grpSpPr>
          <p:grpSp>
            <p:nvGrpSpPr>
              <p:cNvPr id="76" name="Group 75">
                <a:extLst>
                  <a:ext uri="{FF2B5EF4-FFF2-40B4-BE49-F238E27FC236}">
                    <a16:creationId xmlns:a16="http://schemas.microsoft.com/office/drawing/2014/main" id="{81D23700-B26D-28DB-3CB3-0CA823F7FC17}"/>
                  </a:ext>
                </a:extLst>
              </p:cNvPr>
              <p:cNvGrpSpPr/>
              <p:nvPr/>
            </p:nvGrpSpPr>
            <p:grpSpPr>
              <a:xfrm>
                <a:off x="966421" y="1476661"/>
                <a:ext cx="3318365" cy="1451411"/>
                <a:chOff x="272927" y="1555735"/>
                <a:chExt cx="3318365" cy="2264425"/>
              </a:xfrm>
            </p:grpSpPr>
            <p:sp>
              <p:nvSpPr>
                <p:cNvPr id="78" name="Rectangle 77">
                  <a:extLst>
                    <a:ext uri="{FF2B5EF4-FFF2-40B4-BE49-F238E27FC236}">
                      <a16:creationId xmlns:a16="http://schemas.microsoft.com/office/drawing/2014/main" id="{735C5187-D5F5-ED2E-4EA1-D75894025366}"/>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F0252ED1-D929-E6E2-86F1-F6A72C07402A}"/>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1E62AB8C-BFF8-8A27-B0AD-F0DF63225001}"/>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77" name="Rectangle 76">
                <a:extLst>
                  <a:ext uri="{FF2B5EF4-FFF2-40B4-BE49-F238E27FC236}">
                    <a16:creationId xmlns:a16="http://schemas.microsoft.com/office/drawing/2014/main" id="{DDBF97B6-4899-0E1F-32C1-814FEEF97DFF}"/>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70" name="Group 69">
              <a:extLst>
                <a:ext uri="{FF2B5EF4-FFF2-40B4-BE49-F238E27FC236}">
                  <a16:creationId xmlns:a16="http://schemas.microsoft.com/office/drawing/2014/main" id="{FBB0804D-4586-77AE-CDA7-9DDD7278F1FC}"/>
                </a:ext>
              </a:extLst>
            </p:cNvPr>
            <p:cNvGrpSpPr/>
            <p:nvPr/>
          </p:nvGrpSpPr>
          <p:grpSpPr>
            <a:xfrm>
              <a:off x="3335076" y="5576866"/>
              <a:ext cx="3038184" cy="1282908"/>
              <a:chOff x="966421" y="1476661"/>
              <a:chExt cx="3318365" cy="1451411"/>
            </a:xfrm>
          </p:grpSpPr>
          <p:grpSp>
            <p:nvGrpSpPr>
              <p:cNvPr id="71" name="Group 70">
                <a:extLst>
                  <a:ext uri="{FF2B5EF4-FFF2-40B4-BE49-F238E27FC236}">
                    <a16:creationId xmlns:a16="http://schemas.microsoft.com/office/drawing/2014/main" id="{0244237E-B1F6-2347-5468-49E88D7237D0}"/>
                  </a:ext>
                </a:extLst>
              </p:cNvPr>
              <p:cNvGrpSpPr/>
              <p:nvPr/>
            </p:nvGrpSpPr>
            <p:grpSpPr>
              <a:xfrm>
                <a:off x="966421" y="1476661"/>
                <a:ext cx="3318365" cy="1451411"/>
                <a:chOff x="272927" y="1555735"/>
                <a:chExt cx="3318365" cy="2264425"/>
              </a:xfrm>
            </p:grpSpPr>
            <p:sp>
              <p:nvSpPr>
                <p:cNvPr id="73" name="Rectangle 72">
                  <a:extLst>
                    <a:ext uri="{FF2B5EF4-FFF2-40B4-BE49-F238E27FC236}">
                      <a16:creationId xmlns:a16="http://schemas.microsoft.com/office/drawing/2014/main" id="{75E1523C-48BA-1781-4D4A-9ACB7612B625}"/>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0A4BACDC-A2C1-5106-1649-28F5C1A8062F}"/>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7A237F78-AFBE-AA86-4A4D-961E63B3D4F3}"/>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72" name="Rectangle 71">
                <a:extLst>
                  <a:ext uri="{FF2B5EF4-FFF2-40B4-BE49-F238E27FC236}">
                    <a16:creationId xmlns:a16="http://schemas.microsoft.com/office/drawing/2014/main" id="{C7AD7470-A69B-5004-3055-849F60A0D30A}"/>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82" name="TextBox 81">
            <a:extLst>
              <a:ext uri="{FF2B5EF4-FFF2-40B4-BE49-F238E27FC236}">
                <a16:creationId xmlns:a16="http://schemas.microsoft.com/office/drawing/2014/main" id="{612E4882-06F6-D27A-871A-7A8B895B7574}"/>
              </a:ext>
            </a:extLst>
          </p:cNvPr>
          <p:cNvSpPr txBox="1"/>
          <p:nvPr/>
        </p:nvSpPr>
        <p:spPr>
          <a:xfrm>
            <a:off x="1188611" y="5953281"/>
            <a:ext cx="1410704" cy="276999"/>
          </a:xfrm>
          <a:prstGeom prst="rect">
            <a:avLst/>
          </a:prstGeom>
          <a:noFill/>
          <a:ln>
            <a:noFill/>
          </a:ln>
        </p:spPr>
        <p:txBody>
          <a:bodyPr wrap="square" rtlCol="0">
            <a:spAutoFit/>
          </a:bodyPr>
          <a:lstStyle/>
          <a:p>
            <a:r>
              <a:rPr lang="en-GB" sz="1200" b="1" i="1">
                <a:solidFill>
                  <a:srgbClr val="FF0000"/>
                </a:solidFill>
              </a:rPr>
              <a:t>Example 4 - I do…</a:t>
            </a:r>
          </a:p>
        </p:txBody>
      </p:sp>
      <p:sp>
        <p:nvSpPr>
          <p:cNvPr id="83" name="TextBox 82">
            <a:extLst>
              <a:ext uri="{FF2B5EF4-FFF2-40B4-BE49-F238E27FC236}">
                <a16:creationId xmlns:a16="http://schemas.microsoft.com/office/drawing/2014/main" id="{29119F47-15E4-C087-C0F7-C90985B6F94D}"/>
              </a:ext>
            </a:extLst>
          </p:cNvPr>
          <p:cNvSpPr txBox="1"/>
          <p:nvPr/>
        </p:nvSpPr>
        <p:spPr>
          <a:xfrm>
            <a:off x="5107967" y="5946460"/>
            <a:ext cx="1643405" cy="276999"/>
          </a:xfrm>
          <a:prstGeom prst="rect">
            <a:avLst/>
          </a:prstGeom>
          <a:noFill/>
          <a:ln>
            <a:noFill/>
          </a:ln>
        </p:spPr>
        <p:txBody>
          <a:bodyPr wrap="square" rtlCol="0">
            <a:spAutoFit/>
          </a:bodyPr>
          <a:lstStyle/>
          <a:p>
            <a:r>
              <a:rPr lang="en-GB" sz="1200" b="1" i="1">
                <a:solidFill>
                  <a:srgbClr val="00B050"/>
                </a:solidFill>
              </a:rPr>
              <a:t>Example 6 – You do…</a:t>
            </a:r>
          </a:p>
        </p:txBody>
      </p:sp>
      <p:sp>
        <p:nvSpPr>
          <p:cNvPr id="84" name="TextBox 83">
            <a:extLst>
              <a:ext uri="{FF2B5EF4-FFF2-40B4-BE49-F238E27FC236}">
                <a16:creationId xmlns:a16="http://schemas.microsoft.com/office/drawing/2014/main" id="{7BBE5B46-C7BC-F4D7-F351-2C12985D3BDC}"/>
              </a:ext>
            </a:extLst>
          </p:cNvPr>
          <p:cNvSpPr txBox="1"/>
          <p:nvPr/>
        </p:nvSpPr>
        <p:spPr>
          <a:xfrm>
            <a:off x="3149889" y="5933887"/>
            <a:ext cx="1643405" cy="276999"/>
          </a:xfrm>
          <a:prstGeom prst="rect">
            <a:avLst/>
          </a:prstGeom>
          <a:noFill/>
          <a:ln>
            <a:noFill/>
          </a:ln>
        </p:spPr>
        <p:txBody>
          <a:bodyPr wrap="square" rtlCol="0">
            <a:spAutoFit/>
          </a:bodyPr>
          <a:lstStyle/>
          <a:p>
            <a:r>
              <a:rPr lang="en-GB" sz="1200" b="1" i="1">
                <a:solidFill>
                  <a:schemeClr val="accent2"/>
                </a:solidFill>
              </a:rPr>
              <a:t>Example 5  – We do…</a:t>
            </a:r>
          </a:p>
        </p:txBody>
      </p:sp>
      <p:sp>
        <p:nvSpPr>
          <p:cNvPr id="85" name="Rectangle 84">
            <a:extLst>
              <a:ext uri="{FF2B5EF4-FFF2-40B4-BE49-F238E27FC236}">
                <a16:creationId xmlns:a16="http://schemas.microsoft.com/office/drawing/2014/main" id="{DA19BD99-0630-3318-CFCF-572350A8E08C}"/>
              </a:ext>
            </a:extLst>
          </p:cNvPr>
          <p:cNvSpPr/>
          <p:nvPr/>
        </p:nvSpPr>
        <p:spPr>
          <a:xfrm>
            <a:off x="2492" y="5715413"/>
            <a:ext cx="3015426" cy="27699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Multiplying decimals by decimals</a:t>
            </a:r>
            <a:endParaRPr lang="en-GB" sz="1200">
              <a:solidFill>
                <a:schemeClr val="bg1"/>
              </a:solidFill>
            </a:endParaRPr>
          </a:p>
        </p:txBody>
      </p:sp>
      <mc:AlternateContent xmlns:mc="http://schemas.openxmlformats.org/markup-compatibility/2006" xmlns:a14="http://schemas.microsoft.com/office/drawing/2010/main">
        <mc:Choice Requires="a14">
          <p:graphicFrame>
            <p:nvGraphicFramePr>
              <p:cNvPr id="89" name="Table 88">
                <a:extLst>
                  <a:ext uri="{FF2B5EF4-FFF2-40B4-BE49-F238E27FC236}">
                    <a16:creationId xmlns:a16="http://schemas.microsoft.com/office/drawing/2014/main" id="{C26BDD8F-EC70-B3A7-7E7B-D5B14796C749}"/>
                  </a:ext>
                </a:extLst>
              </p:cNvPr>
              <p:cNvGraphicFramePr>
                <a:graphicFrameLocks noGrp="1"/>
              </p:cNvGraphicFramePr>
              <p:nvPr/>
            </p:nvGraphicFramePr>
            <p:xfrm>
              <a:off x="142761" y="6271811"/>
              <a:ext cx="6572478" cy="3344460"/>
            </p:xfrm>
            <a:graphic>
              <a:graphicData uri="http://schemas.openxmlformats.org/drawingml/2006/table">
                <a:tbl>
                  <a:tblPr firstRow="1" bandRow="1">
                    <a:tableStyleId>{5C22544A-7EE6-4342-B048-85BDC9FD1C3A}</a:tableStyleId>
                  </a:tblPr>
                  <a:tblGrid>
                    <a:gridCol w="1118880">
                      <a:extLst>
                        <a:ext uri="{9D8B030D-6E8A-4147-A177-3AD203B41FA5}">
                          <a16:colId xmlns:a16="http://schemas.microsoft.com/office/drawing/2014/main" val="1568142362"/>
                        </a:ext>
                      </a:extLst>
                    </a:gridCol>
                    <a:gridCol w="1817866">
                      <a:extLst>
                        <a:ext uri="{9D8B030D-6E8A-4147-A177-3AD203B41FA5}">
                          <a16:colId xmlns:a16="http://schemas.microsoft.com/office/drawing/2014/main" val="3551711160"/>
                        </a:ext>
                      </a:extLst>
                    </a:gridCol>
                    <a:gridCol w="1817866">
                      <a:extLst>
                        <a:ext uri="{9D8B030D-6E8A-4147-A177-3AD203B41FA5}">
                          <a16:colId xmlns:a16="http://schemas.microsoft.com/office/drawing/2014/main" val="1712497518"/>
                        </a:ext>
                      </a:extLst>
                    </a:gridCol>
                    <a:gridCol w="1817866">
                      <a:extLst>
                        <a:ext uri="{9D8B030D-6E8A-4147-A177-3AD203B41FA5}">
                          <a16:colId xmlns:a16="http://schemas.microsoft.com/office/drawing/2014/main" val="886122921"/>
                        </a:ext>
                      </a:extLst>
                    </a:gridCol>
                  </a:tblGrid>
                  <a:tr h="38437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2.4</m:t>
                                </m:r>
                                <m:r>
                                  <a:rPr lang="en-GB" sz="1200" b="0" i="1" smtClean="0">
                                    <a:solidFill>
                                      <a:schemeClr val="tx1"/>
                                    </a:solidFill>
                                    <a:latin typeface="Cambria Math" panose="02040503050406030204" pitchFamily="18" charset="0"/>
                                    <a:ea typeface="Cambria Math" panose="02040503050406030204" pitchFamily="18" charset="0"/>
                                  </a:rPr>
                                  <m:t>×0.5</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ea typeface="Cambria Math" panose="02040503050406030204" pitchFamily="18" charset="0"/>
                                  </a:rPr>
                                  <m:t>0.2×3.4</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1.7</m:t>
                                </m:r>
                                <m:r>
                                  <a:rPr lang="en-GB" sz="1200" b="0" i="1" smtClean="0">
                                    <a:solidFill>
                                      <a:schemeClr val="tx1"/>
                                    </a:solidFill>
                                    <a:latin typeface="Cambria Math" panose="02040503050406030204" pitchFamily="18" charset="0"/>
                                    <a:ea typeface="Cambria Math" panose="02040503050406030204" pitchFamily="18" charset="0"/>
                                  </a:rPr>
                                  <m:t>×0.3</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20202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Multiply the numbers to make them integers </a:t>
                          </a:r>
                          <a:r>
                            <a:rPr lang="en-US" sz="1100" b="0" baseline="0">
                              <a:solidFill>
                                <a:schemeClr val="tx1"/>
                              </a:solidFill>
                            </a:rPr>
                            <a:t>(</a:t>
                          </a:r>
                          <a14:m>
                            <m:oMath xmlns:m="http://schemas.openxmlformats.org/officeDocument/2006/math">
                              <m:r>
                                <a:rPr lang="en-GB" sz="1100" b="0" i="1" baseline="0" dirty="0" smtClean="0">
                                  <a:solidFill>
                                    <a:schemeClr val="tx1"/>
                                  </a:solidFill>
                                  <a:latin typeface="Cambria Math" panose="02040503050406030204" pitchFamily="18" charset="0"/>
                                </a:rPr>
                                <m:t>×</m:t>
                              </m:r>
                              <m:r>
                                <a:rPr lang="en-US" sz="1100" i="1" baseline="0" dirty="0" smtClean="0">
                                  <a:solidFill>
                                    <a:schemeClr val="tx1"/>
                                  </a:solidFill>
                                  <a:latin typeface="Cambria Math" panose="02040503050406030204" pitchFamily="18" charset="0"/>
                                </a:rPr>
                                <m:t>10, 100 </m:t>
                              </m:r>
                              <m:r>
                                <a:rPr lang="en-US" sz="1100" i="1" baseline="0" dirty="0" smtClean="0">
                                  <a:solidFill>
                                    <a:schemeClr val="tx1"/>
                                  </a:solidFill>
                                  <a:latin typeface="Cambria Math" panose="02040503050406030204" pitchFamily="18" charset="0"/>
                                </a:rPr>
                                <m:t>𝑜𝑟</m:t>
                              </m:r>
                              <m:r>
                                <a:rPr lang="en-US" sz="1100" i="1" baseline="0" dirty="0" smtClean="0">
                                  <a:solidFill>
                                    <a:schemeClr val="tx1"/>
                                  </a:solidFill>
                                  <a:latin typeface="Cambria Math" panose="02040503050406030204" pitchFamily="18" charset="0"/>
                                </a:rPr>
                                <m:t> 1000</m:t>
                              </m:r>
                            </m:oMath>
                          </a14:m>
                          <a:r>
                            <a:rPr lang="en-GB" sz="1100">
                              <a:solidFill>
                                <a:schemeClr val="tx1"/>
                              </a:solidFill>
                            </a:rPr>
                            <a:t>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3899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Carry out the multiplication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5697834"/>
                      </a:ext>
                    </a:extLst>
                  </a:tr>
                  <a:tr h="131906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Divide the answer by the amount you multiplied each number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992553"/>
                      </a:ext>
                    </a:extLst>
                  </a:tr>
                </a:tbl>
              </a:graphicData>
            </a:graphic>
          </p:graphicFrame>
        </mc:Choice>
        <mc:Fallback xmlns="">
          <p:graphicFrame>
            <p:nvGraphicFramePr>
              <p:cNvPr id="89" name="Table 88">
                <a:extLst>
                  <a:ext uri="{FF2B5EF4-FFF2-40B4-BE49-F238E27FC236}">
                    <a16:creationId xmlns:a16="http://schemas.microsoft.com/office/drawing/2014/main" id="{C26BDD8F-EC70-B3A7-7E7B-D5B14796C749}"/>
                  </a:ext>
                </a:extLst>
              </p:cNvPr>
              <p:cNvGraphicFramePr>
                <a:graphicFrameLocks noGrp="1"/>
              </p:cNvGraphicFramePr>
              <p:nvPr/>
            </p:nvGraphicFramePr>
            <p:xfrm>
              <a:off x="142761" y="6271811"/>
              <a:ext cx="6572478" cy="3344460"/>
            </p:xfrm>
            <a:graphic>
              <a:graphicData uri="http://schemas.openxmlformats.org/drawingml/2006/table">
                <a:tbl>
                  <a:tblPr firstRow="1" bandRow="1">
                    <a:tableStyleId>{5C22544A-7EE6-4342-B048-85BDC9FD1C3A}</a:tableStyleId>
                  </a:tblPr>
                  <a:tblGrid>
                    <a:gridCol w="1118880">
                      <a:extLst>
                        <a:ext uri="{9D8B030D-6E8A-4147-A177-3AD203B41FA5}">
                          <a16:colId xmlns:a16="http://schemas.microsoft.com/office/drawing/2014/main" val="1568142362"/>
                        </a:ext>
                      </a:extLst>
                    </a:gridCol>
                    <a:gridCol w="1817866">
                      <a:extLst>
                        <a:ext uri="{9D8B030D-6E8A-4147-A177-3AD203B41FA5}">
                          <a16:colId xmlns:a16="http://schemas.microsoft.com/office/drawing/2014/main" val="3551711160"/>
                        </a:ext>
                      </a:extLst>
                    </a:gridCol>
                    <a:gridCol w="1817866">
                      <a:extLst>
                        <a:ext uri="{9D8B030D-6E8A-4147-A177-3AD203B41FA5}">
                          <a16:colId xmlns:a16="http://schemas.microsoft.com/office/drawing/2014/main" val="1712497518"/>
                        </a:ext>
                      </a:extLst>
                    </a:gridCol>
                    <a:gridCol w="1817866">
                      <a:extLst>
                        <a:ext uri="{9D8B030D-6E8A-4147-A177-3AD203B41FA5}">
                          <a16:colId xmlns:a16="http://schemas.microsoft.com/office/drawing/2014/main" val="886122921"/>
                        </a:ext>
                      </a:extLst>
                    </a:gridCol>
                  </a:tblGrid>
                  <a:tr h="38437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2081" t="-1587" r="-201007" b="-77619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1538" t="-1587" r="-100334" b="-77619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2416" t="-1587" r="-671" b="-776190"/>
                          </a:stretch>
                        </a:blipFill>
                      </a:tcPr>
                    </a:tc>
                    <a:extLst>
                      <a:ext uri="{0D108BD9-81ED-4DB2-BD59-A6C34878D82A}">
                        <a16:rowId xmlns:a16="http://schemas.microsoft.com/office/drawing/2014/main" val="2357201933"/>
                      </a:ext>
                    </a:extLst>
                  </a:tr>
                  <a:tr h="120202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43" t="-32323" r="-487500" b="-146970"/>
                          </a:stretch>
                        </a:blip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3899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Carry out the multiplication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5697834"/>
                      </a:ext>
                    </a:extLst>
                  </a:tr>
                  <a:tr h="131906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Divide the answer by the amount you multiplied each number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992553"/>
                      </a:ext>
                    </a:extLst>
                  </a:tr>
                </a:tbl>
              </a:graphicData>
            </a:graphic>
          </p:graphicFrame>
        </mc:Fallback>
      </mc:AlternateContent>
      <p:grpSp>
        <p:nvGrpSpPr>
          <p:cNvPr id="90" name="Group 89">
            <a:extLst>
              <a:ext uri="{FF2B5EF4-FFF2-40B4-BE49-F238E27FC236}">
                <a16:creationId xmlns:a16="http://schemas.microsoft.com/office/drawing/2014/main" id="{CFA8105F-070B-C30C-FD71-0F21379D009D}"/>
              </a:ext>
            </a:extLst>
          </p:cNvPr>
          <p:cNvGrpSpPr/>
          <p:nvPr/>
        </p:nvGrpSpPr>
        <p:grpSpPr>
          <a:xfrm>
            <a:off x="1325205" y="7389793"/>
            <a:ext cx="5320583" cy="1194969"/>
            <a:chOff x="280324" y="4331428"/>
            <a:chExt cx="5779876" cy="1194969"/>
          </a:xfrm>
        </p:grpSpPr>
        <p:pic>
          <p:nvPicPr>
            <p:cNvPr id="91" name="Picture 90" descr="A screenshot of a computer&#10;&#10;Description automatically generated">
              <a:extLst>
                <a:ext uri="{FF2B5EF4-FFF2-40B4-BE49-F238E27FC236}">
                  <a16:creationId xmlns:a16="http://schemas.microsoft.com/office/drawing/2014/main" id="{CA7D40FE-1649-5A82-BBC6-4D098195F62A}"/>
                </a:ext>
              </a:extLst>
            </p:cNvPr>
            <p:cNvPicPr>
              <a:picLocks noChangeAspect="1"/>
            </p:cNvPicPr>
            <p:nvPr/>
          </p:nvPicPr>
          <p:blipFill rotWithShape="1">
            <a:blip r:embed="rId4"/>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92" name="Picture 91" descr="A screenshot of a computer&#10;&#10;Description automatically generated">
              <a:extLst>
                <a:ext uri="{FF2B5EF4-FFF2-40B4-BE49-F238E27FC236}">
                  <a16:creationId xmlns:a16="http://schemas.microsoft.com/office/drawing/2014/main" id="{A3A5922B-CD97-7281-9D8D-8F7862A8CDA5}"/>
                </a:ext>
              </a:extLst>
            </p:cNvPr>
            <p:cNvPicPr>
              <a:picLocks noChangeAspect="1"/>
            </p:cNvPicPr>
            <p:nvPr/>
          </p:nvPicPr>
          <p:blipFill rotWithShape="1">
            <a:blip r:embed="rId4"/>
            <a:srcRect l="37224" t="34284" r="49991" b="46867"/>
            <a:stretch/>
          </p:blipFill>
          <p:spPr bwMode="auto">
            <a:xfrm>
              <a:off x="2287891" y="4331428"/>
              <a:ext cx="1801789" cy="1194969"/>
            </a:xfrm>
            <a:prstGeom prst="rect">
              <a:avLst/>
            </a:prstGeom>
            <a:ln>
              <a:noFill/>
            </a:ln>
            <a:extLst>
              <a:ext uri="{53640926-AAD7-44D8-BBD7-CCE9431645EC}">
                <a14:shadowObscured xmlns:a14="http://schemas.microsoft.com/office/drawing/2010/main"/>
              </a:ext>
            </a:extLst>
          </p:spPr>
        </p:pic>
        <p:pic>
          <p:nvPicPr>
            <p:cNvPr id="93" name="Picture 92" descr="A screenshot of a computer&#10;&#10;Description automatically generated">
              <a:extLst>
                <a:ext uri="{FF2B5EF4-FFF2-40B4-BE49-F238E27FC236}">
                  <a16:creationId xmlns:a16="http://schemas.microsoft.com/office/drawing/2014/main" id="{CA661BBD-CD44-20BF-CEBD-06B64EA17A1D}"/>
                </a:ext>
              </a:extLst>
            </p:cNvPr>
            <p:cNvPicPr>
              <a:picLocks noChangeAspect="1"/>
            </p:cNvPicPr>
            <p:nvPr/>
          </p:nvPicPr>
          <p:blipFill rotWithShape="1">
            <a:blip r:embed="rId4"/>
            <a:srcRect l="37224" t="34284" r="49991" b="46867"/>
            <a:stretch/>
          </p:blipFill>
          <p:spPr bwMode="auto">
            <a:xfrm>
              <a:off x="4258411" y="4331428"/>
              <a:ext cx="1801789" cy="1194969"/>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1800071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5520D70-FEDF-C3A1-0595-C97FEBD5AD7B}"/>
                  </a:ext>
                </a:extLst>
              </p:cNvPr>
              <p:cNvGraphicFramePr>
                <a:graphicFrameLocks noGrp="1"/>
              </p:cNvGraphicFramePr>
              <p:nvPr/>
            </p:nvGraphicFramePr>
            <p:xfrm>
              <a:off x="142761" y="3934792"/>
              <a:ext cx="6572478" cy="3162277"/>
            </p:xfrm>
            <a:graphic>
              <a:graphicData uri="http://schemas.openxmlformats.org/drawingml/2006/table">
                <a:tbl>
                  <a:tblPr firstRow="1" bandRow="1">
                    <a:tableStyleId>{5C22544A-7EE6-4342-B048-85BDC9FD1C3A}</a:tableStyleId>
                  </a:tblPr>
                  <a:tblGrid>
                    <a:gridCol w="1072581">
                      <a:extLst>
                        <a:ext uri="{9D8B030D-6E8A-4147-A177-3AD203B41FA5}">
                          <a16:colId xmlns:a16="http://schemas.microsoft.com/office/drawing/2014/main" val="1568142362"/>
                        </a:ext>
                      </a:extLst>
                    </a:gridCol>
                    <a:gridCol w="1833299">
                      <a:extLst>
                        <a:ext uri="{9D8B030D-6E8A-4147-A177-3AD203B41FA5}">
                          <a16:colId xmlns:a16="http://schemas.microsoft.com/office/drawing/2014/main" val="3551711160"/>
                        </a:ext>
                      </a:extLst>
                    </a:gridCol>
                    <a:gridCol w="1833299">
                      <a:extLst>
                        <a:ext uri="{9D8B030D-6E8A-4147-A177-3AD203B41FA5}">
                          <a16:colId xmlns:a16="http://schemas.microsoft.com/office/drawing/2014/main" val="1712497518"/>
                        </a:ext>
                      </a:extLst>
                    </a:gridCol>
                    <a:gridCol w="1833299">
                      <a:extLst>
                        <a:ext uri="{9D8B030D-6E8A-4147-A177-3AD203B41FA5}">
                          <a16:colId xmlns:a16="http://schemas.microsoft.com/office/drawing/2014/main" val="886122921"/>
                        </a:ext>
                      </a:extLst>
                    </a:gridCol>
                  </a:tblGrid>
                  <a:tr h="36967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21.4</m:t>
                                </m:r>
                                <m:r>
                                  <a:rPr lang="en-GB" sz="1200" b="0" i="1" smtClean="0">
                                    <a:solidFill>
                                      <a:schemeClr val="tx1"/>
                                    </a:solidFill>
                                    <a:latin typeface="Cambria Math" panose="02040503050406030204" pitchFamily="18" charset="0"/>
                                    <a:ea typeface="Cambria Math" panose="02040503050406030204" pitchFamily="18" charset="0"/>
                                  </a:rPr>
                                  <m:t>×3.5</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ea typeface="Cambria Math" panose="02040503050406030204" pitchFamily="18" charset="0"/>
                                  </a:rPr>
                                  <m:t>3.24×7.2</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1.17</m:t>
                                </m:r>
                                <m:r>
                                  <a:rPr lang="en-GB" sz="1200" b="0" i="1" smtClean="0">
                                    <a:solidFill>
                                      <a:schemeClr val="tx1"/>
                                    </a:solidFill>
                                    <a:latin typeface="Cambria Math" panose="02040503050406030204" pitchFamily="18" charset="0"/>
                                    <a:ea typeface="Cambria Math" panose="02040503050406030204" pitchFamily="18" charset="0"/>
                                  </a:rPr>
                                  <m:t>×2.3</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3492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Multiply the numbers to make them integers </a:t>
                          </a:r>
                          <a:r>
                            <a:rPr lang="en-US" sz="1100" b="0" baseline="0">
                              <a:solidFill>
                                <a:schemeClr val="tx1"/>
                              </a:solidFill>
                            </a:rPr>
                            <a:t>(</a:t>
                          </a:r>
                          <a14:m>
                            <m:oMath xmlns:m="http://schemas.openxmlformats.org/officeDocument/2006/math">
                              <m:r>
                                <a:rPr lang="en-GB" sz="1100" b="0" i="1" baseline="0" dirty="0" smtClean="0">
                                  <a:solidFill>
                                    <a:schemeClr val="tx1"/>
                                  </a:solidFill>
                                  <a:latin typeface="Cambria Math" panose="02040503050406030204" pitchFamily="18" charset="0"/>
                                </a:rPr>
                                <m:t>×</m:t>
                              </m:r>
                              <m:r>
                                <a:rPr lang="en-US" sz="1100" i="1" baseline="0" dirty="0" smtClean="0">
                                  <a:solidFill>
                                    <a:schemeClr val="tx1"/>
                                  </a:solidFill>
                                  <a:latin typeface="Cambria Math" panose="02040503050406030204" pitchFamily="18" charset="0"/>
                                </a:rPr>
                                <m:t>10, 100 </m:t>
                              </m:r>
                              <m:r>
                                <a:rPr lang="en-US" sz="1100" i="1" baseline="0" dirty="0" smtClean="0">
                                  <a:solidFill>
                                    <a:schemeClr val="tx1"/>
                                  </a:solidFill>
                                  <a:latin typeface="Cambria Math" panose="02040503050406030204" pitchFamily="18" charset="0"/>
                                </a:rPr>
                                <m:t>𝑜𝑟</m:t>
                              </m:r>
                              <m:r>
                                <a:rPr lang="en-US" sz="1100" i="1" baseline="0" dirty="0" smtClean="0">
                                  <a:solidFill>
                                    <a:schemeClr val="tx1"/>
                                  </a:solidFill>
                                  <a:latin typeface="Cambria Math" panose="02040503050406030204" pitchFamily="18" charset="0"/>
                                </a:rPr>
                                <m:t> 1000</m:t>
                              </m:r>
                            </m:oMath>
                          </a14:m>
                          <a:r>
                            <a:rPr lang="en-GB" sz="1100">
                              <a:solidFill>
                                <a:schemeClr val="tx1"/>
                              </a:solidFill>
                            </a:rPr>
                            <a:t>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37716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Carry out the multiplication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467726"/>
                      </a:ext>
                    </a:extLst>
                  </a:tr>
                  <a:tr h="12686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Divide the answer by the amount you multiplied each number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481789"/>
                      </a:ext>
                    </a:extLst>
                  </a:tr>
                </a:tbl>
              </a:graphicData>
            </a:graphic>
          </p:graphicFrame>
        </mc:Choice>
        <mc:Fallback xmlns="">
          <p:graphicFrame>
            <p:nvGraphicFramePr>
              <p:cNvPr id="3" name="Table 2">
                <a:extLst>
                  <a:ext uri="{FF2B5EF4-FFF2-40B4-BE49-F238E27FC236}">
                    <a16:creationId xmlns:a16="http://schemas.microsoft.com/office/drawing/2014/main" id="{A5520D70-FEDF-C3A1-0595-C97FEBD5AD7B}"/>
                  </a:ext>
                </a:extLst>
              </p:cNvPr>
              <p:cNvGraphicFramePr>
                <a:graphicFrameLocks noGrp="1"/>
              </p:cNvGraphicFramePr>
              <p:nvPr/>
            </p:nvGraphicFramePr>
            <p:xfrm>
              <a:off x="142761" y="3934792"/>
              <a:ext cx="6572478" cy="3162277"/>
            </p:xfrm>
            <a:graphic>
              <a:graphicData uri="http://schemas.openxmlformats.org/drawingml/2006/table">
                <a:tbl>
                  <a:tblPr firstRow="1" bandRow="1">
                    <a:tableStyleId>{5C22544A-7EE6-4342-B048-85BDC9FD1C3A}</a:tableStyleId>
                  </a:tblPr>
                  <a:tblGrid>
                    <a:gridCol w="1072581">
                      <a:extLst>
                        <a:ext uri="{9D8B030D-6E8A-4147-A177-3AD203B41FA5}">
                          <a16:colId xmlns:a16="http://schemas.microsoft.com/office/drawing/2014/main" val="1568142362"/>
                        </a:ext>
                      </a:extLst>
                    </a:gridCol>
                    <a:gridCol w="1833299">
                      <a:extLst>
                        <a:ext uri="{9D8B030D-6E8A-4147-A177-3AD203B41FA5}">
                          <a16:colId xmlns:a16="http://schemas.microsoft.com/office/drawing/2014/main" val="3551711160"/>
                        </a:ext>
                      </a:extLst>
                    </a:gridCol>
                    <a:gridCol w="1833299">
                      <a:extLst>
                        <a:ext uri="{9D8B030D-6E8A-4147-A177-3AD203B41FA5}">
                          <a16:colId xmlns:a16="http://schemas.microsoft.com/office/drawing/2014/main" val="1712497518"/>
                        </a:ext>
                      </a:extLst>
                    </a:gridCol>
                    <a:gridCol w="1833299">
                      <a:extLst>
                        <a:ext uri="{9D8B030D-6E8A-4147-A177-3AD203B41FA5}">
                          <a16:colId xmlns:a16="http://schemas.microsoft.com/office/drawing/2014/main" val="886122921"/>
                        </a:ext>
                      </a:extLst>
                    </a:gridCol>
                  </a:tblGrid>
                  <a:tr h="36967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8804" t="-1639" r="-200664" b="-75573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8804" t="-1639" r="-100664" b="-75573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58804" t="-1639" r="-664" b="-755738"/>
                          </a:stretch>
                        </a:blipFill>
                      </a:tcPr>
                    </a:tc>
                    <a:extLst>
                      <a:ext uri="{0D108BD9-81ED-4DB2-BD59-A6C34878D82A}">
                        <a16:rowId xmlns:a16="http://schemas.microsoft.com/office/drawing/2014/main" val="2357201933"/>
                      </a:ext>
                    </a:extLst>
                  </a:tr>
                  <a:tr h="1097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8" t="-34444" r="-514205" b="-156111"/>
                          </a:stretch>
                        </a:blip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267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Carry out the multiplication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467726"/>
                      </a:ext>
                    </a:extLst>
                  </a:tr>
                  <a:tr h="12686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Divide the answer by the amount you multiplied each number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481789"/>
                      </a:ext>
                    </a:extLst>
                  </a:tr>
                </a:tbl>
              </a:graphicData>
            </a:graphic>
          </p:graphicFrame>
        </mc:Fallback>
      </mc:AlternateContent>
      <p:grpSp>
        <p:nvGrpSpPr>
          <p:cNvPr id="38" name="Group 37">
            <a:extLst>
              <a:ext uri="{FF2B5EF4-FFF2-40B4-BE49-F238E27FC236}">
                <a16:creationId xmlns:a16="http://schemas.microsoft.com/office/drawing/2014/main" id="{F54C8FF0-B58D-30A6-B585-01E3F1B2F13A}"/>
              </a:ext>
            </a:extLst>
          </p:cNvPr>
          <p:cNvGrpSpPr/>
          <p:nvPr/>
        </p:nvGrpSpPr>
        <p:grpSpPr>
          <a:xfrm>
            <a:off x="415884" y="8270418"/>
            <a:ext cx="6142542" cy="1199195"/>
            <a:chOff x="280324" y="4331428"/>
            <a:chExt cx="6142542" cy="1199195"/>
          </a:xfrm>
        </p:grpSpPr>
        <p:pic>
          <p:nvPicPr>
            <p:cNvPr id="39" name="Picture 38" descr="A screenshot of a computer&#10;&#10;Description automatically generated">
              <a:extLst>
                <a:ext uri="{FF2B5EF4-FFF2-40B4-BE49-F238E27FC236}">
                  <a16:creationId xmlns:a16="http://schemas.microsoft.com/office/drawing/2014/main" id="{DA93EB11-4675-D08C-907D-7A71525AF1A4}"/>
                </a:ext>
              </a:extLst>
            </p:cNvPr>
            <p:cNvPicPr>
              <a:picLocks noChangeAspect="1"/>
            </p:cNvPicPr>
            <p:nvPr/>
          </p:nvPicPr>
          <p:blipFill rotWithShape="1">
            <a:blip r:embed="rId4"/>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40" name="Picture 39" descr="A screenshot of a computer&#10;&#10;Description automatically generated">
              <a:extLst>
                <a:ext uri="{FF2B5EF4-FFF2-40B4-BE49-F238E27FC236}">
                  <a16:creationId xmlns:a16="http://schemas.microsoft.com/office/drawing/2014/main" id="{51CE793F-0AB4-A65B-C58F-E65FA086E0A4}"/>
                </a:ext>
              </a:extLst>
            </p:cNvPr>
            <p:cNvPicPr>
              <a:picLocks noChangeAspect="1"/>
            </p:cNvPicPr>
            <p:nvPr/>
          </p:nvPicPr>
          <p:blipFill rotWithShape="1">
            <a:blip r:embed="rId4"/>
            <a:srcRect l="37224" t="34284" r="49991" b="46867"/>
            <a:stretch/>
          </p:blipFill>
          <p:spPr bwMode="auto">
            <a:xfrm>
              <a:off x="2479979" y="4335654"/>
              <a:ext cx="1801789" cy="1194969"/>
            </a:xfrm>
            <a:prstGeom prst="rect">
              <a:avLst/>
            </a:prstGeom>
            <a:ln>
              <a:noFill/>
            </a:ln>
            <a:extLst>
              <a:ext uri="{53640926-AAD7-44D8-BBD7-CCE9431645EC}">
                <a14:shadowObscured xmlns:a14="http://schemas.microsoft.com/office/drawing/2010/main"/>
              </a:ext>
            </a:extLst>
          </p:spPr>
        </p:pic>
        <p:pic>
          <p:nvPicPr>
            <p:cNvPr id="41" name="Picture 40" descr="A screenshot of a computer&#10;&#10;Description automatically generated">
              <a:extLst>
                <a:ext uri="{FF2B5EF4-FFF2-40B4-BE49-F238E27FC236}">
                  <a16:creationId xmlns:a16="http://schemas.microsoft.com/office/drawing/2014/main" id="{6A4EDF21-2B17-2E07-83C8-457953BAAB54}"/>
                </a:ext>
              </a:extLst>
            </p:cNvPr>
            <p:cNvPicPr>
              <a:picLocks noChangeAspect="1"/>
            </p:cNvPicPr>
            <p:nvPr/>
          </p:nvPicPr>
          <p:blipFill rotWithShape="1">
            <a:blip r:embed="rId4"/>
            <a:srcRect l="37224" t="34284" r="49991" b="46867"/>
            <a:stretch/>
          </p:blipFill>
          <p:spPr bwMode="auto">
            <a:xfrm>
              <a:off x="4621077" y="4331429"/>
              <a:ext cx="1801789" cy="1194969"/>
            </a:xfrm>
            <a:prstGeom prst="rect">
              <a:avLst/>
            </a:prstGeom>
            <a:ln>
              <a:noFill/>
            </a:ln>
            <a:extLst>
              <a:ext uri="{53640926-AAD7-44D8-BBD7-CCE9431645EC}">
                <a14:shadowObscured xmlns:a14="http://schemas.microsoft.com/office/drawing/2010/main"/>
              </a:ext>
            </a:extLst>
          </p:spPr>
        </p:pic>
      </p:gr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6761B85-5108-7321-0AB8-98A472253EAD}"/>
                  </a:ext>
                </a:extLst>
              </p:cNvPr>
              <p:cNvGraphicFramePr>
                <a:graphicFrameLocks noGrp="1"/>
              </p:cNvGraphicFramePr>
              <p:nvPr/>
            </p:nvGraphicFramePr>
            <p:xfrm>
              <a:off x="200916" y="7562151"/>
              <a:ext cx="6572478" cy="2050290"/>
            </p:xfrm>
            <a:graphic>
              <a:graphicData uri="http://schemas.openxmlformats.org/drawingml/2006/table">
                <a:tbl>
                  <a:tblPr firstRow="1" bandRow="1">
                    <a:tableStyleId>{5C22544A-7EE6-4342-B048-85BDC9FD1C3A}</a:tableStyleId>
                  </a:tblPr>
                  <a:tblGrid>
                    <a:gridCol w="2190826">
                      <a:extLst>
                        <a:ext uri="{9D8B030D-6E8A-4147-A177-3AD203B41FA5}">
                          <a16:colId xmlns:a16="http://schemas.microsoft.com/office/drawing/2014/main" val="1568142362"/>
                        </a:ext>
                      </a:extLst>
                    </a:gridCol>
                    <a:gridCol w="2190826">
                      <a:extLst>
                        <a:ext uri="{9D8B030D-6E8A-4147-A177-3AD203B41FA5}">
                          <a16:colId xmlns:a16="http://schemas.microsoft.com/office/drawing/2014/main" val="4037115703"/>
                        </a:ext>
                      </a:extLst>
                    </a:gridCol>
                    <a:gridCol w="2190826">
                      <a:extLst>
                        <a:ext uri="{9D8B030D-6E8A-4147-A177-3AD203B41FA5}">
                          <a16:colId xmlns:a16="http://schemas.microsoft.com/office/drawing/2014/main" val="410766759"/>
                        </a:ext>
                      </a:extLst>
                    </a:gridCol>
                  </a:tblGrid>
                  <a:tr h="273910">
                    <a:tc gridSpan="3">
                      <a:txBody>
                        <a:bodyPr/>
                        <a:lstStyle/>
                        <a:p>
                          <a:r>
                            <a:rPr lang="en-US" sz="1200" b="0" baseline="0">
                              <a:solidFill>
                                <a:schemeClr val="tx1"/>
                              </a:solidFill>
                              <a:latin typeface="+mn-lt"/>
                            </a:rPr>
                            <a:t>Question 2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69213032"/>
                      </a:ext>
                    </a:extLst>
                  </a:tr>
                  <a:tr h="335970">
                    <a:tc>
                      <a:txBody>
                        <a:bodyPr/>
                        <a:lstStyle/>
                        <a:p>
                          <a:pPr algn="l"/>
                          <a:r>
                            <a:rPr lang="en-US" sz="1200" baseline="0">
                              <a:solidFill>
                                <a:schemeClr val="tx1"/>
                              </a:solidFill>
                              <a:latin typeface="+mn-lt"/>
                            </a:rPr>
                            <a:t>a)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3.1</m:t>
                              </m:r>
                              <m:r>
                                <a:rPr lang="en-GB" sz="1200" b="0" i="1" baseline="0" smtClean="0">
                                  <a:solidFill>
                                    <a:schemeClr val="tx1"/>
                                  </a:solidFill>
                                  <a:latin typeface="Cambria Math" panose="02040503050406030204" pitchFamily="18" charset="0"/>
                                  <a:ea typeface="Cambria Math" panose="02040503050406030204" pitchFamily="18" charset="0"/>
                                </a:rPr>
                                <m:t>×0.5</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b)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6.3</m:t>
                              </m:r>
                              <m:r>
                                <a:rPr lang="en-GB" sz="1200" b="0" i="1" baseline="0" smtClean="0">
                                  <a:solidFill>
                                    <a:schemeClr val="tx1"/>
                                  </a:solidFill>
                                  <a:latin typeface="Cambria Math" panose="02040503050406030204" pitchFamily="18" charset="0"/>
                                  <a:ea typeface="Cambria Math" panose="02040503050406030204" pitchFamily="18" charset="0"/>
                                </a:rPr>
                                <m:t>×0.3</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c)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5.4</m:t>
                              </m:r>
                              <m:r>
                                <a:rPr lang="en-GB" sz="1200" b="0" i="1" baseline="0" smtClean="0">
                                  <a:solidFill>
                                    <a:schemeClr val="tx1"/>
                                  </a:solidFill>
                                  <a:latin typeface="Cambria Math" panose="02040503050406030204" pitchFamily="18" charset="0"/>
                                  <a:ea typeface="Cambria Math" panose="02040503050406030204" pitchFamily="18" charset="0"/>
                                </a:rPr>
                                <m:t>×0.7</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2838357"/>
                      </a:ext>
                    </a:extLst>
                  </a:tr>
                  <a:tr h="1440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7428327"/>
                      </a:ext>
                    </a:extLst>
                  </a:tr>
                </a:tbl>
              </a:graphicData>
            </a:graphic>
          </p:graphicFrame>
        </mc:Choice>
        <mc:Fallback xmlns="">
          <p:graphicFrame>
            <p:nvGraphicFramePr>
              <p:cNvPr id="2" name="Table 1">
                <a:extLst>
                  <a:ext uri="{FF2B5EF4-FFF2-40B4-BE49-F238E27FC236}">
                    <a16:creationId xmlns:a16="http://schemas.microsoft.com/office/drawing/2014/main" id="{86761B85-5108-7321-0AB8-98A472253EAD}"/>
                  </a:ext>
                </a:extLst>
              </p:cNvPr>
              <p:cNvGraphicFramePr>
                <a:graphicFrameLocks noGrp="1"/>
              </p:cNvGraphicFramePr>
              <p:nvPr/>
            </p:nvGraphicFramePr>
            <p:xfrm>
              <a:off x="200916" y="7562151"/>
              <a:ext cx="6572478" cy="2050290"/>
            </p:xfrm>
            <a:graphic>
              <a:graphicData uri="http://schemas.openxmlformats.org/drawingml/2006/table">
                <a:tbl>
                  <a:tblPr firstRow="1" bandRow="1">
                    <a:tableStyleId>{5C22544A-7EE6-4342-B048-85BDC9FD1C3A}</a:tableStyleId>
                  </a:tblPr>
                  <a:tblGrid>
                    <a:gridCol w="2190826">
                      <a:extLst>
                        <a:ext uri="{9D8B030D-6E8A-4147-A177-3AD203B41FA5}">
                          <a16:colId xmlns:a16="http://schemas.microsoft.com/office/drawing/2014/main" val="1568142362"/>
                        </a:ext>
                      </a:extLst>
                    </a:gridCol>
                    <a:gridCol w="2190826">
                      <a:extLst>
                        <a:ext uri="{9D8B030D-6E8A-4147-A177-3AD203B41FA5}">
                          <a16:colId xmlns:a16="http://schemas.microsoft.com/office/drawing/2014/main" val="4037115703"/>
                        </a:ext>
                      </a:extLst>
                    </a:gridCol>
                    <a:gridCol w="2190826">
                      <a:extLst>
                        <a:ext uri="{9D8B030D-6E8A-4147-A177-3AD203B41FA5}">
                          <a16:colId xmlns:a16="http://schemas.microsoft.com/office/drawing/2014/main" val="410766759"/>
                        </a:ext>
                      </a:extLst>
                    </a:gridCol>
                  </a:tblGrid>
                  <a:tr h="274320">
                    <a:tc gridSpan="3">
                      <a:txBody>
                        <a:bodyPr/>
                        <a:lstStyle/>
                        <a:p>
                          <a:r>
                            <a:rPr lang="en-US" sz="1200" b="0" baseline="0">
                              <a:solidFill>
                                <a:schemeClr val="tx1"/>
                              </a:solidFill>
                              <a:latin typeface="+mn-lt"/>
                            </a:rPr>
                            <a:t>Question 2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69213032"/>
                      </a:ext>
                    </a:extLst>
                  </a:tr>
                  <a:tr h="33597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8" t="-81818" r="-200556" b="-43454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278" t="-81818" r="-100556" b="-43454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278" t="-81818" r="-556" b="-434545"/>
                          </a:stretch>
                        </a:blipFill>
                      </a:tcPr>
                    </a:tc>
                    <a:extLst>
                      <a:ext uri="{0D108BD9-81ED-4DB2-BD59-A6C34878D82A}">
                        <a16:rowId xmlns:a16="http://schemas.microsoft.com/office/drawing/2014/main" val="472838357"/>
                      </a:ext>
                    </a:extLst>
                  </a:tr>
                  <a:tr h="1440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7428327"/>
                      </a:ext>
                    </a:extLst>
                  </a:tr>
                </a:tbl>
              </a:graphicData>
            </a:graphic>
          </p:graphicFrame>
        </mc:Fallback>
      </mc:AlternateContent>
      <p:sp>
        <p:nvSpPr>
          <p:cNvPr id="4" name="Rectangle 3">
            <a:extLst>
              <a:ext uri="{FF2B5EF4-FFF2-40B4-BE49-F238E27FC236}">
                <a16:creationId xmlns:a16="http://schemas.microsoft.com/office/drawing/2014/main" id="{7DBF73F1-BFD9-BB3F-E643-13AC18CB97C9}"/>
              </a:ext>
            </a:extLst>
          </p:cNvPr>
          <p:cNvSpPr/>
          <p:nvPr/>
        </p:nvSpPr>
        <p:spPr>
          <a:xfrm>
            <a:off x="156628" y="7207169"/>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12" name="Slide Number Placeholder 5">
            <a:extLst>
              <a:ext uri="{FF2B5EF4-FFF2-40B4-BE49-F238E27FC236}">
                <a16:creationId xmlns:a16="http://schemas.microsoft.com/office/drawing/2014/main" id="{3FA0C9F8-1EBF-3585-964A-9E6C0D929BE6}"/>
              </a:ext>
            </a:extLst>
          </p:cNvPr>
          <p:cNvSpPr>
            <a:spLocks noGrp="1"/>
          </p:cNvSpPr>
          <p:nvPr>
            <p:ph type="sldNum" sz="quarter" idx="12"/>
          </p:nvPr>
        </p:nvSpPr>
        <p:spPr>
          <a:xfrm>
            <a:off x="5317040" y="9484142"/>
            <a:ext cx="1543050" cy="527403"/>
          </a:xfrm>
        </p:spPr>
        <p:txBody>
          <a:bodyPr/>
          <a:lstStyle/>
          <a:p>
            <a:fld id="{19F1D9CC-7119-45EC-A96C-D8C0660F3AAB}" type="slidenum">
              <a:rPr lang="en-GB" smtClean="0">
                <a:solidFill>
                  <a:schemeClr val="tx1"/>
                </a:solidFill>
              </a:rPr>
              <a:t>7</a:t>
            </a:fld>
            <a:endParaRPr lang="en-GB">
              <a:solidFill>
                <a:schemeClr val="tx1"/>
              </a:solidFill>
            </a:endParaRPr>
          </a:p>
        </p:txBody>
      </p:sp>
      <mc:AlternateContent xmlns:mc="http://schemas.openxmlformats.org/markup-compatibility/2006" xmlns:a14="http://schemas.microsoft.com/office/drawing/2010/main">
        <mc:Choice Requires="a14">
          <p:graphicFrame>
            <p:nvGraphicFramePr>
              <p:cNvPr id="28" name="Table 27">
                <a:extLst>
                  <a:ext uri="{FF2B5EF4-FFF2-40B4-BE49-F238E27FC236}">
                    <a16:creationId xmlns:a16="http://schemas.microsoft.com/office/drawing/2014/main" id="{232BD9B9-D067-A9C6-1B7A-01E6727DD038}"/>
                  </a:ext>
                </a:extLst>
              </p:cNvPr>
              <p:cNvGraphicFramePr>
                <a:graphicFrameLocks noGrp="1"/>
              </p:cNvGraphicFramePr>
              <p:nvPr/>
            </p:nvGraphicFramePr>
            <p:xfrm>
              <a:off x="142761" y="383144"/>
              <a:ext cx="6572478" cy="3162277"/>
            </p:xfrm>
            <a:graphic>
              <a:graphicData uri="http://schemas.openxmlformats.org/drawingml/2006/table">
                <a:tbl>
                  <a:tblPr firstRow="1" bandRow="1">
                    <a:tableStyleId>{5C22544A-7EE6-4342-B048-85BDC9FD1C3A}</a:tableStyleId>
                  </a:tblPr>
                  <a:tblGrid>
                    <a:gridCol w="1072581">
                      <a:extLst>
                        <a:ext uri="{9D8B030D-6E8A-4147-A177-3AD203B41FA5}">
                          <a16:colId xmlns:a16="http://schemas.microsoft.com/office/drawing/2014/main" val="1568142362"/>
                        </a:ext>
                      </a:extLst>
                    </a:gridCol>
                    <a:gridCol w="1833299">
                      <a:extLst>
                        <a:ext uri="{9D8B030D-6E8A-4147-A177-3AD203B41FA5}">
                          <a16:colId xmlns:a16="http://schemas.microsoft.com/office/drawing/2014/main" val="3551711160"/>
                        </a:ext>
                      </a:extLst>
                    </a:gridCol>
                    <a:gridCol w="1833299">
                      <a:extLst>
                        <a:ext uri="{9D8B030D-6E8A-4147-A177-3AD203B41FA5}">
                          <a16:colId xmlns:a16="http://schemas.microsoft.com/office/drawing/2014/main" val="1712497518"/>
                        </a:ext>
                      </a:extLst>
                    </a:gridCol>
                    <a:gridCol w="1833299">
                      <a:extLst>
                        <a:ext uri="{9D8B030D-6E8A-4147-A177-3AD203B41FA5}">
                          <a16:colId xmlns:a16="http://schemas.microsoft.com/office/drawing/2014/main" val="886122921"/>
                        </a:ext>
                      </a:extLst>
                    </a:gridCol>
                  </a:tblGrid>
                  <a:tr h="36967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2.4</m:t>
                                </m:r>
                                <m:r>
                                  <a:rPr lang="en-GB" sz="1200" b="0" i="1" smtClean="0">
                                    <a:solidFill>
                                      <a:schemeClr val="tx1"/>
                                    </a:solidFill>
                                    <a:latin typeface="Cambria Math" panose="02040503050406030204" pitchFamily="18" charset="0"/>
                                    <a:ea typeface="Cambria Math" panose="02040503050406030204" pitchFamily="18" charset="0"/>
                                  </a:rPr>
                                  <m:t>×3.5</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ea typeface="Cambria Math" panose="02040503050406030204" pitchFamily="18" charset="0"/>
                                  </a:rPr>
                                  <m:t>3.4×7.2</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1.7</m:t>
                                </m:r>
                                <m:r>
                                  <a:rPr lang="en-GB" sz="1200" b="0" i="1" smtClean="0">
                                    <a:solidFill>
                                      <a:schemeClr val="tx1"/>
                                    </a:solidFill>
                                    <a:latin typeface="Cambria Math" panose="02040503050406030204" pitchFamily="18" charset="0"/>
                                    <a:ea typeface="Cambria Math" panose="02040503050406030204" pitchFamily="18" charset="0"/>
                                  </a:rPr>
                                  <m:t>×2.3</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3492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Multiply the numbers to make them integers </a:t>
                          </a:r>
                          <a:r>
                            <a:rPr lang="en-US" sz="1100" b="0" baseline="0">
                              <a:solidFill>
                                <a:schemeClr val="tx1"/>
                              </a:solidFill>
                            </a:rPr>
                            <a:t>(</a:t>
                          </a:r>
                          <a14:m>
                            <m:oMath xmlns:m="http://schemas.openxmlformats.org/officeDocument/2006/math">
                              <m:r>
                                <a:rPr lang="en-GB" sz="1100" b="0" i="1" baseline="0" dirty="0" smtClean="0">
                                  <a:solidFill>
                                    <a:schemeClr val="tx1"/>
                                  </a:solidFill>
                                  <a:latin typeface="Cambria Math" panose="02040503050406030204" pitchFamily="18" charset="0"/>
                                </a:rPr>
                                <m:t>×</m:t>
                              </m:r>
                              <m:r>
                                <a:rPr lang="en-US" sz="1100" i="1" baseline="0" dirty="0" smtClean="0">
                                  <a:solidFill>
                                    <a:schemeClr val="tx1"/>
                                  </a:solidFill>
                                  <a:latin typeface="Cambria Math" panose="02040503050406030204" pitchFamily="18" charset="0"/>
                                </a:rPr>
                                <m:t>10, 100 </m:t>
                              </m:r>
                              <m:r>
                                <a:rPr lang="en-US" sz="1100" i="1" baseline="0" dirty="0" smtClean="0">
                                  <a:solidFill>
                                    <a:schemeClr val="tx1"/>
                                  </a:solidFill>
                                  <a:latin typeface="Cambria Math" panose="02040503050406030204" pitchFamily="18" charset="0"/>
                                </a:rPr>
                                <m:t>𝑜𝑟</m:t>
                              </m:r>
                              <m:r>
                                <a:rPr lang="en-US" sz="1100" i="1" baseline="0" dirty="0" smtClean="0">
                                  <a:solidFill>
                                    <a:schemeClr val="tx1"/>
                                  </a:solidFill>
                                  <a:latin typeface="Cambria Math" panose="02040503050406030204" pitchFamily="18" charset="0"/>
                                </a:rPr>
                                <m:t> 1000</m:t>
                              </m:r>
                            </m:oMath>
                          </a14:m>
                          <a:r>
                            <a:rPr lang="en-GB" sz="1100">
                              <a:solidFill>
                                <a:schemeClr val="tx1"/>
                              </a:solidFill>
                            </a:rPr>
                            <a:t>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37716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Carry out the multiplication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467726"/>
                      </a:ext>
                    </a:extLst>
                  </a:tr>
                  <a:tr h="12686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Divide the answer by the amount you multiplied each number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481789"/>
                      </a:ext>
                    </a:extLst>
                  </a:tr>
                </a:tbl>
              </a:graphicData>
            </a:graphic>
          </p:graphicFrame>
        </mc:Choice>
        <mc:Fallback xmlns="">
          <p:graphicFrame>
            <p:nvGraphicFramePr>
              <p:cNvPr id="28" name="Table 27">
                <a:extLst>
                  <a:ext uri="{FF2B5EF4-FFF2-40B4-BE49-F238E27FC236}">
                    <a16:creationId xmlns:a16="http://schemas.microsoft.com/office/drawing/2014/main" id="{232BD9B9-D067-A9C6-1B7A-01E6727DD038}"/>
                  </a:ext>
                </a:extLst>
              </p:cNvPr>
              <p:cNvGraphicFramePr>
                <a:graphicFrameLocks noGrp="1"/>
              </p:cNvGraphicFramePr>
              <p:nvPr/>
            </p:nvGraphicFramePr>
            <p:xfrm>
              <a:off x="142761" y="383144"/>
              <a:ext cx="6572478" cy="3162277"/>
            </p:xfrm>
            <a:graphic>
              <a:graphicData uri="http://schemas.openxmlformats.org/drawingml/2006/table">
                <a:tbl>
                  <a:tblPr firstRow="1" bandRow="1">
                    <a:tableStyleId>{5C22544A-7EE6-4342-B048-85BDC9FD1C3A}</a:tableStyleId>
                  </a:tblPr>
                  <a:tblGrid>
                    <a:gridCol w="1072581">
                      <a:extLst>
                        <a:ext uri="{9D8B030D-6E8A-4147-A177-3AD203B41FA5}">
                          <a16:colId xmlns:a16="http://schemas.microsoft.com/office/drawing/2014/main" val="1568142362"/>
                        </a:ext>
                      </a:extLst>
                    </a:gridCol>
                    <a:gridCol w="1833299">
                      <a:extLst>
                        <a:ext uri="{9D8B030D-6E8A-4147-A177-3AD203B41FA5}">
                          <a16:colId xmlns:a16="http://schemas.microsoft.com/office/drawing/2014/main" val="3551711160"/>
                        </a:ext>
                      </a:extLst>
                    </a:gridCol>
                    <a:gridCol w="1833299">
                      <a:extLst>
                        <a:ext uri="{9D8B030D-6E8A-4147-A177-3AD203B41FA5}">
                          <a16:colId xmlns:a16="http://schemas.microsoft.com/office/drawing/2014/main" val="1712497518"/>
                        </a:ext>
                      </a:extLst>
                    </a:gridCol>
                    <a:gridCol w="1833299">
                      <a:extLst>
                        <a:ext uri="{9D8B030D-6E8A-4147-A177-3AD203B41FA5}">
                          <a16:colId xmlns:a16="http://schemas.microsoft.com/office/drawing/2014/main" val="886122921"/>
                        </a:ext>
                      </a:extLst>
                    </a:gridCol>
                  </a:tblGrid>
                  <a:tr h="36967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8804" t="-1639" r="-200664" b="-75573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58804" t="-1639" r="-100664" b="-75573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58804" t="-1639" r="-664" b="-755738"/>
                          </a:stretch>
                        </a:blipFill>
                      </a:tcPr>
                    </a:tc>
                    <a:extLst>
                      <a:ext uri="{0D108BD9-81ED-4DB2-BD59-A6C34878D82A}">
                        <a16:rowId xmlns:a16="http://schemas.microsoft.com/office/drawing/2014/main" val="2357201933"/>
                      </a:ext>
                    </a:extLst>
                  </a:tr>
                  <a:tr h="1097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68" t="-34444" r="-514205" b="-156111"/>
                          </a:stretch>
                        </a:blip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267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Carry out the multiplication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467726"/>
                      </a:ext>
                    </a:extLst>
                  </a:tr>
                  <a:tr h="12686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Divide the answer by the amount you multiplied each number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481789"/>
                      </a:ext>
                    </a:extLst>
                  </a:tr>
                </a:tbl>
              </a:graphicData>
            </a:graphic>
          </p:graphicFrame>
        </mc:Fallback>
      </mc:AlternateContent>
      <p:sp>
        <p:nvSpPr>
          <p:cNvPr id="30" name="TextBox 29">
            <a:extLst>
              <a:ext uri="{FF2B5EF4-FFF2-40B4-BE49-F238E27FC236}">
                <a16:creationId xmlns:a16="http://schemas.microsoft.com/office/drawing/2014/main" id="{F90E7447-E8E3-CC3E-B76B-F14547472CE0}"/>
              </a:ext>
            </a:extLst>
          </p:cNvPr>
          <p:cNvSpPr txBox="1"/>
          <p:nvPr/>
        </p:nvSpPr>
        <p:spPr>
          <a:xfrm>
            <a:off x="1262156" y="109205"/>
            <a:ext cx="1410704" cy="276999"/>
          </a:xfrm>
          <a:prstGeom prst="rect">
            <a:avLst/>
          </a:prstGeom>
          <a:noFill/>
          <a:ln>
            <a:noFill/>
          </a:ln>
        </p:spPr>
        <p:txBody>
          <a:bodyPr wrap="square" rtlCol="0">
            <a:spAutoFit/>
          </a:bodyPr>
          <a:lstStyle/>
          <a:p>
            <a:r>
              <a:rPr lang="en-GB" sz="1200" b="1" i="1">
                <a:solidFill>
                  <a:srgbClr val="FF0000"/>
                </a:solidFill>
              </a:rPr>
              <a:t>Example 7 – I do…</a:t>
            </a:r>
          </a:p>
        </p:txBody>
      </p:sp>
      <p:sp>
        <p:nvSpPr>
          <p:cNvPr id="32" name="TextBox 31">
            <a:extLst>
              <a:ext uri="{FF2B5EF4-FFF2-40B4-BE49-F238E27FC236}">
                <a16:creationId xmlns:a16="http://schemas.microsoft.com/office/drawing/2014/main" id="{2ECF2F92-6597-E0A6-C516-4ABF64350EBB}"/>
              </a:ext>
            </a:extLst>
          </p:cNvPr>
          <p:cNvSpPr txBox="1"/>
          <p:nvPr/>
        </p:nvSpPr>
        <p:spPr>
          <a:xfrm>
            <a:off x="5036761" y="111038"/>
            <a:ext cx="1643405" cy="276999"/>
          </a:xfrm>
          <a:prstGeom prst="rect">
            <a:avLst/>
          </a:prstGeom>
          <a:noFill/>
          <a:ln>
            <a:noFill/>
          </a:ln>
        </p:spPr>
        <p:txBody>
          <a:bodyPr wrap="square" rtlCol="0">
            <a:spAutoFit/>
          </a:bodyPr>
          <a:lstStyle/>
          <a:p>
            <a:r>
              <a:rPr lang="en-GB" sz="1200" b="1" i="1">
                <a:solidFill>
                  <a:srgbClr val="00B050"/>
                </a:solidFill>
              </a:rPr>
              <a:t>Example 9 – You do…</a:t>
            </a:r>
          </a:p>
        </p:txBody>
      </p:sp>
      <p:sp>
        <p:nvSpPr>
          <p:cNvPr id="33" name="TextBox 32">
            <a:extLst>
              <a:ext uri="{FF2B5EF4-FFF2-40B4-BE49-F238E27FC236}">
                <a16:creationId xmlns:a16="http://schemas.microsoft.com/office/drawing/2014/main" id="{3E4045B9-CE59-F59C-52D3-5AC8F49CC038}"/>
              </a:ext>
            </a:extLst>
          </p:cNvPr>
          <p:cNvSpPr txBox="1"/>
          <p:nvPr/>
        </p:nvSpPr>
        <p:spPr>
          <a:xfrm>
            <a:off x="3098517" y="106146"/>
            <a:ext cx="1643405" cy="276999"/>
          </a:xfrm>
          <a:prstGeom prst="rect">
            <a:avLst/>
          </a:prstGeom>
          <a:noFill/>
          <a:ln>
            <a:noFill/>
          </a:ln>
        </p:spPr>
        <p:txBody>
          <a:bodyPr wrap="square" rtlCol="0">
            <a:spAutoFit/>
          </a:bodyPr>
          <a:lstStyle/>
          <a:p>
            <a:r>
              <a:rPr lang="en-GB" sz="1200" b="1" i="1">
                <a:solidFill>
                  <a:schemeClr val="accent2"/>
                </a:solidFill>
              </a:rPr>
              <a:t>Example 8 – We do…</a:t>
            </a:r>
          </a:p>
        </p:txBody>
      </p:sp>
      <p:grpSp>
        <p:nvGrpSpPr>
          <p:cNvPr id="34" name="Group 33">
            <a:extLst>
              <a:ext uri="{FF2B5EF4-FFF2-40B4-BE49-F238E27FC236}">
                <a16:creationId xmlns:a16="http://schemas.microsoft.com/office/drawing/2014/main" id="{2DBEEEDC-F17D-6924-3915-2A8D675FDBB0}"/>
              </a:ext>
            </a:extLst>
          </p:cNvPr>
          <p:cNvGrpSpPr/>
          <p:nvPr/>
        </p:nvGrpSpPr>
        <p:grpSpPr>
          <a:xfrm>
            <a:off x="1298486" y="1287658"/>
            <a:ext cx="5336703" cy="1194969"/>
            <a:chOff x="280324" y="4331428"/>
            <a:chExt cx="5797387" cy="1194969"/>
          </a:xfrm>
        </p:grpSpPr>
        <p:pic>
          <p:nvPicPr>
            <p:cNvPr id="35" name="Picture 34" descr="A screenshot of a computer&#10;&#10;Description automatically generated">
              <a:extLst>
                <a:ext uri="{FF2B5EF4-FFF2-40B4-BE49-F238E27FC236}">
                  <a16:creationId xmlns:a16="http://schemas.microsoft.com/office/drawing/2014/main" id="{E8BD88F2-ACF5-3C02-7313-9A89BA436E85}"/>
                </a:ext>
              </a:extLst>
            </p:cNvPr>
            <p:cNvPicPr>
              <a:picLocks noChangeAspect="1"/>
            </p:cNvPicPr>
            <p:nvPr/>
          </p:nvPicPr>
          <p:blipFill rotWithShape="1">
            <a:blip r:embed="rId4"/>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36" name="Picture 35" descr="A screenshot of a computer&#10;&#10;Description automatically generated">
              <a:extLst>
                <a:ext uri="{FF2B5EF4-FFF2-40B4-BE49-F238E27FC236}">
                  <a16:creationId xmlns:a16="http://schemas.microsoft.com/office/drawing/2014/main" id="{928DAEB3-ABA6-ACA7-62A5-A5948518A759}"/>
                </a:ext>
              </a:extLst>
            </p:cNvPr>
            <p:cNvPicPr>
              <a:picLocks noChangeAspect="1"/>
            </p:cNvPicPr>
            <p:nvPr/>
          </p:nvPicPr>
          <p:blipFill rotWithShape="1">
            <a:blip r:embed="rId4"/>
            <a:srcRect l="37224" t="34284" r="49991" b="46867"/>
            <a:stretch/>
          </p:blipFill>
          <p:spPr bwMode="auto">
            <a:xfrm>
              <a:off x="2284071" y="4331428"/>
              <a:ext cx="1801789" cy="1194969"/>
            </a:xfrm>
            <a:prstGeom prst="rect">
              <a:avLst/>
            </a:prstGeom>
            <a:ln>
              <a:noFill/>
            </a:ln>
            <a:extLst>
              <a:ext uri="{53640926-AAD7-44D8-BBD7-CCE9431645EC}">
                <a14:shadowObscured xmlns:a14="http://schemas.microsoft.com/office/drawing/2010/main"/>
              </a:ext>
            </a:extLst>
          </p:spPr>
        </p:pic>
        <p:pic>
          <p:nvPicPr>
            <p:cNvPr id="37" name="Picture 36" descr="A screenshot of a computer&#10;&#10;Description automatically generated">
              <a:extLst>
                <a:ext uri="{FF2B5EF4-FFF2-40B4-BE49-F238E27FC236}">
                  <a16:creationId xmlns:a16="http://schemas.microsoft.com/office/drawing/2014/main" id="{ACB79326-342C-8C12-6F97-7E9146E03E34}"/>
                </a:ext>
              </a:extLst>
            </p:cNvPr>
            <p:cNvPicPr>
              <a:picLocks noChangeAspect="1"/>
            </p:cNvPicPr>
            <p:nvPr/>
          </p:nvPicPr>
          <p:blipFill rotWithShape="1">
            <a:blip r:embed="rId4"/>
            <a:srcRect l="37224" t="34284" r="49991" b="46867"/>
            <a:stretch/>
          </p:blipFill>
          <p:spPr bwMode="auto">
            <a:xfrm>
              <a:off x="4275922" y="4331428"/>
              <a:ext cx="1801789" cy="1194969"/>
            </a:xfrm>
            <a:prstGeom prst="rect">
              <a:avLst/>
            </a:prstGeom>
            <a:ln>
              <a:noFill/>
            </a:ln>
            <a:extLst>
              <a:ext uri="{53640926-AAD7-44D8-BBD7-CCE9431645EC}">
                <a14:shadowObscured xmlns:a14="http://schemas.microsoft.com/office/drawing/2010/main"/>
              </a:ext>
            </a:extLst>
          </p:spPr>
        </p:pic>
      </p:grpSp>
      <p:sp>
        <p:nvSpPr>
          <p:cNvPr id="31" name="TextBox 30">
            <a:extLst>
              <a:ext uri="{FF2B5EF4-FFF2-40B4-BE49-F238E27FC236}">
                <a16:creationId xmlns:a16="http://schemas.microsoft.com/office/drawing/2014/main" id="{6F543351-3ECB-0998-ABCB-B155BB70CCBF}"/>
              </a:ext>
            </a:extLst>
          </p:cNvPr>
          <p:cNvSpPr txBox="1"/>
          <p:nvPr/>
        </p:nvSpPr>
        <p:spPr>
          <a:xfrm>
            <a:off x="1362857" y="3646323"/>
            <a:ext cx="1410704" cy="276999"/>
          </a:xfrm>
          <a:prstGeom prst="rect">
            <a:avLst/>
          </a:prstGeom>
          <a:noFill/>
          <a:ln>
            <a:noFill/>
          </a:ln>
        </p:spPr>
        <p:txBody>
          <a:bodyPr wrap="square" rtlCol="0">
            <a:spAutoFit/>
          </a:bodyPr>
          <a:lstStyle/>
          <a:p>
            <a:r>
              <a:rPr lang="en-GB" sz="1200" b="1" i="1">
                <a:solidFill>
                  <a:srgbClr val="FF0000"/>
                </a:solidFill>
              </a:rPr>
              <a:t>Example 10 – I do…</a:t>
            </a:r>
          </a:p>
        </p:txBody>
      </p:sp>
      <p:sp>
        <p:nvSpPr>
          <p:cNvPr id="54" name="TextBox 53">
            <a:extLst>
              <a:ext uri="{FF2B5EF4-FFF2-40B4-BE49-F238E27FC236}">
                <a16:creationId xmlns:a16="http://schemas.microsoft.com/office/drawing/2014/main" id="{E43A7A05-51AC-CA64-9108-4B4DF77669FB}"/>
              </a:ext>
            </a:extLst>
          </p:cNvPr>
          <p:cNvSpPr txBox="1"/>
          <p:nvPr/>
        </p:nvSpPr>
        <p:spPr>
          <a:xfrm>
            <a:off x="5137462" y="3648156"/>
            <a:ext cx="1643405" cy="276999"/>
          </a:xfrm>
          <a:prstGeom prst="rect">
            <a:avLst/>
          </a:prstGeom>
          <a:noFill/>
          <a:ln>
            <a:noFill/>
          </a:ln>
        </p:spPr>
        <p:txBody>
          <a:bodyPr wrap="square" rtlCol="0">
            <a:spAutoFit/>
          </a:bodyPr>
          <a:lstStyle/>
          <a:p>
            <a:r>
              <a:rPr lang="en-GB" sz="1200" b="1" i="1">
                <a:solidFill>
                  <a:srgbClr val="00B050"/>
                </a:solidFill>
              </a:rPr>
              <a:t>Example 12 – You do…</a:t>
            </a:r>
          </a:p>
        </p:txBody>
      </p:sp>
      <p:sp>
        <p:nvSpPr>
          <p:cNvPr id="55" name="TextBox 54">
            <a:extLst>
              <a:ext uri="{FF2B5EF4-FFF2-40B4-BE49-F238E27FC236}">
                <a16:creationId xmlns:a16="http://schemas.microsoft.com/office/drawing/2014/main" id="{1B62A96D-DEC0-B89C-94F0-D0FF9A8D3907}"/>
              </a:ext>
            </a:extLst>
          </p:cNvPr>
          <p:cNvSpPr txBox="1"/>
          <p:nvPr/>
        </p:nvSpPr>
        <p:spPr>
          <a:xfrm>
            <a:off x="3199218" y="3643264"/>
            <a:ext cx="1643405" cy="276999"/>
          </a:xfrm>
          <a:prstGeom prst="rect">
            <a:avLst/>
          </a:prstGeom>
          <a:noFill/>
          <a:ln>
            <a:noFill/>
          </a:ln>
        </p:spPr>
        <p:txBody>
          <a:bodyPr wrap="square" rtlCol="0">
            <a:spAutoFit/>
          </a:bodyPr>
          <a:lstStyle/>
          <a:p>
            <a:r>
              <a:rPr lang="en-GB" sz="1200" b="1" i="1">
                <a:solidFill>
                  <a:schemeClr val="accent2"/>
                </a:solidFill>
              </a:rPr>
              <a:t>Example 11 – We do…</a:t>
            </a:r>
          </a:p>
        </p:txBody>
      </p:sp>
      <p:grpSp>
        <p:nvGrpSpPr>
          <p:cNvPr id="56" name="Group 55">
            <a:extLst>
              <a:ext uri="{FF2B5EF4-FFF2-40B4-BE49-F238E27FC236}">
                <a16:creationId xmlns:a16="http://schemas.microsoft.com/office/drawing/2014/main" id="{E846ADB5-07E3-41B8-AD95-AAD299AF6097}"/>
              </a:ext>
            </a:extLst>
          </p:cNvPr>
          <p:cNvGrpSpPr/>
          <p:nvPr/>
        </p:nvGrpSpPr>
        <p:grpSpPr>
          <a:xfrm>
            <a:off x="1298486" y="4858097"/>
            <a:ext cx="5336703" cy="1203373"/>
            <a:chOff x="280324" y="4331428"/>
            <a:chExt cx="5797388" cy="1203373"/>
          </a:xfrm>
        </p:grpSpPr>
        <p:pic>
          <p:nvPicPr>
            <p:cNvPr id="57" name="Picture 56" descr="A screenshot of a computer&#10;&#10;Description automatically generated">
              <a:extLst>
                <a:ext uri="{FF2B5EF4-FFF2-40B4-BE49-F238E27FC236}">
                  <a16:creationId xmlns:a16="http://schemas.microsoft.com/office/drawing/2014/main" id="{B8D11AA7-8651-74C4-D1DA-E8584B78B2FD}"/>
                </a:ext>
              </a:extLst>
            </p:cNvPr>
            <p:cNvPicPr>
              <a:picLocks noChangeAspect="1"/>
            </p:cNvPicPr>
            <p:nvPr/>
          </p:nvPicPr>
          <p:blipFill rotWithShape="1">
            <a:blip r:embed="rId4"/>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58" name="Picture 57" descr="A screenshot of a computer&#10;&#10;Description automatically generated">
              <a:extLst>
                <a:ext uri="{FF2B5EF4-FFF2-40B4-BE49-F238E27FC236}">
                  <a16:creationId xmlns:a16="http://schemas.microsoft.com/office/drawing/2014/main" id="{49412BF9-B8BF-8726-63EE-7E45C0675C47}"/>
                </a:ext>
              </a:extLst>
            </p:cNvPr>
            <p:cNvPicPr>
              <a:picLocks noChangeAspect="1"/>
            </p:cNvPicPr>
            <p:nvPr/>
          </p:nvPicPr>
          <p:blipFill rotWithShape="1">
            <a:blip r:embed="rId4"/>
            <a:srcRect l="37224" t="34284" r="49991" b="46867"/>
            <a:stretch/>
          </p:blipFill>
          <p:spPr bwMode="auto">
            <a:xfrm>
              <a:off x="2291774" y="4339832"/>
              <a:ext cx="1801789" cy="1194969"/>
            </a:xfrm>
            <a:prstGeom prst="rect">
              <a:avLst/>
            </a:prstGeom>
            <a:ln>
              <a:noFill/>
            </a:ln>
            <a:extLst>
              <a:ext uri="{53640926-AAD7-44D8-BBD7-CCE9431645EC}">
                <a14:shadowObscured xmlns:a14="http://schemas.microsoft.com/office/drawing/2010/main"/>
              </a:ext>
            </a:extLst>
          </p:spPr>
        </p:pic>
        <p:pic>
          <p:nvPicPr>
            <p:cNvPr id="59" name="Picture 58" descr="A screenshot of a computer&#10;&#10;Description automatically generated">
              <a:extLst>
                <a:ext uri="{FF2B5EF4-FFF2-40B4-BE49-F238E27FC236}">
                  <a16:creationId xmlns:a16="http://schemas.microsoft.com/office/drawing/2014/main" id="{D8A188D6-687F-94C5-63FF-4FB611E9F687}"/>
                </a:ext>
              </a:extLst>
            </p:cNvPr>
            <p:cNvPicPr>
              <a:picLocks noChangeAspect="1"/>
            </p:cNvPicPr>
            <p:nvPr/>
          </p:nvPicPr>
          <p:blipFill rotWithShape="1">
            <a:blip r:embed="rId4"/>
            <a:srcRect l="37224" t="34284" r="49991" b="46867"/>
            <a:stretch/>
          </p:blipFill>
          <p:spPr bwMode="auto">
            <a:xfrm>
              <a:off x="4275923" y="4331428"/>
              <a:ext cx="1801789" cy="1194969"/>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471605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848662D8-3C2D-B9B0-110F-B3442D2E26D9}"/>
                  </a:ext>
                </a:extLst>
              </p:cNvPr>
              <p:cNvGraphicFramePr>
                <a:graphicFrameLocks noGrp="1"/>
              </p:cNvGraphicFramePr>
              <p:nvPr/>
            </p:nvGraphicFramePr>
            <p:xfrm>
              <a:off x="164101" y="461415"/>
              <a:ext cx="6572478" cy="8863983"/>
            </p:xfrm>
            <a:graphic>
              <a:graphicData uri="http://schemas.openxmlformats.org/drawingml/2006/table">
                <a:tbl>
                  <a:tblPr firstRow="1" bandRow="1">
                    <a:tableStyleId>{5C22544A-7EE6-4342-B048-85BDC9FD1C3A}</a:tableStyleId>
                  </a:tblPr>
                  <a:tblGrid>
                    <a:gridCol w="2190826">
                      <a:extLst>
                        <a:ext uri="{9D8B030D-6E8A-4147-A177-3AD203B41FA5}">
                          <a16:colId xmlns:a16="http://schemas.microsoft.com/office/drawing/2014/main" val="1568142362"/>
                        </a:ext>
                      </a:extLst>
                    </a:gridCol>
                    <a:gridCol w="2190826">
                      <a:extLst>
                        <a:ext uri="{9D8B030D-6E8A-4147-A177-3AD203B41FA5}">
                          <a16:colId xmlns:a16="http://schemas.microsoft.com/office/drawing/2014/main" val="4037115703"/>
                        </a:ext>
                      </a:extLst>
                    </a:gridCol>
                    <a:gridCol w="2190826">
                      <a:extLst>
                        <a:ext uri="{9D8B030D-6E8A-4147-A177-3AD203B41FA5}">
                          <a16:colId xmlns:a16="http://schemas.microsoft.com/office/drawing/2014/main" val="410766759"/>
                        </a:ext>
                      </a:extLst>
                    </a:gridCol>
                  </a:tblGrid>
                  <a:tr h="348813">
                    <a:tc gridSpan="3">
                      <a:txBody>
                        <a:bodyPr/>
                        <a:lstStyle/>
                        <a:p>
                          <a:r>
                            <a:rPr lang="en-US" sz="1200" b="0" baseline="0">
                              <a:solidFill>
                                <a:schemeClr val="tx1"/>
                              </a:solidFill>
                              <a:latin typeface="+mn-lt"/>
                            </a:rPr>
                            <a:t>Question 2 continued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69213032"/>
                      </a:ext>
                    </a:extLst>
                  </a:tr>
                  <a:tr h="335970">
                    <a:tc>
                      <a:txBody>
                        <a:bodyPr/>
                        <a:lstStyle/>
                        <a:p>
                          <a:pPr algn="l"/>
                          <a:r>
                            <a:rPr lang="en-US" sz="1200" baseline="0">
                              <a:solidFill>
                                <a:schemeClr val="tx1"/>
                              </a:solidFill>
                              <a:latin typeface="+mn-lt"/>
                            </a:rPr>
                            <a:t>d)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9.2</m:t>
                              </m:r>
                              <m:r>
                                <a:rPr lang="en-GB" sz="1200" b="0" i="1" baseline="0" smtClean="0">
                                  <a:solidFill>
                                    <a:schemeClr val="tx1"/>
                                  </a:solidFill>
                                  <a:latin typeface="Cambria Math" panose="02040503050406030204" pitchFamily="18" charset="0"/>
                                  <a:ea typeface="Cambria Math" panose="02040503050406030204" pitchFamily="18" charset="0"/>
                                </a:rPr>
                                <m:t>×0.6</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a:solidFill>
                                <a:schemeClr val="tx1"/>
                              </a:solidFill>
                              <a:latin typeface="+mn-lt"/>
                            </a:rPr>
                            <a:t>e)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4.8</m:t>
                              </m:r>
                              <m:r>
                                <a:rPr lang="en-GB" sz="1200" b="0" i="1" baseline="0" smtClean="0">
                                  <a:solidFill>
                                    <a:schemeClr val="tx1"/>
                                  </a:solidFill>
                                  <a:latin typeface="Cambria Math" panose="02040503050406030204" pitchFamily="18" charset="0"/>
                                  <a:ea typeface="Cambria Math" panose="02040503050406030204" pitchFamily="18" charset="0"/>
                                </a:rPr>
                                <m:t>×0.9</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a:solidFill>
                                <a:schemeClr val="tx1"/>
                              </a:solidFill>
                              <a:latin typeface="+mn-lt"/>
                            </a:rPr>
                            <a:t>f)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2.4</m:t>
                              </m:r>
                              <m:r>
                                <a:rPr lang="en-GB" sz="1200" b="0" i="1" baseline="0" smtClean="0">
                                  <a:solidFill>
                                    <a:schemeClr val="tx1"/>
                                  </a:solidFill>
                                  <a:latin typeface="Cambria Math" panose="02040503050406030204" pitchFamily="18" charset="0"/>
                                  <a:ea typeface="Cambria Math" panose="02040503050406030204" pitchFamily="18" charset="0"/>
                                </a:rPr>
                                <m:t>×3.2</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838357"/>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7428327"/>
                      </a:ext>
                    </a:extLst>
                  </a:tr>
                  <a:tr h="334800">
                    <a:tc>
                      <a:txBody>
                        <a:bodyPr/>
                        <a:lstStyle/>
                        <a:p>
                          <a:r>
                            <a:rPr lang="en-US" sz="1200" baseline="0">
                              <a:solidFill>
                                <a:schemeClr val="tx1"/>
                              </a:solidFill>
                              <a:latin typeface="+mn-lt"/>
                            </a:rPr>
                            <a:t>g)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9.1</m:t>
                              </m:r>
                              <m:r>
                                <a:rPr lang="en-GB" sz="1200" b="0" i="1" baseline="0" smtClean="0">
                                  <a:solidFill>
                                    <a:schemeClr val="tx1"/>
                                  </a:solidFill>
                                  <a:latin typeface="Cambria Math" panose="02040503050406030204" pitchFamily="18" charset="0"/>
                                  <a:ea typeface="Cambria Math" panose="02040503050406030204" pitchFamily="18" charset="0"/>
                                </a:rPr>
                                <m:t>×1.3</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h)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5.5</m:t>
                              </m:r>
                              <m:r>
                                <a:rPr lang="en-GB" sz="1200" b="0" i="1" baseline="0" smtClean="0">
                                  <a:solidFill>
                                    <a:schemeClr val="tx1"/>
                                  </a:solidFill>
                                  <a:latin typeface="Cambria Math" panose="02040503050406030204" pitchFamily="18" charset="0"/>
                                  <a:ea typeface="Cambria Math" panose="02040503050406030204" pitchFamily="18" charset="0"/>
                                </a:rPr>
                                <m:t>×7.7</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i)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1.7</m:t>
                              </m:r>
                              <m:r>
                                <a:rPr lang="en-GB" sz="1200" b="0" i="1" baseline="0" smtClean="0">
                                  <a:solidFill>
                                    <a:schemeClr val="tx1"/>
                                  </a:solidFill>
                                  <a:latin typeface="Cambria Math" panose="02040503050406030204" pitchFamily="18" charset="0"/>
                                  <a:ea typeface="Cambria Math" panose="02040503050406030204" pitchFamily="18" charset="0"/>
                                </a:rPr>
                                <m:t>×4.3</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012216"/>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1103812"/>
                      </a:ext>
                    </a:extLst>
                  </a:tr>
                  <a:tr h="334800">
                    <a:tc>
                      <a:txBody>
                        <a:bodyPr/>
                        <a:lstStyle/>
                        <a:p>
                          <a:r>
                            <a:rPr lang="en-US" sz="1200" baseline="0">
                              <a:solidFill>
                                <a:schemeClr val="tx1"/>
                              </a:solidFill>
                              <a:latin typeface="+mn-lt"/>
                            </a:rPr>
                            <a:t>j)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9.4</m:t>
                              </m:r>
                              <m:r>
                                <a:rPr lang="en-GB" sz="1200" b="0" i="1" baseline="0" smtClean="0">
                                  <a:solidFill>
                                    <a:schemeClr val="tx1"/>
                                  </a:solidFill>
                                  <a:latin typeface="Cambria Math" panose="02040503050406030204" pitchFamily="18" charset="0"/>
                                  <a:ea typeface="Cambria Math" panose="02040503050406030204" pitchFamily="18" charset="0"/>
                                </a:rPr>
                                <m:t>×</m:t>
                              </m:r>
                              <m:r>
                                <a:rPr lang="en-GB" sz="1200" b="0" i="0" baseline="0" smtClean="0">
                                  <a:solidFill>
                                    <a:schemeClr val="tx1"/>
                                  </a:solidFill>
                                  <a:latin typeface="Cambria Math" panose="02040503050406030204" pitchFamily="18" charset="0"/>
                                  <a:ea typeface="Cambria Math" panose="02040503050406030204" pitchFamily="18" charset="0"/>
                                </a:rPr>
                                <m:t>4.9</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k)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0.13</m:t>
                              </m:r>
                              <m:r>
                                <a:rPr lang="en-GB" sz="1200" b="0" i="1" baseline="0" smtClean="0">
                                  <a:solidFill>
                                    <a:schemeClr val="tx1"/>
                                  </a:solidFill>
                                  <a:latin typeface="Cambria Math" panose="02040503050406030204" pitchFamily="18" charset="0"/>
                                  <a:ea typeface="Cambria Math" panose="02040503050406030204" pitchFamily="18" charset="0"/>
                                </a:rPr>
                                <m:t>×0.7</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l)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0.48</m:t>
                              </m:r>
                              <m:r>
                                <a:rPr lang="en-GB" sz="1200" b="0" i="1" baseline="0" smtClean="0">
                                  <a:solidFill>
                                    <a:schemeClr val="tx1"/>
                                  </a:solidFill>
                                  <a:latin typeface="Cambria Math" panose="02040503050406030204" pitchFamily="18" charset="0"/>
                                  <a:ea typeface="Cambria Math" panose="02040503050406030204" pitchFamily="18" charset="0"/>
                                </a:rPr>
                                <m:t>×0.3</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2214509"/>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56150"/>
                      </a:ext>
                    </a:extLst>
                  </a:tr>
                  <a:tr h="334800">
                    <a:tc>
                      <a:txBody>
                        <a:bodyPr/>
                        <a:lstStyle/>
                        <a:p>
                          <a:r>
                            <a:rPr lang="en-US" sz="1200" baseline="0">
                              <a:solidFill>
                                <a:schemeClr val="tx1"/>
                              </a:solidFill>
                              <a:latin typeface="+mn-lt"/>
                            </a:rPr>
                            <a:t>m)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0.54</m:t>
                              </m:r>
                              <m:r>
                                <a:rPr lang="en-GB" sz="1200" b="0" i="1" baseline="0" smtClean="0">
                                  <a:solidFill>
                                    <a:schemeClr val="tx1"/>
                                  </a:solidFill>
                                  <a:latin typeface="Cambria Math" panose="02040503050406030204" pitchFamily="18" charset="0"/>
                                  <a:ea typeface="Cambria Math" panose="02040503050406030204" pitchFamily="18" charset="0"/>
                                </a:rPr>
                                <m:t>×0.9</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n)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0.</m:t>
                              </m:r>
                              <m:r>
                                <a:rPr lang="en-GB" sz="1200" b="0" i="1" baseline="0" smtClean="0">
                                  <a:solidFill>
                                    <a:schemeClr val="tx1"/>
                                  </a:solidFill>
                                  <a:latin typeface="Cambria Math" panose="02040503050406030204" pitchFamily="18" charset="0"/>
                                  <a:ea typeface="Cambria Math" panose="02040503050406030204" pitchFamily="18" charset="0"/>
                                </a:rPr>
                                <m:t>18×0.17</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o)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8.3</m:t>
                              </m:r>
                              <m:r>
                                <a:rPr lang="en-GB" sz="1200" b="0" i="1" baseline="0" smtClean="0">
                                  <a:solidFill>
                                    <a:schemeClr val="tx1"/>
                                  </a:solidFill>
                                  <a:latin typeface="Cambria Math" panose="02040503050406030204" pitchFamily="18" charset="0"/>
                                  <a:ea typeface="Cambria Math" panose="02040503050406030204" pitchFamily="18" charset="0"/>
                                </a:rPr>
                                <m:t>×0.37</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9207704"/>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663228"/>
                      </a:ext>
                    </a:extLst>
                  </a:tr>
                  <a:tr h="334800">
                    <a:tc>
                      <a:txBody>
                        <a:bodyPr/>
                        <a:lstStyle/>
                        <a:p>
                          <a:r>
                            <a:rPr lang="en-US" sz="1200" baseline="0">
                              <a:solidFill>
                                <a:schemeClr val="tx1"/>
                              </a:solidFill>
                              <a:latin typeface="+mn-lt"/>
                            </a:rPr>
                            <a:t>p) </a:t>
                          </a:r>
                          <a14:m>
                            <m:oMath xmlns:m="http://schemas.openxmlformats.org/officeDocument/2006/math">
                              <m:r>
                                <a:rPr lang="en-GB" sz="1200" b="0" i="1" baseline="0" smtClean="0">
                                  <a:solidFill>
                                    <a:schemeClr val="tx1"/>
                                  </a:solidFill>
                                  <a:latin typeface="Cambria Math" panose="02040503050406030204" pitchFamily="18" charset="0"/>
                                </a:rPr>
                                <m:t>3.5</m:t>
                              </m:r>
                              <m:r>
                                <a:rPr lang="en-GB" sz="1200" b="0" i="1" baseline="0" smtClean="0">
                                  <a:solidFill>
                                    <a:schemeClr val="tx1"/>
                                  </a:solidFill>
                                  <a:latin typeface="Cambria Math" panose="02040503050406030204" pitchFamily="18" charset="0"/>
                                  <a:ea typeface="Cambria Math" panose="02040503050406030204" pitchFamily="18" charset="0"/>
                                </a:rPr>
                                <m:t>×0.74</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q) </a:t>
                          </a:r>
                          <a14:m>
                            <m:oMath xmlns:m="http://schemas.openxmlformats.org/officeDocument/2006/math">
                              <m:r>
                                <a:rPr lang="en-GB" sz="1200" b="0" i="1" baseline="0" smtClean="0">
                                  <a:solidFill>
                                    <a:schemeClr val="tx1"/>
                                  </a:solidFill>
                                  <a:latin typeface="Cambria Math" panose="02040503050406030204" pitchFamily="18" charset="0"/>
                                </a:rPr>
                                <m:t>0.94</m:t>
                              </m:r>
                              <m:r>
                                <a:rPr lang="en-GB" sz="1200" b="0" i="1" baseline="0" smtClean="0">
                                  <a:solidFill>
                                    <a:schemeClr val="tx1"/>
                                  </a:solidFill>
                                  <a:latin typeface="Cambria Math" panose="02040503050406030204" pitchFamily="18" charset="0"/>
                                  <a:ea typeface="Cambria Math" panose="02040503050406030204" pitchFamily="18" charset="0"/>
                                </a:rPr>
                                <m:t>×0.02</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r) </a:t>
                          </a:r>
                          <a14:m>
                            <m:oMath xmlns:m="http://schemas.openxmlformats.org/officeDocument/2006/math">
                              <m:r>
                                <a:rPr lang="en-GB" sz="1200" b="0" i="1" baseline="0" smtClean="0">
                                  <a:solidFill>
                                    <a:schemeClr val="tx1"/>
                                  </a:solidFill>
                                  <a:latin typeface="Cambria Math" panose="02040503050406030204" pitchFamily="18" charset="0"/>
                                </a:rPr>
                                <m:t>0.38</m:t>
                              </m:r>
                              <m:r>
                                <a:rPr lang="en-GB" sz="1200" b="0" i="1" baseline="0" smtClean="0">
                                  <a:solidFill>
                                    <a:schemeClr val="tx1"/>
                                  </a:solidFill>
                                  <a:latin typeface="Cambria Math" panose="02040503050406030204" pitchFamily="18" charset="0"/>
                                  <a:ea typeface="Cambria Math" panose="02040503050406030204" pitchFamily="18" charset="0"/>
                                </a:rPr>
                                <m:t>×0.06</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761933"/>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7088326"/>
                      </a:ext>
                    </a:extLst>
                  </a:tr>
                </a:tbl>
              </a:graphicData>
            </a:graphic>
          </p:graphicFrame>
        </mc:Choice>
        <mc:Fallback xmlns="">
          <p:graphicFrame>
            <p:nvGraphicFramePr>
              <p:cNvPr id="17" name="Table 16">
                <a:extLst>
                  <a:ext uri="{FF2B5EF4-FFF2-40B4-BE49-F238E27FC236}">
                    <a16:creationId xmlns:a16="http://schemas.microsoft.com/office/drawing/2014/main" id="{848662D8-3C2D-B9B0-110F-B3442D2E26D9}"/>
                  </a:ext>
                </a:extLst>
              </p:cNvPr>
              <p:cNvGraphicFramePr>
                <a:graphicFrameLocks noGrp="1"/>
              </p:cNvGraphicFramePr>
              <p:nvPr/>
            </p:nvGraphicFramePr>
            <p:xfrm>
              <a:off x="164101" y="461415"/>
              <a:ext cx="6572478" cy="8863983"/>
            </p:xfrm>
            <a:graphic>
              <a:graphicData uri="http://schemas.openxmlformats.org/drawingml/2006/table">
                <a:tbl>
                  <a:tblPr firstRow="1" bandRow="1">
                    <a:tableStyleId>{5C22544A-7EE6-4342-B048-85BDC9FD1C3A}</a:tableStyleId>
                  </a:tblPr>
                  <a:tblGrid>
                    <a:gridCol w="2190826">
                      <a:extLst>
                        <a:ext uri="{9D8B030D-6E8A-4147-A177-3AD203B41FA5}">
                          <a16:colId xmlns:a16="http://schemas.microsoft.com/office/drawing/2014/main" val="1568142362"/>
                        </a:ext>
                      </a:extLst>
                    </a:gridCol>
                    <a:gridCol w="2190826">
                      <a:extLst>
                        <a:ext uri="{9D8B030D-6E8A-4147-A177-3AD203B41FA5}">
                          <a16:colId xmlns:a16="http://schemas.microsoft.com/office/drawing/2014/main" val="4037115703"/>
                        </a:ext>
                      </a:extLst>
                    </a:gridCol>
                    <a:gridCol w="2190826">
                      <a:extLst>
                        <a:ext uri="{9D8B030D-6E8A-4147-A177-3AD203B41FA5}">
                          <a16:colId xmlns:a16="http://schemas.microsoft.com/office/drawing/2014/main" val="410766759"/>
                        </a:ext>
                      </a:extLst>
                    </a:gridCol>
                  </a:tblGrid>
                  <a:tr h="348813">
                    <a:tc gridSpan="3">
                      <a:txBody>
                        <a:bodyPr/>
                        <a:lstStyle/>
                        <a:p>
                          <a:r>
                            <a:rPr lang="en-US" sz="1200" b="0" baseline="0">
                              <a:solidFill>
                                <a:schemeClr val="tx1"/>
                              </a:solidFill>
                              <a:latin typeface="+mn-lt"/>
                            </a:rPr>
                            <a:t>Question 2 continued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69213032"/>
                      </a:ext>
                    </a:extLst>
                  </a:tr>
                  <a:tr h="33597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8" t="-103636" r="-200556" b="-244545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8" t="-103636" r="-100556" b="-244545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8" t="-103636" r="-556" b="-2445455"/>
                          </a:stretch>
                        </a:blipFill>
                      </a:tcPr>
                    </a:tc>
                    <a:extLst>
                      <a:ext uri="{0D108BD9-81ED-4DB2-BD59-A6C34878D82A}">
                        <a16:rowId xmlns:a16="http://schemas.microsoft.com/office/drawing/2014/main" val="472838357"/>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7428327"/>
                      </a:ext>
                    </a:extLst>
                  </a:tr>
                  <a:tr h="3348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8" t="-612727" r="-200556" b="-193636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8" t="-612727" r="-100556" b="-193636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8" t="-612727" r="-556" b="-1936364"/>
                          </a:stretch>
                        </a:blipFill>
                      </a:tcPr>
                    </a:tc>
                    <a:extLst>
                      <a:ext uri="{0D108BD9-81ED-4DB2-BD59-A6C34878D82A}">
                        <a16:rowId xmlns:a16="http://schemas.microsoft.com/office/drawing/2014/main" val="3612012216"/>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1103812"/>
                      </a:ext>
                    </a:extLst>
                  </a:tr>
                  <a:tr h="3348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8" t="-1120000" r="-200556" b="-142909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8" t="-1120000" r="-100556" b="-142909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8" t="-1120000" r="-556" b="-1429091"/>
                          </a:stretch>
                        </a:blipFill>
                      </a:tcPr>
                    </a:tc>
                    <a:extLst>
                      <a:ext uri="{0D108BD9-81ED-4DB2-BD59-A6C34878D82A}">
                        <a16:rowId xmlns:a16="http://schemas.microsoft.com/office/drawing/2014/main" val="3422214509"/>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56150"/>
                      </a:ext>
                    </a:extLst>
                  </a:tr>
                  <a:tr h="3348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8" t="-1629091" r="-200556" b="-92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8" t="-1629091" r="-100556" b="-92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8" t="-1629091" r="-556" b="-920000"/>
                          </a:stretch>
                        </a:blipFill>
                      </a:tcPr>
                    </a:tc>
                    <a:extLst>
                      <a:ext uri="{0D108BD9-81ED-4DB2-BD59-A6C34878D82A}">
                        <a16:rowId xmlns:a16="http://schemas.microsoft.com/office/drawing/2014/main" val="769207704"/>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663228"/>
                      </a:ext>
                    </a:extLst>
                  </a:tr>
                  <a:tr h="3348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8" t="-2136364" r="-200556" b="-41272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8" t="-2136364" r="-100556" b="-41272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8" t="-2136364" r="-556" b="-412727"/>
                          </a:stretch>
                        </a:blipFill>
                      </a:tcPr>
                    </a:tc>
                    <a:extLst>
                      <a:ext uri="{0D108BD9-81ED-4DB2-BD59-A6C34878D82A}">
                        <a16:rowId xmlns:a16="http://schemas.microsoft.com/office/drawing/2014/main" val="1040761933"/>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7088326"/>
                      </a:ext>
                    </a:extLst>
                  </a:tr>
                </a:tbl>
              </a:graphicData>
            </a:graphic>
          </p:graphicFrame>
        </mc:Fallback>
      </mc:AlternateContent>
      <p:grpSp>
        <p:nvGrpSpPr>
          <p:cNvPr id="19" name="Group 18">
            <a:extLst>
              <a:ext uri="{FF2B5EF4-FFF2-40B4-BE49-F238E27FC236}">
                <a16:creationId xmlns:a16="http://schemas.microsoft.com/office/drawing/2014/main" id="{0FBE95EF-71ED-9FAE-1FEA-E58D7FCFF2FE}"/>
              </a:ext>
            </a:extLst>
          </p:cNvPr>
          <p:cNvGrpSpPr/>
          <p:nvPr/>
        </p:nvGrpSpPr>
        <p:grpSpPr>
          <a:xfrm>
            <a:off x="392454" y="1183962"/>
            <a:ext cx="6142542" cy="1199195"/>
            <a:chOff x="280324" y="4331428"/>
            <a:chExt cx="6142542" cy="1199195"/>
          </a:xfrm>
        </p:grpSpPr>
        <p:pic>
          <p:nvPicPr>
            <p:cNvPr id="21" name="Picture 20" descr="A screenshot of a computer&#10;&#10;Description automatically generated">
              <a:extLst>
                <a:ext uri="{FF2B5EF4-FFF2-40B4-BE49-F238E27FC236}">
                  <a16:creationId xmlns:a16="http://schemas.microsoft.com/office/drawing/2014/main" id="{E79299E4-63C1-55EF-DEDD-44CCD0CA80FD}"/>
                </a:ext>
              </a:extLst>
            </p:cNvPr>
            <p:cNvPicPr>
              <a:picLocks noChangeAspect="1"/>
            </p:cNvPicPr>
            <p:nvPr/>
          </p:nvPicPr>
          <p:blipFill rotWithShape="1">
            <a:blip r:embed="rId3"/>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22" name="Picture 21" descr="A screenshot of a computer&#10;&#10;Description automatically generated">
              <a:extLst>
                <a:ext uri="{FF2B5EF4-FFF2-40B4-BE49-F238E27FC236}">
                  <a16:creationId xmlns:a16="http://schemas.microsoft.com/office/drawing/2014/main" id="{1537AD96-DFE1-EEFD-6C28-EC6F00AAC36C}"/>
                </a:ext>
              </a:extLst>
            </p:cNvPr>
            <p:cNvPicPr>
              <a:picLocks noChangeAspect="1"/>
            </p:cNvPicPr>
            <p:nvPr/>
          </p:nvPicPr>
          <p:blipFill rotWithShape="1">
            <a:blip r:embed="rId3"/>
            <a:srcRect l="37224" t="34284" r="49991" b="46867"/>
            <a:stretch/>
          </p:blipFill>
          <p:spPr bwMode="auto">
            <a:xfrm>
              <a:off x="2479979" y="4335654"/>
              <a:ext cx="1801789" cy="1194969"/>
            </a:xfrm>
            <a:prstGeom prst="rect">
              <a:avLst/>
            </a:prstGeom>
            <a:ln>
              <a:noFill/>
            </a:ln>
            <a:extLst>
              <a:ext uri="{53640926-AAD7-44D8-BBD7-CCE9431645EC}">
                <a14:shadowObscured xmlns:a14="http://schemas.microsoft.com/office/drawing/2010/main"/>
              </a:ext>
            </a:extLst>
          </p:spPr>
        </p:pic>
        <p:pic>
          <p:nvPicPr>
            <p:cNvPr id="23" name="Picture 22" descr="A screenshot of a computer&#10;&#10;Description automatically generated">
              <a:extLst>
                <a:ext uri="{FF2B5EF4-FFF2-40B4-BE49-F238E27FC236}">
                  <a16:creationId xmlns:a16="http://schemas.microsoft.com/office/drawing/2014/main" id="{F95B5F8B-E5CF-6E3C-18FC-04B1A9B2065C}"/>
                </a:ext>
              </a:extLst>
            </p:cNvPr>
            <p:cNvPicPr>
              <a:picLocks noChangeAspect="1"/>
            </p:cNvPicPr>
            <p:nvPr/>
          </p:nvPicPr>
          <p:blipFill rotWithShape="1">
            <a:blip r:embed="rId3"/>
            <a:srcRect l="37224" t="34284" r="49991" b="46867"/>
            <a:stretch/>
          </p:blipFill>
          <p:spPr bwMode="auto">
            <a:xfrm>
              <a:off x="4621077" y="4331429"/>
              <a:ext cx="1801789" cy="1194969"/>
            </a:xfrm>
            <a:prstGeom prst="rect">
              <a:avLst/>
            </a:prstGeom>
            <a:ln>
              <a:noFill/>
            </a:ln>
            <a:extLst>
              <a:ext uri="{53640926-AAD7-44D8-BBD7-CCE9431645EC}">
                <a14:shadowObscured xmlns:a14="http://schemas.microsoft.com/office/drawing/2010/main"/>
              </a:ext>
            </a:extLst>
          </p:spPr>
        </p:pic>
      </p:grpSp>
      <p:grpSp>
        <p:nvGrpSpPr>
          <p:cNvPr id="24" name="Group 23">
            <a:extLst>
              <a:ext uri="{FF2B5EF4-FFF2-40B4-BE49-F238E27FC236}">
                <a16:creationId xmlns:a16="http://schemas.microsoft.com/office/drawing/2014/main" id="{8EC64200-B48E-1759-C5E2-E2907484E264}"/>
              </a:ext>
            </a:extLst>
          </p:cNvPr>
          <p:cNvGrpSpPr/>
          <p:nvPr/>
        </p:nvGrpSpPr>
        <p:grpSpPr>
          <a:xfrm>
            <a:off x="392454" y="2933592"/>
            <a:ext cx="6142542" cy="1199195"/>
            <a:chOff x="280324" y="4331428"/>
            <a:chExt cx="6142542" cy="1199195"/>
          </a:xfrm>
        </p:grpSpPr>
        <p:pic>
          <p:nvPicPr>
            <p:cNvPr id="25" name="Picture 24" descr="A screenshot of a computer&#10;&#10;Description automatically generated">
              <a:extLst>
                <a:ext uri="{FF2B5EF4-FFF2-40B4-BE49-F238E27FC236}">
                  <a16:creationId xmlns:a16="http://schemas.microsoft.com/office/drawing/2014/main" id="{C998F912-CF78-306D-E7DD-B9A5C59A7294}"/>
                </a:ext>
              </a:extLst>
            </p:cNvPr>
            <p:cNvPicPr>
              <a:picLocks noChangeAspect="1"/>
            </p:cNvPicPr>
            <p:nvPr/>
          </p:nvPicPr>
          <p:blipFill rotWithShape="1">
            <a:blip r:embed="rId3"/>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26" name="Picture 25" descr="A screenshot of a computer&#10;&#10;Description automatically generated">
              <a:extLst>
                <a:ext uri="{FF2B5EF4-FFF2-40B4-BE49-F238E27FC236}">
                  <a16:creationId xmlns:a16="http://schemas.microsoft.com/office/drawing/2014/main" id="{4AFF7047-29CA-1A4D-985E-3885877629F0}"/>
                </a:ext>
              </a:extLst>
            </p:cNvPr>
            <p:cNvPicPr>
              <a:picLocks noChangeAspect="1"/>
            </p:cNvPicPr>
            <p:nvPr/>
          </p:nvPicPr>
          <p:blipFill rotWithShape="1">
            <a:blip r:embed="rId3"/>
            <a:srcRect l="37224" t="34284" r="49991" b="46867"/>
            <a:stretch/>
          </p:blipFill>
          <p:spPr bwMode="auto">
            <a:xfrm>
              <a:off x="2479979" y="4335654"/>
              <a:ext cx="1801789" cy="1194969"/>
            </a:xfrm>
            <a:prstGeom prst="rect">
              <a:avLst/>
            </a:prstGeom>
            <a:ln>
              <a:noFill/>
            </a:ln>
            <a:extLst>
              <a:ext uri="{53640926-AAD7-44D8-BBD7-CCE9431645EC}">
                <a14:shadowObscured xmlns:a14="http://schemas.microsoft.com/office/drawing/2010/main"/>
              </a:ext>
            </a:extLst>
          </p:spPr>
        </p:pic>
        <p:pic>
          <p:nvPicPr>
            <p:cNvPr id="27" name="Picture 26" descr="A screenshot of a computer&#10;&#10;Description automatically generated">
              <a:extLst>
                <a:ext uri="{FF2B5EF4-FFF2-40B4-BE49-F238E27FC236}">
                  <a16:creationId xmlns:a16="http://schemas.microsoft.com/office/drawing/2014/main" id="{3BDE17BF-EAB6-20E7-189D-ABD4A08CA50D}"/>
                </a:ext>
              </a:extLst>
            </p:cNvPr>
            <p:cNvPicPr>
              <a:picLocks noChangeAspect="1"/>
            </p:cNvPicPr>
            <p:nvPr/>
          </p:nvPicPr>
          <p:blipFill rotWithShape="1">
            <a:blip r:embed="rId3"/>
            <a:srcRect l="37224" t="34284" r="49991" b="46867"/>
            <a:stretch/>
          </p:blipFill>
          <p:spPr bwMode="auto">
            <a:xfrm>
              <a:off x="4621077" y="4331429"/>
              <a:ext cx="1801789" cy="1194969"/>
            </a:xfrm>
            <a:prstGeom prst="rect">
              <a:avLst/>
            </a:prstGeom>
            <a:ln>
              <a:noFill/>
            </a:ln>
            <a:extLst>
              <a:ext uri="{53640926-AAD7-44D8-BBD7-CCE9431645EC}">
                <a14:shadowObscured xmlns:a14="http://schemas.microsoft.com/office/drawing/2010/main"/>
              </a:ext>
            </a:extLst>
          </p:spPr>
        </p:pic>
      </p:grpSp>
      <p:grpSp>
        <p:nvGrpSpPr>
          <p:cNvPr id="28" name="Group 27">
            <a:extLst>
              <a:ext uri="{FF2B5EF4-FFF2-40B4-BE49-F238E27FC236}">
                <a16:creationId xmlns:a16="http://schemas.microsoft.com/office/drawing/2014/main" id="{5500CA63-DFEB-6024-4CD3-A7DADD0D31D5}"/>
              </a:ext>
            </a:extLst>
          </p:cNvPr>
          <p:cNvGrpSpPr/>
          <p:nvPr/>
        </p:nvGrpSpPr>
        <p:grpSpPr>
          <a:xfrm>
            <a:off x="392454" y="4683222"/>
            <a:ext cx="6142542" cy="1199195"/>
            <a:chOff x="280324" y="4331428"/>
            <a:chExt cx="6142542" cy="1199195"/>
          </a:xfrm>
        </p:grpSpPr>
        <p:pic>
          <p:nvPicPr>
            <p:cNvPr id="29" name="Picture 28" descr="A screenshot of a computer&#10;&#10;Description automatically generated">
              <a:extLst>
                <a:ext uri="{FF2B5EF4-FFF2-40B4-BE49-F238E27FC236}">
                  <a16:creationId xmlns:a16="http://schemas.microsoft.com/office/drawing/2014/main" id="{51D523E4-47DC-DBB4-2C3A-3E7FDE486051}"/>
                </a:ext>
              </a:extLst>
            </p:cNvPr>
            <p:cNvPicPr>
              <a:picLocks noChangeAspect="1"/>
            </p:cNvPicPr>
            <p:nvPr/>
          </p:nvPicPr>
          <p:blipFill rotWithShape="1">
            <a:blip r:embed="rId3"/>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30" name="Picture 29" descr="A screenshot of a computer&#10;&#10;Description automatically generated">
              <a:extLst>
                <a:ext uri="{FF2B5EF4-FFF2-40B4-BE49-F238E27FC236}">
                  <a16:creationId xmlns:a16="http://schemas.microsoft.com/office/drawing/2014/main" id="{15B3DCC2-46C0-8884-5389-5F2F1B488C98}"/>
                </a:ext>
              </a:extLst>
            </p:cNvPr>
            <p:cNvPicPr>
              <a:picLocks noChangeAspect="1"/>
            </p:cNvPicPr>
            <p:nvPr/>
          </p:nvPicPr>
          <p:blipFill rotWithShape="1">
            <a:blip r:embed="rId3"/>
            <a:srcRect l="37224" t="34284" r="49991" b="46867"/>
            <a:stretch/>
          </p:blipFill>
          <p:spPr bwMode="auto">
            <a:xfrm>
              <a:off x="2479979" y="4335654"/>
              <a:ext cx="1801789" cy="1194969"/>
            </a:xfrm>
            <a:prstGeom prst="rect">
              <a:avLst/>
            </a:prstGeom>
            <a:ln>
              <a:noFill/>
            </a:ln>
            <a:extLst>
              <a:ext uri="{53640926-AAD7-44D8-BBD7-CCE9431645EC}">
                <a14:shadowObscured xmlns:a14="http://schemas.microsoft.com/office/drawing/2010/main"/>
              </a:ext>
            </a:extLst>
          </p:spPr>
        </p:pic>
        <p:pic>
          <p:nvPicPr>
            <p:cNvPr id="31" name="Picture 30" descr="A screenshot of a computer&#10;&#10;Description automatically generated">
              <a:extLst>
                <a:ext uri="{FF2B5EF4-FFF2-40B4-BE49-F238E27FC236}">
                  <a16:creationId xmlns:a16="http://schemas.microsoft.com/office/drawing/2014/main" id="{CF41991B-57A5-E1C6-8C88-89EC4D2D9D50}"/>
                </a:ext>
              </a:extLst>
            </p:cNvPr>
            <p:cNvPicPr>
              <a:picLocks noChangeAspect="1"/>
            </p:cNvPicPr>
            <p:nvPr/>
          </p:nvPicPr>
          <p:blipFill rotWithShape="1">
            <a:blip r:embed="rId3"/>
            <a:srcRect l="37224" t="34284" r="49991" b="46867"/>
            <a:stretch/>
          </p:blipFill>
          <p:spPr bwMode="auto">
            <a:xfrm>
              <a:off x="4621077" y="4331429"/>
              <a:ext cx="1801789" cy="1194969"/>
            </a:xfrm>
            <a:prstGeom prst="rect">
              <a:avLst/>
            </a:prstGeom>
            <a:ln>
              <a:noFill/>
            </a:ln>
            <a:extLst>
              <a:ext uri="{53640926-AAD7-44D8-BBD7-CCE9431645EC}">
                <a14:shadowObscured xmlns:a14="http://schemas.microsoft.com/office/drawing/2010/main"/>
              </a:ext>
            </a:extLst>
          </p:spPr>
        </p:pic>
      </p:grpSp>
      <p:grpSp>
        <p:nvGrpSpPr>
          <p:cNvPr id="32" name="Group 31">
            <a:extLst>
              <a:ext uri="{FF2B5EF4-FFF2-40B4-BE49-F238E27FC236}">
                <a16:creationId xmlns:a16="http://schemas.microsoft.com/office/drawing/2014/main" id="{44E572E3-A80D-0A86-900F-DE61897E0A3D}"/>
              </a:ext>
            </a:extLst>
          </p:cNvPr>
          <p:cNvGrpSpPr/>
          <p:nvPr/>
        </p:nvGrpSpPr>
        <p:grpSpPr>
          <a:xfrm>
            <a:off x="392454" y="6356652"/>
            <a:ext cx="6142542" cy="1199195"/>
            <a:chOff x="280324" y="4331428"/>
            <a:chExt cx="6142542" cy="1199195"/>
          </a:xfrm>
        </p:grpSpPr>
        <p:pic>
          <p:nvPicPr>
            <p:cNvPr id="33" name="Picture 32" descr="A screenshot of a computer&#10;&#10;Description automatically generated">
              <a:extLst>
                <a:ext uri="{FF2B5EF4-FFF2-40B4-BE49-F238E27FC236}">
                  <a16:creationId xmlns:a16="http://schemas.microsoft.com/office/drawing/2014/main" id="{ACB0BF1C-0050-6181-CF22-869D9F437444}"/>
                </a:ext>
              </a:extLst>
            </p:cNvPr>
            <p:cNvPicPr>
              <a:picLocks noChangeAspect="1"/>
            </p:cNvPicPr>
            <p:nvPr/>
          </p:nvPicPr>
          <p:blipFill rotWithShape="1">
            <a:blip r:embed="rId3"/>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34" name="Picture 33" descr="A screenshot of a computer&#10;&#10;Description automatically generated">
              <a:extLst>
                <a:ext uri="{FF2B5EF4-FFF2-40B4-BE49-F238E27FC236}">
                  <a16:creationId xmlns:a16="http://schemas.microsoft.com/office/drawing/2014/main" id="{00BA5963-F926-6F2D-824B-A744559C8B7F}"/>
                </a:ext>
              </a:extLst>
            </p:cNvPr>
            <p:cNvPicPr>
              <a:picLocks noChangeAspect="1"/>
            </p:cNvPicPr>
            <p:nvPr/>
          </p:nvPicPr>
          <p:blipFill rotWithShape="1">
            <a:blip r:embed="rId3"/>
            <a:srcRect l="37224" t="34284" r="49991" b="46867"/>
            <a:stretch/>
          </p:blipFill>
          <p:spPr bwMode="auto">
            <a:xfrm>
              <a:off x="2479979" y="4335654"/>
              <a:ext cx="1801789" cy="1194969"/>
            </a:xfrm>
            <a:prstGeom prst="rect">
              <a:avLst/>
            </a:prstGeom>
            <a:ln>
              <a:noFill/>
            </a:ln>
            <a:extLst>
              <a:ext uri="{53640926-AAD7-44D8-BBD7-CCE9431645EC}">
                <a14:shadowObscured xmlns:a14="http://schemas.microsoft.com/office/drawing/2010/main"/>
              </a:ext>
            </a:extLst>
          </p:spPr>
        </p:pic>
        <p:pic>
          <p:nvPicPr>
            <p:cNvPr id="35" name="Picture 34" descr="A screenshot of a computer&#10;&#10;Description automatically generated">
              <a:extLst>
                <a:ext uri="{FF2B5EF4-FFF2-40B4-BE49-F238E27FC236}">
                  <a16:creationId xmlns:a16="http://schemas.microsoft.com/office/drawing/2014/main" id="{8D323649-7D99-7343-F8A0-BA5AA8A9C7F0}"/>
                </a:ext>
              </a:extLst>
            </p:cNvPr>
            <p:cNvPicPr>
              <a:picLocks noChangeAspect="1"/>
            </p:cNvPicPr>
            <p:nvPr/>
          </p:nvPicPr>
          <p:blipFill rotWithShape="1">
            <a:blip r:embed="rId3"/>
            <a:srcRect l="37224" t="34284" r="49991" b="46867"/>
            <a:stretch/>
          </p:blipFill>
          <p:spPr bwMode="auto">
            <a:xfrm>
              <a:off x="4621077" y="4331429"/>
              <a:ext cx="1801789" cy="1194969"/>
            </a:xfrm>
            <a:prstGeom prst="rect">
              <a:avLst/>
            </a:prstGeom>
            <a:ln>
              <a:noFill/>
            </a:ln>
            <a:extLst>
              <a:ext uri="{53640926-AAD7-44D8-BBD7-CCE9431645EC}">
                <a14:shadowObscured xmlns:a14="http://schemas.microsoft.com/office/drawing/2010/main"/>
              </a:ext>
            </a:extLst>
          </p:spPr>
        </p:pic>
      </p:grpSp>
      <p:sp>
        <p:nvSpPr>
          <p:cNvPr id="4" name="Rectangle 3">
            <a:extLst>
              <a:ext uri="{FF2B5EF4-FFF2-40B4-BE49-F238E27FC236}">
                <a16:creationId xmlns:a16="http://schemas.microsoft.com/office/drawing/2014/main" id="{7DBF73F1-BFD9-BB3F-E643-13AC18CB97C9}"/>
              </a:ext>
            </a:extLst>
          </p:cNvPr>
          <p:cNvSpPr/>
          <p:nvPr/>
        </p:nvSpPr>
        <p:spPr>
          <a:xfrm>
            <a:off x="164101" y="16258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15" name="Slide Number Placeholder 5">
            <a:extLst>
              <a:ext uri="{FF2B5EF4-FFF2-40B4-BE49-F238E27FC236}">
                <a16:creationId xmlns:a16="http://schemas.microsoft.com/office/drawing/2014/main" id="{37862C12-AFB4-D6A2-3440-EDA0DBEAD58F}"/>
              </a:ext>
            </a:extLst>
          </p:cNvPr>
          <p:cNvSpPr>
            <a:spLocks noGrp="1"/>
          </p:cNvSpPr>
          <p:nvPr>
            <p:ph type="sldNum" sz="quarter" idx="12"/>
          </p:nvPr>
        </p:nvSpPr>
        <p:spPr>
          <a:xfrm>
            <a:off x="5317040" y="9484142"/>
            <a:ext cx="1543050" cy="527403"/>
          </a:xfrm>
        </p:spPr>
        <p:txBody>
          <a:bodyPr/>
          <a:lstStyle/>
          <a:p>
            <a:fld id="{19F1D9CC-7119-45EC-A96C-D8C0660F3AAB}" type="slidenum">
              <a:rPr lang="en-GB" smtClean="0">
                <a:solidFill>
                  <a:schemeClr val="tx1"/>
                </a:solidFill>
              </a:rPr>
              <a:t>8</a:t>
            </a:fld>
            <a:endParaRPr lang="en-GB">
              <a:solidFill>
                <a:schemeClr val="tx1"/>
              </a:solidFill>
            </a:endParaRPr>
          </a:p>
        </p:txBody>
      </p:sp>
      <p:grpSp>
        <p:nvGrpSpPr>
          <p:cNvPr id="36" name="Group 35">
            <a:extLst>
              <a:ext uri="{FF2B5EF4-FFF2-40B4-BE49-F238E27FC236}">
                <a16:creationId xmlns:a16="http://schemas.microsoft.com/office/drawing/2014/main" id="{0475BA26-6A10-F6C5-7069-DA55CAEFBC2A}"/>
              </a:ext>
            </a:extLst>
          </p:cNvPr>
          <p:cNvGrpSpPr/>
          <p:nvPr/>
        </p:nvGrpSpPr>
        <p:grpSpPr>
          <a:xfrm>
            <a:off x="392454" y="8029411"/>
            <a:ext cx="6142542" cy="1199195"/>
            <a:chOff x="280324" y="4331428"/>
            <a:chExt cx="6142542" cy="1199195"/>
          </a:xfrm>
        </p:grpSpPr>
        <p:pic>
          <p:nvPicPr>
            <p:cNvPr id="37" name="Picture 36" descr="A screenshot of a computer&#10;&#10;Description automatically generated">
              <a:extLst>
                <a:ext uri="{FF2B5EF4-FFF2-40B4-BE49-F238E27FC236}">
                  <a16:creationId xmlns:a16="http://schemas.microsoft.com/office/drawing/2014/main" id="{FD777564-67AC-F249-BAC5-A920DA9C1503}"/>
                </a:ext>
              </a:extLst>
            </p:cNvPr>
            <p:cNvPicPr>
              <a:picLocks noChangeAspect="1"/>
            </p:cNvPicPr>
            <p:nvPr/>
          </p:nvPicPr>
          <p:blipFill rotWithShape="1">
            <a:blip r:embed="rId3"/>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38" name="Picture 37" descr="A screenshot of a computer&#10;&#10;Description automatically generated">
              <a:extLst>
                <a:ext uri="{FF2B5EF4-FFF2-40B4-BE49-F238E27FC236}">
                  <a16:creationId xmlns:a16="http://schemas.microsoft.com/office/drawing/2014/main" id="{DA3FD9A0-7EC8-088A-134B-2FB11AE25F88}"/>
                </a:ext>
              </a:extLst>
            </p:cNvPr>
            <p:cNvPicPr>
              <a:picLocks noChangeAspect="1"/>
            </p:cNvPicPr>
            <p:nvPr/>
          </p:nvPicPr>
          <p:blipFill rotWithShape="1">
            <a:blip r:embed="rId3"/>
            <a:srcRect l="37224" t="34284" r="49991" b="46867"/>
            <a:stretch/>
          </p:blipFill>
          <p:spPr bwMode="auto">
            <a:xfrm>
              <a:off x="2479979" y="4335654"/>
              <a:ext cx="1801789" cy="1194969"/>
            </a:xfrm>
            <a:prstGeom prst="rect">
              <a:avLst/>
            </a:prstGeom>
            <a:ln>
              <a:noFill/>
            </a:ln>
            <a:extLst>
              <a:ext uri="{53640926-AAD7-44D8-BBD7-CCE9431645EC}">
                <a14:shadowObscured xmlns:a14="http://schemas.microsoft.com/office/drawing/2010/main"/>
              </a:ext>
            </a:extLst>
          </p:spPr>
        </p:pic>
        <p:pic>
          <p:nvPicPr>
            <p:cNvPr id="39" name="Picture 38" descr="A screenshot of a computer&#10;&#10;Description automatically generated">
              <a:extLst>
                <a:ext uri="{FF2B5EF4-FFF2-40B4-BE49-F238E27FC236}">
                  <a16:creationId xmlns:a16="http://schemas.microsoft.com/office/drawing/2014/main" id="{D8112BCC-6FF8-C2D3-4816-FEE1F6D7493E}"/>
                </a:ext>
              </a:extLst>
            </p:cNvPr>
            <p:cNvPicPr>
              <a:picLocks noChangeAspect="1"/>
            </p:cNvPicPr>
            <p:nvPr/>
          </p:nvPicPr>
          <p:blipFill rotWithShape="1">
            <a:blip r:embed="rId3"/>
            <a:srcRect l="37224" t="34284" r="49991" b="46867"/>
            <a:stretch/>
          </p:blipFill>
          <p:spPr bwMode="auto">
            <a:xfrm>
              <a:off x="4621077" y="4331429"/>
              <a:ext cx="1801789" cy="1194969"/>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37642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15CCEFD-4450-9D10-6E98-DC46B37A2D7A}"/>
              </a:ext>
            </a:extLst>
          </p:cNvPr>
          <p:cNvGraphicFramePr>
            <a:graphicFrameLocks noGrp="1"/>
          </p:cNvGraphicFramePr>
          <p:nvPr/>
        </p:nvGraphicFramePr>
        <p:xfrm>
          <a:off x="164101" y="632054"/>
          <a:ext cx="6572478" cy="8949600"/>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1568142362"/>
                    </a:ext>
                  </a:extLst>
                </a:gridCol>
                <a:gridCol w="3286239">
                  <a:extLst>
                    <a:ext uri="{9D8B030D-6E8A-4147-A177-3AD203B41FA5}">
                      <a16:colId xmlns:a16="http://schemas.microsoft.com/office/drawing/2014/main" val="144583556"/>
                    </a:ext>
                  </a:extLst>
                </a:gridCol>
              </a:tblGrid>
              <a:tr h="360000">
                <a:tc>
                  <a:txBody>
                    <a:bodyPr/>
                    <a:lstStyle/>
                    <a:p>
                      <a:r>
                        <a:rPr lang="en-US" sz="1200" b="0" baseline="0">
                          <a:solidFill>
                            <a:schemeClr val="tx1"/>
                          </a:solidFill>
                          <a:latin typeface="+mn-lt"/>
                        </a:rPr>
                        <a:t>Question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baseline="0">
                          <a:solidFill>
                            <a:schemeClr val="tx1"/>
                          </a:solidFill>
                          <a:latin typeface="+mn-lt"/>
                        </a:rPr>
                        <a:t>Question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2214509"/>
                  </a:ext>
                </a:extLst>
              </a:tr>
              <a:tr h="1332000">
                <a:tc>
                  <a:txBody>
                    <a:bodyPr/>
                    <a:lstStyle/>
                    <a:p>
                      <a:r>
                        <a:rPr lang="en-GB" sz="1200" err="1"/>
                        <a:t>Mr.Jenkins</a:t>
                      </a:r>
                      <a:r>
                        <a:rPr lang="en-GB" sz="1200"/>
                        <a:t> is building a fence for his garden. </a:t>
                      </a:r>
                    </a:p>
                    <a:p>
                      <a:endParaRPr lang="en-GB" sz="1200"/>
                    </a:p>
                    <a:p>
                      <a:r>
                        <a:rPr lang="en-GB" sz="1200"/>
                        <a:t>The fence costs £12.60 per metre to build. </a:t>
                      </a:r>
                    </a:p>
                    <a:p>
                      <a:endParaRPr lang="en-GB" sz="1200"/>
                    </a:p>
                    <a:p>
                      <a:r>
                        <a:rPr lang="en-GB" sz="1200"/>
                        <a:t>The fence is 5.3 metres long. </a:t>
                      </a:r>
                    </a:p>
                    <a:p>
                      <a:endParaRPr lang="en-GB" sz="1200"/>
                    </a:p>
                    <a:p>
                      <a:r>
                        <a:rPr lang="en-GB" sz="1200"/>
                        <a:t>Work out the total cost of building the fence. </a:t>
                      </a:r>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a:t>Joanne is baking some cupcakes for a party. The recipe states she needs 84.5g sugar to make 6 cupcakes. She wants to multiply each ingredient by 4.5 to make 27 cupcakes. How much sugar does she need?</a:t>
                      </a:r>
                      <a:endParaRPr lang="en-GB" sz="1200" baseline="0">
                        <a:solidFill>
                          <a:schemeClr val="tx1"/>
                        </a:solidFill>
                        <a:latin typeface="+mn-lt"/>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56150"/>
                  </a:ext>
                </a:extLst>
              </a:tr>
              <a:tr h="360000">
                <a:tc>
                  <a:txBody>
                    <a:bodyPr/>
                    <a:lstStyle/>
                    <a:p>
                      <a:r>
                        <a:rPr lang="en-US" sz="1200" baseline="0">
                          <a:solidFill>
                            <a:schemeClr val="tx1"/>
                          </a:solidFill>
                          <a:latin typeface="+mn-lt"/>
                        </a:rPr>
                        <a:t>Question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Question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5602317"/>
                  </a:ext>
                </a:extLst>
              </a:tr>
              <a:tr h="360000">
                <a:tc>
                  <a:txBody>
                    <a:bodyPr/>
                    <a:lstStyle/>
                    <a:p>
                      <a:r>
                        <a:rPr lang="en-GB" sz="1200"/>
                        <a:t>Here are the prices of some fruit in a shop.</a:t>
                      </a:r>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r>
                        <a:rPr lang="en-GB" sz="1200"/>
                        <a:t>Find the total cost of 1.2kg of apples, 3.5kg of oranges and 1.9kg of bananas. </a:t>
                      </a: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a:t>The area of a field is 94.8m</a:t>
                      </a:r>
                      <a:r>
                        <a:rPr lang="en-GB" sz="1200" baseline="30000"/>
                        <a:t>2</a:t>
                      </a:r>
                      <a:r>
                        <a:rPr lang="en-GB" sz="1200"/>
                        <a:t>?</a:t>
                      </a:r>
                    </a:p>
                    <a:p>
                      <a:endParaRPr lang="en-GB" sz="1200"/>
                    </a:p>
                    <a:p>
                      <a:r>
                        <a:rPr lang="en-GB" sz="1200"/>
                        <a:t>Grass seed costs £2.50 per m</a:t>
                      </a:r>
                      <a:r>
                        <a:rPr lang="en-GB" sz="1200" baseline="30000"/>
                        <a:t>2</a:t>
                      </a:r>
                      <a:r>
                        <a:rPr lang="en-GB" sz="1200"/>
                        <a:t>.</a:t>
                      </a:r>
                    </a:p>
                    <a:p>
                      <a:endParaRPr lang="en-GB" sz="1200"/>
                    </a:p>
                    <a:p>
                      <a:r>
                        <a:rPr lang="en-GB" sz="1200"/>
                        <a:t>How much is the total cost? </a:t>
                      </a:r>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6849333"/>
                  </a:ext>
                </a:extLst>
              </a:tr>
            </a:tbl>
          </a:graphicData>
        </a:graphic>
      </p:graphicFrame>
      <p:sp>
        <p:nvSpPr>
          <p:cNvPr id="3" name="Rectangle 2">
            <a:extLst>
              <a:ext uri="{FF2B5EF4-FFF2-40B4-BE49-F238E27FC236}">
                <a16:creationId xmlns:a16="http://schemas.microsoft.com/office/drawing/2014/main" id="{7D6F3C51-5A35-AAEC-5FB6-ABCB3167FE7B}"/>
              </a:ext>
            </a:extLst>
          </p:cNvPr>
          <p:cNvSpPr/>
          <p:nvPr/>
        </p:nvSpPr>
        <p:spPr>
          <a:xfrm>
            <a:off x="164101" y="16258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6" name="Slide Number Placeholder 5">
            <a:extLst>
              <a:ext uri="{FF2B5EF4-FFF2-40B4-BE49-F238E27FC236}">
                <a16:creationId xmlns:a16="http://schemas.microsoft.com/office/drawing/2014/main" id="{93B56F03-F6E4-3178-51A2-E38B0E8D7163}"/>
              </a:ext>
            </a:extLst>
          </p:cNvPr>
          <p:cNvSpPr>
            <a:spLocks noGrp="1"/>
          </p:cNvSpPr>
          <p:nvPr>
            <p:ph type="sldNum" sz="quarter" idx="12"/>
          </p:nvPr>
        </p:nvSpPr>
        <p:spPr>
          <a:xfrm>
            <a:off x="5317040" y="9484142"/>
            <a:ext cx="1543050" cy="527403"/>
          </a:xfrm>
        </p:spPr>
        <p:txBody>
          <a:bodyPr/>
          <a:lstStyle/>
          <a:p>
            <a:fld id="{19F1D9CC-7119-45EC-A96C-D8C0660F3AAB}" type="slidenum">
              <a:rPr lang="en-GB" smtClean="0">
                <a:solidFill>
                  <a:schemeClr val="tx1"/>
                </a:solidFill>
              </a:rPr>
              <a:t>9</a:t>
            </a:fld>
            <a:endParaRPr lang="en-GB">
              <a:solidFill>
                <a:schemeClr val="tx1"/>
              </a:solidFill>
            </a:endParaRPr>
          </a:p>
        </p:txBody>
      </p:sp>
      <p:sp>
        <p:nvSpPr>
          <p:cNvPr id="7" name="Rectangle 6">
            <a:extLst>
              <a:ext uri="{FF2B5EF4-FFF2-40B4-BE49-F238E27FC236}">
                <a16:creationId xmlns:a16="http://schemas.microsoft.com/office/drawing/2014/main" id="{FEF6F6A2-A1E2-1B5E-D2DF-360ACE1CBB34}"/>
              </a:ext>
            </a:extLst>
          </p:cNvPr>
          <p:cNvSpPr/>
          <p:nvPr/>
        </p:nvSpPr>
        <p:spPr>
          <a:xfrm>
            <a:off x="2139588" y="3857453"/>
            <a:ext cx="1257300" cy="46672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EB44ADCF-BE23-18F0-CD96-B4F013566677}"/>
              </a:ext>
            </a:extLst>
          </p:cNvPr>
          <p:cNvSpPr/>
          <p:nvPr/>
        </p:nvSpPr>
        <p:spPr>
          <a:xfrm>
            <a:off x="5436599" y="3857452"/>
            <a:ext cx="1257300" cy="46672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DD21B63D-901C-6432-EF59-906B3A1B00F8}"/>
              </a:ext>
            </a:extLst>
          </p:cNvPr>
          <p:cNvSpPr/>
          <p:nvPr/>
        </p:nvSpPr>
        <p:spPr>
          <a:xfrm>
            <a:off x="2136279" y="9069158"/>
            <a:ext cx="1257300" cy="46672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75229DA7-4CF6-8C1A-8385-F703F629FE5A}"/>
              </a:ext>
            </a:extLst>
          </p:cNvPr>
          <p:cNvSpPr/>
          <p:nvPr/>
        </p:nvSpPr>
        <p:spPr>
          <a:xfrm>
            <a:off x="5436599" y="9069158"/>
            <a:ext cx="1257300" cy="46672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8C2256D2-E3C4-56A3-4B31-928709ABEC06}"/>
              </a:ext>
            </a:extLst>
          </p:cNvPr>
          <p:cNvPicPr>
            <a:picLocks noChangeAspect="1"/>
          </p:cNvPicPr>
          <p:nvPr/>
        </p:nvPicPr>
        <p:blipFill>
          <a:blip r:embed="rId2"/>
          <a:stretch>
            <a:fillRect/>
          </a:stretch>
        </p:blipFill>
        <p:spPr>
          <a:xfrm>
            <a:off x="631374" y="5009728"/>
            <a:ext cx="1936705" cy="1068330"/>
          </a:xfrm>
          <a:prstGeom prst="rect">
            <a:avLst/>
          </a:prstGeom>
        </p:spPr>
      </p:pic>
      <p:sp>
        <p:nvSpPr>
          <p:cNvPr id="16" name="TextBox 15">
            <a:extLst>
              <a:ext uri="{FF2B5EF4-FFF2-40B4-BE49-F238E27FC236}">
                <a16:creationId xmlns:a16="http://schemas.microsoft.com/office/drawing/2014/main" id="{F1A33B0E-0A34-4DD6-10C4-E4E0D29CBE95}"/>
              </a:ext>
            </a:extLst>
          </p:cNvPr>
          <p:cNvSpPr txBox="1"/>
          <p:nvPr/>
        </p:nvSpPr>
        <p:spPr>
          <a:xfrm>
            <a:off x="1302055" y="5073479"/>
            <a:ext cx="399423" cy="971204"/>
          </a:xfrm>
          <a:prstGeom prst="rect">
            <a:avLst/>
          </a:prstGeom>
          <a:solidFill>
            <a:schemeClr val="bg1"/>
          </a:solidFill>
          <a:ln>
            <a:solidFill>
              <a:schemeClr val="bg1"/>
            </a:solidFill>
          </a:ln>
        </p:spPr>
        <p:txBody>
          <a:bodyPr wrap="square" rtlCol="0">
            <a:spAutoFit/>
          </a:bodyPr>
          <a:lstStyle/>
          <a:p>
            <a:endParaRPr lang="en-GB"/>
          </a:p>
        </p:txBody>
      </p:sp>
      <p:sp>
        <p:nvSpPr>
          <p:cNvPr id="18" name="TextBox 17">
            <a:extLst>
              <a:ext uri="{FF2B5EF4-FFF2-40B4-BE49-F238E27FC236}">
                <a16:creationId xmlns:a16="http://schemas.microsoft.com/office/drawing/2014/main" id="{E118465C-B5B8-3137-704B-39232DAEB9C0}"/>
              </a:ext>
            </a:extLst>
          </p:cNvPr>
          <p:cNvSpPr txBox="1"/>
          <p:nvPr/>
        </p:nvSpPr>
        <p:spPr>
          <a:xfrm>
            <a:off x="1106443" y="5083704"/>
            <a:ext cx="595035" cy="1015663"/>
          </a:xfrm>
          <a:prstGeom prst="rect">
            <a:avLst/>
          </a:prstGeom>
          <a:noFill/>
        </p:spPr>
        <p:txBody>
          <a:bodyPr wrap="none" rtlCol="0">
            <a:spAutoFit/>
          </a:bodyPr>
          <a:lstStyle/>
          <a:p>
            <a:r>
              <a:rPr lang="en-GB" sz="1400"/>
              <a:t>£0.90</a:t>
            </a:r>
          </a:p>
          <a:p>
            <a:endParaRPr lang="en-GB" sz="700"/>
          </a:p>
          <a:p>
            <a:r>
              <a:rPr lang="en-GB" sz="1400"/>
              <a:t>£1.70</a:t>
            </a:r>
          </a:p>
          <a:p>
            <a:endParaRPr lang="en-GB" sz="1050"/>
          </a:p>
          <a:p>
            <a:r>
              <a:rPr lang="en-GB" sz="1400"/>
              <a:t>£1.40</a:t>
            </a:r>
          </a:p>
        </p:txBody>
      </p:sp>
    </p:spTree>
    <p:extLst>
      <p:ext uri="{BB962C8B-B14F-4D97-AF65-F5344CB8AC3E}">
        <p14:creationId xmlns:p14="http://schemas.microsoft.com/office/powerpoint/2010/main" val="2836024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82270" y="9590154"/>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3" name="Table 2">
            <a:extLst>
              <a:ext uri="{FF2B5EF4-FFF2-40B4-BE49-F238E27FC236}">
                <a16:creationId xmlns:a16="http://schemas.microsoft.com/office/drawing/2014/main" id="{57C92196-68B8-BFEF-C652-56AECC9235FF}"/>
              </a:ext>
            </a:extLst>
          </p:cNvPr>
          <p:cNvGraphicFramePr>
            <a:graphicFrameLocks noGrp="1"/>
          </p:cNvGraphicFramePr>
          <p:nvPr>
            <p:extLst>
              <p:ext uri="{D42A27DB-BD31-4B8C-83A1-F6EECF244321}">
                <p14:modId xmlns:p14="http://schemas.microsoft.com/office/powerpoint/2010/main" val="460327751"/>
              </p:ext>
            </p:extLst>
          </p:nvPr>
        </p:nvGraphicFramePr>
        <p:xfrm>
          <a:off x="115492" y="595487"/>
          <a:ext cx="6572478" cy="5196936"/>
        </p:xfrm>
        <a:graphic>
          <a:graphicData uri="http://schemas.openxmlformats.org/drawingml/2006/table">
            <a:tbl>
              <a:tblPr firstRow="1" bandRow="1">
                <a:tableStyleId>{5C22544A-7EE6-4342-B048-85BDC9FD1C3A}</a:tableStyleId>
              </a:tblPr>
              <a:tblGrid>
                <a:gridCol w="819024">
                  <a:extLst>
                    <a:ext uri="{9D8B030D-6E8A-4147-A177-3AD203B41FA5}">
                      <a16:colId xmlns:a16="http://schemas.microsoft.com/office/drawing/2014/main" val="1568142362"/>
                    </a:ext>
                  </a:extLst>
                </a:gridCol>
                <a:gridCol w="1917818">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cs typeface="+mn-cs"/>
                        </a:rPr>
                        <a:t>Work out:</a:t>
                      </a:r>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cs typeface="+mn-cs"/>
                        </a:rPr>
                        <a:t>Evaluate:</a:t>
                      </a: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cs typeface="+mn-cs"/>
                        </a:rPr>
                        <a:t>What is: </a:t>
                      </a: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100">
                          <a:solidFill>
                            <a:schemeClr val="tx1"/>
                          </a:solidFill>
                        </a:rPr>
                        <a:t>Multiply each decimal by THE SAME power of 10 so that they are both integers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49713">
                <a:tc rowSpan="2">
                  <a:txBody>
                    <a:bodyPr/>
                    <a:lstStyle/>
                    <a:p>
                      <a:r>
                        <a:rPr lang="en-GB" sz="1100">
                          <a:solidFill>
                            <a:schemeClr val="tx1"/>
                          </a:solidFill>
                        </a:rPr>
                        <a:t>Divide the two numbers using bus stop division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750487">
                <a:tc vMerge="1">
                  <a:txBody>
                    <a:bodyPr/>
                    <a:lstStyle/>
                    <a:p>
                      <a:endParaRPr lang="en-GB"/>
                    </a:p>
                  </a:txBody>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0286120"/>
                  </a:ext>
                </a:extLst>
              </a:tr>
              <a:tr h="1165694">
                <a:tc>
                  <a:txBody>
                    <a:bodyPr/>
                    <a:lstStyle/>
                    <a:p>
                      <a:r>
                        <a:rPr lang="en-GB" sz="1100" b="0" dirty="0">
                          <a:solidFill>
                            <a:schemeClr val="tx1"/>
                          </a:solidFill>
                        </a:rPr>
                        <a:t>This is your final answer because it is in proportion to the original question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5888523"/>
                  </a:ext>
                </a:extLst>
              </a:tr>
            </a:tbl>
          </a:graphicData>
        </a:graphic>
      </p:graphicFrame>
      <p:sp>
        <p:nvSpPr>
          <p:cNvPr id="9" name="TextBox 8">
            <a:extLst>
              <a:ext uri="{FF2B5EF4-FFF2-40B4-BE49-F238E27FC236}">
                <a16:creationId xmlns:a16="http://schemas.microsoft.com/office/drawing/2014/main" id="{86CD0014-0A1B-08F3-525C-D5EA1B95B36C}"/>
              </a:ext>
            </a:extLst>
          </p:cNvPr>
          <p:cNvSpPr txBox="1"/>
          <p:nvPr/>
        </p:nvSpPr>
        <p:spPr>
          <a:xfrm>
            <a:off x="1210220" y="315388"/>
            <a:ext cx="1410704" cy="276999"/>
          </a:xfrm>
          <a:prstGeom prst="rect">
            <a:avLst/>
          </a:prstGeom>
          <a:noFill/>
          <a:ln>
            <a:noFill/>
          </a:ln>
        </p:spPr>
        <p:txBody>
          <a:bodyPr wrap="square" rtlCol="0">
            <a:spAutoFit/>
          </a:bodyPr>
          <a:lstStyle/>
          <a:p>
            <a:r>
              <a:rPr lang="en-GB" sz="1200" b="1" i="1">
                <a:solidFill>
                  <a:srgbClr val="FF0000"/>
                </a:solidFill>
              </a:rPr>
              <a:t>Example 13 - I do…</a:t>
            </a:r>
          </a:p>
        </p:txBody>
      </p:sp>
      <p:sp>
        <p:nvSpPr>
          <p:cNvPr id="20" name="TextBox 19">
            <a:extLst>
              <a:ext uri="{FF2B5EF4-FFF2-40B4-BE49-F238E27FC236}">
                <a16:creationId xmlns:a16="http://schemas.microsoft.com/office/drawing/2014/main" id="{B70B1ABC-BF14-DB5E-2112-F25D6CDCEE4E}"/>
              </a:ext>
            </a:extLst>
          </p:cNvPr>
          <p:cNvSpPr txBox="1"/>
          <p:nvPr/>
        </p:nvSpPr>
        <p:spPr>
          <a:xfrm>
            <a:off x="5129576" y="308567"/>
            <a:ext cx="1643405" cy="276999"/>
          </a:xfrm>
          <a:prstGeom prst="rect">
            <a:avLst/>
          </a:prstGeom>
          <a:noFill/>
          <a:ln>
            <a:noFill/>
          </a:ln>
        </p:spPr>
        <p:txBody>
          <a:bodyPr wrap="square" rtlCol="0">
            <a:spAutoFit/>
          </a:bodyPr>
          <a:lstStyle/>
          <a:p>
            <a:r>
              <a:rPr lang="en-GB" sz="1200" b="1" i="1">
                <a:solidFill>
                  <a:srgbClr val="00B050"/>
                </a:solidFill>
              </a:rPr>
              <a:t>Example 15 – You do…</a:t>
            </a:r>
          </a:p>
        </p:txBody>
      </p:sp>
      <p:sp>
        <p:nvSpPr>
          <p:cNvPr id="21" name="TextBox 20">
            <a:extLst>
              <a:ext uri="{FF2B5EF4-FFF2-40B4-BE49-F238E27FC236}">
                <a16:creationId xmlns:a16="http://schemas.microsoft.com/office/drawing/2014/main" id="{E49C7B63-0210-E386-B299-143AC9BF5A19}"/>
              </a:ext>
            </a:extLst>
          </p:cNvPr>
          <p:cNvSpPr txBox="1"/>
          <p:nvPr/>
        </p:nvSpPr>
        <p:spPr>
          <a:xfrm>
            <a:off x="3171498" y="295994"/>
            <a:ext cx="1643405" cy="276999"/>
          </a:xfrm>
          <a:prstGeom prst="rect">
            <a:avLst/>
          </a:prstGeom>
          <a:noFill/>
          <a:ln>
            <a:noFill/>
          </a:ln>
        </p:spPr>
        <p:txBody>
          <a:bodyPr wrap="square" rtlCol="0">
            <a:spAutoFit/>
          </a:bodyPr>
          <a:lstStyle/>
          <a:p>
            <a:r>
              <a:rPr lang="en-GB" sz="1200" b="1" i="1">
                <a:solidFill>
                  <a:schemeClr val="accent2"/>
                </a:solidFill>
              </a:rPr>
              <a:t>Example 14  – We do…</a:t>
            </a:r>
          </a:p>
        </p:txBody>
      </p:sp>
      <p:sp>
        <p:nvSpPr>
          <p:cNvPr id="25" name="Rectangle 24">
            <a:extLst>
              <a:ext uri="{FF2B5EF4-FFF2-40B4-BE49-F238E27FC236}">
                <a16:creationId xmlns:a16="http://schemas.microsoft.com/office/drawing/2014/main" id="{0B4FD38C-F9AB-68B4-1301-D2355889983A}"/>
              </a:ext>
            </a:extLst>
          </p:cNvPr>
          <p:cNvSpPr/>
          <p:nvPr/>
        </p:nvSpPr>
        <p:spPr>
          <a:xfrm>
            <a:off x="24101" y="77521"/>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Dividing decimals with different number of decimal places.</a:t>
            </a:r>
            <a:endParaRPr lang="en-GB" sz="1200">
              <a:solidFill>
                <a:schemeClr val="bg1"/>
              </a:solidFill>
            </a:endParaRPr>
          </a:p>
        </p:txBody>
      </p:sp>
      <p:sp>
        <p:nvSpPr>
          <p:cNvPr id="26" name="Rectangle 25">
            <a:extLst>
              <a:ext uri="{FF2B5EF4-FFF2-40B4-BE49-F238E27FC236}">
                <a16:creationId xmlns:a16="http://schemas.microsoft.com/office/drawing/2014/main" id="{A34606A4-D9E4-E170-9E5C-09B6C0322D65}"/>
              </a:ext>
            </a:extLst>
          </p:cNvPr>
          <p:cNvSpPr/>
          <p:nvPr/>
        </p:nvSpPr>
        <p:spPr>
          <a:xfrm>
            <a:off x="99090" y="5872775"/>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mc:AlternateContent xmlns:mc="http://schemas.openxmlformats.org/markup-compatibility/2006" xmlns:a14="http://schemas.microsoft.com/office/drawing/2010/main">
        <mc:Choice Requires="a14">
          <p:sp>
            <p:nvSpPr>
              <p:cNvPr id="106" name="TextBox 105"/>
              <p:cNvSpPr txBox="1"/>
              <p:nvPr/>
            </p:nvSpPr>
            <p:spPr>
              <a:xfrm>
                <a:off x="964486" y="1000041"/>
                <a:ext cx="13898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cs typeface="+mn-cs"/>
                  </a:rPr>
                  <a:t>4.2 </a:t>
                </a:r>
                <a14:m>
                  <m:oMath xmlns:m="http://schemas.openxmlformats.org/officeDocument/2006/math">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a:ln>
                      <a:noFill/>
                    </a:ln>
                    <a:solidFill>
                      <a:prstClr val="black"/>
                    </a:solidFill>
                    <a:effectLst/>
                    <a:uLnTx/>
                    <a:uFillTx/>
                    <a:latin typeface="Calibri" panose="020F0502020204030204"/>
                    <a:cs typeface="+mn-cs"/>
                  </a:rPr>
                  <a:t> 0.02</a:t>
                </a:r>
              </a:p>
            </p:txBody>
          </p:sp>
        </mc:Choice>
        <mc:Fallback xmlns="">
          <p:sp>
            <p:nvSpPr>
              <p:cNvPr id="106" name="TextBox 105"/>
              <p:cNvSpPr txBox="1">
                <a:spLocks noRot="1" noChangeAspect="1" noMove="1" noResize="1" noEditPoints="1" noAdjustHandles="1" noChangeArrowheads="1" noChangeShapeType="1" noTextEdit="1"/>
              </p:cNvSpPr>
              <p:nvPr/>
            </p:nvSpPr>
            <p:spPr>
              <a:xfrm>
                <a:off x="964486" y="1000041"/>
                <a:ext cx="1389847" cy="276999"/>
              </a:xfrm>
              <a:prstGeom prst="rect">
                <a:avLst/>
              </a:prstGeom>
              <a:blipFill>
                <a:blip r:embed="rId3"/>
                <a:stretch>
                  <a:fillRect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46AF2CC-5392-9EF2-3078-4D9D18336F8C}"/>
                  </a:ext>
                </a:extLst>
              </p:cNvPr>
              <p:cNvSpPr txBox="1"/>
              <p:nvPr/>
            </p:nvSpPr>
            <p:spPr>
              <a:xfrm>
                <a:off x="1056156" y="3462207"/>
                <a:ext cx="13898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cs typeface="+mn-cs"/>
                  </a:rPr>
                  <a:t>0.75 </a:t>
                </a:r>
                <a14:m>
                  <m:oMath xmlns:m="http://schemas.openxmlformats.org/officeDocument/2006/math">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a:ln>
                      <a:noFill/>
                    </a:ln>
                    <a:solidFill>
                      <a:prstClr val="black"/>
                    </a:solidFill>
                    <a:effectLst/>
                    <a:uLnTx/>
                    <a:uFillTx/>
                    <a:latin typeface="Calibri" panose="020F0502020204030204"/>
                    <a:cs typeface="+mn-cs"/>
                  </a:rPr>
                  <a:t> 0.5</a:t>
                </a:r>
              </a:p>
            </p:txBody>
          </p:sp>
        </mc:Choice>
        <mc:Fallback xmlns="">
          <p:sp>
            <p:nvSpPr>
              <p:cNvPr id="22" name="TextBox 21">
                <a:extLst>
                  <a:ext uri="{FF2B5EF4-FFF2-40B4-BE49-F238E27FC236}">
                    <a16:creationId xmlns:a16="http://schemas.microsoft.com/office/drawing/2014/main" id="{D46AF2CC-5392-9EF2-3078-4D9D18336F8C}"/>
                  </a:ext>
                </a:extLst>
              </p:cNvPr>
              <p:cNvSpPr txBox="1">
                <a:spLocks noRot="1" noChangeAspect="1" noMove="1" noResize="1" noEditPoints="1" noAdjustHandles="1" noChangeArrowheads="1" noChangeShapeType="1" noTextEdit="1"/>
              </p:cNvSpPr>
              <p:nvPr/>
            </p:nvSpPr>
            <p:spPr>
              <a:xfrm>
                <a:off x="1056156" y="3462207"/>
                <a:ext cx="1389847" cy="276999"/>
              </a:xfrm>
              <a:prstGeom prst="rect">
                <a:avLst/>
              </a:prstGeom>
              <a:blipFill>
                <a:blip r:embed="rId4"/>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CD1A9B6-A1E8-10FE-1C5F-792F91EC3EA7}"/>
                  </a:ext>
                </a:extLst>
              </p:cNvPr>
              <p:cNvSpPr txBox="1"/>
              <p:nvPr/>
            </p:nvSpPr>
            <p:spPr>
              <a:xfrm>
                <a:off x="2878487" y="1000041"/>
                <a:ext cx="13898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cs typeface="+mn-cs"/>
                  </a:rPr>
                  <a:t>12 </a:t>
                </a:r>
                <a14:m>
                  <m:oMath xmlns:m="http://schemas.openxmlformats.org/officeDocument/2006/math">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a:ln>
                      <a:noFill/>
                    </a:ln>
                    <a:solidFill>
                      <a:prstClr val="black"/>
                    </a:solidFill>
                    <a:effectLst/>
                    <a:uLnTx/>
                    <a:uFillTx/>
                    <a:latin typeface="Calibri" panose="020F0502020204030204"/>
                    <a:cs typeface="+mn-cs"/>
                  </a:rPr>
                  <a:t> 0.3</a:t>
                </a:r>
              </a:p>
            </p:txBody>
          </p:sp>
        </mc:Choice>
        <mc:Fallback xmlns="">
          <p:sp>
            <p:nvSpPr>
              <p:cNvPr id="24" name="TextBox 23">
                <a:extLst>
                  <a:ext uri="{FF2B5EF4-FFF2-40B4-BE49-F238E27FC236}">
                    <a16:creationId xmlns:a16="http://schemas.microsoft.com/office/drawing/2014/main" id="{3CD1A9B6-A1E8-10FE-1C5F-792F91EC3EA7}"/>
                  </a:ext>
                </a:extLst>
              </p:cNvPr>
              <p:cNvSpPr txBox="1">
                <a:spLocks noRot="1" noChangeAspect="1" noMove="1" noResize="1" noEditPoints="1" noAdjustHandles="1" noChangeArrowheads="1" noChangeShapeType="1" noTextEdit="1"/>
              </p:cNvSpPr>
              <p:nvPr/>
            </p:nvSpPr>
            <p:spPr>
              <a:xfrm>
                <a:off x="2878487" y="1000041"/>
                <a:ext cx="1389847" cy="276999"/>
              </a:xfrm>
              <a:prstGeom prst="rect">
                <a:avLst/>
              </a:prstGeom>
              <a:blipFill>
                <a:blip r:embed="rId5"/>
                <a:stretch>
                  <a:fillRect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00D706C-2510-61AF-1EE0-C581543CCE3F}"/>
                  </a:ext>
                </a:extLst>
              </p:cNvPr>
              <p:cNvSpPr txBox="1"/>
              <p:nvPr/>
            </p:nvSpPr>
            <p:spPr>
              <a:xfrm>
                <a:off x="4913490" y="1000041"/>
                <a:ext cx="13898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cs typeface="+mn-cs"/>
                  </a:rPr>
                  <a:t>1.2 </a:t>
                </a:r>
                <a14:m>
                  <m:oMath xmlns:m="http://schemas.openxmlformats.org/officeDocument/2006/math">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a:ln>
                      <a:noFill/>
                    </a:ln>
                    <a:solidFill>
                      <a:prstClr val="black"/>
                    </a:solidFill>
                    <a:effectLst/>
                    <a:uLnTx/>
                    <a:uFillTx/>
                    <a:latin typeface="Calibri" panose="020F0502020204030204"/>
                    <a:cs typeface="+mn-cs"/>
                  </a:rPr>
                  <a:t> 0.04</a:t>
                </a:r>
              </a:p>
            </p:txBody>
          </p:sp>
        </mc:Choice>
        <mc:Fallback xmlns="">
          <p:sp>
            <p:nvSpPr>
              <p:cNvPr id="27" name="TextBox 26">
                <a:extLst>
                  <a:ext uri="{FF2B5EF4-FFF2-40B4-BE49-F238E27FC236}">
                    <a16:creationId xmlns:a16="http://schemas.microsoft.com/office/drawing/2014/main" id="{400D706C-2510-61AF-1EE0-C581543CCE3F}"/>
                  </a:ext>
                </a:extLst>
              </p:cNvPr>
              <p:cNvSpPr txBox="1">
                <a:spLocks noRot="1" noChangeAspect="1" noMove="1" noResize="1" noEditPoints="1" noAdjustHandles="1" noChangeArrowheads="1" noChangeShapeType="1" noTextEdit="1"/>
              </p:cNvSpPr>
              <p:nvPr/>
            </p:nvSpPr>
            <p:spPr>
              <a:xfrm>
                <a:off x="4913490" y="1000041"/>
                <a:ext cx="1389847" cy="276999"/>
              </a:xfrm>
              <a:prstGeom prst="rect">
                <a:avLst/>
              </a:prstGeom>
              <a:blipFill>
                <a:blip r:embed="rId6"/>
                <a:stretch>
                  <a:fillRect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F811A94-D65F-52DB-A1B1-53F099C6C65D}"/>
                  </a:ext>
                </a:extLst>
              </p:cNvPr>
              <p:cNvSpPr txBox="1"/>
              <p:nvPr/>
            </p:nvSpPr>
            <p:spPr>
              <a:xfrm>
                <a:off x="3007978" y="3463964"/>
                <a:ext cx="13898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cs typeface="+mn-cs"/>
                  </a:rPr>
                  <a:t>25.2 </a:t>
                </a:r>
                <a14:m>
                  <m:oMath xmlns:m="http://schemas.openxmlformats.org/officeDocument/2006/math">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a:ln>
                      <a:noFill/>
                    </a:ln>
                    <a:solidFill>
                      <a:prstClr val="black"/>
                    </a:solidFill>
                    <a:effectLst/>
                    <a:uLnTx/>
                    <a:uFillTx/>
                    <a:latin typeface="Calibri" panose="020F0502020204030204"/>
                    <a:cs typeface="+mn-cs"/>
                  </a:rPr>
                  <a:t> 0.03</a:t>
                </a:r>
              </a:p>
            </p:txBody>
          </p:sp>
        </mc:Choice>
        <mc:Fallback xmlns="">
          <p:sp>
            <p:nvSpPr>
              <p:cNvPr id="28" name="TextBox 27">
                <a:extLst>
                  <a:ext uri="{FF2B5EF4-FFF2-40B4-BE49-F238E27FC236}">
                    <a16:creationId xmlns:a16="http://schemas.microsoft.com/office/drawing/2014/main" id="{5F811A94-D65F-52DB-A1B1-53F099C6C65D}"/>
                  </a:ext>
                </a:extLst>
              </p:cNvPr>
              <p:cNvSpPr txBox="1">
                <a:spLocks noRot="1" noChangeAspect="1" noMove="1" noResize="1" noEditPoints="1" noAdjustHandles="1" noChangeArrowheads="1" noChangeShapeType="1" noTextEdit="1"/>
              </p:cNvSpPr>
              <p:nvPr/>
            </p:nvSpPr>
            <p:spPr>
              <a:xfrm>
                <a:off x="3007978" y="3463964"/>
                <a:ext cx="1389847" cy="276999"/>
              </a:xfrm>
              <a:prstGeom prst="rect">
                <a:avLst/>
              </a:prstGeom>
              <a:blipFill>
                <a:blip r:embed="rId7"/>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7DA79BB-3D0C-2862-F93B-7C99FD9FE788}"/>
                  </a:ext>
                </a:extLst>
              </p:cNvPr>
              <p:cNvSpPr txBox="1"/>
              <p:nvPr/>
            </p:nvSpPr>
            <p:spPr>
              <a:xfrm>
                <a:off x="4959800" y="3462206"/>
                <a:ext cx="13898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cs typeface="+mn-cs"/>
                  </a:rPr>
                  <a:t>1.47 </a:t>
                </a:r>
                <a14:m>
                  <m:oMath xmlns:m="http://schemas.openxmlformats.org/officeDocument/2006/math">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a:ln>
                      <a:noFill/>
                    </a:ln>
                    <a:solidFill>
                      <a:prstClr val="black"/>
                    </a:solidFill>
                    <a:effectLst/>
                    <a:uLnTx/>
                    <a:uFillTx/>
                    <a:latin typeface="Calibri" panose="020F0502020204030204"/>
                    <a:cs typeface="+mn-cs"/>
                  </a:rPr>
                  <a:t> 0.07</a:t>
                </a:r>
              </a:p>
            </p:txBody>
          </p:sp>
        </mc:Choice>
        <mc:Fallback xmlns="">
          <p:sp>
            <p:nvSpPr>
              <p:cNvPr id="29" name="TextBox 28">
                <a:extLst>
                  <a:ext uri="{FF2B5EF4-FFF2-40B4-BE49-F238E27FC236}">
                    <a16:creationId xmlns:a16="http://schemas.microsoft.com/office/drawing/2014/main" id="{F7DA79BB-3D0C-2862-F93B-7C99FD9FE788}"/>
                  </a:ext>
                </a:extLst>
              </p:cNvPr>
              <p:cNvSpPr txBox="1">
                <a:spLocks noRot="1" noChangeAspect="1" noMove="1" noResize="1" noEditPoints="1" noAdjustHandles="1" noChangeArrowheads="1" noChangeShapeType="1" noTextEdit="1"/>
              </p:cNvSpPr>
              <p:nvPr/>
            </p:nvSpPr>
            <p:spPr>
              <a:xfrm>
                <a:off x="4959800" y="3462206"/>
                <a:ext cx="1389847" cy="276999"/>
              </a:xfrm>
              <a:prstGeom prst="rect">
                <a:avLst/>
              </a:prstGeom>
              <a:blipFill>
                <a:blip r:embed="rId8"/>
                <a:stretch>
                  <a:fillRect l="-439" t="-2222" b="-17778"/>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4780847F-2388-FEAD-1AD1-7C0CBC3EA76E}"/>
              </a:ext>
            </a:extLst>
          </p:cNvPr>
          <p:cNvSpPr txBox="1"/>
          <p:nvPr/>
        </p:nvSpPr>
        <p:spPr>
          <a:xfrm>
            <a:off x="1799039" y="5918241"/>
            <a:ext cx="40862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Calibri" panose="020F0502020204030204"/>
              </a:rPr>
              <a:t>8</a:t>
            </a: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Evaluate each of the following.</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1" name="Group 30">
            <a:extLst>
              <a:ext uri="{FF2B5EF4-FFF2-40B4-BE49-F238E27FC236}">
                <a16:creationId xmlns:a16="http://schemas.microsoft.com/office/drawing/2014/main" id="{2957B4D2-FA1D-F67E-8A89-E82888922094}"/>
              </a:ext>
            </a:extLst>
          </p:cNvPr>
          <p:cNvGrpSpPr/>
          <p:nvPr/>
        </p:nvGrpSpPr>
        <p:grpSpPr>
          <a:xfrm>
            <a:off x="298816" y="6494163"/>
            <a:ext cx="6180564" cy="1440910"/>
            <a:chOff x="192696" y="5576866"/>
            <a:chExt cx="6180564" cy="1301908"/>
          </a:xfrm>
        </p:grpSpPr>
        <p:grpSp>
          <p:nvGrpSpPr>
            <p:cNvPr id="32" name="Group 31">
              <a:extLst>
                <a:ext uri="{FF2B5EF4-FFF2-40B4-BE49-F238E27FC236}">
                  <a16:creationId xmlns:a16="http://schemas.microsoft.com/office/drawing/2014/main" id="{B752B25D-2C62-909C-01CA-7026E6BAA58E}"/>
                </a:ext>
              </a:extLst>
            </p:cNvPr>
            <p:cNvGrpSpPr/>
            <p:nvPr/>
          </p:nvGrpSpPr>
          <p:grpSpPr>
            <a:xfrm>
              <a:off x="192696" y="5595866"/>
              <a:ext cx="3038184" cy="1282908"/>
              <a:chOff x="966421" y="1476661"/>
              <a:chExt cx="3318365" cy="1451411"/>
            </a:xfrm>
          </p:grpSpPr>
          <p:grpSp>
            <p:nvGrpSpPr>
              <p:cNvPr id="39" name="Group 38">
                <a:extLst>
                  <a:ext uri="{FF2B5EF4-FFF2-40B4-BE49-F238E27FC236}">
                    <a16:creationId xmlns:a16="http://schemas.microsoft.com/office/drawing/2014/main" id="{8979845E-86F3-9915-5EAC-97DF8A3A3E6B}"/>
                  </a:ext>
                </a:extLst>
              </p:cNvPr>
              <p:cNvGrpSpPr/>
              <p:nvPr/>
            </p:nvGrpSpPr>
            <p:grpSpPr>
              <a:xfrm>
                <a:off x="966421" y="1476661"/>
                <a:ext cx="3318365" cy="1451411"/>
                <a:chOff x="272927" y="1555735"/>
                <a:chExt cx="3318365" cy="2264425"/>
              </a:xfrm>
            </p:grpSpPr>
            <p:sp>
              <p:nvSpPr>
                <p:cNvPr id="41" name="Rectangle 40">
                  <a:extLst>
                    <a:ext uri="{FF2B5EF4-FFF2-40B4-BE49-F238E27FC236}">
                      <a16:creationId xmlns:a16="http://schemas.microsoft.com/office/drawing/2014/main" id="{80F6D488-2D26-2C51-D9B4-79BBD009493C}"/>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6A4EFD2D-ADE3-9C3F-92A1-860103793CB0}"/>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958FF425-7C89-30E5-7AC6-17F1E336B7A1}"/>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0" name="Rectangle 39">
                <a:extLst>
                  <a:ext uri="{FF2B5EF4-FFF2-40B4-BE49-F238E27FC236}">
                    <a16:creationId xmlns:a16="http://schemas.microsoft.com/office/drawing/2014/main" id="{5127A83F-9C4C-B1BB-6FB9-5A870AC960F8}"/>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3" name="Group 32">
              <a:extLst>
                <a:ext uri="{FF2B5EF4-FFF2-40B4-BE49-F238E27FC236}">
                  <a16:creationId xmlns:a16="http://schemas.microsoft.com/office/drawing/2014/main" id="{6A8AFD80-35B0-A2D6-482C-4E9CCD96B515}"/>
                </a:ext>
              </a:extLst>
            </p:cNvPr>
            <p:cNvGrpSpPr/>
            <p:nvPr/>
          </p:nvGrpSpPr>
          <p:grpSpPr>
            <a:xfrm>
              <a:off x="3335076" y="5576866"/>
              <a:ext cx="3038184" cy="1282908"/>
              <a:chOff x="966421" y="1476661"/>
              <a:chExt cx="3318365" cy="1451411"/>
            </a:xfrm>
          </p:grpSpPr>
          <p:grpSp>
            <p:nvGrpSpPr>
              <p:cNvPr id="34" name="Group 33">
                <a:extLst>
                  <a:ext uri="{FF2B5EF4-FFF2-40B4-BE49-F238E27FC236}">
                    <a16:creationId xmlns:a16="http://schemas.microsoft.com/office/drawing/2014/main" id="{CDB6542B-6425-F05F-AE02-A49FC1524703}"/>
                  </a:ext>
                </a:extLst>
              </p:cNvPr>
              <p:cNvGrpSpPr/>
              <p:nvPr/>
            </p:nvGrpSpPr>
            <p:grpSpPr>
              <a:xfrm>
                <a:off x="966421" y="1476661"/>
                <a:ext cx="3318365" cy="1451411"/>
                <a:chOff x="272927" y="1555735"/>
                <a:chExt cx="3318365" cy="2264425"/>
              </a:xfrm>
            </p:grpSpPr>
            <p:sp>
              <p:nvSpPr>
                <p:cNvPr id="36" name="Rectangle 35">
                  <a:extLst>
                    <a:ext uri="{FF2B5EF4-FFF2-40B4-BE49-F238E27FC236}">
                      <a16:creationId xmlns:a16="http://schemas.microsoft.com/office/drawing/2014/main" id="{3189E910-C98C-F4D2-7794-1BA174861937}"/>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B340399-209C-4D16-8F9E-6BB23E3CC8E2}"/>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233BEA6B-B593-2D4E-59EA-610D3CB4D445}"/>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5" name="Rectangle 34">
                <a:extLst>
                  <a:ext uri="{FF2B5EF4-FFF2-40B4-BE49-F238E27FC236}">
                    <a16:creationId xmlns:a16="http://schemas.microsoft.com/office/drawing/2014/main" id="{632C1DD0-F7B4-C96C-8B88-F99401E841B8}"/>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44" name="TextBox 43">
            <a:extLst>
              <a:ext uri="{FF2B5EF4-FFF2-40B4-BE49-F238E27FC236}">
                <a16:creationId xmlns:a16="http://schemas.microsoft.com/office/drawing/2014/main" id="{B6D58646-85A6-0AB8-2E27-B8D1D6742638}"/>
              </a:ext>
            </a:extLst>
          </p:cNvPr>
          <p:cNvSpPr txBox="1"/>
          <p:nvPr/>
        </p:nvSpPr>
        <p:spPr>
          <a:xfrm>
            <a:off x="298816" y="6212262"/>
            <a:ext cx="840295" cy="276999"/>
          </a:xfrm>
          <a:prstGeom prst="rect">
            <a:avLst/>
          </a:prstGeom>
          <a:noFill/>
        </p:spPr>
        <p:txBody>
          <a:bodyPr wrap="none" rtlCol="0">
            <a:spAutoFit/>
          </a:bodyPr>
          <a:lstStyle/>
          <a:p>
            <a:r>
              <a:rPr lang="en-US" sz="1200"/>
              <a:t>a) 50 </a:t>
            </a:r>
            <a:r>
              <a:rPr lang="en-GB" sz="1200"/>
              <a:t>÷ 0.2</a:t>
            </a:r>
          </a:p>
        </p:txBody>
      </p:sp>
      <p:sp>
        <p:nvSpPr>
          <p:cNvPr id="45" name="TextBox 44">
            <a:extLst>
              <a:ext uri="{FF2B5EF4-FFF2-40B4-BE49-F238E27FC236}">
                <a16:creationId xmlns:a16="http://schemas.microsoft.com/office/drawing/2014/main" id="{B333BDEB-03B8-AD4C-E159-AA78F69BDDCC}"/>
              </a:ext>
            </a:extLst>
          </p:cNvPr>
          <p:cNvSpPr txBox="1"/>
          <p:nvPr/>
        </p:nvSpPr>
        <p:spPr>
          <a:xfrm>
            <a:off x="1985977" y="6212262"/>
            <a:ext cx="768159" cy="276999"/>
          </a:xfrm>
          <a:prstGeom prst="rect">
            <a:avLst/>
          </a:prstGeom>
          <a:noFill/>
        </p:spPr>
        <p:txBody>
          <a:bodyPr wrap="none" rtlCol="0">
            <a:spAutoFit/>
          </a:bodyPr>
          <a:lstStyle/>
          <a:p>
            <a:r>
              <a:rPr lang="en-US" sz="1200"/>
              <a:t>b) 5 </a:t>
            </a:r>
            <a:r>
              <a:rPr lang="en-GB" sz="1200"/>
              <a:t>÷ 0.2</a:t>
            </a:r>
          </a:p>
        </p:txBody>
      </p:sp>
      <p:sp>
        <p:nvSpPr>
          <p:cNvPr id="46" name="TextBox 45">
            <a:extLst>
              <a:ext uri="{FF2B5EF4-FFF2-40B4-BE49-F238E27FC236}">
                <a16:creationId xmlns:a16="http://schemas.microsoft.com/office/drawing/2014/main" id="{4D526C16-2705-C469-292D-2F4E0FD2AC4D}"/>
              </a:ext>
            </a:extLst>
          </p:cNvPr>
          <p:cNvSpPr txBox="1"/>
          <p:nvPr/>
        </p:nvSpPr>
        <p:spPr>
          <a:xfrm>
            <a:off x="3559603" y="6217164"/>
            <a:ext cx="753732" cy="276999"/>
          </a:xfrm>
          <a:prstGeom prst="rect">
            <a:avLst/>
          </a:prstGeom>
          <a:noFill/>
        </p:spPr>
        <p:txBody>
          <a:bodyPr wrap="none" rtlCol="0">
            <a:spAutoFit/>
          </a:bodyPr>
          <a:lstStyle/>
          <a:p>
            <a:r>
              <a:rPr lang="en-US" sz="1200"/>
              <a:t>c) 5 </a:t>
            </a:r>
            <a:r>
              <a:rPr lang="en-GB" sz="1200"/>
              <a:t>÷ 0.1</a:t>
            </a:r>
          </a:p>
        </p:txBody>
      </p:sp>
      <p:sp>
        <p:nvSpPr>
          <p:cNvPr id="47" name="TextBox 46">
            <a:extLst>
              <a:ext uri="{FF2B5EF4-FFF2-40B4-BE49-F238E27FC236}">
                <a16:creationId xmlns:a16="http://schemas.microsoft.com/office/drawing/2014/main" id="{4217DDDF-2FE4-6B48-CAAE-4E82F86F8E9F}"/>
              </a:ext>
            </a:extLst>
          </p:cNvPr>
          <p:cNvSpPr txBox="1"/>
          <p:nvPr/>
        </p:nvSpPr>
        <p:spPr>
          <a:xfrm>
            <a:off x="5183718" y="6210725"/>
            <a:ext cx="768159" cy="276999"/>
          </a:xfrm>
          <a:prstGeom prst="rect">
            <a:avLst/>
          </a:prstGeom>
          <a:noFill/>
        </p:spPr>
        <p:txBody>
          <a:bodyPr wrap="none" rtlCol="0">
            <a:spAutoFit/>
          </a:bodyPr>
          <a:lstStyle/>
          <a:p>
            <a:r>
              <a:rPr lang="en-US" sz="1200"/>
              <a:t>d) </a:t>
            </a:r>
            <a:r>
              <a:rPr lang="en-GB" sz="1200"/>
              <a:t>0.1 ÷ 5</a:t>
            </a:r>
          </a:p>
        </p:txBody>
      </p:sp>
      <p:sp>
        <p:nvSpPr>
          <p:cNvPr id="48" name="TextBox 47">
            <a:extLst>
              <a:ext uri="{FF2B5EF4-FFF2-40B4-BE49-F238E27FC236}">
                <a16:creationId xmlns:a16="http://schemas.microsoft.com/office/drawing/2014/main" id="{16E35A14-ECE5-960E-C6C9-EA976E1B723D}"/>
              </a:ext>
            </a:extLst>
          </p:cNvPr>
          <p:cNvSpPr txBox="1"/>
          <p:nvPr/>
        </p:nvSpPr>
        <p:spPr>
          <a:xfrm>
            <a:off x="324706" y="7991469"/>
            <a:ext cx="960519" cy="276999"/>
          </a:xfrm>
          <a:prstGeom prst="rect">
            <a:avLst/>
          </a:prstGeom>
          <a:noFill/>
        </p:spPr>
        <p:txBody>
          <a:bodyPr wrap="none" rtlCol="0">
            <a:spAutoFit/>
          </a:bodyPr>
          <a:lstStyle/>
          <a:p>
            <a:r>
              <a:rPr lang="en-US" sz="1200"/>
              <a:t>e) 0.1 </a:t>
            </a:r>
            <a:r>
              <a:rPr lang="en-GB" sz="1200"/>
              <a:t>÷ 0.05</a:t>
            </a:r>
          </a:p>
        </p:txBody>
      </p:sp>
      <p:sp>
        <p:nvSpPr>
          <p:cNvPr id="49" name="TextBox 48">
            <a:extLst>
              <a:ext uri="{FF2B5EF4-FFF2-40B4-BE49-F238E27FC236}">
                <a16:creationId xmlns:a16="http://schemas.microsoft.com/office/drawing/2014/main" id="{4513359F-B3E5-E788-92FA-4ECAC583827C}"/>
              </a:ext>
            </a:extLst>
          </p:cNvPr>
          <p:cNvSpPr txBox="1"/>
          <p:nvPr/>
        </p:nvSpPr>
        <p:spPr>
          <a:xfrm>
            <a:off x="1985977" y="7991468"/>
            <a:ext cx="932307" cy="276999"/>
          </a:xfrm>
          <a:prstGeom prst="rect">
            <a:avLst/>
          </a:prstGeom>
          <a:noFill/>
        </p:spPr>
        <p:txBody>
          <a:bodyPr wrap="none" rtlCol="0">
            <a:spAutoFit/>
          </a:bodyPr>
          <a:lstStyle/>
          <a:p>
            <a:r>
              <a:rPr lang="en-US" sz="1200"/>
              <a:t>f) 0.2 </a:t>
            </a:r>
            <a:r>
              <a:rPr lang="en-GB" sz="1200"/>
              <a:t>÷ 0.05</a:t>
            </a:r>
          </a:p>
        </p:txBody>
      </p:sp>
      <p:sp>
        <p:nvSpPr>
          <p:cNvPr id="50" name="TextBox 49">
            <a:extLst>
              <a:ext uri="{FF2B5EF4-FFF2-40B4-BE49-F238E27FC236}">
                <a16:creationId xmlns:a16="http://schemas.microsoft.com/office/drawing/2014/main" id="{ED3EC7CA-79EA-5DEE-F9DE-76B3D984AD4A}"/>
              </a:ext>
            </a:extLst>
          </p:cNvPr>
          <p:cNvSpPr txBox="1"/>
          <p:nvPr/>
        </p:nvSpPr>
        <p:spPr>
          <a:xfrm>
            <a:off x="3559603" y="7991468"/>
            <a:ext cx="1034257" cy="276999"/>
          </a:xfrm>
          <a:prstGeom prst="rect">
            <a:avLst/>
          </a:prstGeom>
          <a:noFill/>
        </p:spPr>
        <p:txBody>
          <a:bodyPr wrap="none" rtlCol="0">
            <a:spAutoFit/>
          </a:bodyPr>
          <a:lstStyle/>
          <a:p>
            <a:r>
              <a:rPr lang="en-US" sz="1200"/>
              <a:t>g) 84.7 </a:t>
            </a:r>
            <a:r>
              <a:rPr lang="en-GB" sz="1200"/>
              <a:t>÷ 0.07</a:t>
            </a:r>
          </a:p>
        </p:txBody>
      </p:sp>
      <p:sp>
        <p:nvSpPr>
          <p:cNvPr id="51" name="TextBox 50">
            <a:extLst>
              <a:ext uri="{FF2B5EF4-FFF2-40B4-BE49-F238E27FC236}">
                <a16:creationId xmlns:a16="http://schemas.microsoft.com/office/drawing/2014/main" id="{7A40671B-19B3-F38C-E436-562F22902406}"/>
              </a:ext>
            </a:extLst>
          </p:cNvPr>
          <p:cNvSpPr txBox="1"/>
          <p:nvPr/>
        </p:nvSpPr>
        <p:spPr>
          <a:xfrm>
            <a:off x="5183718" y="7991468"/>
            <a:ext cx="1042273" cy="276999"/>
          </a:xfrm>
          <a:prstGeom prst="rect">
            <a:avLst/>
          </a:prstGeom>
          <a:noFill/>
        </p:spPr>
        <p:txBody>
          <a:bodyPr wrap="none" rtlCol="0">
            <a:spAutoFit/>
          </a:bodyPr>
          <a:lstStyle/>
          <a:p>
            <a:r>
              <a:rPr lang="en-US" sz="1200"/>
              <a:t>h) </a:t>
            </a:r>
            <a:r>
              <a:rPr lang="en-GB" sz="1200"/>
              <a:t>58.2 ÷ 0.06</a:t>
            </a:r>
            <a:endParaRPr lang="en-GB" sz="1200" baseline="30000"/>
          </a:p>
        </p:txBody>
      </p:sp>
      <p:grpSp>
        <p:nvGrpSpPr>
          <p:cNvPr id="52" name="Group 51">
            <a:extLst>
              <a:ext uri="{FF2B5EF4-FFF2-40B4-BE49-F238E27FC236}">
                <a16:creationId xmlns:a16="http://schemas.microsoft.com/office/drawing/2014/main" id="{E24E33C2-C7B2-4486-9AB9-E135BE0D6ED9}"/>
              </a:ext>
            </a:extLst>
          </p:cNvPr>
          <p:cNvGrpSpPr/>
          <p:nvPr/>
        </p:nvGrpSpPr>
        <p:grpSpPr>
          <a:xfrm>
            <a:off x="324706" y="8268467"/>
            <a:ext cx="6180564" cy="1440910"/>
            <a:chOff x="192696" y="5576866"/>
            <a:chExt cx="6180564" cy="1301908"/>
          </a:xfrm>
        </p:grpSpPr>
        <p:grpSp>
          <p:nvGrpSpPr>
            <p:cNvPr id="53" name="Group 52">
              <a:extLst>
                <a:ext uri="{FF2B5EF4-FFF2-40B4-BE49-F238E27FC236}">
                  <a16:creationId xmlns:a16="http://schemas.microsoft.com/office/drawing/2014/main" id="{41842C1A-E748-E553-407B-7BA281FA66F8}"/>
                </a:ext>
              </a:extLst>
            </p:cNvPr>
            <p:cNvGrpSpPr/>
            <p:nvPr/>
          </p:nvGrpSpPr>
          <p:grpSpPr>
            <a:xfrm>
              <a:off x="192696" y="5595866"/>
              <a:ext cx="3038184" cy="1282908"/>
              <a:chOff x="966421" y="1476661"/>
              <a:chExt cx="3318365" cy="1451411"/>
            </a:xfrm>
          </p:grpSpPr>
          <p:grpSp>
            <p:nvGrpSpPr>
              <p:cNvPr id="89" name="Group 88">
                <a:extLst>
                  <a:ext uri="{FF2B5EF4-FFF2-40B4-BE49-F238E27FC236}">
                    <a16:creationId xmlns:a16="http://schemas.microsoft.com/office/drawing/2014/main" id="{6914FE30-0FCA-DA6C-D70C-91BE500C07E9}"/>
                  </a:ext>
                </a:extLst>
              </p:cNvPr>
              <p:cNvGrpSpPr/>
              <p:nvPr/>
            </p:nvGrpSpPr>
            <p:grpSpPr>
              <a:xfrm>
                <a:off x="966421" y="1476661"/>
                <a:ext cx="3318365" cy="1451411"/>
                <a:chOff x="272927" y="1555735"/>
                <a:chExt cx="3318365" cy="2264425"/>
              </a:xfrm>
            </p:grpSpPr>
            <p:sp>
              <p:nvSpPr>
                <p:cNvPr id="91" name="Rectangle 90">
                  <a:extLst>
                    <a:ext uri="{FF2B5EF4-FFF2-40B4-BE49-F238E27FC236}">
                      <a16:creationId xmlns:a16="http://schemas.microsoft.com/office/drawing/2014/main" id="{C339AAF1-01C0-87F7-AF19-5922EDC2F7BA}"/>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Rectangle 91">
                  <a:extLst>
                    <a:ext uri="{FF2B5EF4-FFF2-40B4-BE49-F238E27FC236}">
                      <a16:creationId xmlns:a16="http://schemas.microsoft.com/office/drawing/2014/main" id="{F7B223FE-5A32-1A50-E677-AB6380B4BCAD}"/>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Rectangle 92">
                  <a:extLst>
                    <a:ext uri="{FF2B5EF4-FFF2-40B4-BE49-F238E27FC236}">
                      <a16:creationId xmlns:a16="http://schemas.microsoft.com/office/drawing/2014/main" id="{F6B9F7A8-1C34-E224-8C05-403E0945CB98}"/>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90" name="Rectangle 89">
                <a:extLst>
                  <a:ext uri="{FF2B5EF4-FFF2-40B4-BE49-F238E27FC236}">
                    <a16:creationId xmlns:a16="http://schemas.microsoft.com/office/drawing/2014/main" id="{18241C9E-C31C-01D8-7BE6-029D5ABDA1AD}"/>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4" name="Group 53">
              <a:extLst>
                <a:ext uri="{FF2B5EF4-FFF2-40B4-BE49-F238E27FC236}">
                  <a16:creationId xmlns:a16="http://schemas.microsoft.com/office/drawing/2014/main" id="{8FF235E4-8EB5-5FC7-66FD-DDD38393E336}"/>
                </a:ext>
              </a:extLst>
            </p:cNvPr>
            <p:cNvGrpSpPr/>
            <p:nvPr/>
          </p:nvGrpSpPr>
          <p:grpSpPr>
            <a:xfrm>
              <a:off x="3335076" y="5576866"/>
              <a:ext cx="3038184" cy="1282908"/>
              <a:chOff x="966421" y="1476661"/>
              <a:chExt cx="3318365" cy="1451411"/>
            </a:xfrm>
          </p:grpSpPr>
          <p:grpSp>
            <p:nvGrpSpPr>
              <p:cNvPr id="84" name="Group 83">
                <a:extLst>
                  <a:ext uri="{FF2B5EF4-FFF2-40B4-BE49-F238E27FC236}">
                    <a16:creationId xmlns:a16="http://schemas.microsoft.com/office/drawing/2014/main" id="{58FA4E98-5563-2BEB-2F6A-31A27265656E}"/>
                  </a:ext>
                </a:extLst>
              </p:cNvPr>
              <p:cNvGrpSpPr/>
              <p:nvPr/>
            </p:nvGrpSpPr>
            <p:grpSpPr>
              <a:xfrm>
                <a:off x="966421" y="1476661"/>
                <a:ext cx="3318365" cy="1451411"/>
                <a:chOff x="272927" y="1555735"/>
                <a:chExt cx="3318365" cy="2264425"/>
              </a:xfrm>
            </p:grpSpPr>
            <p:sp>
              <p:nvSpPr>
                <p:cNvPr id="86" name="Rectangle 85">
                  <a:extLst>
                    <a:ext uri="{FF2B5EF4-FFF2-40B4-BE49-F238E27FC236}">
                      <a16:creationId xmlns:a16="http://schemas.microsoft.com/office/drawing/2014/main" id="{99A28517-B471-301E-CC33-8544DE5C3F1B}"/>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47A25FD7-0279-DB50-760F-0E51D08E7CD7}"/>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Rectangle 87">
                  <a:extLst>
                    <a:ext uri="{FF2B5EF4-FFF2-40B4-BE49-F238E27FC236}">
                      <a16:creationId xmlns:a16="http://schemas.microsoft.com/office/drawing/2014/main" id="{FA1E764C-7342-26D1-C5F5-39337D5D7E63}"/>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5" name="Rectangle 84">
                <a:extLst>
                  <a:ext uri="{FF2B5EF4-FFF2-40B4-BE49-F238E27FC236}">
                    <a16:creationId xmlns:a16="http://schemas.microsoft.com/office/drawing/2014/main" id="{71435DE2-BBCB-C9AA-45C5-3164EA9B9831}"/>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1606562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9" name="Group 128">
            <a:extLst>
              <a:ext uri="{FF2B5EF4-FFF2-40B4-BE49-F238E27FC236}">
                <a16:creationId xmlns:a16="http://schemas.microsoft.com/office/drawing/2014/main" id="{37DF37BF-6AB6-6C47-B309-8BF11E51454D}"/>
              </a:ext>
            </a:extLst>
          </p:cNvPr>
          <p:cNvGrpSpPr/>
          <p:nvPr/>
        </p:nvGrpSpPr>
        <p:grpSpPr>
          <a:xfrm>
            <a:off x="237857" y="4761585"/>
            <a:ext cx="6195625" cy="1243142"/>
            <a:chOff x="3583295" y="197993"/>
            <a:chExt cx="3154879" cy="2545209"/>
          </a:xfrm>
        </p:grpSpPr>
        <p:sp>
          <p:nvSpPr>
            <p:cNvPr id="130" name="Rectangle 129">
              <a:extLst>
                <a:ext uri="{FF2B5EF4-FFF2-40B4-BE49-F238E27FC236}">
                  <a16:creationId xmlns:a16="http://schemas.microsoft.com/office/drawing/2014/main" id="{EAF11235-D4E9-B140-9CD2-AD5D1FE015BC}"/>
                </a:ext>
              </a:extLst>
            </p:cNvPr>
            <p:cNvSpPr/>
            <p:nvPr/>
          </p:nvSpPr>
          <p:spPr>
            <a:xfrm>
              <a:off x="3583295" y="197993"/>
              <a:ext cx="3154879" cy="2545209"/>
            </a:xfrm>
            <a:prstGeom prst="rect">
              <a:avLst/>
            </a:prstGeom>
            <a:no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Rectangle 130">
              <a:extLst>
                <a:ext uri="{FF2B5EF4-FFF2-40B4-BE49-F238E27FC236}">
                  <a16:creationId xmlns:a16="http://schemas.microsoft.com/office/drawing/2014/main" id="{CC802164-877B-794B-B6F2-28318E9422F6}"/>
                </a:ext>
              </a:extLst>
            </p:cNvPr>
            <p:cNvSpPr/>
            <p:nvPr/>
          </p:nvSpPr>
          <p:spPr>
            <a:xfrm>
              <a:off x="6355282" y="2053175"/>
              <a:ext cx="382892" cy="690025"/>
            </a:xfrm>
            <a:prstGeom prst="rect">
              <a:avLst/>
            </a:prstGeom>
            <a:no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 name="TextBox 14"/>
          <p:cNvSpPr txBox="1"/>
          <p:nvPr/>
        </p:nvSpPr>
        <p:spPr>
          <a:xfrm>
            <a:off x="106801" y="4268023"/>
            <a:ext cx="5767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10.</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 carpenter needs some wood cut into 0.7-metre lengths.</a:t>
            </a:r>
          </a:p>
          <a:p>
            <a:pPr marL="266700" marR="0" lvl="0" indent="-26670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How many 0.7-metre lengths can she cut from nine 2.4-metre lengths?</a:t>
            </a:r>
          </a:p>
        </p:txBody>
      </p:sp>
      <p:sp>
        <p:nvSpPr>
          <p:cNvPr id="17" name="TextBox 16"/>
          <p:cNvSpPr txBox="1"/>
          <p:nvPr/>
        </p:nvSpPr>
        <p:spPr>
          <a:xfrm>
            <a:off x="106801" y="5985860"/>
            <a:ext cx="540925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11.</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You are given that 6.96 ÷ 0.24 = 29.</a:t>
            </a:r>
          </a:p>
          <a:p>
            <a:pPr marL="531813" marR="0" lvl="1" indent="-26670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Use this information to work out the answers to these divisions.</a:t>
            </a:r>
          </a:p>
        </p:txBody>
      </p:sp>
      <p:sp>
        <p:nvSpPr>
          <p:cNvPr id="19" name="TextBox 18"/>
          <p:cNvSpPr txBox="1"/>
          <p:nvPr/>
        </p:nvSpPr>
        <p:spPr>
          <a:xfrm>
            <a:off x="143197" y="8089189"/>
            <a:ext cx="6531922" cy="430887"/>
          </a:xfrm>
          <a:prstGeom prst="rect">
            <a:avLst/>
          </a:prstGeom>
          <a:noFill/>
        </p:spPr>
        <p:txBody>
          <a:bodyPr wrap="square" rtlCol="0">
            <a:spAutoFit/>
          </a:bodyPr>
          <a:lstStyle/>
          <a:p>
            <a:pPr marL="182563" marR="0" lvl="0" indent="-182563"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prstClr val="black"/>
                </a:solidFill>
                <a:effectLst/>
                <a:uLnTx/>
                <a:uFillTx/>
                <a:latin typeface="Calibri" panose="020F0502020204030204"/>
                <a:ea typeface="+mn-ea"/>
                <a:cs typeface="+mn-cs"/>
              </a:rPr>
              <a:t>12.</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Doris buys a big bag of safety pins. The bag weighs 180 g. Each safety pin weighs 0.6 g. How many safety     pins are in the bag?</a:t>
            </a: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lide Number Placeholder 2"/>
          <p:cNvSpPr>
            <a:spLocks noGrp="1"/>
          </p:cNvSpPr>
          <p:nvPr>
            <p:ph type="sldNum" sz="quarter" idx="12"/>
          </p:nvPr>
        </p:nvSpPr>
        <p:spPr>
          <a:xfrm>
            <a:off x="5368272" y="9555638"/>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148" name="Group 147"/>
          <p:cNvGrpSpPr/>
          <p:nvPr/>
        </p:nvGrpSpPr>
        <p:grpSpPr>
          <a:xfrm>
            <a:off x="338718" y="6691063"/>
            <a:ext cx="6180564" cy="1301908"/>
            <a:chOff x="192696" y="5576866"/>
            <a:chExt cx="6180564" cy="1301908"/>
          </a:xfrm>
          <a:noFill/>
        </p:grpSpPr>
        <p:grpSp>
          <p:nvGrpSpPr>
            <p:cNvPr id="149" name="Group 148">
              <a:extLst>
                <a:ext uri="{FF2B5EF4-FFF2-40B4-BE49-F238E27FC236}">
                  <a16:creationId xmlns:a16="http://schemas.microsoft.com/office/drawing/2014/main" id="{682AB411-2149-0840-9D51-C54448E6DD46}"/>
                </a:ext>
              </a:extLst>
            </p:cNvPr>
            <p:cNvGrpSpPr/>
            <p:nvPr/>
          </p:nvGrpSpPr>
          <p:grpSpPr>
            <a:xfrm>
              <a:off x="192696" y="5595866"/>
              <a:ext cx="3038184" cy="1282908"/>
              <a:chOff x="966421" y="1476661"/>
              <a:chExt cx="3318365" cy="1451411"/>
            </a:xfrm>
            <a:grpFill/>
          </p:grpSpPr>
          <p:grpSp>
            <p:nvGrpSpPr>
              <p:cNvPr id="156" name="Group 155">
                <a:extLst>
                  <a:ext uri="{FF2B5EF4-FFF2-40B4-BE49-F238E27FC236}">
                    <a16:creationId xmlns:a16="http://schemas.microsoft.com/office/drawing/2014/main" id="{4D0679EF-84C5-7A4F-AB20-E9BE4CA4169D}"/>
                  </a:ext>
                </a:extLst>
              </p:cNvPr>
              <p:cNvGrpSpPr/>
              <p:nvPr/>
            </p:nvGrpSpPr>
            <p:grpSpPr>
              <a:xfrm>
                <a:off x="966421" y="1476661"/>
                <a:ext cx="3318365" cy="1451411"/>
                <a:chOff x="272927" y="1555735"/>
                <a:chExt cx="3318365" cy="2264425"/>
              </a:xfrm>
              <a:grpFill/>
            </p:grpSpPr>
            <p:sp>
              <p:nvSpPr>
                <p:cNvPr id="158" name="Rectangle 157">
                  <a:extLst>
                    <a:ext uri="{FF2B5EF4-FFF2-40B4-BE49-F238E27FC236}">
                      <a16:creationId xmlns:a16="http://schemas.microsoft.com/office/drawing/2014/main" id="{E7D43067-3992-3A4F-9499-D8C470B79030}"/>
                    </a:ext>
                  </a:extLst>
                </p:cNvPr>
                <p:cNvSpPr/>
                <p:nvPr/>
              </p:nvSpPr>
              <p:spPr>
                <a:xfrm>
                  <a:off x="272927" y="1555735"/>
                  <a:ext cx="1580315" cy="2264425"/>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Rectangle 158">
                  <a:extLst>
                    <a:ext uri="{FF2B5EF4-FFF2-40B4-BE49-F238E27FC236}">
                      <a16:creationId xmlns:a16="http://schemas.microsoft.com/office/drawing/2014/main" id="{0EA06E7E-A8C7-3C40-95D0-A8A0BC212120}"/>
                    </a:ext>
                  </a:extLst>
                </p:cNvPr>
                <p:cNvSpPr/>
                <p:nvPr/>
              </p:nvSpPr>
              <p:spPr>
                <a:xfrm>
                  <a:off x="2010977" y="1555737"/>
                  <a:ext cx="1580315" cy="2264423"/>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Rectangle 159">
                  <a:extLst>
                    <a:ext uri="{FF2B5EF4-FFF2-40B4-BE49-F238E27FC236}">
                      <a16:creationId xmlns:a16="http://schemas.microsoft.com/office/drawing/2014/main" id="{E9283DA5-AC6E-8146-A240-CBC210C66CCA}"/>
                    </a:ext>
                  </a:extLst>
                </p:cNvPr>
                <p:cNvSpPr/>
                <p:nvPr/>
              </p:nvSpPr>
              <p:spPr>
                <a:xfrm>
                  <a:off x="949960" y="3188555"/>
                  <a:ext cx="903282" cy="631605"/>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7" name="Rectangle 156">
                <a:extLst>
                  <a:ext uri="{FF2B5EF4-FFF2-40B4-BE49-F238E27FC236}">
                    <a16:creationId xmlns:a16="http://schemas.microsoft.com/office/drawing/2014/main" id="{E4854F53-53E7-4B48-89EF-D7EFA909E3BD}"/>
                  </a:ext>
                </a:extLst>
              </p:cNvPr>
              <p:cNvSpPr/>
              <p:nvPr/>
            </p:nvSpPr>
            <p:spPr>
              <a:xfrm>
                <a:off x="3381504" y="2518844"/>
                <a:ext cx="903282" cy="409044"/>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0" name="Group 149">
              <a:extLst>
                <a:ext uri="{FF2B5EF4-FFF2-40B4-BE49-F238E27FC236}">
                  <a16:creationId xmlns:a16="http://schemas.microsoft.com/office/drawing/2014/main" id="{682AB411-2149-0840-9D51-C54448E6DD46}"/>
                </a:ext>
              </a:extLst>
            </p:cNvPr>
            <p:cNvGrpSpPr/>
            <p:nvPr/>
          </p:nvGrpSpPr>
          <p:grpSpPr>
            <a:xfrm>
              <a:off x="3335076" y="5576866"/>
              <a:ext cx="3038184" cy="1282908"/>
              <a:chOff x="966421" y="1476661"/>
              <a:chExt cx="3318365" cy="1451411"/>
            </a:xfrm>
            <a:grpFill/>
          </p:grpSpPr>
          <p:grpSp>
            <p:nvGrpSpPr>
              <p:cNvPr id="151" name="Group 150">
                <a:extLst>
                  <a:ext uri="{FF2B5EF4-FFF2-40B4-BE49-F238E27FC236}">
                    <a16:creationId xmlns:a16="http://schemas.microsoft.com/office/drawing/2014/main" id="{4D0679EF-84C5-7A4F-AB20-E9BE4CA4169D}"/>
                  </a:ext>
                </a:extLst>
              </p:cNvPr>
              <p:cNvGrpSpPr/>
              <p:nvPr/>
            </p:nvGrpSpPr>
            <p:grpSpPr>
              <a:xfrm>
                <a:off x="966421" y="1476661"/>
                <a:ext cx="3318365" cy="1451411"/>
                <a:chOff x="272927" y="1555735"/>
                <a:chExt cx="3318365" cy="2264425"/>
              </a:xfrm>
              <a:grpFill/>
            </p:grpSpPr>
            <p:sp>
              <p:nvSpPr>
                <p:cNvPr id="153" name="Rectangle 152">
                  <a:extLst>
                    <a:ext uri="{FF2B5EF4-FFF2-40B4-BE49-F238E27FC236}">
                      <a16:creationId xmlns:a16="http://schemas.microsoft.com/office/drawing/2014/main" id="{E7D43067-3992-3A4F-9499-D8C470B79030}"/>
                    </a:ext>
                  </a:extLst>
                </p:cNvPr>
                <p:cNvSpPr/>
                <p:nvPr/>
              </p:nvSpPr>
              <p:spPr>
                <a:xfrm>
                  <a:off x="272927" y="1555735"/>
                  <a:ext cx="1580315" cy="2264425"/>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4" name="Rectangle 153">
                  <a:extLst>
                    <a:ext uri="{FF2B5EF4-FFF2-40B4-BE49-F238E27FC236}">
                      <a16:creationId xmlns:a16="http://schemas.microsoft.com/office/drawing/2014/main" id="{0EA06E7E-A8C7-3C40-95D0-A8A0BC212120}"/>
                    </a:ext>
                  </a:extLst>
                </p:cNvPr>
                <p:cNvSpPr/>
                <p:nvPr/>
              </p:nvSpPr>
              <p:spPr>
                <a:xfrm>
                  <a:off x="2010977" y="1555737"/>
                  <a:ext cx="1580315" cy="2264423"/>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 name="Rectangle 154">
                  <a:extLst>
                    <a:ext uri="{FF2B5EF4-FFF2-40B4-BE49-F238E27FC236}">
                      <a16:creationId xmlns:a16="http://schemas.microsoft.com/office/drawing/2014/main" id="{E9283DA5-AC6E-8146-A240-CBC210C66CCA}"/>
                    </a:ext>
                  </a:extLst>
                </p:cNvPr>
                <p:cNvSpPr/>
                <p:nvPr/>
              </p:nvSpPr>
              <p:spPr>
                <a:xfrm>
                  <a:off x="949960" y="3206557"/>
                  <a:ext cx="903282" cy="613603"/>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2" name="Rectangle 151">
                <a:extLst>
                  <a:ext uri="{FF2B5EF4-FFF2-40B4-BE49-F238E27FC236}">
                    <a16:creationId xmlns:a16="http://schemas.microsoft.com/office/drawing/2014/main" id="{E4854F53-53E7-4B48-89EF-D7EFA909E3BD}"/>
                  </a:ext>
                </a:extLst>
              </p:cNvPr>
              <p:cNvSpPr/>
              <p:nvPr/>
            </p:nvSpPr>
            <p:spPr>
              <a:xfrm>
                <a:off x="3381504" y="2532418"/>
                <a:ext cx="903282" cy="395471"/>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 name="Rectangle 4"/>
          <p:cNvSpPr/>
          <p:nvPr/>
        </p:nvSpPr>
        <p:spPr>
          <a:xfrm>
            <a:off x="-31954" y="6412957"/>
            <a:ext cx="6707073" cy="276999"/>
          </a:xfrm>
          <a:prstGeom prst="rect">
            <a:avLst/>
          </a:prstGeom>
        </p:spPr>
        <p:txBody>
          <a:bodyPr wrap="square">
            <a:spAutoFit/>
          </a:bodyPr>
          <a:lstStyle/>
          <a:p>
            <a:pPr marL="531813" lvl="1" indent="-266700" defTabSz="838200">
              <a:defRPr/>
            </a:pPr>
            <a:r>
              <a:rPr lang="en-US" sz="1200">
                <a:solidFill>
                  <a:prstClr val="black"/>
                </a:solidFill>
              </a:rPr>
              <a:t>(a) 69.6 ÷ 2.4 	     (b) 6.96 ÷ 0.29 	  (c) 6.96 ÷ 58 	(d) 2.32 ÷ 29</a:t>
            </a:r>
          </a:p>
        </p:txBody>
      </p:sp>
      <p:grpSp>
        <p:nvGrpSpPr>
          <p:cNvPr id="161" name="Group 160">
            <a:extLst>
              <a:ext uri="{FF2B5EF4-FFF2-40B4-BE49-F238E27FC236}">
                <a16:creationId xmlns:a16="http://schemas.microsoft.com/office/drawing/2014/main" id="{37DF37BF-6AB6-6C47-B309-8BF11E51454D}"/>
              </a:ext>
            </a:extLst>
          </p:cNvPr>
          <p:cNvGrpSpPr/>
          <p:nvPr/>
        </p:nvGrpSpPr>
        <p:grpSpPr>
          <a:xfrm>
            <a:off x="252918" y="8536895"/>
            <a:ext cx="6195625" cy="1243142"/>
            <a:chOff x="3583295" y="197993"/>
            <a:chExt cx="3154879" cy="2545209"/>
          </a:xfrm>
        </p:grpSpPr>
        <p:sp>
          <p:nvSpPr>
            <p:cNvPr id="162" name="Rectangle 161">
              <a:extLst>
                <a:ext uri="{FF2B5EF4-FFF2-40B4-BE49-F238E27FC236}">
                  <a16:creationId xmlns:a16="http://schemas.microsoft.com/office/drawing/2014/main" id="{EAF11235-D4E9-B140-9CD2-AD5D1FE015BC}"/>
                </a:ext>
              </a:extLst>
            </p:cNvPr>
            <p:cNvSpPr/>
            <p:nvPr/>
          </p:nvSpPr>
          <p:spPr>
            <a:xfrm>
              <a:off x="3583295" y="197993"/>
              <a:ext cx="3154879" cy="2545209"/>
            </a:xfrm>
            <a:prstGeom prst="rect">
              <a:avLst/>
            </a:prstGeom>
            <a:no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Rectangle 162">
              <a:extLst>
                <a:ext uri="{FF2B5EF4-FFF2-40B4-BE49-F238E27FC236}">
                  <a16:creationId xmlns:a16="http://schemas.microsoft.com/office/drawing/2014/main" id="{CC802164-877B-794B-B6F2-28318E9422F6}"/>
                </a:ext>
              </a:extLst>
            </p:cNvPr>
            <p:cNvSpPr/>
            <p:nvPr/>
          </p:nvSpPr>
          <p:spPr>
            <a:xfrm>
              <a:off x="6355282" y="2053175"/>
              <a:ext cx="382892" cy="690025"/>
            </a:xfrm>
            <a:prstGeom prst="rect">
              <a:avLst/>
            </a:prstGeom>
            <a:no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7" name="TextBox 6">
            <a:extLst>
              <a:ext uri="{FF2B5EF4-FFF2-40B4-BE49-F238E27FC236}">
                <a16:creationId xmlns:a16="http://schemas.microsoft.com/office/drawing/2014/main" id="{E601D73A-0E4D-CE2C-18A4-8E717187688F}"/>
              </a:ext>
            </a:extLst>
          </p:cNvPr>
          <p:cNvSpPr txBox="1"/>
          <p:nvPr/>
        </p:nvSpPr>
        <p:spPr>
          <a:xfrm>
            <a:off x="227028" y="66882"/>
            <a:ext cx="40862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Calibri" panose="020F0502020204030204"/>
              </a:rPr>
              <a:t>9</a:t>
            </a: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Work out.</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3614EBF9-0E6A-46EF-634F-5D76CCAEF669}"/>
              </a:ext>
            </a:extLst>
          </p:cNvPr>
          <p:cNvGrpSpPr/>
          <p:nvPr/>
        </p:nvGrpSpPr>
        <p:grpSpPr>
          <a:xfrm>
            <a:off x="227028" y="626852"/>
            <a:ext cx="6180564" cy="1440910"/>
            <a:chOff x="192696" y="5576866"/>
            <a:chExt cx="6180564" cy="1301908"/>
          </a:xfrm>
        </p:grpSpPr>
        <p:grpSp>
          <p:nvGrpSpPr>
            <p:cNvPr id="9" name="Group 8">
              <a:extLst>
                <a:ext uri="{FF2B5EF4-FFF2-40B4-BE49-F238E27FC236}">
                  <a16:creationId xmlns:a16="http://schemas.microsoft.com/office/drawing/2014/main" id="{7E569DB1-D447-3253-BB39-025EC9F29C0E}"/>
                </a:ext>
              </a:extLst>
            </p:cNvPr>
            <p:cNvGrpSpPr/>
            <p:nvPr/>
          </p:nvGrpSpPr>
          <p:grpSpPr>
            <a:xfrm>
              <a:off x="192696" y="5595866"/>
              <a:ext cx="3038184" cy="1282908"/>
              <a:chOff x="966421" y="1476661"/>
              <a:chExt cx="3318365" cy="1451411"/>
            </a:xfrm>
          </p:grpSpPr>
          <p:grpSp>
            <p:nvGrpSpPr>
              <p:cNvPr id="24" name="Group 23">
                <a:extLst>
                  <a:ext uri="{FF2B5EF4-FFF2-40B4-BE49-F238E27FC236}">
                    <a16:creationId xmlns:a16="http://schemas.microsoft.com/office/drawing/2014/main" id="{D52CEDE7-EDC6-BE5D-497A-0ABC6DA25AF3}"/>
                  </a:ext>
                </a:extLst>
              </p:cNvPr>
              <p:cNvGrpSpPr/>
              <p:nvPr/>
            </p:nvGrpSpPr>
            <p:grpSpPr>
              <a:xfrm>
                <a:off x="966421" y="1476661"/>
                <a:ext cx="3318365" cy="1451411"/>
                <a:chOff x="272927" y="1555735"/>
                <a:chExt cx="3318365" cy="2264425"/>
              </a:xfrm>
            </p:grpSpPr>
            <p:sp>
              <p:nvSpPr>
                <p:cNvPr id="26" name="Rectangle 25">
                  <a:extLst>
                    <a:ext uri="{FF2B5EF4-FFF2-40B4-BE49-F238E27FC236}">
                      <a16:creationId xmlns:a16="http://schemas.microsoft.com/office/drawing/2014/main" id="{1AB27EA1-CA08-977A-C081-824EEA235826}"/>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756054C1-F110-1CEC-DBCC-6A102DC739C6}"/>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00F7B3E1-8E82-7FFB-9CC3-7147217205FF}"/>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5" name="Rectangle 24">
                <a:extLst>
                  <a:ext uri="{FF2B5EF4-FFF2-40B4-BE49-F238E27FC236}">
                    <a16:creationId xmlns:a16="http://schemas.microsoft.com/office/drawing/2014/main" id="{4F44A9A1-B83D-DA2F-A3E2-576C5E3C269D}"/>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0" name="Group 9">
              <a:extLst>
                <a:ext uri="{FF2B5EF4-FFF2-40B4-BE49-F238E27FC236}">
                  <a16:creationId xmlns:a16="http://schemas.microsoft.com/office/drawing/2014/main" id="{63CB92B5-F9B5-A441-2F0B-91A1E99EB0C5}"/>
                </a:ext>
              </a:extLst>
            </p:cNvPr>
            <p:cNvGrpSpPr/>
            <p:nvPr/>
          </p:nvGrpSpPr>
          <p:grpSpPr>
            <a:xfrm>
              <a:off x="3335076" y="5576866"/>
              <a:ext cx="3038184" cy="1282908"/>
              <a:chOff x="966421" y="1476661"/>
              <a:chExt cx="3318365" cy="1451411"/>
            </a:xfrm>
          </p:grpSpPr>
          <p:grpSp>
            <p:nvGrpSpPr>
              <p:cNvPr id="11" name="Group 10">
                <a:extLst>
                  <a:ext uri="{FF2B5EF4-FFF2-40B4-BE49-F238E27FC236}">
                    <a16:creationId xmlns:a16="http://schemas.microsoft.com/office/drawing/2014/main" id="{C1DCCBBE-22CE-EBB6-6F90-B494EB027B1F}"/>
                  </a:ext>
                </a:extLst>
              </p:cNvPr>
              <p:cNvGrpSpPr/>
              <p:nvPr/>
            </p:nvGrpSpPr>
            <p:grpSpPr>
              <a:xfrm>
                <a:off x="966421" y="1476661"/>
                <a:ext cx="3318365" cy="1451411"/>
                <a:chOff x="272927" y="1555735"/>
                <a:chExt cx="3318365" cy="2264425"/>
              </a:xfrm>
            </p:grpSpPr>
            <p:sp>
              <p:nvSpPr>
                <p:cNvPr id="21" name="Rectangle 20">
                  <a:extLst>
                    <a:ext uri="{FF2B5EF4-FFF2-40B4-BE49-F238E27FC236}">
                      <a16:creationId xmlns:a16="http://schemas.microsoft.com/office/drawing/2014/main" id="{2E1832E3-5F01-540B-F5D8-9BD88AAFE0EC}"/>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12712A56-5B66-DC2B-6619-5498A219BC83}"/>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F56698E6-D590-6E6A-1FEB-7D3091B8A6A9}"/>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2" name="Rectangle 11">
                <a:extLst>
                  <a:ext uri="{FF2B5EF4-FFF2-40B4-BE49-F238E27FC236}">
                    <a16:creationId xmlns:a16="http://schemas.microsoft.com/office/drawing/2014/main" id="{CEC2C038-7632-2A62-5FE6-6C38B7571D13}"/>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9" name="TextBox 28">
            <a:extLst>
              <a:ext uri="{FF2B5EF4-FFF2-40B4-BE49-F238E27FC236}">
                <a16:creationId xmlns:a16="http://schemas.microsoft.com/office/drawing/2014/main" id="{F0A67FB0-F0FE-8B1D-A06D-CD8FFCF53502}"/>
              </a:ext>
            </a:extLst>
          </p:cNvPr>
          <p:cNvSpPr txBox="1"/>
          <p:nvPr/>
        </p:nvSpPr>
        <p:spPr>
          <a:xfrm>
            <a:off x="227028" y="344951"/>
            <a:ext cx="840295" cy="276999"/>
          </a:xfrm>
          <a:prstGeom prst="rect">
            <a:avLst/>
          </a:prstGeom>
          <a:noFill/>
        </p:spPr>
        <p:txBody>
          <a:bodyPr wrap="none" rtlCol="0">
            <a:spAutoFit/>
          </a:bodyPr>
          <a:lstStyle/>
          <a:p>
            <a:r>
              <a:rPr lang="en-US" sz="1200"/>
              <a:t>a) 12.4 </a:t>
            </a:r>
            <a:r>
              <a:rPr lang="en-GB" sz="1200"/>
              <a:t>÷ 2</a:t>
            </a:r>
          </a:p>
        </p:txBody>
      </p:sp>
      <p:sp>
        <p:nvSpPr>
          <p:cNvPr id="30" name="TextBox 29">
            <a:extLst>
              <a:ext uri="{FF2B5EF4-FFF2-40B4-BE49-F238E27FC236}">
                <a16:creationId xmlns:a16="http://schemas.microsoft.com/office/drawing/2014/main" id="{98903115-9E57-4C28-B45C-542C1F3B2245}"/>
              </a:ext>
            </a:extLst>
          </p:cNvPr>
          <p:cNvSpPr txBox="1"/>
          <p:nvPr/>
        </p:nvSpPr>
        <p:spPr>
          <a:xfrm>
            <a:off x="1914189" y="344951"/>
            <a:ext cx="963725" cy="276999"/>
          </a:xfrm>
          <a:prstGeom prst="rect">
            <a:avLst/>
          </a:prstGeom>
          <a:noFill/>
        </p:spPr>
        <p:txBody>
          <a:bodyPr wrap="none" rtlCol="0">
            <a:spAutoFit/>
          </a:bodyPr>
          <a:lstStyle/>
          <a:p>
            <a:r>
              <a:rPr lang="en-US" sz="1200"/>
              <a:t>b) 1.24 </a:t>
            </a:r>
            <a:r>
              <a:rPr lang="en-GB" sz="1200"/>
              <a:t>÷ 0.2</a:t>
            </a:r>
          </a:p>
        </p:txBody>
      </p:sp>
      <p:sp>
        <p:nvSpPr>
          <p:cNvPr id="31" name="TextBox 30">
            <a:extLst>
              <a:ext uri="{FF2B5EF4-FFF2-40B4-BE49-F238E27FC236}">
                <a16:creationId xmlns:a16="http://schemas.microsoft.com/office/drawing/2014/main" id="{A93B4238-A5E2-95C8-27A6-7053504F7E95}"/>
              </a:ext>
            </a:extLst>
          </p:cNvPr>
          <p:cNvSpPr txBox="1"/>
          <p:nvPr/>
        </p:nvSpPr>
        <p:spPr>
          <a:xfrm>
            <a:off x="3487815" y="349853"/>
            <a:ext cx="949299" cy="276999"/>
          </a:xfrm>
          <a:prstGeom prst="rect">
            <a:avLst/>
          </a:prstGeom>
          <a:noFill/>
        </p:spPr>
        <p:txBody>
          <a:bodyPr wrap="none" rtlCol="0">
            <a:spAutoFit/>
          </a:bodyPr>
          <a:lstStyle/>
          <a:p>
            <a:r>
              <a:rPr lang="en-US" sz="1200"/>
              <a:t>c) 0.15 </a:t>
            </a:r>
            <a:r>
              <a:rPr lang="en-GB" sz="1200"/>
              <a:t>÷ 0.5</a:t>
            </a:r>
          </a:p>
        </p:txBody>
      </p:sp>
      <p:sp>
        <p:nvSpPr>
          <p:cNvPr id="32" name="TextBox 31">
            <a:extLst>
              <a:ext uri="{FF2B5EF4-FFF2-40B4-BE49-F238E27FC236}">
                <a16:creationId xmlns:a16="http://schemas.microsoft.com/office/drawing/2014/main" id="{368A2C16-9300-2A10-47FE-11BFABB814D4}"/>
              </a:ext>
            </a:extLst>
          </p:cNvPr>
          <p:cNvSpPr txBox="1"/>
          <p:nvPr/>
        </p:nvSpPr>
        <p:spPr>
          <a:xfrm>
            <a:off x="5111930" y="343414"/>
            <a:ext cx="963725" cy="276999"/>
          </a:xfrm>
          <a:prstGeom prst="rect">
            <a:avLst/>
          </a:prstGeom>
          <a:noFill/>
        </p:spPr>
        <p:txBody>
          <a:bodyPr wrap="none" rtlCol="0">
            <a:spAutoFit/>
          </a:bodyPr>
          <a:lstStyle/>
          <a:p>
            <a:r>
              <a:rPr lang="en-US" sz="1200"/>
              <a:t>d) </a:t>
            </a:r>
            <a:r>
              <a:rPr lang="en-GB" sz="1200"/>
              <a:t>0.72 ÷ 0.2</a:t>
            </a:r>
          </a:p>
        </p:txBody>
      </p:sp>
      <p:sp>
        <p:nvSpPr>
          <p:cNvPr id="33" name="TextBox 32">
            <a:extLst>
              <a:ext uri="{FF2B5EF4-FFF2-40B4-BE49-F238E27FC236}">
                <a16:creationId xmlns:a16="http://schemas.microsoft.com/office/drawing/2014/main" id="{6AD6AC44-1933-3ADC-A68F-5D3E0D047BCF}"/>
              </a:ext>
            </a:extLst>
          </p:cNvPr>
          <p:cNvSpPr txBox="1"/>
          <p:nvPr/>
        </p:nvSpPr>
        <p:spPr>
          <a:xfrm>
            <a:off x="252918" y="2124158"/>
            <a:ext cx="960519" cy="276999"/>
          </a:xfrm>
          <a:prstGeom prst="rect">
            <a:avLst/>
          </a:prstGeom>
          <a:noFill/>
        </p:spPr>
        <p:txBody>
          <a:bodyPr wrap="none" rtlCol="0">
            <a:spAutoFit/>
          </a:bodyPr>
          <a:lstStyle/>
          <a:p>
            <a:r>
              <a:rPr lang="en-US" sz="1200"/>
              <a:t>e) 0.48 </a:t>
            </a:r>
            <a:r>
              <a:rPr lang="en-GB" sz="1200"/>
              <a:t>÷ 0.3</a:t>
            </a:r>
          </a:p>
        </p:txBody>
      </p:sp>
      <p:sp>
        <p:nvSpPr>
          <p:cNvPr id="34" name="TextBox 33">
            <a:extLst>
              <a:ext uri="{FF2B5EF4-FFF2-40B4-BE49-F238E27FC236}">
                <a16:creationId xmlns:a16="http://schemas.microsoft.com/office/drawing/2014/main" id="{A11CC8A9-9938-CDB9-D368-96EEAC769299}"/>
              </a:ext>
            </a:extLst>
          </p:cNvPr>
          <p:cNvSpPr txBox="1"/>
          <p:nvPr/>
        </p:nvSpPr>
        <p:spPr>
          <a:xfrm>
            <a:off x="1914189" y="2124157"/>
            <a:ext cx="1010854" cy="276999"/>
          </a:xfrm>
          <a:prstGeom prst="rect">
            <a:avLst/>
          </a:prstGeom>
          <a:noFill/>
        </p:spPr>
        <p:txBody>
          <a:bodyPr wrap="none" rtlCol="0">
            <a:spAutoFit/>
          </a:bodyPr>
          <a:lstStyle/>
          <a:p>
            <a:r>
              <a:rPr lang="en-US" sz="1200"/>
              <a:t>f) 0.048 </a:t>
            </a:r>
            <a:r>
              <a:rPr lang="en-GB" sz="1200"/>
              <a:t>÷ 0.2</a:t>
            </a:r>
          </a:p>
        </p:txBody>
      </p:sp>
      <p:sp>
        <p:nvSpPr>
          <p:cNvPr id="35" name="TextBox 34">
            <a:extLst>
              <a:ext uri="{FF2B5EF4-FFF2-40B4-BE49-F238E27FC236}">
                <a16:creationId xmlns:a16="http://schemas.microsoft.com/office/drawing/2014/main" id="{1BC8ECEA-C127-4D3E-694E-195BAD176EE1}"/>
              </a:ext>
            </a:extLst>
          </p:cNvPr>
          <p:cNvSpPr txBox="1"/>
          <p:nvPr/>
        </p:nvSpPr>
        <p:spPr>
          <a:xfrm>
            <a:off x="3487815" y="2124157"/>
            <a:ext cx="1034257" cy="276999"/>
          </a:xfrm>
          <a:prstGeom prst="rect">
            <a:avLst/>
          </a:prstGeom>
          <a:noFill/>
        </p:spPr>
        <p:txBody>
          <a:bodyPr wrap="none" rtlCol="0">
            <a:spAutoFit/>
          </a:bodyPr>
          <a:lstStyle/>
          <a:p>
            <a:r>
              <a:rPr lang="en-US" sz="1200"/>
              <a:t>g) 0.095 </a:t>
            </a:r>
            <a:r>
              <a:rPr lang="en-GB" sz="1200"/>
              <a:t>÷ 0.5</a:t>
            </a:r>
          </a:p>
        </p:txBody>
      </p:sp>
      <p:sp>
        <p:nvSpPr>
          <p:cNvPr id="36" name="TextBox 35">
            <a:extLst>
              <a:ext uri="{FF2B5EF4-FFF2-40B4-BE49-F238E27FC236}">
                <a16:creationId xmlns:a16="http://schemas.microsoft.com/office/drawing/2014/main" id="{B6C6F39A-ED45-7057-5B99-50B7583FB14A}"/>
              </a:ext>
            </a:extLst>
          </p:cNvPr>
          <p:cNvSpPr txBox="1"/>
          <p:nvPr/>
        </p:nvSpPr>
        <p:spPr>
          <a:xfrm>
            <a:off x="5111930" y="2124157"/>
            <a:ext cx="1077539" cy="276999"/>
          </a:xfrm>
          <a:prstGeom prst="rect">
            <a:avLst/>
          </a:prstGeom>
          <a:noFill/>
        </p:spPr>
        <p:txBody>
          <a:bodyPr wrap="none" rtlCol="0">
            <a:spAutoFit/>
          </a:bodyPr>
          <a:lstStyle/>
          <a:p>
            <a:r>
              <a:rPr lang="en-US" sz="1200"/>
              <a:t>h) </a:t>
            </a:r>
            <a:r>
              <a:rPr lang="en-GB" sz="1200"/>
              <a:t>0.072 ÷ 0. 6</a:t>
            </a:r>
            <a:endParaRPr lang="en-GB" sz="1200" baseline="30000"/>
          </a:p>
        </p:txBody>
      </p:sp>
      <p:grpSp>
        <p:nvGrpSpPr>
          <p:cNvPr id="37" name="Group 36">
            <a:extLst>
              <a:ext uri="{FF2B5EF4-FFF2-40B4-BE49-F238E27FC236}">
                <a16:creationId xmlns:a16="http://schemas.microsoft.com/office/drawing/2014/main" id="{E179A86C-7097-390F-A6C5-25FB36BFFC4C}"/>
              </a:ext>
            </a:extLst>
          </p:cNvPr>
          <p:cNvGrpSpPr/>
          <p:nvPr/>
        </p:nvGrpSpPr>
        <p:grpSpPr>
          <a:xfrm>
            <a:off x="252918" y="2401156"/>
            <a:ext cx="6180564" cy="1440910"/>
            <a:chOff x="192696" y="5576866"/>
            <a:chExt cx="6180564" cy="1301908"/>
          </a:xfrm>
        </p:grpSpPr>
        <p:grpSp>
          <p:nvGrpSpPr>
            <p:cNvPr id="38" name="Group 37">
              <a:extLst>
                <a:ext uri="{FF2B5EF4-FFF2-40B4-BE49-F238E27FC236}">
                  <a16:creationId xmlns:a16="http://schemas.microsoft.com/office/drawing/2014/main" id="{EEE4D148-4B4F-B35F-BD4A-125958DAB506}"/>
                </a:ext>
              </a:extLst>
            </p:cNvPr>
            <p:cNvGrpSpPr/>
            <p:nvPr/>
          </p:nvGrpSpPr>
          <p:grpSpPr>
            <a:xfrm>
              <a:off x="192696" y="5595866"/>
              <a:ext cx="3038184" cy="1282908"/>
              <a:chOff x="966421" y="1476661"/>
              <a:chExt cx="3318365" cy="1451411"/>
            </a:xfrm>
          </p:grpSpPr>
          <p:grpSp>
            <p:nvGrpSpPr>
              <p:cNvPr id="45" name="Group 44">
                <a:extLst>
                  <a:ext uri="{FF2B5EF4-FFF2-40B4-BE49-F238E27FC236}">
                    <a16:creationId xmlns:a16="http://schemas.microsoft.com/office/drawing/2014/main" id="{109033C9-8326-640E-3344-BC35FEA4DCF0}"/>
                  </a:ext>
                </a:extLst>
              </p:cNvPr>
              <p:cNvGrpSpPr/>
              <p:nvPr/>
            </p:nvGrpSpPr>
            <p:grpSpPr>
              <a:xfrm>
                <a:off x="966421" y="1476661"/>
                <a:ext cx="3318365" cy="1451411"/>
                <a:chOff x="272927" y="1555735"/>
                <a:chExt cx="3318365" cy="2264425"/>
              </a:xfrm>
            </p:grpSpPr>
            <p:sp>
              <p:nvSpPr>
                <p:cNvPr id="47" name="Rectangle 46">
                  <a:extLst>
                    <a:ext uri="{FF2B5EF4-FFF2-40B4-BE49-F238E27FC236}">
                      <a16:creationId xmlns:a16="http://schemas.microsoft.com/office/drawing/2014/main" id="{9ACF4BCA-C84D-35B7-451B-6A6C53DE1315}"/>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A232FE69-2FA6-F80E-8EDA-5BEA3CFFC3C9}"/>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611C5025-F8DC-C2B2-25D4-6E275344893D}"/>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6" name="Rectangle 45">
                <a:extLst>
                  <a:ext uri="{FF2B5EF4-FFF2-40B4-BE49-F238E27FC236}">
                    <a16:creationId xmlns:a16="http://schemas.microsoft.com/office/drawing/2014/main" id="{A9AF0D51-657D-ABC4-0C76-281630387089}"/>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9" name="Group 38">
              <a:extLst>
                <a:ext uri="{FF2B5EF4-FFF2-40B4-BE49-F238E27FC236}">
                  <a16:creationId xmlns:a16="http://schemas.microsoft.com/office/drawing/2014/main" id="{A8E92CB6-7390-2F8D-81BD-697783C061CC}"/>
                </a:ext>
              </a:extLst>
            </p:cNvPr>
            <p:cNvGrpSpPr/>
            <p:nvPr/>
          </p:nvGrpSpPr>
          <p:grpSpPr>
            <a:xfrm>
              <a:off x="3335076" y="5576866"/>
              <a:ext cx="3038184" cy="1282908"/>
              <a:chOff x="966421" y="1476661"/>
              <a:chExt cx="3318365" cy="1451411"/>
            </a:xfrm>
          </p:grpSpPr>
          <p:grpSp>
            <p:nvGrpSpPr>
              <p:cNvPr id="40" name="Group 39">
                <a:extLst>
                  <a:ext uri="{FF2B5EF4-FFF2-40B4-BE49-F238E27FC236}">
                    <a16:creationId xmlns:a16="http://schemas.microsoft.com/office/drawing/2014/main" id="{1FF884BE-3F92-D13F-D1F9-BDE5429F231F}"/>
                  </a:ext>
                </a:extLst>
              </p:cNvPr>
              <p:cNvGrpSpPr/>
              <p:nvPr/>
            </p:nvGrpSpPr>
            <p:grpSpPr>
              <a:xfrm>
                <a:off x="966421" y="1476661"/>
                <a:ext cx="3318365" cy="1451411"/>
                <a:chOff x="272927" y="1555735"/>
                <a:chExt cx="3318365" cy="2264425"/>
              </a:xfrm>
            </p:grpSpPr>
            <p:sp>
              <p:nvSpPr>
                <p:cNvPr id="42" name="Rectangle 41">
                  <a:extLst>
                    <a:ext uri="{FF2B5EF4-FFF2-40B4-BE49-F238E27FC236}">
                      <a16:creationId xmlns:a16="http://schemas.microsoft.com/office/drawing/2014/main" id="{15665A43-50D1-062B-A9E5-3B814D41C746}"/>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6A200A22-BDF8-FDAD-C57E-BF096F40126E}"/>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E254F478-8368-C9D1-4758-60890BB6F53B}"/>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1" name="Rectangle 40">
                <a:extLst>
                  <a:ext uri="{FF2B5EF4-FFF2-40B4-BE49-F238E27FC236}">
                    <a16:creationId xmlns:a16="http://schemas.microsoft.com/office/drawing/2014/main" id="{B5A65D8D-34E2-1106-56A8-E7F4F5536A1C}"/>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1896114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510349-A1DD-30F3-A01C-4987C8B4B423}"/>
              </a:ext>
            </a:extLst>
          </p:cNvPr>
          <p:cNvSpPr>
            <a:spLocks noGrp="1"/>
          </p:cNvSpPr>
          <p:nvPr>
            <p:ph type="sldNum" sz="quarter" idx="12"/>
          </p:nvPr>
        </p:nvSpPr>
        <p:spPr/>
        <p:txBody>
          <a:bodyPr/>
          <a:lstStyle/>
          <a:p>
            <a:fld id="{19F1D9CC-7119-45EC-A96C-D8C0660F3AAB}" type="slidenum">
              <a:rPr lang="en-GB" smtClean="0"/>
              <a:t>12</a:t>
            </a:fld>
            <a:endParaRPr lang="en-GB"/>
          </a:p>
        </p:txBody>
      </p:sp>
      <p:sp>
        <p:nvSpPr>
          <p:cNvPr id="3" name="Rectangle 2">
            <a:extLst>
              <a:ext uri="{FF2B5EF4-FFF2-40B4-BE49-F238E27FC236}">
                <a16:creationId xmlns:a16="http://schemas.microsoft.com/office/drawing/2014/main" id="{957B97CF-77EE-2002-7F6F-69A564846848}"/>
              </a:ext>
            </a:extLst>
          </p:cNvPr>
          <p:cNvSpPr/>
          <p:nvPr/>
        </p:nvSpPr>
        <p:spPr>
          <a:xfrm>
            <a:off x="-1" y="0"/>
            <a:ext cx="4008329"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t>GCSE Past Paper Questions</a:t>
            </a:r>
          </a:p>
        </p:txBody>
      </p:sp>
      <p:pic>
        <p:nvPicPr>
          <p:cNvPr id="5" name="Picture 4" descr="A screenshot of a test&#10;&#10;AI-generated content may be incorrect.">
            <a:extLst>
              <a:ext uri="{FF2B5EF4-FFF2-40B4-BE49-F238E27FC236}">
                <a16:creationId xmlns:a16="http://schemas.microsoft.com/office/drawing/2014/main" id="{4FD2544E-EE1F-FB4C-8F0B-1C3201ACE4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443" y="452284"/>
            <a:ext cx="6325771" cy="8867080"/>
          </a:xfrm>
          <a:prstGeom prst="rect">
            <a:avLst/>
          </a:prstGeom>
        </p:spPr>
      </p:pic>
    </p:spTree>
    <p:extLst>
      <p:ext uri="{BB962C8B-B14F-4D97-AF65-F5344CB8AC3E}">
        <p14:creationId xmlns:p14="http://schemas.microsoft.com/office/powerpoint/2010/main" val="2730425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0CF-3E75-3E4B-4691-8329834CF79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74328-1120-DB41-5FE1-ABE4A7C7239D}"/>
              </a:ext>
            </a:extLst>
          </p:cNvPr>
          <p:cNvSpPr>
            <a:spLocks noGrp="1"/>
          </p:cNvSpPr>
          <p:nvPr>
            <p:ph type="sldNum" sz="quarter" idx="12"/>
          </p:nvPr>
        </p:nvSpPr>
        <p:spPr/>
        <p:txBody>
          <a:bodyPr/>
          <a:lstStyle/>
          <a:p>
            <a:fld id="{19F1D9CC-7119-45EC-A96C-D8C0660F3AAB}" type="slidenum">
              <a:rPr lang="en-GB" smtClean="0"/>
              <a:t>13</a:t>
            </a:fld>
            <a:endParaRPr lang="en-GB"/>
          </a:p>
        </p:txBody>
      </p:sp>
      <p:pic>
        <p:nvPicPr>
          <p:cNvPr id="4" name="Picture 3" descr="A screenshot of a math test&#10;&#10;AI-generated content may be incorrect.">
            <a:extLst>
              <a:ext uri="{FF2B5EF4-FFF2-40B4-BE49-F238E27FC236}">
                <a16:creationId xmlns:a16="http://schemas.microsoft.com/office/drawing/2014/main" id="{A58FF203-76ED-792C-9E6C-5D202E8DF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6713951" cy="9339648"/>
          </a:xfrm>
          <a:prstGeom prst="rect">
            <a:avLst/>
          </a:prstGeom>
        </p:spPr>
      </p:pic>
    </p:spTree>
    <p:extLst>
      <p:ext uri="{BB962C8B-B14F-4D97-AF65-F5344CB8AC3E}">
        <p14:creationId xmlns:p14="http://schemas.microsoft.com/office/powerpoint/2010/main" val="2544976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75E0C-0BC5-5173-5CAD-E019DF989F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BDF8C3-3188-42D7-49E8-DEDF57063497}"/>
              </a:ext>
            </a:extLst>
          </p:cNvPr>
          <p:cNvSpPr>
            <a:spLocks noGrp="1"/>
          </p:cNvSpPr>
          <p:nvPr>
            <p:ph type="sldNum" sz="quarter" idx="12"/>
          </p:nvPr>
        </p:nvSpPr>
        <p:spPr/>
        <p:txBody>
          <a:bodyPr/>
          <a:lstStyle/>
          <a:p>
            <a:fld id="{19F1D9CC-7119-45EC-A96C-D8C0660F3AAB}" type="slidenum">
              <a:rPr lang="en-GB" smtClean="0"/>
              <a:t>14</a:t>
            </a:fld>
            <a:endParaRPr lang="en-GB"/>
          </a:p>
        </p:txBody>
      </p:sp>
      <p:pic>
        <p:nvPicPr>
          <p:cNvPr id="6" name="Picture 5" descr="A math problem with a number&#10;&#10;AI-generated content may be incorrect.">
            <a:extLst>
              <a:ext uri="{FF2B5EF4-FFF2-40B4-BE49-F238E27FC236}">
                <a16:creationId xmlns:a16="http://schemas.microsoft.com/office/drawing/2014/main" id="{0CFA15B5-22E9-F5C4-073E-28F830A4C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964" y="160041"/>
            <a:ext cx="6347306" cy="6754326"/>
          </a:xfrm>
          <a:prstGeom prst="rect">
            <a:avLst/>
          </a:prstGeom>
        </p:spPr>
      </p:pic>
    </p:spTree>
    <p:extLst>
      <p:ext uri="{BB962C8B-B14F-4D97-AF65-F5344CB8AC3E}">
        <p14:creationId xmlns:p14="http://schemas.microsoft.com/office/powerpoint/2010/main" val="31374275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5" ma:contentTypeDescription="Create a new document." ma:contentTypeScope="" ma:versionID="e238da7da78697d1fe4891d3ac25b45a">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372ff361b2b60b6ed47f8a13d178c3d7"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08CC0EE-6BD2-49A5-B9D5-849A50B03AF3}">
  <ds:schemaRefs>
    <ds:schemaRef ds:uri="http://schemas.microsoft.com/sharepoint/v3/contenttype/forms"/>
  </ds:schemaRefs>
</ds:datastoreItem>
</file>

<file path=customXml/itemProps2.xml><?xml version="1.0" encoding="utf-8"?>
<ds:datastoreItem xmlns:ds="http://schemas.openxmlformats.org/officeDocument/2006/customXml" ds:itemID="{FA680FEA-8008-4570-AFBA-1B69C67E8E3F}"/>
</file>

<file path=customXml/itemProps3.xml><?xml version="1.0" encoding="utf-8"?>
<ds:datastoreItem xmlns:ds="http://schemas.openxmlformats.org/officeDocument/2006/customXml" ds:itemID="{0F6D76E5-7287-49DC-AF93-B1F4EB3F8258}">
  <ds:schemaRefs>
    <ds:schemaRef ds:uri="http://schemas.microsoft.com/office/infopath/2007/PartnerControls"/>
    <ds:schemaRef ds:uri="http://schemas.microsoft.com/office/2006/metadata/properties"/>
    <ds:schemaRef ds:uri="e30b71df-48f4-4db7-95c3-a9033c265cb9"/>
    <ds:schemaRef ds:uri="http://schemas.microsoft.com/office/2006/documentManagement/types"/>
    <ds:schemaRef ds:uri="http://purl.org/dc/elements/1.1/"/>
    <ds:schemaRef ds:uri="http://schemas.openxmlformats.org/package/2006/metadata/core-properties"/>
    <ds:schemaRef ds:uri="http://purl.org/dc/terms/"/>
    <ds:schemaRef ds:uri="608ebbb4-e88b-4c99-b506-21d9362781c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1768</Words>
  <Application>Microsoft Office PowerPoint</Application>
  <PresentationFormat>A4 Paper (210x297 mm)</PresentationFormat>
  <Paragraphs>344</Paragraphs>
  <Slides>14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.AppleSystemUIFont</vt:lpstr>
      <vt:lpstr>Arial</vt:lpstr>
      <vt:lpstr>Calibri</vt:lpstr>
      <vt:lpstr>Calibri Light</vt:lpstr>
      <vt:lpstr>Cambria Math</vt:lpstr>
      <vt:lpstr>Söhne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Wasiq Razaq (Astrea Academy Sheffield)</dc:creator>
  <cp:lastModifiedBy>Adam Brown (Astrea Central)</cp:lastModifiedBy>
  <cp:revision>8</cp:revision>
  <cp:lastPrinted>2021-07-09T14:20:41Z</cp:lastPrinted>
  <dcterms:created xsi:type="dcterms:W3CDTF">2020-02-27T07:22:26Z</dcterms:created>
  <dcterms:modified xsi:type="dcterms:W3CDTF">2025-10-02T09:33:27Z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y fmtid="{D5CDD505-2E9C-101B-9397-08002B2CF9AE}" pid="3" name="Order">
    <vt:r8>12400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ies>
</file>