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0"/>
  </p:notesMasterIdLst>
  <p:sldIdLst>
    <p:sldId id="528" r:id="rId5"/>
    <p:sldId id="529" r:id="rId6"/>
    <p:sldId id="531" r:id="rId7"/>
    <p:sldId id="533" r:id="rId8"/>
    <p:sldId id="534" r:id="rId9"/>
    <p:sldId id="536" r:id="rId10"/>
    <p:sldId id="1233" r:id="rId11"/>
    <p:sldId id="557" r:id="rId12"/>
    <p:sldId id="750" r:id="rId13"/>
    <p:sldId id="751" r:id="rId14"/>
    <p:sldId id="560" r:id="rId15"/>
    <p:sldId id="1235" r:id="rId16"/>
    <p:sldId id="761" r:id="rId17"/>
    <p:sldId id="764" r:id="rId18"/>
    <p:sldId id="765" r:id="rId19"/>
    <p:sldId id="537" r:id="rId20"/>
    <p:sldId id="538" r:id="rId21"/>
    <p:sldId id="634" r:id="rId22"/>
    <p:sldId id="270" r:id="rId23"/>
    <p:sldId id="304" r:id="rId24"/>
    <p:sldId id="2732" r:id="rId25"/>
    <p:sldId id="2733" r:id="rId26"/>
    <p:sldId id="2735" r:id="rId27"/>
    <p:sldId id="2736" r:id="rId28"/>
    <p:sldId id="2737" r:id="rId29"/>
    <p:sldId id="2738" r:id="rId30"/>
    <p:sldId id="2740" r:id="rId31"/>
    <p:sldId id="2741" r:id="rId32"/>
    <p:sldId id="2742" r:id="rId33"/>
    <p:sldId id="2743" r:id="rId34"/>
    <p:sldId id="2782" r:id="rId35"/>
    <p:sldId id="2783" r:id="rId36"/>
    <p:sldId id="2784" r:id="rId37"/>
    <p:sldId id="2785" r:id="rId38"/>
    <p:sldId id="2786" r:id="rId39"/>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siq Razaq (Staff, Astrea Academy Sheffield)" initials="WR(AAS" lastIdx="17" clrIdx="0">
    <p:extLst>
      <p:ext uri="{19B8F6BF-5375-455C-9EA6-DF929625EA0E}">
        <p15:presenceInfo xmlns:p15="http://schemas.microsoft.com/office/powerpoint/2012/main" userId="S::wasiq.razaq@astreasheffield.org::159e9762-73e0-4ac1-a5d5-3ca02db9f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2341"/>
    <a:srgbClr val="FF01B3"/>
    <a:srgbClr val="C4A000"/>
    <a:srgbClr val="8F5902"/>
    <a:srgbClr val="0000FF"/>
    <a:srgbClr val="B0B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247" autoAdjust="0"/>
  </p:normalViewPr>
  <p:slideViewPr>
    <p:cSldViewPr snapToGrid="0">
      <p:cViewPr varScale="1">
        <p:scale>
          <a:sx n="44" d="100"/>
          <a:sy n="44" d="100"/>
        </p:scale>
        <p:origin x="2232" y="24"/>
      </p:cViewPr>
      <p:guideLst>
        <p:guide orient="horz" pos="3120"/>
        <p:guide pos="2183"/>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298CC335-43E8-497A-92EF-F6294183AD0B}"/>
    <pc:docChg chg="undo custSel delSld modSld">
      <pc:chgData name="Adam Brown (Astrea Central)" userId="e4577f1c-a0ea-4eef-9851-9bdbe8619e58" providerId="ADAL" clId="{298CC335-43E8-497A-92EF-F6294183AD0B}" dt="2025-09-15T13:28:36.725" v="1901" actId="20577"/>
      <pc:docMkLst>
        <pc:docMk/>
      </pc:docMkLst>
      <pc:sldChg chg="delSp modSp mod">
        <pc:chgData name="Adam Brown (Astrea Central)" userId="e4577f1c-a0ea-4eef-9851-9bdbe8619e58" providerId="ADAL" clId="{298CC335-43E8-497A-92EF-F6294183AD0B}" dt="2025-09-15T11:17:48.384" v="749" actId="478"/>
        <pc:sldMkLst>
          <pc:docMk/>
          <pc:sldMk cId="3499626388" sldId="270"/>
        </pc:sldMkLst>
        <pc:graphicFrameChg chg="modGraphic">
          <ac:chgData name="Adam Brown (Astrea Central)" userId="e4577f1c-a0ea-4eef-9851-9bdbe8619e58" providerId="ADAL" clId="{298CC335-43E8-497A-92EF-F6294183AD0B}" dt="2025-09-15T11:17:43.512" v="748" actId="14734"/>
          <ac:graphicFrameMkLst>
            <pc:docMk/>
            <pc:sldMk cId="3499626388" sldId="270"/>
            <ac:graphicFrameMk id="21" creationId="{00000000-0000-0000-0000-000000000000}"/>
          </ac:graphicFrameMkLst>
        </pc:graphicFrameChg>
      </pc:sldChg>
      <pc:sldChg chg="delSp mod">
        <pc:chgData name="Adam Brown (Astrea Central)" userId="e4577f1c-a0ea-4eef-9851-9bdbe8619e58" providerId="ADAL" clId="{298CC335-43E8-497A-92EF-F6294183AD0B}" dt="2025-09-15T13:27:31.878" v="1884" actId="478"/>
        <pc:sldMkLst>
          <pc:docMk/>
          <pc:sldMk cId="3802529320" sldId="290"/>
        </pc:sldMkLst>
      </pc:sldChg>
      <pc:sldChg chg="delSp mod">
        <pc:chgData name="Adam Brown (Astrea Central)" userId="e4577f1c-a0ea-4eef-9851-9bdbe8619e58" providerId="ADAL" clId="{298CC335-43E8-497A-92EF-F6294183AD0B}" dt="2025-09-15T11:17:57.337" v="751" actId="478"/>
        <pc:sldMkLst>
          <pc:docMk/>
          <pc:sldMk cId="602000621" sldId="304"/>
        </pc:sldMkLst>
      </pc:sldChg>
      <pc:sldChg chg="addSp delSp mod">
        <pc:chgData name="Adam Brown (Astrea Central)" userId="e4577f1c-a0ea-4eef-9851-9bdbe8619e58" providerId="ADAL" clId="{298CC335-43E8-497A-92EF-F6294183AD0B}" dt="2025-09-15T13:27:57.845" v="1894" actId="478"/>
        <pc:sldMkLst>
          <pc:docMk/>
          <pc:sldMk cId="201419931" sldId="418"/>
        </pc:sldMkLst>
      </pc:sldChg>
      <pc:sldChg chg="modSp mod">
        <pc:chgData name="Adam Brown (Astrea Central)" userId="e4577f1c-a0ea-4eef-9851-9bdbe8619e58" providerId="ADAL" clId="{298CC335-43E8-497A-92EF-F6294183AD0B}" dt="2025-09-15T11:21:19.735" v="822" actId="6549"/>
        <pc:sldMkLst>
          <pc:docMk/>
          <pc:sldMk cId="2200894185" sldId="442"/>
        </pc:sldMkLst>
      </pc:sldChg>
      <pc:sldChg chg="delSp modSp mod">
        <pc:chgData name="Adam Brown (Astrea Central)" userId="e4577f1c-a0ea-4eef-9851-9bdbe8619e58" providerId="ADAL" clId="{298CC335-43E8-497A-92EF-F6294183AD0B}" dt="2025-09-15T11:06:24.216" v="629" actId="478"/>
        <pc:sldMkLst>
          <pc:docMk/>
          <pc:sldMk cId="3634756477" sldId="528"/>
        </pc:sldMkLst>
        <pc:graphicFrameChg chg="mod modGraphic">
          <ac:chgData name="Adam Brown (Astrea Central)" userId="e4577f1c-a0ea-4eef-9851-9bdbe8619e58" providerId="ADAL" clId="{298CC335-43E8-497A-92EF-F6294183AD0B}" dt="2025-09-15T11:06:12.256" v="621" actId="14100"/>
          <ac:graphicFrameMkLst>
            <pc:docMk/>
            <pc:sldMk cId="3634756477" sldId="528"/>
            <ac:graphicFrameMk id="9" creationId="{15F423F3-612E-46E0-1230-7CA80F77DE4C}"/>
          </ac:graphicFrameMkLst>
        </pc:graphicFrameChg>
      </pc:sldChg>
      <pc:sldChg chg="addSp delSp mod">
        <pc:chgData name="Adam Brown (Astrea Central)" userId="e4577f1c-a0ea-4eef-9851-9bdbe8619e58" providerId="ADAL" clId="{298CC335-43E8-497A-92EF-F6294183AD0B}" dt="2025-09-15T11:07:13.856" v="660" actId="478"/>
        <pc:sldMkLst>
          <pc:docMk/>
          <pc:sldMk cId="3965342644" sldId="529"/>
        </pc:sldMkLst>
        <pc:spChg chg="add del">
          <ac:chgData name="Adam Brown (Astrea Central)" userId="e4577f1c-a0ea-4eef-9851-9bdbe8619e58" providerId="ADAL" clId="{298CC335-43E8-497A-92EF-F6294183AD0B}" dt="2025-09-15T11:07:09.549" v="658" actId="478"/>
          <ac:spMkLst>
            <pc:docMk/>
            <pc:sldMk cId="3965342644" sldId="529"/>
            <ac:spMk id="27" creationId="{7658E5AF-52AC-AD43-8628-538C7318377A}"/>
          </ac:spMkLst>
        </pc:spChg>
      </pc:sldChg>
      <pc:sldChg chg="delSp mod">
        <pc:chgData name="Adam Brown (Astrea Central)" userId="e4577f1c-a0ea-4eef-9851-9bdbe8619e58" providerId="ADAL" clId="{298CC335-43E8-497A-92EF-F6294183AD0B}" dt="2025-09-15T11:07:27.256" v="670" actId="478"/>
        <pc:sldMkLst>
          <pc:docMk/>
          <pc:sldMk cId="1261905153" sldId="531"/>
        </pc:sldMkLst>
      </pc:sldChg>
      <pc:sldChg chg="delSp mod">
        <pc:chgData name="Adam Brown (Astrea Central)" userId="e4577f1c-a0ea-4eef-9851-9bdbe8619e58" providerId="ADAL" clId="{298CC335-43E8-497A-92EF-F6294183AD0B}" dt="2025-09-15T11:07:31.584" v="671" actId="478"/>
        <pc:sldMkLst>
          <pc:docMk/>
          <pc:sldMk cId="2885128637" sldId="533"/>
        </pc:sldMkLst>
      </pc:sldChg>
      <pc:sldChg chg="delSp mod">
        <pc:chgData name="Adam Brown (Astrea Central)" userId="e4577f1c-a0ea-4eef-9851-9bdbe8619e58" providerId="ADAL" clId="{298CC335-43E8-497A-92EF-F6294183AD0B}" dt="2025-09-15T11:08:07.511" v="683" actId="478"/>
        <pc:sldMkLst>
          <pc:docMk/>
          <pc:sldMk cId="1207551091" sldId="534"/>
        </pc:sldMkLst>
      </pc:sldChg>
      <pc:sldChg chg="delSp mod">
        <pc:chgData name="Adam Brown (Astrea Central)" userId="e4577f1c-a0ea-4eef-9851-9bdbe8619e58" providerId="ADAL" clId="{298CC335-43E8-497A-92EF-F6294183AD0B}" dt="2025-09-15T11:11:48.364" v="691" actId="478"/>
        <pc:sldMkLst>
          <pc:docMk/>
          <pc:sldMk cId="1773249319" sldId="536"/>
        </pc:sldMkLst>
      </pc:sldChg>
      <pc:sldChg chg="delSp mod">
        <pc:chgData name="Adam Brown (Astrea Central)" userId="e4577f1c-a0ea-4eef-9851-9bdbe8619e58" providerId="ADAL" clId="{298CC335-43E8-497A-92EF-F6294183AD0B}" dt="2025-09-15T11:17:09.031" v="729" actId="478"/>
        <pc:sldMkLst>
          <pc:docMk/>
          <pc:sldMk cId="354259982" sldId="537"/>
        </pc:sldMkLst>
      </pc:sldChg>
      <pc:sldChg chg="delSp mod">
        <pc:chgData name="Adam Brown (Astrea Central)" userId="e4577f1c-a0ea-4eef-9851-9bdbe8619e58" providerId="ADAL" clId="{298CC335-43E8-497A-92EF-F6294183AD0B}" dt="2025-09-15T11:17:28.552" v="740" actId="478"/>
        <pc:sldMkLst>
          <pc:docMk/>
          <pc:sldMk cId="1438998916" sldId="538"/>
        </pc:sldMkLst>
      </pc:sldChg>
      <pc:sldChg chg="delSp mod">
        <pc:chgData name="Adam Brown (Astrea Central)" userId="e4577f1c-a0ea-4eef-9851-9bdbe8619e58" providerId="ADAL" clId="{298CC335-43E8-497A-92EF-F6294183AD0B}" dt="2025-09-15T11:16:05.400" v="699" actId="478"/>
        <pc:sldMkLst>
          <pc:docMk/>
          <pc:sldMk cId="2485489797" sldId="557"/>
        </pc:sldMkLst>
      </pc:sldChg>
      <pc:sldChg chg="modSp mod">
        <pc:chgData name="Adam Brown (Astrea Central)" userId="e4577f1c-a0ea-4eef-9851-9bdbe8619e58" providerId="ADAL" clId="{298CC335-43E8-497A-92EF-F6294183AD0B}" dt="2025-09-15T11:16:37.328" v="713" actId="20577"/>
        <pc:sldMkLst>
          <pc:docMk/>
          <pc:sldMk cId="1525563781" sldId="560"/>
        </pc:sldMkLst>
        <pc:graphicFrameChg chg="modGraphic">
          <ac:chgData name="Adam Brown (Astrea Central)" userId="e4577f1c-a0ea-4eef-9851-9bdbe8619e58" providerId="ADAL" clId="{298CC335-43E8-497A-92EF-F6294183AD0B}" dt="2025-09-15T11:16:37.328" v="713" actId="20577"/>
          <ac:graphicFrameMkLst>
            <pc:docMk/>
            <pc:sldMk cId="1525563781" sldId="560"/>
            <ac:graphicFrameMk id="5" creationId="{8695FC87-8B73-6177-904E-AD747537D19E}"/>
          </ac:graphicFrameMkLst>
        </pc:graphicFrameChg>
      </pc:sldChg>
      <pc:sldChg chg="modSp mod">
        <pc:chgData name="Adam Brown (Astrea Central)" userId="e4577f1c-a0ea-4eef-9851-9bdbe8619e58" providerId="ADAL" clId="{298CC335-43E8-497A-92EF-F6294183AD0B}" dt="2025-09-15T11:21:34.185" v="828" actId="6549"/>
        <pc:sldMkLst>
          <pc:docMk/>
          <pc:sldMk cId="1903988073" sldId="565"/>
        </pc:sldMkLst>
      </pc:sldChg>
      <pc:sldChg chg="addSp delSp modSp mod">
        <pc:chgData name="Adam Brown (Astrea Central)" userId="e4577f1c-a0ea-4eef-9851-9bdbe8619e58" providerId="ADAL" clId="{298CC335-43E8-497A-92EF-F6294183AD0B}" dt="2025-09-15T11:22:15.767" v="858" actId="478"/>
        <pc:sldMkLst>
          <pc:docMk/>
          <pc:sldMk cId="76818099" sldId="603"/>
        </pc:sldMkLst>
      </pc:sldChg>
      <pc:sldChg chg="modSp mod">
        <pc:chgData name="Adam Brown (Astrea Central)" userId="e4577f1c-a0ea-4eef-9851-9bdbe8619e58" providerId="ADAL" clId="{298CC335-43E8-497A-92EF-F6294183AD0B}" dt="2025-09-15T10:49:24.543" v="619" actId="20577"/>
        <pc:sldMkLst>
          <pc:docMk/>
          <pc:sldMk cId="1617582283" sldId="604"/>
        </pc:sldMkLst>
      </pc:sldChg>
      <pc:sldChg chg="modSp mod">
        <pc:chgData name="Adam Brown (Astrea Central)" userId="e4577f1c-a0ea-4eef-9851-9bdbe8619e58" providerId="ADAL" clId="{298CC335-43E8-497A-92EF-F6294183AD0B}" dt="2025-09-15T11:31:05.576" v="1380" actId="20577"/>
        <pc:sldMkLst>
          <pc:docMk/>
          <pc:sldMk cId="1257912426" sldId="605"/>
        </pc:sldMkLst>
      </pc:sldChg>
      <pc:sldChg chg="delSp modSp mod">
        <pc:chgData name="Adam Brown (Astrea Central)" userId="e4577f1c-a0ea-4eef-9851-9bdbe8619e58" providerId="ADAL" clId="{298CC335-43E8-497A-92EF-F6294183AD0B}" dt="2025-09-15T11:22:53.890" v="872"/>
        <pc:sldMkLst>
          <pc:docMk/>
          <pc:sldMk cId="1849326464" sldId="607"/>
        </pc:sldMkLst>
      </pc:sldChg>
      <pc:sldChg chg="delSp modSp mod">
        <pc:chgData name="Adam Brown (Astrea Central)" userId="e4577f1c-a0ea-4eef-9851-9bdbe8619e58" providerId="ADAL" clId="{298CC335-43E8-497A-92EF-F6294183AD0B}" dt="2025-09-15T11:23:46.271" v="898" actId="478"/>
        <pc:sldMkLst>
          <pc:docMk/>
          <pc:sldMk cId="2486596901" sldId="611"/>
        </pc:sldMkLst>
      </pc:sldChg>
      <pc:sldChg chg="delSp modSp mod">
        <pc:chgData name="Adam Brown (Astrea Central)" userId="e4577f1c-a0ea-4eef-9851-9bdbe8619e58" providerId="ADAL" clId="{298CC335-43E8-497A-92EF-F6294183AD0B}" dt="2025-09-15T11:17:39.713" v="746" actId="478"/>
        <pc:sldMkLst>
          <pc:docMk/>
          <pc:sldMk cId="3771127931" sldId="634"/>
        </pc:sldMkLst>
      </pc:sldChg>
      <pc:sldChg chg="addSp delSp mod">
        <pc:chgData name="Adam Brown (Astrea Central)" userId="e4577f1c-a0ea-4eef-9851-9bdbe8619e58" providerId="ADAL" clId="{298CC335-43E8-497A-92EF-F6294183AD0B}" dt="2025-09-15T11:16:17.228" v="702" actId="478"/>
        <pc:sldMkLst>
          <pc:docMk/>
          <pc:sldMk cId="2820528885" sldId="750"/>
        </pc:sldMkLst>
      </pc:sldChg>
      <pc:sldChg chg="delSp mod">
        <pc:chgData name="Adam Brown (Astrea Central)" userId="e4577f1c-a0ea-4eef-9851-9bdbe8619e58" providerId="ADAL" clId="{298CC335-43E8-497A-92EF-F6294183AD0B}" dt="2025-09-15T11:16:25.008" v="703" actId="478"/>
        <pc:sldMkLst>
          <pc:docMk/>
          <pc:sldMk cId="105983789" sldId="751"/>
        </pc:sldMkLst>
      </pc:sldChg>
      <pc:sldChg chg="delSp mod">
        <pc:chgData name="Adam Brown (Astrea Central)" userId="e4577f1c-a0ea-4eef-9851-9bdbe8619e58" providerId="ADAL" clId="{298CC335-43E8-497A-92EF-F6294183AD0B}" dt="2025-09-15T11:16:47.863" v="723" actId="478"/>
        <pc:sldMkLst>
          <pc:docMk/>
          <pc:sldMk cId="1705740215" sldId="761"/>
        </pc:sldMkLst>
      </pc:sldChg>
      <pc:sldChg chg="delSp mod">
        <pc:chgData name="Adam Brown (Astrea Central)" userId="e4577f1c-a0ea-4eef-9851-9bdbe8619e58" providerId="ADAL" clId="{298CC335-43E8-497A-92EF-F6294183AD0B}" dt="2025-09-15T11:16:53.262" v="724" actId="478"/>
        <pc:sldMkLst>
          <pc:docMk/>
          <pc:sldMk cId="2741417538" sldId="764"/>
        </pc:sldMkLst>
      </pc:sldChg>
      <pc:sldChg chg="delSp mod">
        <pc:chgData name="Adam Brown (Astrea Central)" userId="e4577f1c-a0ea-4eef-9851-9bdbe8619e58" providerId="ADAL" clId="{298CC335-43E8-497A-92EF-F6294183AD0B}" dt="2025-09-15T11:16:59.473" v="725" actId="478"/>
        <pc:sldMkLst>
          <pc:docMk/>
          <pc:sldMk cId="721518159" sldId="765"/>
        </pc:sldMkLst>
      </pc:sldChg>
      <pc:sldChg chg="delSp mod">
        <pc:chgData name="Adam Brown (Astrea Central)" userId="e4577f1c-a0ea-4eef-9851-9bdbe8619e58" providerId="ADAL" clId="{298CC335-43E8-497A-92EF-F6294183AD0B}" dt="2025-09-15T13:22:03.525" v="1734" actId="478"/>
        <pc:sldMkLst>
          <pc:docMk/>
          <pc:sldMk cId="3624233750" sldId="796"/>
        </pc:sldMkLst>
      </pc:sldChg>
      <pc:sldChg chg="delSp modSp mod">
        <pc:chgData name="Adam Brown (Astrea Central)" userId="e4577f1c-a0ea-4eef-9851-9bdbe8619e58" providerId="ADAL" clId="{298CC335-43E8-497A-92EF-F6294183AD0B}" dt="2025-09-15T13:20:02.509" v="1691" actId="478"/>
        <pc:sldMkLst>
          <pc:docMk/>
          <pc:sldMk cId="3786559436" sldId="820"/>
        </pc:sldMkLst>
      </pc:sldChg>
      <pc:sldChg chg="delSp mod">
        <pc:chgData name="Adam Brown (Astrea Central)" userId="e4577f1c-a0ea-4eef-9851-9bdbe8619e58" providerId="ADAL" clId="{298CC335-43E8-497A-92EF-F6294183AD0B}" dt="2025-09-15T13:20:48.437" v="1707" actId="478"/>
        <pc:sldMkLst>
          <pc:docMk/>
          <pc:sldMk cId="2636512546" sldId="822"/>
        </pc:sldMkLst>
      </pc:sldChg>
      <pc:sldChg chg="delSp mod">
        <pc:chgData name="Adam Brown (Astrea Central)" userId="e4577f1c-a0ea-4eef-9851-9bdbe8619e58" providerId="ADAL" clId="{298CC335-43E8-497A-92EF-F6294183AD0B}" dt="2025-09-15T13:21:32.652" v="1720" actId="478"/>
        <pc:sldMkLst>
          <pc:docMk/>
          <pc:sldMk cId="990989979" sldId="823"/>
        </pc:sldMkLst>
      </pc:sldChg>
      <pc:sldChg chg="delSp mod">
        <pc:chgData name="Adam Brown (Astrea Central)" userId="e4577f1c-a0ea-4eef-9851-9bdbe8619e58" providerId="ADAL" clId="{298CC335-43E8-497A-92EF-F6294183AD0B}" dt="2025-09-15T13:21:41.108" v="1723" actId="478"/>
        <pc:sldMkLst>
          <pc:docMk/>
          <pc:sldMk cId="1943235173" sldId="826"/>
        </pc:sldMkLst>
      </pc:sldChg>
      <pc:sldChg chg="delSp mod">
        <pc:chgData name="Adam Brown (Astrea Central)" userId="e4577f1c-a0ea-4eef-9851-9bdbe8619e58" providerId="ADAL" clId="{298CC335-43E8-497A-92EF-F6294183AD0B}" dt="2025-09-15T13:18:45.504" v="1648" actId="478"/>
        <pc:sldMkLst>
          <pc:docMk/>
          <pc:sldMk cId="2692183026" sldId="1167"/>
        </pc:sldMkLst>
      </pc:sldChg>
      <pc:sldChg chg="delSp mod">
        <pc:chgData name="Adam Brown (Astrea Central)" userId="e4577f1c-a0ea-4eef-9851-9bdbe8619e58" providerId="ADAL" clId="{298CC335-43E8-497A-92EF-F6294183AD0B}" dt="2025-09-15T13:20:18.614" v="1695" actId="478"/>
        <pc:sldMkLst>
          <pc:docMk/>
          <pc:sldMk cId="248081511" sldId="1168"/>
        </pc:sldMkLst>
      </pc:sldChg>
      <pc:sldChg chg="delSp mod">
        <pc:chgData name="Adam Brown (Astrea Central)" userId="e4577f1c-a0ea-4eef-9851-9bdbe8619e58" providerId="ADAL" clId="{298CC335-43E8-497A-92EF-F6294183AD0B}" dt="2025-09-15T13:21:18.677" v="1716" actId="478"/>
        <pc:sldMkLst>
          <pc:docMk/>
          <pc:sldMk cId="3736762328" sldId="1169"/>
        </pc:sldMkLst>
      </pc:sldChg>
      <pc:sldChg chg="delSp modSp mod">
        <pc:chgData name="Adam Brown (Astrea Central)" userId="e4577f1c-a0ea-4eef-9851-9bdbe8619e58" providerId="ADAL" clId="{298CC335-43E8-497A-92EF-F6294183AD0B}" dt="2025-09-15T13:21:11.477" v="1715" actId="478"/>
        <pc:sldMkLst>
          <pc:docMk/>
          <pc:sldMk cId="3041216556" sldId="1171"/>
        </pc:sldMkLst>
      </pc:sldChg>
      <pc:sldChg chg="delSp mod">
        <pc:chgData name="Adam Brown (Astrea Central)" userId="e4577f1c-a0ea-4eef-9851-9bdbe8619e58" providerId="ADAL" clId="{298CC335-43E8-497A-92EF-F6294183AD0B}" dt="2025-09-15T13:21:26.702" v="1718" actId="478"/>
        <pc:sldMkLst>
          <pc:docMk/>
          <pc:sldMk cId="3478272523" sldId="1172"/>
        </pc:sldMkLst>
      </pc:sldChg>
      <pc:sldChg chg="delSp mod">
        <pc:chgData name="Adam Brown (Astrea Central)" userId="e4577f1c-a0ea-4eef-9851-9bdbe8619e58" providerId="ADAL" clId="{298CC335-43E8-497A-92EF-F6294183AD0B}" dt="2025-09-15T13:21:53.629" v="1730" actId="478"/>
        <pc:sldMkLst>
          <pc:docMk/>
          <pc:sldMk cId="2216248988" sldId="1173"/>
        </pc:sldMkLst>
      </pc:sldChg>
      <pc:sldChg chg="delSp mod">
        <pc:chgData name="Adam Brown (Astrea Central)" userId="e4577f1c-a0ea-4eef-9851-9bdbe8619e58" providerId="ADAL" clId="{298CC335-43E8-497A-92EF-F6294183AD0B}" dt="2025-09-15T13:22:12.350" v="1738" actId="478"/>
        <pc:sldMkLst>
          <pc:docMk/>
          <pc:sldMk cId="2128076458" sldId="1175"/>
        </pc:sldMkLst>
      </pc:sldChg>
      <pc:sldChg chg="delSp mod">
        <pc:chgData name="Adam Brown (Astrea Central)" userId="e4577f1c-a0ea-4eef-9851-9bdbe8619e58" providerId="ADAL" clId="{298CC335-43E8-497A-92EF-F6294183AD0B}" dt="2025-09-15T13:22:31.389" v="1747" actId="478"/>
        <pc:sldMkLst>
          <pc:docMk/>
          <pc:sldMk cId="2467498060" sldId="1177"/>
        </pc:sldMkLst>
      </pc:sldChg>
      <pc:sldChg chg="delSp mod">
        <pc:chgData name="Adam Brown (Astrea Central)" userId="e4577f1c-a0ea-4eef-9851-9bdbe8619e58" providerId="ADAL" clId="{298CC335-43E8-497A-92EF-F6294183AD0B}" dt="2025-09-15T13:22:39.813" v="1750" actId="478"/>
        <pc:sldMkLst>
          <pc:docMk/>
          <pc:sldMk cId="1100087889" sldId="1178"/>
        </pc:sldMkLst>
      </pc:sldChg>
      <pc:sldChg chg="delSp mod">
        <pc:chgData name="Adam Brown (Astrea Central)" userId="e4577f1c-a0ea-4eef-9851-9bdbe8619e58" providerId="ADAL" clId="{298CC335-43E8-497A-92EF-F6294183AD0B}" dt="2025-09-15T13:22:23.294" v="1743" actId="478"/>
        <pc:sldMkLst>
          <pc:docMk/>
          <pc:sldMk cId="2469184529" sldId="1179"/>
        </pc:sldMkLst>
      </pc:sldChg>
      <pc:sldChg chg="delSp mod">
        <pc:chgData name="Adam Brown (Astrea Central)" userId="e4577f1c-a0ea-4eef-9851-9bdbe8619e58" providerId="ADAL" clId="{298CC335-43E8-497A-92EF-F6294183AD0B}" dt="2025-09-15T13:22:54.085" v="1759" actId="478"/>
        <pc:sldMkLst>
          <pc:docMk/>
          <pc:sldMk cId="402085223" sldId="1180"/>
        </pc:sldMkLst>
      </pc:sldChg>
      <pc:sldChg chg="delSp modSp mod">
        <pc:chgData name="Adam Brown (Astrea Central)" userId="e4577f1c-a0ea-4eef-9851-9bdbe8619e58" providerId="ADAL" clId="{298CC335-43E8-497A-92EF-F6294183AD0B}" dt="2025-09-15T11:24:15.231" v="907" actId="478"/>
        <pc:sldMkLst>
          <pc:docMk/>
          <pc:sldMk cId="2615987597" sldId="1190"/>
        </pc:sldMkLst>
      </pc:sldChg>
      <pc:sldChg chg="modSp mod">
        <pc:chgData name="Adam Brown (Astrea Central)" userId="e4577f1c-a0ea-4eef-9851-9bdbe8619e58" providerId="ADAL" clId="{298CC335-43E8-497A-92EF-F6294183AD0B}" dt="2025-09-15T11:25:55.494" v="1153" actId="207"/>
        <pc:sldMkLst>
          <pc:docMk/>
          <pc:sldMk cId="3242687722" sldId="1191"/>
        </pc:sldMkLst>
      </pc:sldChg>
      <pc:sldChg chg="delSp modSp mod">
        <pc:chgData name="Adam Brown (Astrea Central)" userId="e4577f1c-a0ea-4eef-9851-9bdbe8619e58" providerId="ADAL" clId="{298CC335-43E8-497A-92EF-F6294183AD0B}" dt="2025-09-15T11:26:26.550" v="1162" actId="478"/>
        <pc:sldMkLst>
          <pc:docMk/>
          <pc:sldMk cId="2873416194" sldId="1192"/>
        </pc:sldMkLst>
      </pc:sldChg>
      <pc:sldChg chg="modSp mod">
        <pc:chgData name="Adam Brown (Astrea Central)" userId="e4577f1c-a0ea-4eef-9851-9bdbe8619e58" providerId="ADAL" clId="{298CC335-43E8-497A-92EF-F6294183AD0B}" dt="2025-09-15T11:27:16.095" v="1226" actId="20577"/>
        <pc:sldMkLst>
          <pc:docMk/>
          <pc:sldMk cId="332504451" sldId="1193"/>
        </pc:sldMkLst>
      </pc:sldChg>
      <pc:sldChg chg="modSp mod">
        <pc:chgData name="Adam Brown (Astrea Central)" userId="e4577f1c-a0ea-4eef-9851-9bdbe8619e58" providerId="ADAL" clId="{298CC335-43E8-497A-92EF-F6294183AD0B}" dt="2025-09-15T11:27:48.279" v="1280" actId="20577"/>
        <pc:sldMkLst>
          <pc:docMk/>
          <pc:sldMk cId="1623580324" sldId="1194"/>
        </pc:sldMkLst>
      </pc:sldChg>
      <pc:sldChg chg="modSp mod">
        <pc:chgData name="Adam Brown (Astrea Central)" userId="e4577f1c-a0ea-4eef-9851-9bdbe8619e58" providerId="ADAL" clId="{298CC335-43E8-497A-92EF-F6294183AD0B}" dt="2025-09-15T11:28:15.400" v="1324" actId="20577"/>
        <pc:sldMkLst>
          <pc:docMk/>
          <pc:sldMk cId="4029879049" sldId="1195"/>
        </pc:sldMkLst>
      </pc:sldChg>
      <pc:sldChg chg="modSp mod">
        <pc:chgData name="Adam Brown (Astrea Central)" userId="e4577f1c-a0ea-4eef-9851-9bdbe8619e58" providerId="ADAL" clId="{298CC335-43E8-497A-92EF-F6294183AD0B}" dt="2025-09-15T11:28:55.122" v="1347" actId="20577"/>
        <pc:sldMkLst>
          <pc:docMk/>
          <pc:sldMk cId="2907401783" sldId="1196"/>
        </pc:sldMkLst>
      </pc:sldChg>
      <pc:sldChg chg="modSp">
        <pc:chgData name="Adam Brown (Astrea Central)" userId="e4577f1c-a0ea-4eef-9851-9bdbe8619e58" providerId="ADAL" clId="{298CC335-43E8-497A-92EF-F6294183AD0B}" dt="2025-09-15T11:30:09.825" v="1362" actId="20577"/>
        <pc:sldMkLst>
          <pc:docMk/>
          <pc:sldMk cId="2407786857" sldId="1197"/>
        </pc:sldMkLst>
      </pc:sldChg>
      <pc:sldChg chg="del">
        <pc:chgData name="Adam Brown (Astrea Central)" userId="e4577f1c-a0ea-4eef-9851-9bdbe8619e58" providerId="ADAL" clId="{298CC335-43E8-497A-92EF-F6294183AD0B}" dt="2025-09-15T11:30:19.664" v="1363" actId="47"/>
        <pc:sldMkLst>
          <pc:docMk/>
          <pc:sldMk cId="1810991691" sldId="1198"/>
        </pc:sldMkLst>
      </pc:sldChg>
      <pc:sldChg chg="modSp mod">
        <pc:chgData name="Adam Brown (Astrea Central)" userId="e4577f1c-a0ea-4eef-9851-9bdbe8619e58" providerId="ADAL" clId="{298CC335-43E8-497A-92EF-F6294183AD0B}" dt="2025-09-15T11:32:08.756" v="1404" actId="20577"/>
        <pc:sldMkLst>
          <pc:docMk/>
          <pc:sldMk cId="3296569283" sldId="1199"/>
        </pc:sldMkLst>
      </pc:sldChg>
      <pc:sldChg chg="modSp mod">
        <pc:chgData name="Adam Brown (Astrea Central)" userId="e4577f1c-a0ea-4eef-9851-9bdbe8619e58" providerId="ADAL" clId="{298CC335-43E8-497A-92EF-F6294183AD0B}" dt="2025-09-15T13:13:47.672" v="1444" actId="20577"/>
        <pc:sldMkLst>
          <pc:docMk/>
          <pc:sldMk cId="2718422913" sldId="1200"/>
        </pc:sldMkLst>
      </pc:sldChg>
      <pc:sldChg chg="delSp modSp mod">
        <pc:chgData name="Adam Brown (Astrea Central)" userId="e4577f1c-a0ea-4eef-9851-9bdbe8619e58" providerId="ADAL" clId="{298CC335-43E8-497A-92EF-F6294183AD0B}" dt="2025-09-15T13:14:12.126" v="1458" actId="478"/>
        <pc:sldMkLst>
          <pc:docMk/>
          <pc:sldMk cId="3350024278" sldId="1201"/>
        </pc:sldMkLst>
      </pc:sldChg>
      <pc:sldChg chg="modSp mod">
        <pc:chgData name="Adam Brown (Astrea Central)" userId="e4577f1c-a0ea-4eef-9851-9bdbe8619e58" providerId="ADAL" clId="{298CC335-43E8-497A-92EF-F6294183AD0B}" dt="2025-09-15T13:14:50.369" v="1478" actId="20577"/>
        <pc:sldMkLst>
          <pc:docMk/>
          <pc:sldMk cId="328340208" sldId="1203"/>
        </pc:sldMkLst>
      </pc:sldChg>
      <pc:sldChg chg="modSp mod">
        <pc:chgData name="Adam Brown (Astrea Central)" userId="e4577f1c-a0ea-4eef-9851-9bdbe8619e58" providerId="ADAL" clId="{298CC335-43E8-497A-92EF-F6294183AD0B}" dt="2025-09-15T13:15:27.909" v="1506" actId="20577"/>
        <pc:sldMkLst>
          <pc:docMk/>
          <pc:sldMk cId="187822960" sldId="1204"/>
        </pc:sldMkLst>
      </pc:sldChg>
      <pc:sldChg chg="modSp mod">
        <pc:chgData name="Adam Brown (Astrea Central)" userId="e4577f1c-a0ea-4eef-9851-9bdbe8619e58" providerId="ADAL" clId="{298CC335-43E8-497A-92EF-F6294183AD0B}" dt="2025-09-15T13:16:19.917" v="1572" actId="20577"/>
        <pc:sldMkLst>
          <pc:docMk/>
          <pc:sldMk cId="3337100019" sldId="1210"/>
        </pc:sldMkLst>
      </pc:sldChg>
      <pc:sldChg chg="modSp mod">
        <pc:chgData name="Adam Brown (Astrea Central)" userId="e4577f1c-a0ea-4eef-9851-9bdbe8619e58" providerId="ADAL" clId="{298CC335-43E8-497A-92EF-F6294183AD0B}" dt="2025-09-15T13:17:01.539" v="1597" actId="20577"/>
        <pc:sldMkLst>
          <pc:docMk/>
          <pc:sldMk cId="3810112837" sldId="1211"/>
        </pc:sldMkLst>
      </pc:sldChg>
      <pc:sldChg chg="modSp mod">
        <pc:chgData name="Adam Brown (Astrea Central)" userId="e4577f1c-a0ea-4eef-9851-9bdbe8619e58" providerId="ADAL" clId="{298CC335-43E8-497A-92EF-F6294183AD0B}" dt="2025-09-15T13:18:02.236" v="1633" actId="20577"/>
        <pc:sldMkLst>
          <pc:docMk/>
          <pc:sldMk cId="3016650432" sldId="1212"/>
        </pc:sldMkLst>
      </pc:sldChg>
      <pc:sldChg chg="delSp mod">
        <pc:chgData name="Adam Brown (Astrea Central)" userId="e4577f1c-a0ea-4eef-9851-9bdbe8619e58" providerId="ADAL" clId="{298CC335-43E8-497A-92EF-F6294183AD0B}" dt="2025-09-15T13:18:21.590" v="1641" actId="478"/>
        <pc:sldMkLst>
          <pc:docMk/>
          <pc:sldMk cId="2823046277" sldId="1224"/>
        </pc:sldMkLst>
      </pc:sldChg>
      <pc:sldChg chg="delSp modSp mod">
        <pc:chgData name="Adam Brown (Astrea Central)" userId="e4577f1c-a0ea-4eef-9851-9bdbe8619e58" providerId="ADAL" clId="{298CC335-43E8-497A-92EF-F6294183AD0B}" dt="2025-09-15T13:19:04.800" v="1655" actId="478"/>
        <pc:sldMkLst>
          <pc:docMk/>
          <pc:sldMk cId="1766625398" sldId="1225"/>
        </pc:sldMkLst>
      </pc:sldChg>
      <pc:sldChg chg="delSp mod">
        <pc:chgData name="Adam Brown (Astrea Central)" userId="e4577f1c-a0ea-4eef-9851-9bdbe8619e58" providerId="ADAL" clId="{298CC335-43E8-497A-92EF-F6294183AD0B}" dt="2025-09-15T13:19:14.342" v="1657" actId="478"/>
        <pc:sldMkLst>
          <pc:docMk/>
          <pc:sldMk cId="1567395204" sldId="1226"/>
        </pc:sldMkLst>
      </pc:sldChg>
      <pc:sldChg chg="delSp mod">
        <pc:chgData name="Adam Brown (Astrea Central)" userId="e4577f1c-a0ea-4eef-9851-9bdbe8619e58" providerId="ADAL" clId="{298CC335-43E8-497A-92EF-F6294183AD0B}" dt="2025-09-15T13:20:10.806" v="1693" actId="478"/>
        <pc:sldMkLst>
          <pc:docMk/>
          <pc:sldMk cId="1733079440" sldId="1227"/>
        </pc:sldMkLst>
      </pc:sldChg>
      <pc:sldChg chg="delSp mod">
        <pc:chgData name="Adam Brown (Astrea Central)" userId="e4577f1c-a0ea-4eef-9851-9bdbe8619e58" providerId="ADAL" clId="{298CC335-43E8-497A-92EF-F6294183AD0B}" dt="2025-09-15T13:20:29.061" v="1698" actId="478"/>
        <pc:sldMkLst>
          <pc:docMk/>
          <pc:sldMk cId="3664428990" sldId="1228"/>
        </pc:sldMkLst>
      </pc:sldChg>
      <pc:sldChg chg="delSp mod">
        <pc:chgData name="Adam Brown (Astrea Central)" userId="e4577f1c-a0ea-4eef-9851-9bdbe8619e58" providerId="ADAL" clId="{298CC335-43E8-497A-92EF-F6294183AD0B}" dt="2025-09-15T13:20:56.542" v="1708" actId="478"/>
        <pc:sldMkLst>
          <pc:docMk/>
          <pc:sldMk cId="1710199113" sldId="1229"/>
        </pc:sldMkLst>
      </pc:sldChg>
      <pc:sldChg chg="delSp mod">
        <pc:chgData name="Adam Brown (Astrea Central)" userId="e4577f1c-a0ea-4eef-9851-9bdbe8619e58" providerId="ADAL" clId="{298CC335-43E8-497A-92EF-F6294183AD0B}" dt="2025-09-15T13:21:23.094" v="1717" actId="478"/>
        <pc:sldMkLst>
          <pc:docMk/>
          <pc:sldMk cId="1420111636" sldId="1230"/>
        </pc:sldMkLst>
      </pc:sldChg>
      <pc:sldChg chg="modSp mod">
        <pc:chgData name="Adam Brown (Astrea Central)" userId="e4577f1c-a0ea-4eef-9851-9bdbe8619e58" providerId="ADAL" clId="{298CC335-43E8-497A-92EF-F6294183AD0B}" dt="2025-09-15T10:49:06.096" v="614" actId="20577"/>
        <pc:sldMkLst>
          <pc:docMk/>
          <pc:sldMk cId="149822979" sldId="1231"/>
        </pc:sldMkLst>
      </pc:sldChg>
      <pc:sldChg chg="modSp mod">
        <pc:chgData name="Adam Brown (Astrea Central)" userId="e4577f1c-a0ea-4eef-9851-9bdbe8619e58" providerId="ADAL" clId="{298CC335-43E8-497A-92EF-F6294183AD0B}" dt="2025-09-15T11:15:52.599" v="697" actId="20577"/>
        <pc:sldMkLst>
          <pc:docMk/>
          <pc:sldMk cId="1210998565" sldId="1233"/>
        </pc:sldMkLst>
        <pc:graphicFrameChg chg="modGraphic">
          <ac:chgData name="Adam Brown (Astrea Central)" userId="e4577f1c-a0ea-4eef-9851-9bdbe8619e58" providerId="ADAL" clId="{298CC335-43E8-497A-92EF-F6294183AD0B}" dt="2025-09-15T11:15:52.599" v="697" actId="20577"/>
          <ac:graphicFrameMkLst>
            <pc:docMk/>
            <pc:sldMk cId="1210998565" sldId="1233"/>
            <ac:graphicFrameMk id="107" creationId="{00000000-0000-0000-0000-000000000000}"/>
          </ac:graphicFrameMkLst>
        </pc:graphicFrameChg>
      </pc:sldChg>
      <pc:sldChg chg="modSp mod">
        <pc:chgData name="Adam Brown (Astrea Central)" userId="e4577f1c-a0ea-4eef-9851-9bdbe8619e58" providerId="ADAL" clId="{298CC335-43E8-497A-92EF-F6294183AD0B}" dt="2025-09-15T11:16:43.873" v="722" actId="20577"/>
        <pc:sldMkLst>
          <pc:docMk/>
          <pc:sldMk cId="733169967" sldId="1235"/>
        </pc:sldMkLst>
        <pc:graphicFrameChg chg="modGraphic">
          <ac:chgData name="Adam Brown (Astrea Central)" userId="e4577f1c-a0ea-4eef-9851-9bdbe8619e58" providerId="ADAL" clId="{298CC335-43E8-497A-92EF-F6294183AD0B}" dt="2025-09-15T11:16:43.873" v="722" actId="20577"/>
          <ac:graphicFrameMkLst>
            <pc:docMk/>
            <pc:sldMk cId="733169967" sldId="1235"/>
            <ac:graphicFrameMk id="37" creationId="{66DD2EF5-FCD5-6D75-A5C7-2871B5E78C14}"/>
          </ac:graphicFrameMkLst>
        </pc:graphicFrameChg>
      </pc:sldChg>
      <pc:sldChg chg="delSp modSp mod">
        <pc:chgData name="Adam Brown (Astrea Central)" userId="e4577f1c-a0ea-4eef-9851-9bdbe8619e58" providerId="ADAL" clId="{298CC335-43E8-497A-92EF-F6294183AD0B}" dt="2025-09-15T13:26:28.161" v="1861" actId="6549"/>
        <pc:sldMkLst>
          <pc:docMk/>
          <pc:sldMk cId="2936956160" sldId="2717"/>
        </pc:sldMkLst>
      </pc:sldChg>
      <pc:sldChg chg="delSp mod">
        <pc:chgData name="Adam Brown (Astrea Central)" userId="e4577f1c-a0ea-4eef-9851-9bdbe8619e58" providerId="ADAL" clId="{298CC335-43E8-497A-92EF-F6294183AD0B}" dt="2025-09-15T13:26:52.172" v="1870" actId="478"/>
        <pc:sldMkLst>
          <pc:docMk/>
          <pc:sldMk cId="2276136011" sldId="2724"/>
        </pc:sldMkLst>
      </pc:sldChg>
      <pc:sldChg chg="delSp mod">
        <pc:chgData name="Adam Brown (Astrea Central)" userId="e4577f1c-a0ea-4eef-9851-9bdbe8619e58" providerId="ADAL" clId="{298CC335-43E8-497A-92EF-F6294183AD0B}" dt="2025-09-15T13:27:17.612" v="1878" actId="478"/>
        <pc:sldMkLst>
          <pc:docMk/>
          <pc:sldMk cId="2347654998" sldId="2726"/>
        </pc:sldMkLst>
      </pc:sldChg>
      <pc:sldChg chg="delSp mod">
        <pc:chgData name="Adam Brown (Astrea Central)" userId="e4577f1c-a0ea-4eef-9851-9bdbe8619e58" providerId="ADAL" clId="{298CC335-43E8-497A-92EF-F6294183AD0B}" dt="2025-09-15T11:18:13.591" v="758" actId="478"/>
        <pc:sldMkLst>
          <pc:docMk/>
          <pc:sldMk cId="3656622071" sldId="2732"/>
        </pc:sldMkLst>
      </pc:sldChg>
      <pc:sldChg chg="delSp mod">
        <pc:chgData name="Adam Brown (Astrea Central)" userId="e4577f1c-a0ea-4eef-9851-9bdbe8619e58" providerId="ADAL" clId="{298CC335-43E8-497A-92EF-F6294183AD0B}" dt="2025-09-15T11:18:29.671" v="764" actId="478"/>
        <pc:sldMkLst>
          <pc:docMk/>
          <pc:sldMk cId="806530860" sldId="2733"/>
        </pc:sldMkLst>
      </pc:sldChg>
      <pc:sldChg chg="delSp mod">
        <pc:chgData name="Adam Brown (Astrea Central)" userId="e4577f1c-a0ea-4eef-9851-9bdbe8619e58" providerId="ADAL" clId="{298CC335-43E8-497A-92EF-F6294183AD0B}" dt="2025-09-15T11:18:42.028" v="769" actId="478"/>
        <pc:sldMkLst>
          <pc:docMk/>
          <pc:sldMk cId="1251629001" sldId="2735"/>
        </pc:sldMkLst>
      </pc:sldChg>
      <pc:sldChg chg="delSp mod">
        <pc:chgData name="Adam Brown (Astrea Central)" userId="e4577f1c-a0ea-4eef-9851-9bdbe8619e58" providerId="ADAL" clId="{298CC335-43E8-497A-92EF-F6294183AD0B}" dt="2025-09-15T11:18:59.456" v="772" actId="478"/>
        <pc:sldMkLst>
          <pc:docMk/>
          <pc:sldMk cId="1618587120" sldId="2736"/>
        </pc:sldMkLst>
      </pc:sldChg>
      <pc:sldChg chg="delSp mod">
        <pc:chgData name="Adam Brown (Astrea Central)" userId="e4577f1c-a0ea-4eef-9851-9bdbe8619e58" providerId="ADAL" clId="{298CC335-43E8-497A-92EF-F6294183AD0B}" dt="2025-09-15T11:19:15.695" v="776" actId="478"/>
        <pc:sldMkLst>
          <pc:docMk/>
          <pc:sldMk cId="1674874405" sldId="2737"/>
        </pc:sldMkLst>
      </pc:sldChg>
      <pc:sldChg chg="addSp delSp mod">
        <pc:chgData name="Adam Brown (Astrea Central)" userId="e4577f1c-a0ea-4eef-9851-9bdbe8619e58" providerId="ADAL" clId="{298CC335-43E8-497A-92EF-F6294183AD0B}" dt="2025-09-15T11:19:39.338" v="784" actId="478"/>
        <pc:sldMkLst>
          <pc:docMk/>
          <pc:sldMk cId="3580631642" sldId="2738"/>
        </pc:sldMkLst>
      </pc:sldChg>
      <pc:sldChg chg="delSp mod">
        <pc:chgData name="Adam Brown (Astrea Central)" userId="e4577f1c-a0ea-4eef-9851-9bdbe8619e58" providerId="ADAL" clId="{298CC335-43E8-497A-92EF-F6294183AD0B}" dt="2025-09-15T11:19:53.567" v="789" actId="478"/>
        <pc:sldMkLst>
          <pc:docMk/>
          <pc:sldMk cId="3254095160" sldId="2740"/>
        </pc:sldMkLst>
      </pc:sldChg>
      <pc:sldChg chg="delSp mod">
        <pc:chgData name="Adam Brown (Astrea Central)" userId="e4577f1c-a0ea-4eef-9851-9bdbe8619e58" providerId="ADAL" clId="{298CC335-43E8-497A-92EF-F6294183AD0B}" dt="2025-09-15T11:20:07.143" v="793" actId="478"/>
        <pc:sldMkLst>
          <pc:docMk/>
          <pc:sldMk cId="325519433" sldId="2741"/>
        </pc:sldMkLst>
      </pc:sldChg>
      <pc:sldChg chg="delSp mod">
        <pc:chgData name="Adam Brown (Astrea Central)" userId="e4577f1c-a0ea-4eef-9851-9bdbe8619e58" providerId="ADAL" clId="{298CC335-43E8-497A-92EF-F6294183AD0B}" dt="2025-09-15T11:20:31.639" v="798" actId="478"/>
        <pc:sldMkLst>
          <pc:docMk/>
          <pc:sldMk cId="1850562953" sldId="2742"/>
        </pc:sldMkLst>
      </pc:sldChg>
      <pc:sldChg chg="delSp mod">
        <pc:chgData name="Adam Brown (Astrea Central)" userId="e4577f1c-a0ea-4eef-9851-9bdbe8619e58" providerId="ADAL" clId="{298CC335-43E8-497A-92EF-F6294183AD0B}" dt="2025-09-15T11:20:52.595" v="804" actId="478"/>
        <pc:sldMkLst>
          <pc:docMk/>
          <pc:sldMk cId="508714497" sldId="2743"/>
        </pc:sldMkLst>
      </pc:sldChg>
      <pc:sldChg chg="delSp modSp mod">
        <pc:chgData name="Adam Brown (Astrea Central)" userId="e4577f1c-a0ea-4eef-9851-9bdbe8619e58" providerId="ADAL" clId="{298CC335-43E8-497A-92EF-F6294183AD0B}" dt="2025-09-15T11:22:30.544" v="863" actId="478"/>
        <pc:sldMkLst>
          <pc:docMk/>
          <pc:sldMk cId="2361319489" sldId="2744"/>
        </pc:sldMkLst>
      </pc:sldChg>
      <pc:sldChg chg="delSp modSp mod">
        <pc:chgData name="Adam Brown (Astrea Central)" userId="e4577f1c-a0ea-4eef-9851-9bdbe8619e58" providerId="ADAL" clId="{298CC335-43E8-497A-92EF-F6294183AD0B}" dt="2025-09-15T11:23:19.847" v="877" actId="478"/>
        <pc:sldMkLst>
          <pc:docMk/>
          <pc:sldMk cId="787172474" sldId="2781"/>
        </pc:sldMkLst>
      </pc:sldChg>
      <pc:sldChg chg="delSp mod">
        <pc:chgData name="Adam Brown (Astrea Central)" userId="e4577f1c-a0ea-4eef-9851-9bdbe8619e58" providerId="ADAL" clId="{298CC335-43E8-497A-92EF-F6294183AD0B}" dt="2025-09-15T11:20:58.207" v="807" actId="478"/>
        <pc:sldMkLst>
          <pc:docMk/>
          <pc:sldMk cId="1035247090" sldId="2782"/>
        </pc:sldMkLst>
      </pc:sldChg>
      <pc:sldChg chg="delSp mod">
        <pc:chgData name="Adam Brown (Astrea Central)" userId="e4577f1c-a0ea-4eef-9851-9bdbe8619e58" providerId="ADAL" clId="{298CC335-43E8-497A-92EF-F6294183AD0B}" dt="2025-09-15T11:21:01.903" v="811" actId="478"/>
        <pc:sldMkLst>
          <pc:docMk/>
          <pc:sldMk cId="3795775980" sldId="2783"/>
        </pc:sldMkLst>
      </pc:sldChg>
      <pc:sldChg chg="delSp mod">
        <pc:chgData name="Adam Brown (Astrea Central)" userId="e4577f1c-a0ea-4eef-9851-9bdbe8619e58" providerId="ADAL" clId="{298CC335-43E8-497A-92EF-F6294183AD0B}" dt="2025-09-15T11:21:05.352" v="814" actId="478"/>
        <pc:sldMkLst>
          <pc:docMk/>
          <pc:sldMk cId="206868638" sldId="2784"/>
        </pc:sldMkLst>
      </pc:sldChg>
      <pc:sldChg chg="delSp mod">
        <pc:chgData name="Adam Brown (Astrea Central)" userId="e4577f1c-a0ea-4eef-9851-9bdbe8619e58" providerId="ADAL" clId="{298CC335-43E8-497A-92EF-F6294183AD0B}" dt="2025-09-15T11:21:08.094" v="817" actId="478"/>
        <pc:sldMkLst>
          <pc:docMk/>
          <pc:sldMk cId="3862930301" sldId="2785"/>
        </pc:sldMkLst>
      </pc:sldChg>
      <pc:sldChg chg="delSp mod">
        <pc:chgData name="Adam Brown (Astrea Central)" userId="e4577f1c-a0ea-4eef-9851-9bdbe8619e58" providerId="ADAL" clId="{298CC335-43E8-497A-92EF-F6294183AD0B}" dt="2025-09-15T11:21:12.023" v="820" actId="478"/>
        <pc:sldMkLst>
          <pc:docMk/>
          <pc:sldMk cId="1152998114" sldId="2786"/>
        </pc:sldMkLst>
      </pc:sldChg>
      <pc:sldChg chg="delSp mod">
        <pc:chgData name="Adam Brown (Astrea Central)" userId="e4577f1c-a0ea-4eef-9851-9bdbe8619e58" providerId="ADAL" clId="{298CC335-43E8-497A-92EF-F6294183AD0B}" dt="2025-09-15T13:18:06.391" v="1636" actId="478"/>
        <pc:sldMkLst>
          <pc:docMk/>
          <pc:sldMk cId="4030505016" sldId="2787"/>
        </pc:sldMkLst>
      </pc:sldChg>
      <pc:sldChg chg="delSp mod">
        <pc:chgData name="Adam Brown (Astrea Central)" userId="e4577f1c-a0ea-4eef-9851-9bdbe8619e58" providerId="ADAL" clId="{298CC335-43E8-497A-92EF-F6294183AD0B}" dt="2025-09-15T13:22:57.172" v="1761" actId="478"/>
        <pc:sldMkLst>
          <pc:docMk/>
          <pc:sldMk cId="793087224" sldId="2788"/>
        </pc:sldMkLst>
      </pc:sldChg>
      <pc:sldChg chg="delSp mod">
        <pc:chgData name="Adam Brown (Astrea Central)" userId="e4577f1c-a0ea-4eef-9851-9bdbe8619e58" providerId="ADAL" clId="{298CC335-43E8-497A-92EF-F6294183AD0B}" dt="2025-09-15T13:18:08.804" v="1638" actId="478"/>
        <pc:sldMkLst>
          <pc:docMk/>
          <pc:sldMk cId="24400507" sldId="2789"/>
        </pc:sldMkLst>
      </pc:sldChg>
      <pc:sldChg chg="addSp delSp modSp mod">
        <pc:chgData name="Adam Brown (Astrea Central)" userId="e4577f1c-a0ea-4eef-9851-9bdbe8619e58" providerId="ADAL" clId="{298CC335-43E8-497A-92EF-F6294183AD0B}" dt="2025-09-15T13:28:36.725" v="1901" actId="20577"/>
        <pc:sldMkLst>
          <pc:docMk/>
          <pc:sldMk cId="1226461086" sldId="2790"/>
        </pc:sldMkLst>
      </pc:sldChg>
      <pc:sldChg chg="delSp modSp mod">
        <pc:chgData name="Adam Brown (Astrea Central)" userId="e4577f1c-a0ea-4eef-9851-9bdbe8619e58" providerId="ADAL" clId="{298CC335-43E8-497A-92EF-F6294183AD0B}" dt="2025-09-15T13:23:44.148" v="1788" actId="478"/>
        <pc:sldMkLst>
          <pc:docMk/>
          <pc:sldMk cId="317608521" sldId="2791"/>
        </pc:sldMkLst>
      </pc:sldChg>
      <pc:sldChg chg="addSp delSp mod">
        <pc:chgData name="Adam Brown (Astrea Central)" userId="e4577f1c-a0ea-4eef-9851-9bdbe8619e58" providerId="ADAL" clId="{298CC335-43E8-497A-92EF-F6294183AD0B}" dt="2025-09-15T13:24:19.605" v="1805" actId="478"/>
        <pc:sldMkLst>
          <pc:docMk/>
          <pc:sldMk cId="3879350625" sldId="2792"/>
        </pc:sldMkLst>
      </pc:sldChg>
      <pc:sldChg chg="delSp mod">
        <pc:chgData name="Adam Brown (Astrea Central)" userId="e4577f1c-a0ea-4eef-9851-9bdbe8619e58" providerId="ADAL" clId="{298CC335-43E8-497A-92EF-F6294183AD0B}" dt="2025-09-15T13:24:23.134" v="1806" actId="478"/>
        <pc:sldMkLst>
          <pc:docMk/>
          <pc:sldMk cId="1145473237" sldId="2793"/>
        </pc:sldMkLst>
      </pc:sldChg>
      <pc:sldChg chg="delSp mod">
        <pc:chgData name="Adam Brown (Astrea Central)" userId="e4577f1c-a0ea-4eef-9851-9bdbe8619e58" providerId="ADAL" clId="{298CC335-43E8-497A-92EF-F6294183AD0B}" dt="2025-09-15T13:24:37.454" v="1813" actId="478"/>
        <pc:sldMkLst>
          <pc:docMk/>
          <pc:sldMk cId="1477799629" sldId="2794"/>
        </pc:sldMkLst>
      </pc:sldChg>
      <pc:sldChg chg="delSp mod">
        <pc:chgData name="Adam Brown (Astrea Central)" userId="e4577f1c-a0ea-4eef-9851-9bdbe8619e58" providerId="ADAL" clId="{298CC335-43E8-497A-92EF-F6294183AD0B}" dt="2025-09-15T13:24:53.118" v="1822" actId="478"/>
        <pc:sldMkLst>
          <pc:docMk/>
          <pc:sldMk cId="120458108" sldId="2795"/>
        </pc:sldMkLst>
      </pc:sldChg>
      <pc:sldChg chg="addSp delSp mod">
        <pc:chgData name="Adam Brown (Astrea Central)" userId="e4577f1c-a0ea-4eef-9851-9bdbe8619e58" providerId="ADAL" clId="{298CC335-43E8-497A-92EF-F6294183AD0B}" dt="2025-09-15T13:25:40.510" v="1844" actId="478"/>
        <pc:sldMkLst>
          <pc:docMk/>
          <pc:sldMk cId="2695163168" sldId="2796"/>
        </pc:sldMkLst>
      </pc:sldChg>
      <pc:sldChg chg="delSp mod">
        <pc:chgData name="Adam Brown (Astrea Central)" userId="e4577f1c-a0ea-4eef-9851-9bdbe8619e58" providerId="ADAL" clId="{298CC335-43E8-497A-92EF-F6294183AD0B}" dt="2025-09-15T13:25:53.462" v="1848" actId="478"/>
        <pc:sldMkLst>
          <pc:docMk/>
          <pc:sldMk cId="167216715" sldId="2797"/>
        </pc:sldMkLst>
      </pc:sldChg>
      <pc:sldChg chg="delSp mod">
        <pc:chgData name="Adam Brown (Astrea Central)" userId="e4577f1c-a0ea-4eef-9851-9bdbe8619e58" providerId="ADAL" clId="{298CC335-43E8-497A-92EF-F6294183AD0B}" dt="2025-09-15T13:26:14.684" v="1856" actId="478"/>
        <pc:sldMkLst>
          <pc:docMk/>
          <pc:sldMk cId="4095301130" sldId="2798"/>
        </pc:sldMkLst>
      </pc:sldChg>
      <pc:sldChg chg="delSp mod">
        <pc:chgData name="Adam Brown (Astrea Central)" userId="e4577f1c-a0ea-4eef-9851-9bdbe8619e58" providerId="ADAL" clId="{298CC335-43E8-497A-92EF-F6294183AD0B}" dt="2025-09-15T13:22:59.245" v="1763" actId="478"/>
        <pc:sldMkLst>
          <pc:docMk/>
          <pc:sldMk cId="3489747628" sldId="2799"/>
        </pc:sldMkLst>
      </pc:sldChg>
      <pc:sldChg chg="delSp mod">
        <pc:chgData name="Adam Brown (Astrea Central)" userId="e4577f1c-a0ea-4eef-9851-9bdbe8619e58" providerId="ADAL" clId="{298CC335-43E8-497A-92EF-F6294183AD0B}" dt="2025-09-15T13:28:02.989" v="1898" actId="478"/>
        <pc:sldMkLst>
          <pc:docMk/>
          <pc:sldMk cId="1992598841" sldId="2801"/>
        </pc:sldMkLst>
      </pc:sldChg>
      <pc:sldChg chg="delSp mod">
        <pc:chgData name="Adam Brown (Astrea Central)" userId="e4577f1c-a0ea-4eef-9851-9bdbe8619e58" providerId="ADAL" clId="{298CC335-43E8-497A-92EF-F6294183AD0B}" dt="2025-09-15T13:28:00.979" v="1896" actId="478"/>
        <pc:sldMkLst>
          <pc:docMk/>
          <pc:sldMk cId="1428088597" sldId="2804"/>
        </pc:sldMkLst>
      </pc:sldChg>
    </pc:docChg>
  </pc:docChgLst>
  <pc:docChgLst>
    <pc:chgData name="Adam Brown (Astrea Central)" userId="e4577f1c-a0ea-4eef-9851-9bdbe8619e58" providerId="ADAL" clId="{FC589BED-B800-4576-B0E6-40DE8D9C26D5}"/>
    <pc:docChg chg="delSld">
      <pc:chgData name="Adam Brown (Astrea Central)" userId="e4577f1c-a0ea-4eef-9851-9bdbe8619e58" providerId="ADAL" clId="{FC589BED-B800-4576-B0E6-40DE8D9C26D5}" dt="2025-10-02T11:03:42.872" v="3" actId="47"/>
      <pc:docMkLst>
        <pc:docMk/>
      </pc:docMkLst>
      <pc:sldChg chg="del">
        <pc:chgData name="Adam Brown (Astrea Central)" userId="e4577f1c-a0ea-4eef-9851-9bdbe8619e58" providerId="ADAL" clId="{FC589BED-B800-4576-B0E6-40DE8D9C26D5}" dt="2025-10-02T11:03:37.961" v="0" actId="47"/>
        <pc:sldMkLst>
          <pc:docMk/>
          <pc:sldMk cId="3802529320" sldId="290"/>
        </pc:sldMkLst>
      </pc:sldChg>
      <pc:sldChg chg="del">
        <pc:chgData name="Adam Brown (Astrea Central)" userId="e4577f1c-a0ea-4eef-9851-9bdbe8619e58" providerId="ADAL" clId="{FC589BED-B800-4576-B0E6-40DE8D9C26D5}" dt="2025-10-02T11:03:37.961" v="0" actId="47"/>
        <pc:sldMkLst>
          <pc:docMk/>
          <pc:sldMk cId="201419931" sldId="418"/>
        </pc:sldMkLst>
      </pc:sldChg>
      <pc:sldChg chg="del">
        <pc:chgData name="Adam Brown (Astrea Central)" userId="e4577f1c-a0ea-4eef-9851-9bdbe8619e58" providerId="ADAL" clId="{FC589BED-B800-4576-B0E6-40DE8D9C26D5}" dt="2025-10-02T11:03:37.961" v="0" actId="47"/>
        <pc:sldMkLst>
          <pc:docMk/>
          <pc:sldMk cId="2200894185" sldId="442"/>
        </pc:sldMkLst>
      </pc:sldChg>
      <pc:sldChg chg="del">
        <pc:chgData name="Adam Brown (Astrea Central)" userId="e4577f1c-a0ea-4eef-9851-9bdbe8619e58" providerId="ADAL" clId="{FC589BED-B800-4576-B0E6-40DE8D9C26D5}" dt="2025-10-02T11:03:37.961" v="0" actId="47"/>
        <pc:sldMkLst>
          <pc:docMk/>
          <pc:sldMk cId="1903988073" sldId="565"/>
        </pc:sldMkLst>
      </pc:sldChg>
      <pc:sldChg chg="del">
        <pc:chgData name="Adam Brown (Astrea Central)" userId="e4577f1c-a0ea-4eef-9851-9bdbe8619e58" providerId="ADAL" clId="{FC589BED-B800-4576-B0E6-40DE8D9C26D5}" dt="2025-10-02T11:03:37.961" v="0" actId="47"/>
        <pc:sldMkLst>
          <pc:docMk/>
          <pc:sldMk cId="76818099" sldId="603"/>
        </pc:sldMkLst>
      </pc:sldChg>
      <pc:sldChg chg="del">
        <pc:chgData name="Adam Brown (Astrea Central)" userId="e4577f1c-a0ea-4eef-9851-9bdbe8619e58" providerId="ADAL" clId="{FC589BED-B800-4576-B0E6-40DE8D9C26D5}" dt="2025-10-02T11:03:41.830" v="1" actId="47"/>
        <pc:sldMkLst>
          <pc:docMk/>
          <pc:sldMk cId="1617582283" sldId="604"/>
        </pc:sldMkLst>
      </pc:sldChg>
      <pc:sldChg chg="del">
        <pc:chgData name="Adam Brown (Astrea Central)" userId="e4577f1c-a0ea-4eef-9851-9bdbe8619e58" providerId="ADAL" clId="{FC589BED-B800-4576-B0E6-40DE8D9C26D5}" dt="2025-10-02T11:03:42.872" v="3" actId="47"/>
        <pc:sldMkLst>
          <pc:docMk/>
          <pc:sldMk cId="1257912426" sldId="605"/>
        </pc:sldMkLst>
      </pc:sldChg>
      <pc:sldChg chg="del">
        <pc:chgData name="Adam Brown (Astrea Central)" userId="e4577f1c-a0ea-4eef-9851-9bdbe8619e58" providerId="ADAL" clId="{FC589BED-B800-4576-B0E6-40DE8D9C26D5}" dt="2025-10-02T11:03:37.961" v="0" actId="47"/>
        <pc:sldMkLst>
          <pc:docMk/>
          <pc:sldMk cId="1849326464" sldId="607"/>
        </pc:sldMkLst>
      </pc:sldChg>
      <pc:sldChg chg="del">
        <pc:chgData name="Adam Brown (Astrea Central)" userId="e4577f1c-a0ea-4eef-9851-9bdbe8619e58" providerId="ADAL" clId="{FC589BED-B800-4576-B0E6-40DE8D9C26D5}" dt="2025-10-02T11:03:37.961" v="0" actId="47"/>
        <pc:sldMkLst>
          <pc:docMk/>
          <pc:sldMk cId="2486596901" sldId="611"/>
        </pc:sldMkLst>
      </pc:sldChg>
      <pc:sldChg chg="del">
        <pc:chgData name="Adam Brown (Astrea Central)" userId="e4577f1c-a0ea-4eef-9851-9bdbe8619e58" providerId="ADAL" clId="{FC589BED-B800-4576-B0E6-40DE8D9C26D5}" dt="2025-10-02T11:03:37.961" v="0" actId="47"/>
        <pc:sldMkLst>
          <pc:docMk/>
          <pc:sldMk cId="3624233750" sldId="796"/>
        </pc:sldMkLst>
      </pc:sldChg>
      <pc:sldChg chg="del">
        <pc:chgData name="Adam Brown (Astrea Central)" userId="e4577f1c-a0ea-4eef-9851-9bdbe8619e58" providerId="ADAL" clId="{FC589BED-B800-4576-B0E6-40DE8D9C26D5}" dt="2025-10-02T11:03:37.961" v="0" actId="47"/>
        <pc:sldMkLst>
          <pc:docMk/>
          <pc:sldMk cId="3786559436" sldId="820"/>
        </pc:sldMkLst>
      </pc:sldChg>
      <pc:sldChg chg="del">
        <pc:chgData name="Adam Brown (Astrea Central)" userId="e4577f1c-a0ea-4eef-9851-9bdbe8619e58" providerId="ADAL" clId="{FC589BED-B800-4576-B0E6-40DE8D9C26D5}" dt="2025-10-02T11:03:37.961" v="0" actId="47"/>
        <pc:sldMkLst>
          <pc:docMk/>
          <pc:sldMk cId="2636512546" sldId="822"/>
        </pc:sldMkLst>
      </pc:sldChg>
      <pc:sldChg chg="del">
        <pc:chgData name="Adam Brown (Astrea Central)" userId="e4577f1c-a0ea-4eef-9851-9bdbe8619e58" providerId="ADAL" clId="{FC589BED-B800-4576-B0E6-40DE8D9C26D5}" dt="2025-10-02T11:03:37.961" v="0" actId="47"/>
        <pc:sldMkLst>
          <pc:docMk/>
          <pc:sldMk cId="990989979" sldId="823"/>
        </pc:sldMkLst>
      </pc:sldChg>
      <pc:sldChg chg="del">
        <pc:chgData name="Adam Brown (Astrea Central)" userId="e4577f1c-a0ea-4eef-9851-9bdbe8619e58" providerId="ADAL" clId="{FC589BED-B800-4576-B0E6-40DE8D9C26D5}" dt="2025-10-02T11:03:37.961" v="0" actId="47"/>
        <pc:sldMkLst>
          <pc:docMk/>
          <pc:sldMk cId="1943235173" sldId="826"/>
        </pc:sldMkLst>
      </pc:sldChg>
      <pc:sldChg chg="del">
        <pc:chgData name="Adam Brown (Astrea Central)" userId="e4577f1c-a0ea-4eef-9851-9bdbe8619e58" providerId="ADAL" clId="{FC589BED-B800-4576-B0E6-40DE8D9C26D5}" dt="2025-10-02T11:03:37.961" v="0" actId="47"/>
        <pc:sldMkLst>
          <pc:docMk/>
          <pc:sldMk cId="2692183026" sldId="1167"/>
        </pc:sldMkLst>
      </pc:sldChg>
      <pc:sldChg chg="del">
        <pc:chgData name="Adam Brown (Astrea Central)" userId="e4577f1c-a0ea-4eef-9851-9bdbe8619e58" providerId="ADAL" clId="{FC589BED-B800-4576-B0E6-40DE8D9C26D5}" dt="2025-10-02T11:03:37.961" v="0" actId="47"/>
        <pc:sldMkLst>
          <pc:docMk/>
          <pc:sldMk cId="248081511" sldId="1168"/>
        </pc:sldMkLst>
      </pc:sldChg>
      <pc:sldChg chg="del">
        <pc:chgData name="Adam Brown (Astrea Central)" userId="e4577f1c-a0ea-4eef-9851-9bdbe8619e58" providerId="ADAL" clId="{FC589BED-B800-4576-B0E6-40DE8D9C26D5}" dt="2025-10-02T11:03:37.961" v="0" actId="47"/>
        <pc:sldMkLst>
          <pc:docMk/>
          <pc:sldMk cId="3736762328" sldId="1169"/>
        </pc:sldMkLst>
      </pc:sldChg>
      <pc:sldChg chg="del">
        <pc:chgData name="Adam Brown (Astrea Central)" userId="e4577f1c-a0ea-4eef-9851-9bdbe8619e58" providerId="ADAL" clId="{FC589BED-B800-4576-B0E6-40DE8D9C26D5}" dt="2025-10-02T11:03:37.961" v="0" actId="47"/>
        <pc:sldMkLst>
          <pc:docMk/>
          <pc:sldMk cId="3041216556" sldId="1171"/>
        </pc:sldMkLst>
      </pc:sldChg>
      <pc:sldChg chg="del">
        <pc:chgData name="Adam Brown (Astrea Central)" userId="e4577f1c-a0ea-4eef-9851-9bdbe8619e58" providerId="ADAL" clId="{FC589BED-B800-4576-B0E6-40DE8D9C26D5}" dt="2025-10-02T11:03:37.961" v="0" actId="47"/>
        <pc:sldMkLst>
          <pc:docMk/>
          <pc:sldMk cId="3478272523" sldId="1172"/>
        </pc:sldMkLst>
      </pc:sldChg>
      <pc:sldChg chg="del">
        <pc:chgData name="Adam Brown (Astrea Central)" userId="e4577f1c-a0ea-4eef-9851-9bdbe8619e58" providerId="ADAL" clId="{FC589BED-B800-4576-B0E6-40DE8D9C26D5}" dt="2025-10-02T11:03:37.961" v="0" actId="47"/>
        <pc:sldMkLst>
          <pc:docMk/>
          <pc:sldMk cId="2216248988" sldId="1173"/>
        </pc:sldMkLst>
      </pc:sldChg>
      <pc:sldChg chg="del">
        <pc:chgData name="Adam Brown (Astrea Central)" userId="e4577f1c-a0ea-4eef-9851-9bdbe8619e58" providerId="ADAL" clId="{FC589BED-B800-4576-B0E6-40DE8D9C26D5}" dt="2025-10-02T11:03:37.961" v="0" actId="47"/>
        <pc:sldMkLst>
          <pc:docMk/>
          <pc:sldMk cId="2128076458" sldId="1175"/>
        </pc:sldMkLst>
      </pc:sldChg>
      <pc:sldChg chg="del">
        <pc:chgData name="Adam Brown (Astrea Central)" userId="e4577f1c-a0ea-4eef-9851-9bdbe8619e58" providerId="ADAL" clId="{FC589BED-B800-4576-B0E6-40DE8D9C26D5}" dt="2025-10-02T11:03:37.961" v="0" actId="47"/>
        <pc:sldMkLst>
          <pc:docMk/>
          <pc:sldMk cId="3221334843" sldId="1176"/>
        </pc:sldMkLst>
      </pc:sldChg>
      <pc:sldChg chg="del">
        <pc:chgData name="Adam Brown (Astrea Central)" userId="e4577f1c-a0ea-4eef-9851-9bdbe8619e58" providerId="ADAL" clId="{FC589BED-B800-4576-B0E6-40DE8D9C26D5}" dt="2025-10-02T11:03:37.961" v="0" actId="47"/>
        <pc:sldMkLst>
          <pc:docMk/>
          <pc:sldMk cId="2467498060" sldId="1177"/>
        </pc:sldMkLst>
      </pc:sldChg>
      <pc:sldChg chg="del">
        <pc:chgData name="Adam Brown (Astrea Central)" userId="e4577f1c-a0ea-4eef-9851-9bdbe8619e58" providerId="ADAL" clId="{FC589BED-B800-4576-B0E6-40DE8D9C26D5}" dt="2025-10-02T11:03:37.961" v="0" actId="47"/>
        <pc:sldMkLst>
          <pc:docMk/>
          <pc:sldMk cId="1100087889" sldId="1178"/>
        </pc:sldMkLst>
      </pc:sldChg>
      <pc:sldChg chg="del">
        <pc:chgData name="Adam Brown (Astrea Central)" userId="e4577f1c-a0ea-4eef-9851-9bdbe8619e58" providerId="ADAL" clId="{FC589BED-B800-4576-B0E6-40DE8D9C26D5}" dt="2025-10-02T11:03:37.961" v="0" actId="47"/>
        <pc:sldMkLst>
          <pc:docMk/>
          <pc:sldMk cId="2469184529" sldId="1179"/>
        </pc:sldMkLst>
      </pc:sldChg>
      <pc:sldChg chg="del">
        <pc:chgData name="Adam Brown (Astrea Central)" userId="e4577f1c-a0ea-4eef-9851-9bdbe8619e58" providerId="ADAL" clId="{FC589BED-B800-4576-B0E6-40DE8D9C26D5}" dt="2025-10-02T11:03:37.961" v="0" actId="47"/>
        <pc:sldMkLst>
          <pc:docMk/>
          <pc:sldMk cId="402085223" sldId="1180"/>
        </pc:sldMkLst>
      </pc:sldChg>
      <pc:sldChg chg="del">
        <pc:chgData name="Adam Brown (Astrea Central)" userId="e4577f1c-a0ea-4eef-9851-9bdbe8619e58" providerId="ADAL" clId="{FC589BED-B800-4576-B0E6-40DE8D9C26D5}" dt="2025-10-02T11:03:37.961" v="0" actId="47"/>
        <pc:sldMkLst>
          <pc:docMk/>
          <pc:sldMk cId="2615987597" sldId="1190"/>
        </pc:sldMkLst>
      </pc:sldChg>
      <pc:sldChg chg="del">
        <pc:chgData name="Adam Brown (Astrea Central)" userId="e4577f1c-a0ea-4eef-9851-9bdbe8619e58" providerId="ADAL" clId="{FC589BED-B800-4576-B0E6-40DE8D9C26D5}" dt="2025-10-02T11:03:37.961" v="0" actId="47"/>
        <pc:sldMkLst>
          <pc:docMk/>
          <pc:sldMk cId="3242687722" sldId="1191"/>
        </pc:sldMkLst>
      </pc:sldChg>
      <pc:sldChg chg="del">
        <pc:chgData name="Adam Brown (Astrea Central)" userId="e4577f1c-a0ea-4eef-9851-9bdbe8619e58" providerId="ADAL" clId="{FC589BED-B800-4576-B0E6-40DE8D9C26D5}" dt="2025-10-02T11:03:37.961" v="0" actId="47"/>
        <pc:sldMkLst>
          <pc:docMk/>
          <pc:sldMk cId="2873416194" sldId="1192"/>
        </pc:sldMkLst>
      </pc:sldChg>
      <pc:sldChg chg="del">
        <pc:chgData name="Adam Brown (Astrea Central)" userId="e4577f1c-a0ea-4eef-9851-9bdbe8619e58" providerId="ADAL" clId="{FC589BED-B800-4576-B0E6-40DE8D9C26D5}" dt="2025-10-02T11:03:37.961" v="0" actId="47"/>
        <pc:sldMkLst>
          <pc:docMk/>
          <pc:sldMk cId="332504451" sldId="1193"/>
        </pc:sldMkLst>
      </pc:sldChg>
      <pc:sldChg chg="del">
        <pc:chgData name="Adam Brown (Astrea Central)" userId="e4577f1c-a0ea-4eef-9851-9bdbe8619e58" providerId="ADAL" clId="{FC589BED-B800-4576-B0E6-40DE8D9C26D5}" dt="2025-10-02T11:03:37.961" v="0" actId="47"/>
        <pc:sldMkLst>
          <pc:docMk/>
          <pc:sldMk cId="1623580324" sldId="1194"/>
        </pc:sldMkLst>
      </pc:sldChg>
      <pc:sldChg chg="del">
        <pc:chgData name="Adam Brown (Astrea Central)" userId="e4577f1c-a0ea-4eef-9851-9bdbe8619e58" providerId="ADAL" clId="{FC589BED-B800-4576-B0E6-40DE8D9C26D5}" dt="2025-10-02T11:03:37.961" v="0" actId="47"/>
        <pc:sldMkLst>
          <pc:docMk/>
          <pc:sldMk cId="4029879049" sldId="1195"/>
        </pc:sldMkLst>
      </pc:sldChg>
      <pc:sldChg chg="del">
        <pc:chgData name="Adam Brown (Astrea Central)" userId="e4577f1c-a0ea-4eef-9851-9bdbe8619e58" providerId="ADAL" clId="{FC589BED-B800-4576-B0E6-40DE8D9C26D5}" dt="2025-10-02T11:03:37.961" v="0" actId="47"/>
        <pc:sldMkLst>
          <pc:docMk/>
          <pc:sldMk cId="2907401783" sldId="1196"/>
        </pc:sldMkLst>
      </pc:sldChg>
      <pc:sldChg chg="del">
        <pc:chgData name="Adam Brown (Astrea Central)" userId="e4577f1c-a0ea-4eef-9851-9bdbe8619e58" providerId="ADAL" clId="{FC589BED-B800-4576-B0E6-40DE8D9C26D5}" dt="2025-10-02T11:03:37.961" v="0" actId="47"/>
        <pc:sldMkLst>
          <pc:docMk/>
          <pc:sldMk cId="2407786857" sldId="1197"/>
        </pc:sldMkLst>
      </pc:sldChg>
      <pc:sldChg chg="del">
        <pc:chgData name="Adam Brown (Astrea Central)" userId="e4577f1c-a0ea-4eef-9851-9bdbe8619e58" providerId="ADAL" clId="{FC589BED-B800-4576-B0E6-40DE8D9C26D5}" dt="2025-10-02T11:03:37.961" v="0" actId="47"/>
        <pc:sldMkLst>
          <pc:docMk/>
          <pc:sldMk cId="3296569283" sldId="1199"/>
        </pc:sldMkLst>
      </pc:sldChg>
      <pc:sldChg chg="del">
        <pc:chgData name="Adam Brown (Astrea Central)" userId="e4577f1c-a0ea-4eef-9851-9bdbe8619e58" providerId="ADAL" clId="{FC589BED-B800-4576-B0E6-40DE8D9C26D5}" dt="2025-10-02T11:03:37.961" v="0" actId="47"/>
        <pc:sldMkLst>
          <pc:docMk/>
          <pc:sldMk cId="2718422913" sldId="1200"/>
        </pc:sldMkLst>
      </pc:sldChg>
      <pc:sldChg chg="del">
        <pc:chgData name="Adam Brown (Astrea Central)" userId="e4577f1c-a0ea-4eef-9851-9bdbe8619e58" providerId="ADAL" clId="{FC589BED-B800-4576-B0E6-40DE8D9C26D5}" dt="2025-10-02T11:03:37.961" v="0" actId="47"/>
        <pc:sldMkLst>
          <pc:docMk/>
          <pc:sldMk cId="3350024278" sldId="1201"/>
        </pc:sldMkLst>
      </pc:sldChg>
      <pc:sldChg chg="del">
        <pc:chgData name="Adam Brown (Astrea Central)" userId="e4577f1c-a0ea-4eef-9851-9bdbe8619e58" providerId="ADAL" clId="{FC589BED-B800-4576-B0E6-40DE8D9C26D5}" dt="2025-10-02T11:03:37.961" v="0" actId="47"/>
        <pc:sldMkLst>
          <pc:docMk/>
          <pc:sldMk cId="328340208" sldId="1203"/>
        </pc:sldMkLst>
      </pc:sldChg>
      <pc:sldChg chg="del">
        <pc:chgData name="Adam Brown (Astrea Central)" userId="e4577f1c-a0ea-4eef-9851-9bdbe8619e58" providerId="ADAL" clId="{FC589BED-B800-4576-B0E6-40DE8D9C26D5}" dt="2025-10-02T11:03:37.961" v="0" actId="47"/>
        <pc:sldMkLst>
          <pc:docMk/>
          <pc:sldMk cId="187822960" sldId="1204"/>
        </pc:sldMkLst>
      </pc:sldChg>
      <pc:sldChg chg="del">
        <pc:chgData name="Adam Brown (Astrea Central)" userId="e4577f1c-a0ea-4eef-9851-9bdbe8619e58" providerId="ADAL" clId="{FC589BED-B800-4576-B0E6-40DE8D9C26D5}" dt="2025-10-02T11:03:37.961" v="0" actId="47"/>
        <pc:sldMkLst>
          <pc:docMk/>
          <pc:sldMk cId="3337100019" sldId="1210"/>
        </pc:sldMkLst>
      </pc:sldChg>
      <pc:sldChg chg="del">
        <pc:chgData name="Adam Brown (Astrea Central)" userId="e4577f1c-a0ea-4eef-9851-9bdbe8619e58" providerId="ADAL" clId="{FC589BED-B800-4576-B0E6-40DE8D9C26D5}" dt="2025-10-02T11:03:37.961" v="0" actId="47"/>
        <pc:sldMkLst>
          <pc:docMk/>
          <pc:sldMk cId="3810112837" sldId="1211"/>
        </pc:sldMkLst>
      </pc:sldChg>
      <pc:sldChg chg="del">
        <pc:chgData name="Adam Brown (Astrea Central)" userId="e4577f1c-a0ea-4eef-9851-9bdbe8619e58" providerId="ADAL" clId="{FC589BED-B800-4576-B0E6-40DE8D9C26D5}" dt="2025-10-02T11:03:37.961" v="0" actId="47"/>
        <pc:sldMkLst>
          <pc:docMk/>
          <pc:sldMk cId="3016650432" sldId="1212"/>
        </pc:sldMkLst>
      </pc:sldChg>
      <pc:sldChg chg="del">
        <pc:chgData name="Adam Brown (Astrea Central)" userId="e4577f1c-a0ea-4eef-9851-9bdbe8619e58" providerId="ADAL" clId="{FC589BED-B800-4576-B0E6-40DE8D9C26D5}" dt="2025-10-02T11:03:37.961" v="0" actId="47"/>
        <pc:sldMkLst>
          <pc:docMk/>
          <pc:sldMk cId="2823046277" sldId="1224"/>
        </pc:sldMkLst>
      </pc:sldChg>
      <pc:sldChg chg="del">
        <pc:chgData name="Adam Brown (Astrea Central)" userId="e4577f1c-a0ea-4eef-9851-9bdbe8619e58" providerId="ADAL" clId="{FC589BED-B800-4576-B0E6-40DE8D9C26D5}" dt="2025-10-02T11:03:37.961" v="0" actId="47"/>
        <pc:sldMkLst>
          <pc:docMk/>
          <pc:sldMk cId="1766625398" sldId="1225"/>
        </pc:sldMkLst>
      </pc:sldChg>
      <pc:sldChg chg="del">
        <pc:chgData name="Adam Brown (Astrea Central)" userId="e4577f1c-a0ea-4eef-9851-9bdbe8619e58" providerId="ADAL" clId="{FC589BED-B800-4576-B0E6-40DE8D9C26D5}" dt="2025-10-02T11:03:37.961" v="0" actId="47"/>
        <pc:sldMkLst>
          <pc:docMk/>
          <pc:sldMk cId="1567395204" sldId="1226"/>
        </pc:sldMkLst>
      </pc:sldChg>
      <pc:sldChg chg="del">
        <pc:chgData name="Adam Brown (Astrea Central)" userId="e4577f1c-a0ea-4eef-9851-9bdbe8619e58" providerId="ADAL" clId="{FC589BED-B800-4576-B0E6-40DE8D9C26D5}" dt="2025-10-02T11:03:37.961" v="0" actId="47"/>
        <pc:sldMkLst>
          <pc:docMk/>
          <pc:sldMk cId="1733079440" sldId="1227"/>
        </pc:sldMkLst>
      </pc:sldChg>
      <pc:sldChg chg="del">
        <pc:chgData name="Adam Brown (Astrea Central)" userId="e4577f1c-a0ea-4eef-9851-9bdbe8619e58" providerId="ADAL" clId="{FC589BED-B800-4576-B0E6-40DE8D9C26D5}" dt="2025-10-02T11:03:37.961" v="0" actId="47"/>
        <pc:sldMkLst>
          <pc:docMk/>
          <pc:sldMk cId="3664428990" sldId="1228"/>
        </pc:sldMkLst>
      </pc:sldChg>
      <pc:sldChg chg="del">
        <pc:chgData name="Adam Brown (Astrea Central)" userId="e4577f1c-a0ea-4eef-9851-9bdbe8619e58" providerId="ADAL" clId="{FC589BED-B800-4576-B0E6-40DE8D9C26D5}" dt="2025-10-02T11:03:37.961" v="0" actId="47"/>
        <pc:sldMkLst>
          <pc:docMk/>
          <pc:sldMk cId="1710199113" sldId="1229"/>
        </pc:sldMkLst>
      </pc:sldChg>
      <pc:sldChg chg="del">
        <pc:chgData name="Adam Brown (Astrea Central)" userId="e4577f1c-a0ea-4eef-9851-9bdbe8619e58" providerId="ADAL" clId="{FC589BED-B800-4576-B0E6-40DE8D9C26D5}" dt="2025-10-02T11:03:37.961" v="0" actId="47"/>
        <pc:sldMkLst>
          <pc:docMk/>
          <pc:sldMk cId="1420111636" sldId="1230"/>
        </pc:sldMkLst>
      </pc:sldChg>
      <pc:sldChg chg="del">
        <pc:chgData name="Adam Brown (Astrea Central)" userId="e4577f1c-a0ea-4eef-9851-9bdbe8619e58" providerId="ADAL" clId="{FC589BED-B800-4576-B0E6-40DE8D9C26D5}" dt="2025-10-02T11:03:42.344" v="2" actId="47"/>
        <pc:sldMkLst>
          <pc:docMk/>
          <pc:sldMk cId="149822979" sldId="1231"/>
        </pc:sldMkLst>
      </pc:sldChg>
      <pc:sldChg chg="del">
        <pc:chgData name="Adam Brown (Astrea Central)" userId="e4577f1c-a0ea-4eef-9851-9bdbe8619e58" providerId="ADAL" clId="{FC589BED-B800-4576-B0E6-40DE8D9C26D5}" dt="2025-10-02T11:03:37.961" v="0" actId="47"/>
        <pc:sldMkLst>
          <pc:docMk/>
          <pc:sldMk cId="2936956160" sldId="2717"/>
        </pc:sldMkLst>
      </pc:sldChg>
      <pc:sldChg chg="del">
        <pc:chgData name="Adam Brown (Astrea Central)" userId="e4577f1c-a0ea-4eef-9851-9bdbe8619e58" providerId="ADAL" clId="{FC589BED-B800-4576-B0E6-40DE8D9C26D5}" dt="2025-10-02T11:03:37.961" v="0" actId="47"/>
        <pc:sldMkLst>
          <pc:docMk/>
          <pc:sldMk cId="2276136011" sldId="2724"/>
        </pc:sldMkLst>
      </pc:sldChg>
      <pc:sldChg chg="del">
        <pc:chgData name="Adam Brown (Astrea Central)" userId="e4577f1c-a0ea-4eef-9851-9bdbe8619e58" providerId="ADAL" clId="{FC589BED-B800-4576-B0E6-40DE8D9C26D5}" dt="2025-10-02T11:03:37.961" v="0" actId="47"/>
        <pc:sldMkLst>
          <pc:docMk/>
          <pc:sldMk cId="2347654998" sldId="2726"/>
        </pc:sldMkLst>
      </pc:sldChg>
      <pc:sldChg chg="del">
        <pc:chgData name="Adam Brown (Astrea Central)" userId="e4577f1c-a0ea-4eef-9851-9bdbe8619e58" providerId="ADAL" clId="{FC589BED-B800-4576-B0E6-40DE8D9C26D5}" dt="2025-10-02T11:03:37.961" v="0" actId="47"/>
        <pc:sldMkLst>
          <pc:docMk/>
          <pc:sldMk cId="2361319489" sldId="2744"/>
        </pc:sldMkLst>
      </pc:sldChg>
      <pc:sldChg chg="del">
        <pc:chgData name="Adam Brown (Astrea Central)" userId="e4577f1c-a0ea-4eef-9851-9bdbe8619e58" providerId="ADAL" clId="{FC589BED-B800-4576-B0E6-40DE8D9C26D5}" dt="2025-10-02T11:03:37.961" v="0" actId="47"/>
        <pc:sldMkLst>
          <pc:docMk/>
          <pc:sldMk cId="787172474" sldId="2781"/>
        </pc:sldMkLst>
      </pc:sldChg>
      <pc:sldChg chg="del">
        <pc:chgData name="Adam Brown (Astrea Central)" userId="e4577f1c-a0ea-4eef-9851-9bdbe8619e58" providerId="ADAL" clId="{FC589BED-B800-4576-B0E6-40DE8D9C26D5}" dt="2025-10-02T11:03:37.961" v="0" actId="47"/>
        <pc:sldMkLst>
          <pc:docMk/>
          <pc:sldMk cId="4030505016" sldId="2787"/>
        </pc:sldMkLst>
      </pc:sldChg>
      <pc:sldChg chg="del">
        <pc:chgData name="Adam Brown (Astrea Central)" userId="e4577f1c-a0ea-4eef-9851-9bdbe8619e58" providerId="ADAL" clId="{FC589BED-B800-4576-B0E6-40DE8D9C26D5}" dt="2025-10-02T11:03:37.961" v="0" actId="47"/>
        <pc:sldMkLst>
          <pc:docMk/>
          <pc:sldMk cId="793087224" sldId="2788"/>
        </pc:sldMkLst>
      </pc:sldChg>
      <pc:sldChg chg="del">
        <pc:chgData name="Adam Brown (Astrea Central)" userId="e4577f1c-a0ea-4eef-9851-9bdbe8619e58" providerId="ADAL" clId="{FC589BED-B800-4576-B0E6-40DE8D9C26D5}" dt="2025-10-02T11:03:37.961" v="0" actId="47"/>
        <pc:sldMkLst>
          <pc:docMk/>
          <pc:sldMk cId="24400507" sldId="2789"/>
        </pc:sldMkLst>
      </pc:sldChg>
      <pc:sldChg chg="del">
        <pc:chgData name="Adam Brown (Astrea Central)" userId="e4577f1c-a0ea-4eef-9851-9bdbe8619e58" providerId="ADAL" clId="{FC589BED-B800-4576-B0E6-40DE8D9C26D5}" dt="2025-10-02T11:03:37.961" v="0" actId="47"/>
        <pc:sldMkLst>
          <pc:docMk/>
          <pc:sldMk cId="1226461086" sldId="2790"/>
        </pc:sldMkLst>
      </pc:sldChg>
      <pc:sldChg chg="del">
        <pc:chgData name="Adam Brown (Astrea Central)" userId="e4577f1c-a0ea-4eef-9851-9bdbe8619e58" providerId="ADAL" clId="{FC589BED-B800-4576-B0E6-40DE8D9C26D5}" dt="2025-10-02T11:03:37.961" v="0" actId="47"/>
        <pc:sldMkLst>
          <pc:docMk/>
          <pc:sldMk cId="317608521" sldId="2791"/>
        </pc:sldMkLst>
      </pc:sldChg>
      <pc:sldChg chg="del">
        <pc:chgData name="Adam Brown (Astrea Central)" userId="e4577f1c-a0ea-4eef-9851-9bdbe8619e58" providerId="ADAL" clId="{FC589BED-B800-4576-B0E6-40DE8D9C26D5}" dt="2025-10-02T11:03:37.961" v="0" actId="47"/>
        <pc:sldMkLst>
          <pc:docMk/>
          <pc:sldMk cId="3879350625" sldId="2792"/>
        </pc:sldMkLst>
      </pc:sldChg>
      <pc:sldChg chg="del">
        <pc:chgData name="Adam Brown (Astrea Central)" userId="e4577f1c-a0ea-4eef-9851-9bdbe8619e58" providerId="ADAL" clId="{FC589BED-B800-4576-B0E6-40DE8D9C26D5}" dt="2025-10-02T11:03:37.961" v="0" actId="47"/>
        <pc:sldMkLst>
          <pc:docMk/>
          <pc:sldMk cId="1145473237" sldId="2793"/>
        </pc:sldMkLst>
      </pc:sldChg>
      <pc:sldChg chg="del">
        <pc:chgData name="Adam Brown (Astrea Central)" userId="e4577f1c-a0ea-4eef-9851-9bdbe8619e58" providerId="ADAL" clId="{FC589BED-B800-4576-B0E6-40DE8D9C26D5}" dt="2025-10-02T11:03:37.961" v="0" actId="47"/>
        <pc:sldMkLst>
          <pc:docMk/>
          <pc:sldMk cId="1477799629" sldId="2794"/>
        </pc:sldMkLst>
      </pc:sldChg>
      <pc:sldChg chg="del">
        <pc:chgData name="Adam Brown (Astrea Central)" userId="e4577f1c-a0ea-4eef-9851-9bdbe8619e58" providerId="ADAL" clId="{FC589BED-B800-4576-B0E6-40DE8D9C26D5}" dt="2025-10-02T11:03:37.961" v="0" actId="47"/>
        <pc:sldMkLst>
          <pc:docMk/>
          <pc:sldMk cId="120458108" sldId="2795"/>
        </pc:sldMkLst>
      </pc:sldChg>
      <pc:sldChg chg="del">
        <pc:chgData name="Adam Brown (Astrea Central)" userId="e4577f1c-a0ea-4eef-9851-9bdbe8619e58" providerId="ADAL" clId="{FC589BED-B800-4576-B0E6-40DE8D9C26D5}" dt="2025-10-02T11:03:37.961" v="0" actId="47"/>
        <pc:sldMkLst>
          <pc:docMk/>
          <pc:sldMk cId="2695163168" sldId="2796"/>
        </pc:sldMkLst>
      </pc:sldChg>
      <pc:sldChg chg="del">
        <pc:chgData name="Adam Brown (Astrea Central)" userId="e4577f1c-a0ea-4eef-9851-9bdbe8619e58" providerId="ADAL" clId="{FC589BED-B800-4576-B0E6-40DE8D9C26D5}" dt="2025-10-02T11:03:37.961" v="0" actId="47"/>
        <pc:sldMkLst>
          <pc:docMk/>
          <pc:sldMk cId="167216715" sldId="2797"/>
        </pc:sldMkLst>
      </pc:sldChg>
      <pc:sldChg chg="del">
        <pc:chgData name="Adam Brown (Astrea Central)" userId="e4577f1c-a0ea-4eef-9851-9bdbe8619e58" providerId="ADAL" clId="{FC589BED-B800-4576-B0E6-40DE8D9C26D5}" dt="2025-10-02T11:03:37.961" v="0" actId="47"/>
        <pc:sldMkLst>
          <pc:docMk/>
          <pc:sldMk cId="4095301130" sldId="2798"/>
        </pc:sldMkLst>
      </pc:sldChg>
      <pc:sldChg chg="del">
        <pc:chgData name="Adam Brown (Astrea Central)" userId="e4577f1c-a0ea-4eef-9851-9bdbe8619e58" providerId="ADAL" clId="{FC589BED-B800-4576-B0E6-40DE8D9C26D5}" dt="2025-10-02T11:03:37.961" v="0" actId="47"/>
        <pc:sldMkLst>
          <pc:docMk/>
          <pc:sldMk cId="3489747628" sldId="2799"/>
        </pc:sldMkLst>
      </pc:sldChg>
      <pc:sldChg chg="del">
        <pc:chgData name="Adam Brown (Astrea Central)" userId="e4577f1c-a0ea-4eef-9851-9bdbe8619e58" providerId="ADAL" clId="{FC589BED-B800-4576-B0E6-40DE8D9C26D5}" dt="2025-10-02T11:03:37.961" v="0" actId="47"/>
        <pc:sldMkLst>
          <pc:docMk/>
          <pc:sldMk cId="1992598841" sldId="2801"/>
        </pc:sldMkLst>
      </pc:sldChg>
      <pc:sldChg chg="del">
        <pc:chgData name="Adam Brown (Astrea Central)" userId="e4577f1c-a0ea-4eef-9851-9bdbe8619e58" providerId="ADAL" clId="{FC589BED-B800-4576-B0E6-40DE8D9C26D5}" dt="2025-10-02T11:03:37.961" v="0" actId="47"/>
        <pc:sldMkLst>
          <pc:docMk/>
          <pc:sldMk cId="1428088597" sldId="28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2B6A2F48-886E-9C4D-9A23-F79AB5041824}" type="datetimeFigureOut">
              <a:rPr lang="en-GB" smtClean="0"/>
              <a:t>02/10/2025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C24A783-C653-C444-A1FE-7D3BC73388DB}" type="slidenum">
              <a:rPr lang="en-GB" smtClean="0"/>
              <a:t>‹#›</a:t>
            </a:fld>
            <a:endParaRPr lang="en-GB"/>
          </a:p>
        </p:txBody>
      </p:sp>
    </p:spTree>
    <p:extLst>
      <p:ext uri="{BB962C8B-B14F-4D97-AF65-F5344CB8AC3E}">
        <p14:creationId xmlns:p14="http://schemas.microsoft.com/office/powerpoint/2010/main" val="39017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t>4</a:t>
            </a:fld>
            <a:endParaRPr lang="en-GB" dirty="0"/>
          </a:p>
        </p:txBody>
      </p:sp>
    </p:spTree>
    <p:extLst>
      <p:ext uri="{BB962C8B-B14F-4D97-AF65-F5344CB8AC3E}">
        <p14:creationId xmlns:p14="http://schemas.microsoft.com/office/powerpoint/2010/main" val="1057604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7</a:t>
            </a:fld>
            <a:endParaRPr lang="en-GB"/>
          </a:p>
        </p:txBody>
      </p:sp>
    </p:spTree>
    <p:extLst>
      <p:ext uri="{BB962C8B-B14F-4D97-AF65-F5344CB8AC3E}">
        <p14:creationId xmlns:p14="http://schemas.microsoft.com/office/powerpoint/2010/main" val="798399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a:t>
            </a:r>
            <a:r>
              <a:rPr lang="en-US" baseline="0" dirty="0"/>
              <a:t> needed</a:t>
            </a:r>
            <a:endParaRPr lang="en-GB" dirty="0"/>
          </a:p>
        </p:txBody>
      </p:sp>
      <p:sp>
        <p:nvSpPr>
          <p:cNvPr id="4" name="Footer Placeholder 3"/>
          <p:cNvSpPr>
            <a:spLocks noGrp="1"/>
          </p:cNvSpPr>
          <p:nvPr>
            <p:ph type="ftr" sz="quarter" idx="10"/>
          </p:nvPr>
        </p:nvSpPr>
        <p:spPr/>
        <p:txBody>
          <a:bodyPr/>
          <a:lstStyle/>
          <a:p>
            <a:endParaRPr lang="en-GB"/>
          </a:p>
        </p:txBody>
      </p:sp>
      <p:sp>
        <p:nvSpPr>
          <p:cNvPr id="5" name="Slide Number Placeholder 4"/>
          <p:cNvSpPr>
            <a:spLocks noGrp="1"/>
          </p:cNvSpPr>
          <p:nvPr>
            <p:ph type="sldNum" sz="quarter" idx="11"/>
          </p:nvPr>
        </p:nvSpPr>
        <p:spPr/>
        <p:txBody>
          <a:bodyPr/>
          <a:lstStyle/>
          <a:p>
            <a:fld id="{55F6A881-D7FC-4685-BCC4-BD037C1A60EB}" type="slidenum">
              <a:rPr lang="en-GB" smtClean="0"/>
              <a:t>18</a:t>
            </a:fld>
            <a:endParaRPr lang="en-GB"/>
          </a:p>
        </p:txBody>
      </p:sp>
    </p:spTree>
    <p:extLst>
      <p:ext uri="{BB962C8B-B14F-4D97-AF65-F5344CB8AC3E}">
        <p14:creationId xmlns:p14="http://schemas.microsoft.com/office/powerpoint/2010/main" val="295644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5F32CA7-CD2E-4676-804D-48F578755323}" type="slidenum">
              <a:rPr lang="en-GB" smtClean="0"/>
              <a:t>21</a:t>
            </a:fld>
            <a:endParaRPr lang="en-GB"/>
          </a:p>
        </p:txBody>
      </p:sp>
    </p:spTree>
    <p:extLst>
      <p:ext uri="{BB962C8B-B14F-4D97-AF65-F5344CB8AC3E}">
        <p14:creationId xmlns:p14="http://schemas.microsoft.com/office/powerpoint/2010/main" val="1715242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Venn Diagram</a:t>
            </a:r>
            <a:r>
              <a:rPr lang="en-US" baseline="0"/>
              <a:t> method</a:t>
            </a:r>
            <a:endParaRPr lang="en-GB"/>
          </a:p>
        </p:txBody>
      </p:sp>
      <p:sp>
        <p:nvSpPr>
          <p:cNvPr id="4" name="Footer Placeholder 3"/>
          <p:cNvSpPr>
            <a:spLocks noGrp="1"/>
          </p:cNvSpPr>
          <p:nvPr>
            <p:ph type="ftr" sz="quarter" idx="10"/>
          </p:nvPr>
        </p:nvSpPr>
        <p:spPr/>
        <p:txBody>
          <a:bodyPr/>
          <a:lstStyle/>
          <a:p>
            <a:endParaRPr lang="en-GB"/>
          </a:p>
        </p:txBody>
      </p:sp>
      <p:sp>
        <p:nvSpPr>
          <p:cNvPr id="5" name="Slide Number Placeholder 4"/>
          <p:cNvSpPr>
            <a:spLocks noGrp="1"/>
          </p:cNvSpPr>
          <p:nvPr>
            <p:ph type="sldNum" sz="quarter" idx="11"/>
          </p:nvPr>
        </p:nvSpPr>
        <p:spPr/>
        <p:txBody>
          <a:bodyPr/>
          <a:lstStyle/>
          <a:p>
            <a:fld id="{55F6A881-D7FC-4685-BCC4-BD037C1A60EB}" type="slidenum">
              <a:rPr lang="en-GB" smtClean="0"/>
              <a:t>24</a:t>
            </a:fld>
            <a:endParaRPr lang="en-GB"/>
          </a:p>
        </p:txBody>
      </p:sp>
    </p:spTree>
    <p:extLst>
      <p:ext uri="{BB962C8B-B14F-4D97-AF65-F5344CB8AC3E}">
        <p14:creationId xmlns:p14="http://schemas.microsoft.com/office/powerpoint/2010/main" val="2582896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CF1D-6F62-EEE1-4ECE-4005FA349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B1F8A-0636-520F-4355-F04F60F62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F0EA8-B891-9E37-6AB7-3081277BC733}"/>
              </a:ext>
            </a:extLst>
          </p:cNvPr>
          <p:cNvSpPr>
            <a:spLocks noGrp="1"/>
          </p:cNvSpPr>
          <p:nvPr>
            <p:ph type="body" idx="1"/>
          </p:nvPr>
        </p:nvSpPr>
        <p:spPr/>
        <p:txBody>
          <a:bodyPr/>
          <a:lstStyle/>
          <a:p>
            <a:r>
              <a:rPr lang="en-US"/>
              <a:t>Venn Diagram</a:t>
            </a:r>
            <a:r>
              <a:rPr lang="en-US" baseline="0"/>
              <a:t> method</a:t>
            </a:r>
            <a:endParaRPr lang="en-GB"/>
          </a:p>
        </p:txBody>
      </p:sp>
      <p:sp>
        <p:nvSpPr>
          <p:cNvPr id="4" name="Footer Placeholder 3">
            <a:extLst>
              <a:ext uri="{FF2B5EF4-FFF2-40B4-BE49-F238E27FC236}">
                <a16:creationId xmlns:a16="http://schemas.microsoft.com/office/drawing/2014/main" id="{9FF189E0-CAD6-907F-18A3-C562185EBB97}"/>
              </a:ext>
            </a:extLst>
          </p:cNvPr>
          <p:cNvSpPr>
            <a:spLocks noGrp="1"/>
          </p:cNvSpPr>
          <p:nvPr>
            <p:ph type="ftr" sz="quarter" idx="10"/>
          </p:nvPr>
        </p:nvSpPr>
        <p:spPr/>
        <p:txBody>
          <a:bodyPr/>
          <a:lstStyle/>
          <a:p>
            <a:endParaRPr lang="en-GB"/>
          </a:p>
        </p:txBody>
      </p:sp>
      <p:sp>
        <p:nvSpPr>
          <p:cNvPr id="5" name="Slide Number Placeholder 4">
            <a:extLst>
              <a:ext uri="{FF2B5EF4-FFF2-40B4-BE49-F238E27FC236}">
                <a16:creationId xmlns:a16="http://schemas.microsoft.com/office/drawing/2014/main" id="{33A78B7B-9DA9-A206-F698-756FA50B680A}"/>
              </a:ext>
            </a:extLst>
          </p:cNvPr>
          <p:cNvSpPr>
            <a:spLocks noGrp="1"/>
          </p:cNvSpPr>
          <p:nvPr>
            <p:ph type="sldNum" sz="quarter" idx="11"/>
          </p:nvPr>
        </p:nvSpPr>
        <p:spPr/>
        <p:txBody>
          <a:bodyPr/>
          <a:lstStyle/>
          <a:p>
            <a:fld id="{55F6A881-D7FC-4685-BCC4-BD037C1A60EB}" type="slidenum">
              <a:rPr lang="en-GB" smtClean="0"/>
              <a:t>28</a:t>
            </a:fld>
            <a:endParaRPr lang="en-GB"/>
          </a:p>
        </p:txBody>
      </p:sp>
    </p:spTree>
    <p:extLst>
      <p:ext uri="{BB962C8B-B14F-4D97-AF65-F5344CB8AC3E}">
        <p14:creationId xmlns:p14="http://schemas.microsoft.com/office/powerpoint/2010/main" val="637366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B3E3F01-C249-4630-8925-3FA8CA5D51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57606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95D24F-25D0-4644-A4B7-679B0D92A27B}"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46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12945C-0756-4826-BDE8-0D36F2293E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91128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A7D07-9EDF-4EAA-A2E9-53F69F56EAB8}"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83971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7D1F21-94FA-4612-940D-140680A041D4}" type="datetime1">
              <a:rPr lang="en-GB" smtClean="0"/>
              <a:t>02/10/2025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2462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60D50B-0179-45AB-B8BD-E845C2D492B8}" type="datetime1">
              <a:rPr lang="en-GB" smtClean="0"/>
              <a:t>02/10/2025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975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FE9EA-5761-4B75-9D0E-B2701F0B8FAB}" type="datetime1">
              <a:rPr lang="en-GB" smtClean="0"/>
              <a:t>02/10/2025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124629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A0451BA-61E4-4CA2-82F9-D917BA195972}"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4983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28B166B-48A3-42CC-B417-680258AF0255}"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06034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4514A-CA9A-4483-95D0-EC2F9A739675}"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5590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A05CB-CDC6-426C-8DC1-99DBE1916FDA}"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708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EAA1063-315D-4510-AA5C-A89F8FFE3FC8}" type="datetime1">
              <a:rPr lang="en-GB" smtClean="0"/>
              <a:t>02/10/2025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9F1D9CC-7119-45EC-A96C-D8C0660F3AAB}" type="slidenum">
              <a:rPr lang="en-GB" smtClean="0"/>
              <a:t>‹#›</a:t>
            </a:fld>
            <a:endParaRPr lang="en-GB"/>
          </a:p>
        </p:txBody>
      </p:sp>
    </p:spTree>
    <p:extLst>
      <p:ext uri="{BB962C8B-B14F-4D97-AF65-F5344CB8AC3E}">
        <p14:creationId xmlns:p14="http://schemas.microsoft.com/office/powerpoint/2010/main" val="2761401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8" Type="http://schemas.openxmlformats.org/officeDocument/2006/relationships/image" Target="../media/image18.png"/><Relationship Id="rId17" Type="http://schemas.openxmlformats.org/officeDocument/2006/relationships/image" Target="../media/image39.png"/><Relationship Id="rId16" Type="http://schemas.openxmlformats.org/officeDocument/2006/relationships/image" Target="../media/image3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8.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4.jpe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Box 106">
            <a:extLst>
              <a:ext uri="{FF2B5EF4-FFF2-40B4-BE49-F238E27FC236}">
                <a16:creationId xmlns:a16="http://schemas.microsoft.com/office/drawing/2014/main" id="{8B18A967-1850-1C4D-BBF0-6C0490978000}"/>
              </a:ext>
            </a:extLst>
          </p:cNvPr>
          <p:cNvSpPr txBox="1"/>
          <p:nvPr/>
        </p:nvSpPr>
        <p:spPr>
          <a:xfrm>
            <a:off x="3619329" y="6116835"/>
            <a:ext cx="3469147" cy="2616101"/>
          </a:xfrm>
          <a:prstGeom prst="rect">
            <a:avLst/>
          </a:prstGeom>
          <a:noFill/>
        </p:spPr>
        <p:txBody>
          <a:bodyPr wrap="square" rtlCol="0">
            <a:spAutoFit/>
          </a:bodyPr>
          <a:lstStyle/>
          <a:p>
            <a:pPr marL="228600" indent="-228600">
              <a:buAutoNum type="alphaLcParenBoth"/>
            </a:pPr>
            <a:r>
              <a:rPr lang="en-GB" sz="1200" dirty="0"/>
              <a:t>Write down the first five multiples of 4</a:t>
            </a:r>
            <a:r>
              <a:rPr lang="en-GB" sz="1200" dirty="0">
                <a:solidFill>
                  <a:prstClr val="black"/>
                </a:solidFill>
              </a:rPr>
              <a:t>. </a:t>
            </a:r>
          </a:p>
          <a:p>
            <a:pPr marL="228600" indent="-228600">
              <a:buAutoNum type="alphaLcParenBoth"/>
            </a:pPr>
            <a:endParaRPr lang="en-GB" sz="1200" dirty="0">
              <a:solidFill>
                <a:prstClr val="black"/>
              </a:solidFill>
            </a:endParaRPr>
          </a:p>
          <a:p>
            <a:pPr marL="228600" indent="-228600">
              <a:buAutoNum type="alphaLcParenBoth"/>
            </a:pPr>
            <a:endParaRPr lang="en-GB" sz="1200" dirty="0">
              <a:solidFill>
                <a:prstClr val="black"/>
              </a:solidFill>
            </a:endParaRPr>
          </a:p>
          <a:p>
            <a:pPr marL="228600" indent="-228600">
              <a:buAutoNum type="alphaLcParenBoth"/>
            </a:pPr>
            <a:endParaRPr lang="en-GB" sz="1200" dirty="0">
              <a:solidFill>
                <a:prstClr val="black"/>
              </a:solidFill>
            </a:endParaRPr>
          </a:p>
          <a:p>
            <a:pPr marL="228600" indent="-228600">
              <a:buAutoNum type="alphaLcParenBoth" startAt="2"/>
            </a:pPr>
            <a:r>
              <a:rPr lang="en-GB" sz="1200" dirty="0"/>
              <a:t>Write down the first five multiples of 5</a:t>
            </a:r>
            <a:r>
              <a:rPr lang="en-GB" sz="1200" dirty="0">
                <a:solidFill>
                  <a:prstClr val="black"/>
                </a:solidFill>
              </a:rPr>
              <a:t>. </a:t>
            </a: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3"/>
            </a:pPr>
            <a:r>
              <a:rPr lang="en-GB" sz="1200" dirty="0"/>
              <a:t>List the first five common multiples of 4 and 5. </a:t>
            </a:r>
          </a:p>
          <a:p>
            <a:pPr marL="228600" indent="-228600">
              <a:buAutoNum type="alphaLcParenBoth" startAt="3"/>
            </a:pPr>
            <a:endParaRPr lang="en-GB" sz="1200" dirty="0"/>
          </a:p>
          <a:p>
            <a:endParaRPr lang="en-GB" sz="1600" dirty="0"/>
          </a:p>
          <a:p>
            <a:endParaRPr lang="en-GB" sz="1600" dirty="0"/>
          </a:p>
          <a:p>
            <a:r>
              <a:rPr lang="en-GB" sz="1200" dirty="0">
                <a:solidFill>
                  <a:prstClr val="black"/>
                </a:solidFill>
              </a:rPr>
              <a:t>(d)  Find the lowest common multiple of 4 and 5. </a:t>
            </a:r>
          </a:p>
        </p:txBody>
      </p:sp>
      <p:sp>
        <p:nvSpPr>
          <p:cNvPr id="2" name="Slide Number Placeholder 1">
            <a:extLst>
              <a:ext uri="{FF2B5EF4-FFF2-40B4-BE49-F238E27FC236}">
                <a16:creationId xmlns:a16="http://schemas.microsoft.com/office/drawing/2014/main" id="{F3B6EFE1-0BD8-7A4B-A457-4ACAB5DB011B}"/>
              </a:ext>
            </a:extLst>
          </p:cNvPr>
          <p:cNvSpPr>
            <a:spLocks noGrp="1"/>
          </p:cNvSpPr>
          <p:nvPr>
            <p:ph type="sldNum" sz="quarter" idx="12"/>
          </p:nvPr>
        </p:nvSpPr>
        <p:spPr>
          <a:xfrm>
            <a:off x="5339038" y="9499352"/>
            <a:ext cx="1543050" cy="527403"/>
          </a:xfrm>
        </p:spPr>
        <p:txBody>
          <a:bodyPr/>
          <a:lstStyle/>
          <a:p>
            <a:fld id="{19F1D9CC-7119-45EC-A96C-D8C0660F3AAB}" type="slidenum">
              <a:rPr lang="en-GB" smtClean="0"/>
              <a:t>1</a:t>
            </a:fld>
            <a:endParaRPr lang="en-GB" dirty="0"/>
          </a:p>
        </p:txBody>
      </p:sp>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1 – Multiples and Factors</a:t>
            </a:r>
          </a:p>
        </p:txBody>
      </p:sp>
      <p:sp>
        <p:nvSpPr>
          <p:cNvPr id="5" name="TextBox 4">
            <a:extLst>
              <a:ext uri="{FF2B5EF4-FFF2-40B4-BE49-F238E27FC236}">
                <a16:creationId xmlns:a16="http://schemas.microsoft.com/office/drawing/2014/main" id="{11A70DB0-E034-5E48-820B-5C1AA0BA9573}"/>
              </a:ext>
            </a:extLst>
          </p:cNvPr>
          <p:cNvSpPr txBox="1"/>
          <p:nvPr/>
        </p:nvSpPr>
        <p:spPr>
          <a:xfrm>
            <a:off x="295089" y="722052"/>
            <a:ext cx="1149390" cy="276999"/>
          </a:xfrm>
          <a:prstGeom prst="rect">
            <a:avLst/>
          </a:prstGeom>
          <a:noFill/>
        </p:spPr>
        <p:txBody>
          <a:bodyPr wrap="square" rtlCol="0">
            <a:spAutoFit/>
          </a:bodyPr>
          <a:lstStyle/>
          <a:p>
            <a:r>
              <a:rPr lang="en-GB" sz="1200" b="1" dirty="0"/>
              <a:t>Objectives</a:t>
            </a:r>
            <a:r>
              <a:rPr lang="en-GB" sz="1200" b="1" dirty="0">
                <a:solidFill>
                  <a:srgbClr val="0070C0"/>
                </a:solidFill>
              </a:rPr>
              <a:t>:</a:t>
            </a:r>
          </a:p>
        </p:txBody>
      </p:sp>
      <p:sp>
        <p:nvSpPr>
          <p:cNvPr id="6" name="TextBox 5">
            <a:extLst>
              <a:ext uri="{FF2B5EF4-FFF2-40B4-BE49-F238E27FC236}">
                <a16:creationId xmlns:a16="http://schemas.microsoft.com/office/drawing/2014/main" id="{37984E60-955D-B34D-9C29-81C074B56229}"/>
              </a:ext>
            </a:extLst>
          </p:cNvPr>
          <p:cNvSpPr txBox="1"/>
          <p:nvPr/>
        </p:nvSpPr>
        <p:spPr>
          <a:xfrm>
            <a:off x="669076" y="929880"/>
            <a:ext cx="5055338" cy="646331"/>
          </a:xfrm>
          <a:prstGeom prst="rect">
            <a:avLst/>
          </a:prstGeom>
          <a:noFill/>
        </p:spPr>
        <p:txBody>
          <a:bodyPr wrap="square" rtlCol="0">
            <a:spAutoFit/>
          </a:bodyPr>
          <a:lstStyle/>
          <a:p>
            <a:pPr marL="342900" indent="-342900">
              <a:buFont typeface="+mj-lt"/>
              <a:buAutoNum type="arabicPeriod"/>
              <a:defRPr/>
            </a:pPr>
            <a:r>
              <a:rPr lang="en-GB" sz="1200" dirty="0"/>
              <a:t>Find multiples of whole numbers.</a:t>
            </a:r>
          </a:p>
          <a:p>
            <a:pPr marL="342900" indent="-342900">
              <a:buFont typeface="+mj-lt"/>
              <a:buAutoNum type="arabicPeriod"/>
              <a:defRPr/>
            </a:pPr>
            <a:r>
              <a:rPr lang="en-GB" sz="1200" dirty="0"/>
              <a:t>Recognise multiples of numbers.</a:t>
            </a:r>
          </a:p>
          <a:p>
            <a:pPr marL="342900" indent="-342900">
              <a:buFont typeface="+mj-lt"/>
              <a:buAutoNum type="arabicPeriod"/>
              <a:defRPr/>
            </a:pPr>
            <a:r>
              <a:rPr lang="en-GB" sz="1200" dirty="0"/>
              <a:t>Look at problem solving questions.</a:t>
            </a:r>
          </a:p>
        </p:txBody>
      </p:sp>
      <p:sp>
        <p:nvSpPr>
          <p:cNvPr id="7" name="TextBox 6">
            <a:extLst>
              <a:ext uri="{FF2B5EF4-FFF2-40B4-BE49-F238E27FC236}">
                <a16:creationId xmlns:a16="http://schemas.microsoft.com/office/drawing/2014/main" id="{36530E70-874D-7543-8430-2F865F81EB0F}"/>
              </a:ext>
            </a:extLst>
          </p:cNvPr>
          <p:cNvSpPr txBox="1"/>
          <p:nvPr/>
        </p:nvSpPr>
        <p:spPr>
          <a:xfrm>
            <a:off x="902330" y="416060"/>
            <a:ext cx="5048103" cy="276999"/>
          </a:xfrm>
          <a:prstGeom prst="rect">
            <a:avLst/>
          </a:prstGeom>
          <a:noFill/>
          <a:ln>
            <a:solidFill>
              <a:schemeClr val="tx1"/>
            </a:solidFill>
          </a:ln>
        </p:spPr>
        <p:txBody>
          <a:bodyPr wrap="square" rtlCol="0">
            <a:spAutoFit/>
          </a:bodyPr>
          <a:lstStyle/>
          <a:p>
            <a:pPr algn="ctr"/>
            <a:r>
              <a:rPr lang="en-GB" sz="1200" b="1" dirty="0"/>
              <a:t>LEARNING OUTCOME:</a:t>
            </a:r>
            <a:r>
              <a:rPr lang="en-GB" sz="1200" dirty="0"/>
              <a:t> To understand what multiples of whole numbers are</a:t>
            </a:r>
          </a:p>
        </p:txBody>
      </p:sp>
      <p:sp>
        <p:nvSpPr>
          <p:cNvPr id="8" name="TextBox 7">
            <a:extLst>
              <a:ext uri="{FF2B5EF4-FFF2-40B4-BE49-F238E27FC236}">
                <a16:creationId xmlns:a16="http://schemas.microsoft.com/office/drawing/2014/main" id="{169B8EF0-B913-6D41-A23F-4869CF21BF26}"/>
              </a:ext>
            </a:extLst>
          </p:cNvPr>
          <p:cNvSpPr txBox="1"/>
          <p:nvPr/>
        </p:nvSpPr>
        <p:spPr>
          <a:xfrm>
            <a:off x="5598045" y="1094127"/>
            <a:ext cx="1139641" cy="600164"/>
          </a:xfrm>
          <a:prstGeom prst="rect">
            <a:avLst/>
          </a:prstGeom>
          <a:noFill/>
          <a:ln w="12700">
            <a:solidFill>
              <a:schemeClr val="tx1"/>
            </a:solidFill>
          </a:ln>
        </p:spPr>
        <p:txBody>
          <a:bodyPr wrap="square" rtlCol="0">
            <a:spAutoFit/>
          </a:bodyPr>
          <a:lstStyle/>
          <a:p>
            <a:r>
              <a:rPr lang="en-US" sz="1100" b="1" u="sng" dirty="0"/>
              <a:t>Keywords:</a:t>
            </a:r>
            <a:endParaRPr lang="en-US" sz="1100" dirty="0"/>
          </a:p>
          <a:p>
            <a:pPr marL="285750" indent="-285750">
              <a:buFont typeface=".AppleSystemUIFont" charset="-120"/>
              <a:buChar char="-"/>
            </a:pPr>
            <a:r>
              <a:rPr lang="en-US" sz="1100" dirty="0"/>
              <a:t>Multiples</a:t>
            </a:r>
          </a:p>
          <a:p>
            <a:pPr marL="285750" indent="-285750">
              <a:buFont typeface=".AppleSystemUIFont" charset="-120"/>
              <a:buChar char="-"/>
            </a:pPr>
            <a:r>
              <a:rPr lang="en-US" sz="1100" dirty="0"/>
              <a:t>Integers</a:t>
            </a:r>
          </a:p>
        </p:txBody>
      </p:sp>
      <p:sp>
        <p:nvSpPr>
          <p:cNvPr id="104" name="TextBox 103">
            <a:extLst>
              <a:ext uri="{FF2B5EF4-FFF2-40B4-BE49-F238E27FC236}">
                <a16:creationId xmlns:a16="http://schemas.microsoft.com/office/drawing/2014/main" id="{D2F667AB-7EBB-6B4B-9999-00A20EC1ED48}"/>
              </a:ext>
            </a:extLst>
          </p:cNvPr>
          <p:cNvSpPr txBox="1"/>
          <p:nvPr/>
        </p:nvSpPr>
        <p:spPr>
          <a:xfrm>
            <a:off x="200525" y="6136531"/>
            <a:ext cx="3383254" cy="2539157"/>
          </a:xfrm>
          <a:prstGeom prst="rect">
            <a:avLst/>
          </a:prstGeom>
          <a:noFill/>
        </p:spPr>
        <p:txBody>
          <a:bodyPr wrap="square" rtlCol="0">
            <a:spAutoFit/>
          </a:bodyPr>
          <a:lstStyle/>
          <a:p>
            <a:pPr marL="228600" indent="-228600">
              <a:buAutoNum type="alphaLcParenBoth"/>
            </a:pPr>
            <a:r>
              <a:rPr lang="en-GB" sz="1200" dirty="0"/>
              <a:t>Write down the first five multiples of 2</a:t>
            </a:r>
            <a:r>
              <a:rPr lang="en-GB" sz="1200" dirty="0">
                <a:solidFill>
                  <a:prstClr val="black"/>
                </a:solidFill>
              </a:rPr>
              <a:t>. </a:t>
            </a:r>
          </a:p>
          <a:p>
            <a:pPr marL="228600" indent="-228600">
              <a:buAutoNum type="alphaLcParenBoth"/>
            </a:pPr>
            <a:endParaRPr lang="en-GB" sz="1200" dirty="0">
              <a:solidFill>
                <a:prstClr val="black"/>
              </a:solidFill>
            </a:endParaRPr>
          </a:p>
          <a:p>
            <a:pPr marL="228600" indent="-228600">
              <a:buAutoNum type="alphaLcParenBoth"/>
            </a:pPr>
            <a:endParaRPr lang="en-GB" sz="1200" dirty="0">
              <a:solidFill>
                <a:prstClr val="black"/>
              </a:solidFill>
            </a:endParaRPr>
          </a:p>
          <a:p>
            <a:endParaRPr lang="en-GB" sz="1200" dirty="0">
              <a:solidFill>
                <a:prstClr val="black"/>
              </a:solidFill>
            </a:endParaRPr>
          </a:p>
          <a:p>
            <a:pPr marL="228600" indent="-228600">
              <a:buAutoNum type="alphaLcParenBoth" startAt="2"/>
            </a:pPr>
            <a:r>
              <a:rPr lang="en-GB" sz="1200" dirty="0"/>
              <a:t>Write down the first five multiples of 3</a:t>
            </a:r>
            <a:r>
              <a:rPr lang="en-GB" sz="1200" dirty="0">
                <a:solidFill>
                  <a:prstClr val="black"/>
                </a:solidFill>
              </a:rPr>
              <a:t>. </a:t>
            </a: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3"/>
            </a:pPr>
            <a:r>
              <a:rPr lang="en-GB" sz="1200" dirty="0"/>
              <a:t>List the first five common multiples of 2 and 3. </a:t>
            </a:r>
          </a:p>
          <a:p>
            <a:endParaRPr lang="en-GB" sz="1200" dirty="0"/>
          </a:p>
          <a:p>
            <a:pPr marL="228600" indent="-228600">
              <a:buAutoNum type="alphaLcParenBoth" startAt="3"/>
            </a:pPr>
            <a:endParaRPr lang="en-GB" sz="1200" dirty="0"/>
          </a:p>
          <a:p>
            <a:pPr marL="228600" indent="-228600">
              <a:buAutoNum type="alphaLcParenBoth" startAt="3"/>
            </a:pPr>
            <a:endParaRPr lang="en-GB" sz="1200" dirty="0"/>
          </a:p>
          <a:p>
            <a:endParaRPr lang="en-GB" sz="300" dirty="0"/>
          </a:p>
          <a:p>
            <a:r>
              <a:rPr lang="en-GB" sz="1200" dirty="0">
                <a:solidFill>
                  <a:prstClr val="black"/>
                </a:solidFill>
              </a:rPr>
              <a:t>(d)  Find the lowest common multiple of 2 and 3. </a:t>
            </a:r>
          </a:p>
        </p:txBody>
      </p:sp>
      <p:sp>
        <p:nvSpPr>
          <p:cNvPr id="105" name="TextBox 104">
            <a:extLst>
              <a:ext uri="{FF2B5EF4-FFF2-40B4-BE49-F238E27FC236}">
                <a16:creationId xmlns:a16="http://schemas.microsoft.com/office/drawing/2014/main" id="{2522B1A8-F5BA-6A46-9CAB-1E8C1D34FC61}"/>
              </a:ext>
            </a:extLst>
          </p:cNvPr>
          <p:cNvSpPr txBox="1"/>
          <p:nvPr/>
        </p:nvSpPr>
        <p:spPr>
          <a:xfrm>
            <a:off x="125275" y="5905566"/>
            <a:ext cx="527765" cy="261610"/>
          </a:xfrm>
          <a:prstGeom prst="rect">
            <a:avLst/>
          </a:prstGeom>
          <a:noFill/>
        </p:spPr>
        <p:txBody>
          <a:bodyPr wrap="square" rtlCol="0">
            <a:spAutoFit/>
          </a:bodyPr>
          <a:lstStyle/>
          <a:p>
            <a:r>
              <a:rPr lang="en-GB" sz="1100" b="1" dirty="0">
                <a:solidFill>
                  <a:prstClr val="black"/>
                </a:solidFill>
              </a:rPr>
              <a:t>1.</a:t>
            </a:r>
          </a:p>
        </p:txBody>
      </p:sp>
      <p:sp>
        <p:nvSpPr>
          <p:cNvPr id="106" name="TextBox 105">
            <a:extLst>
              <a:ext uri="{FF2B5EF4-FFF2-40B4-BE49-F238E27FC236}">
                <a16:creationId xmlns:a16="http://schemas.microsoft.com/office/drawing/2014/main" id="{27C3AEEE-EC9D-6F45-A469-E19F049CBBF1}"/>
              </a:ext>
            </a:extLst>
          </p:cNvPr>
          <p:cNvSpPr txBox="1"/>
          <p:nvPr/>
        </p:nvSpPr>
        <p:spPr>
          <a:xfrm>
            <a:off x="3618530" y="5908466"/>
            <a:ext cx="527765" cy="261610"/>
          </a:xfrm>
          <a:prstGeom prst="rect">
            <a:avLst/>
          </a:prstGeom>
          <a:noFill/>
        </p:spPr>
        <p:txBody>
          <a:bodyPr wrap="square" rtlCol="0">
            <a:spAutoFit/>
          </a:bodyPr>
          <a:lstStyle/>
          <a:p>
            <a:r>
              <a:rPr lang="en-GB" sz="1100" b="1" dirty="0">
                <a:solidFill>
                  <a:prstClr val="black"/>
                </a:solidFill>
              </a:rPr>
              <a:t>2</a:t>
            </a:r>
            <a:r>
              <a:rPr lang="en-GB" sz="1100" dirty="0">
                <a:solidFill>
                  <a:prstClr val="black"/>
                </a:solidFill>
              </a:rPr>
              <a:t>.</a:t>
            </a:r>
          </a:p>
        </p:txBody>
      </p:sp>
      <p:grpSp>
        <p:nvGrpSpPr>
          <p:cNvPr id="117" name="Group 116">
            <a:extLst>
              <a:ext uri="{FF2B5EF4-FFF2-40B4-BE49-F238E27FC236}">
                <a16:creationId xmlns:a16="http://schemas.microsoft.com/office/drawing/2014/main" id="{971048E7-41CD-1541-B29C-B5BADCBBA3DF}"/>
              </a:ext>
            </a:extLst>
          </p:cNvPr>
          <p:cNvGrpSpPr/>
          <p:nvPr/>
        </p:nvGrpSpPr>
        <p:grpSpPr>
          <a:xfrm>
            <a:off x="3941994" y="6415817"/>
            <a:ext cx="2297243" cy="2664414"/>
            <a:chOff x="537321" y="7467101"/>
            <a:chExt cx="2297243" cy="2664414"/>
          </a:xfrm>
        </p:grpSpPr>
        <p:sp>
          <p:nvSpPr>
            <p:cNvPr id="118" name="Rectangle 117">
              <a:extLst>
                <a:ext uri="{FF2B5EF4-FFF2-40B4-BE49-F238E27FC236}">
                  <a16:creationId xmlns:a16="http://schemas.microsoft.com/office/drawing/2014/main" id="{34632236-9A38-754E-B4A2-A04D82F564A0}"/>
                </a:ext>
              </a:extLst>
            </p:cNvPr>
            <p:cNvSpPr/>
            <p:nvPr/>
          </p:nvSpPr>
          <p:spPr>
            <a:xfrm>
              <a:off x="566718" y="979895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19" name="Rectangle 118">
              <a:extLst>
                <a:ext uri="{FF2B5EF4-FFF2-40B4-BE49-F238E27FC236}">
                  <a16:creationId xmlns:a16="http://schemas.microsoft.com/office/drawing/2014/main" id="{3C1ADF49-D962-BA40-8DFE-2DE1B5677003}"/>
                </a:ext>
              </a:extLst>
            </p:cNvPr>
            <p:cNvSpPr/>
            <p:nvPr/>
          </p:nvSpPr>
          <p:spPr>
            <a:xfrm>
              <a:off x="537321" y="8940058"/>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FF0000"/>
                </a:solidFill>
              </a:endParaRPr>
            </a:p>
          </p:txBody>
        </p:sp>
        <p:sp>
          <p:nvSpPr>
            <p:cNvPr id="120" name="Rectangle 119">
              <a:extLst>
                <a:ext uri="{FF2B5EF4-FFF2-40B4-BE49-F238E27FC236}">
                  <a16:creationId xmlns:a16="http://schemas.microsoft.com/office/drawing/2014/main" id="{1EAF38BB-D9AD-F54F-B17A-233F0F9C5569}"/>
                </a:ext>
              </a:extLst>
            </p:cNvPr>
            <p:cNvSpPr/>
            <p:nvPr/>
          </p:nvSpPr>
          <p:spPr>
            <a:xfrm>
              <a:off x="537321" y="821822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21" name="Rectangle 120">
              <a:extLst>
                <a:ext uri="{FF2B5EF4-FFF2-40B4-BE49-F238E27FC236}">
                  <a16:creationId xmlns:a16="http://schemas.microsoft.com/office/drawing/2014/main" id="{D3144649-7756-E743-8AF2-103985AFF81B}"/>
                </a:ext>
              </a:extLst>
            </p:cNvPr>
            <p:cNvSpPr/>
            <p:nvPr/>
          </p:nvSpPr>
          <p:spPr>
            <a:xfrm>
              <a:off x="537321" y="746710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grpSp>
        <p:nvGrpSpPr>
          <p:cNvPr id="122" name="Group 121">
            <a:extLst>
              <a:ext uri="{FF2B5EF4-FFF2-40B4-BE49-F238E27FC236}">
                <a16:creationId xmlns:a16="http://schemas.microsoft.com/office/drawing/2014/main" id="{E40C4619-DD20-624D-8A01-C7BC23BC5E02}"/>
              </a:ext>
            </a:extLst>
          </p:cNvPr>
          <p:cNvGrpSpPr/>
          <p:nvPr/>
        </p:nvGrpSpPr>
        <p:grpSpPr>
          <a:xfrm>
            <a:off x="537755" y="6520382"/>
            <a:ext cx="2267846" cy="2539157"/>
            <a:chOff x="537321" y="7467101"/>
            <a:chExt cx="2267846" cy="2539157"/>
          </a:xfrm>
        </p:grpSpPr>
        <p:sp>
          <p:nvSpPr>
            <p:cNvPr id="123" name="Rectangle 122">
              <a:extLst>
                <a:ext uri="{FF2B5EF4-FFF2-40B4-BE49-F238E27FC236}">
                  <a16:creationId xmlns:a16="http://schemas.microsoft.com/office/drawing/2014/main" id="{9E937143-70D8-8F4B-A6B2-8D0F1BFAE5E0}"/>
                </a:ext>
              </a:extLst>
            </p:cNvPr>
            <p:cNvSpPr/>
            <p:nvPr/>
          </p:nvSpPr>
          <p:spPr>
            <a:xfrm>
              <a:off x="537321" y="9673694"/>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24" name="Rectangle 123">
              <a:extLst>
                <a:ext uri="{FF2B5EF4-FFF2-40B4-BE49-F238E27FC236}">
                  <a16:creationId xmlns:a16="http://schemas.microsoft.com/office/drawing/2014/main" id="{59FDA149-D709-524C-8FE7-C1831DFCEF51}"/>
                </a:ext>
              </a:extLst>
            </p:cNvPr>
            <p:cNvSpPr/>
            <p:nvPr/>
          </p:nvSpPr>
          <p:spPr>
            <a:xfrm>
              <a:off x="537321" y="8940058"/>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FF0000"/>
                </a:solidFill>
              </a:endParaRPr>
            </a:p>
          </p:txBody>
        </p:sp>
        <p:sp>
          <p:nvSpPr>
            <p:cNvPr id="125" name="Rectangle 124">
              <a:extLst>
                <a:ext uri="{FF2B5EF4-FFF2-40B4-BE49-F238E27FC236}">
                  <a16:creationId xmlns:a16="http://schemas.microsoft.com/office/drawing/2014/main" id="{EF072C35-A3A3-294C-8B37-9F812F56B571}"/>
                </a:ext>
              </a:extLst>
            </p:cNvPr>
            <p:cNvSpPr/>
            <p:nvPr/>
          </p:nvSpPr>
          <p:spPr>
            <a:xfrm>
              <a:off x="537321" y="821822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26" name="Rectangle 125">
              <a:extLst>
                <a:ext uri="{FF2B5EF4-FFF2-40B4-BE49-F238E27FC236}">
                  <a16:creationId xmlns:a16="http://schemas.microsoft.com/office/drawing/2014/main" id="{825EF119-69ED-264E-A4FD-34AC6AAF4F54}"/>
                </a:ext>
              </a:extLst>
            </p:cNvPr>
            <p:cNvSpPr/>
            <p:nvPr/>
          </p:nvSpPr>
          <p:spPr>
            <a:xfrm>
              <a:off x="537321" y="746710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graphicFrame>
        <p:nvGraphicFramePr>
          <p:cNvPr id="9" name="Table 8">
            <a:extLst>
              <a:ext uri="{FF2B5EF4-FFF2-40B4-BE49-F238E27FC236}">
                <a16:creationId xmlns:a16="http://schemas.microsoft.com/office/drawing/2014/main" id="{15F423F3-612E-46E0-1230-7CA80F77DE4C}"/>
              </a:ext>
            </a:extLst>
          </p:cNvPr>
          <p:cNvGraphicFramePr>
            <a:graphicFrameLocks noGrp="1"/>
          </p:cNvGraphicFramePr>
          <p:nvPr>
            <p:extLst>
              <p:ext uri="{D42A27DB-BD31-4B8C-83A1-F6EECF244321}">
                <p14:modId xmlns:p14="http://schemas.microsoft.com/office/powerpoint/2010/main" val="1177840778"/>
              </p:ext>
            </p:extLst>
          </p:nvPr>
        </p:nvGraphicFramePr>
        <p:xfrm>
          <a:off x="125275" y="2301544"/>
          <a:ext cx="6560101" cy="3445714"/>
        </p:xfrm>
        <a:graphic>
          <a:graphicData uri="http://schemas.openxmlformats.org/drawingml/2006/table">
            <a:tbl>
              <a:tblPr firstRow="1" bandRow="1">
                <a:tableStyleId>{5C22544A-7EE6-4342-B048-85BDC9FD1C3A}</a:tableStyleId>
              </a:tblPr>
              <a:tblGrid>
                <a:gridCol w="1495660">
                  <a:extLst>
                    <a:ext uri="{9D8B030D-6E8A-4147-A177-3AD203B41FA5}">
                      <a16:colId xmlns:a16="http://schemas.microsoft.com/office/drawing/2014/main" val="1316977692"/>
                    </a:ext>
                  </a:extLst>
                </a:gridCol>
                <a:gridCol w="1688147">
                  <a:extLst>
                    <a:ext uri="{9D8B030D-6E8A-4147-A177-3AD203B41FA5}">
                      <a16:colId xmlns:a16="http://schemas.microsoft.com/office/drawing/2014/main" val="1342049170"/>
                    </a:ext>
                  </a:extLst>
                </a:gridCol>
                <a:gridCol w="1688147">
                  <a:extLst>
                    <a:ext uri="{9D8B030D-6E8A-4147-A177-3AD203B41FA5}">
                      <a16:colId xmlns:a16="http://schemas.microsoft.com/office/drawing/2014/main" val="1363445951"/>
                    </a:ext>
                  </a:extLst>
                </a:gridCol>
                <a:gridCol w="1688147">
                  <a:extLst>
                    <a:ext uri="{9D8B030D-6E8A-4147-A177-3AD203B41FA5}">
                      <a16:colId xmlns:a16="http://schemas.microsoft.com/office/drawing/2014/main" val="1083003371"/>
                    </a:ext>
                  </a:extLst>
                </a:gridCol>
              </a:tblGrid>
              <a:tr h="538156">
                <a:tc>
                  <a:txBody>
                    <a:bodyPr/>
                    <a:lstStyle/>
                    <a:p>
                      <a:r>
                        <a:rPr lang="en-US" dirty="0">
                          <a:solidFill>
                            <a:schemeClr val="tx1"/>
                          </a:solidFill>
                        </a:rPr>
                        <a:t>Steps</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first five multiples of 13</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first five multiples of 8</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first five multiples of 7</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3924369"/>
                  </a:ext>
                </a:extLst>
              </a:tr>
              <a:tr h="1453779">
                <a:tc>
                  <a:txBody>
                    <a:bodyPr/>
                    <a:lstStyle/>
                    <a:p>
                      <a:r>
                        <a:rPr lang="en-GB" sz="1100" dirty="0">
                          <a:solidFill>
                            <a:schemeClr val="tx1"/>
                          </a:solidFill>
                        </a:rPr>
                        <a:t>1) Start with the number you are finding the multiples of. This is always the first multiple.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r h="1453779">
                <a:tc>
                  <a:txBody>
                    <a:bodyPr/>
                    <a:lstStyle/>
                    <a:p>
                      <a:r>
                        <a:rPr lang="en-GB" sz="1100" dirty="0">
                          <a:solidFill>
                            <a:schemeClr val="tx1"/>
                          </a:solidFill>
                        </a:rPr>
                        <a:t>2) To find the next multiple, add on the number again. Keep repeating this until you have desired number of multiples.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495693244"/>
                  </a:ext>
                </a:extLst>
              </a:tr>
            </a:tbl>
          </a:graphicData>
        </a:graphic>
      </p:graphicFrame>
      <p:sp>
        <p:nvSpPr>
          <p:cNvPr id="86" name="TextBox 85">
            <a:extLst>
              <a:ext uri="{FF2B5EF4-FFF2-40B4-BE49-F238E27FC236}">
                <a16:creationId xmlns:a16="http://schemas.microsoft.com/office/drawing/2014/main" id="{2DE19B6A-99C5-E955-B21F-82F98C84C214}"/>
              </a:ext>
            </a:extLst>
          </p:cNvPr>
          <p:cNvSpPr txBox="1"/>
          <p:nvPr/>
        </p:nvSpPr>
        <p:spPr>
          <a:xfrm>
            <a:off x="1911985" y="1984070"/>
            <a:ext cx="1212191" cy="261610"/>
          </a:xfrm>
          <a:prstGeom prst="rect">
            <a:avLst/>
          </a:prstGeom>
          <a:noFill/>
          <a:ln>
            <a:noFill/>
          </a:ln>
        </p:spPr>
        <p:txBody>
          <a:bodyPr wrap="none" rtlCol="0">
            <a:spAutoFit/>
          </a:bodyPr>
          <a:lstStyle/>
          <a:p>
            <a:r>
              <a:rPr lang="en-GB" sz="1100" b="1" i="1" dirty="0">
                <a:solidFill>
                  <a:srgbClr val="FF0000"/>
                </a:solidFill>
              </a:rPr>
              <a:t>Example 1 - I do…</a:t>
            </a:r>
          </a:p>
        </p:txBody>
      </p:sp>
      <p:sp>
        <p:nvSpPr>
          <p:cNvPr id="100" name="TextBox 99">
            <a:extLst>
              <a:ext uri="{FF2B5EF4-FFF2-40B4-BE49-F238E27FC236}">
                <a16:creationId xmlns:a16="http://schemas.microsoft.com/office/drawing/2014/main" id="{9C243970-41E8-6905-313C-396D9FBB9A44}"/>
              </a:ext>
            </a:extLst>
          </p:cNvPr>
          <p:cNvSpPr txBox="1"/>
          <p:nvPr/>
        </p:nvSpPr>
        <p:spPr>
          <a:xfrm>
            <a:off x="3504919" y="1984070"/>
            <a:ext cx="1372492" cy="261610"/>
          </a:xfrm>
          <a:prstGeom prst="rect">
            <a:avLst/>
          </a:prstGeom>
          <a:noFill/>
          <a:ln>
            <a:noFill/>
          </a:ln>
        </p:spPr>
        <p:txBody>
          <a:bodyPr wrap="none" rtlCol="0">
            <a:spAutoFit/>
          </a:bodyPr>
          <a:lstStyle/>
          <a:p>
            <a:r>
              <a:rPr lang="en-GB" sz="1100" b="1" i="1" dirty="0">
                <a:solidFill>
                  <a:srgbClr val="ED7D31"/>
                </a:solidFill>
              </a:rPr>
              <a:t>Example 2 - We do…</a:t>
            </a:r>
          </a:p>
        </p:txBody>
      </p:sp>
      <p:sp>
        <p:nvSpPr>
          <p:cNvPr id="109" name="TextBox 108">
            <a:extLst>
              <a:ext uri="{FF2B5EF4-FFF2-40B4-BE49-F238E27FC236}">
                <a16:creationId xmlns:a16="http://schemas.microsoft.com/office/drawing/2014/main" id="{E8281E5C-FFE9-C286-ABD0-5AEBD0C3C3EF}"/>
              </a:ext>
            </a:extLst>
          </p:cNvPr>
          <p:cNvSpPr txBox="1"/>
          <p:nvPr/>
        </p:nvSpPr>
        <p:spPr>
          <a:xfrm>
            <a:off x="5121450" y="1990321"/>
            <a:ext cx="1423788" cy="261610"/>
          </a:xfrm>
          <a:prstGeom prst="rect">
            <a:avLst/>
          </a:prstGeom>
          <a:noFill/>
          <a:ln>
            <a:noFill/>
          </a:ln>
        </p:spPr>
        <p:txBody>
          <a:bodyPr wrap="none" rtlCol="0">
            <a:spAutoFit/>
          </a:bodyPr>
          <a:lstStyle/>
          <a:p>
            <a:r>
              <a:rPr lang="en-GB" sz="1100" b="1" i="1" dirty="0">
                <a:solidFill>
                  <a:srgbClr val="00B050"/>
                </a:solidFill>
              </a:rPr>
              <a:t>Example 3 – You do…</a:t>
            </a:r>
          </a:p>
        </p:txBody>
      </p:sp>
    </p:spTree>
    <p:extLst>
      <p:ext uri="{BB962C8B-B14F-4D97-AF65-F5344CB8AC3E}">
        <p14:creationId xmlns:p14="http://schemas.microsoft.com/office/powerpoint/2010/main" val="3634756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97469D-B2B6-2C42-886F-24DE8D97DD3B}"/>
              </a:ext>
            </a:extLst>
          </p:cNvPr>
          <p:cNvSpPr>
            <a:spLocks noGrp="1"/>
          </p:cNvSpPr>
          <p:nvPr>
            <p:ph type="sldNum" sz="quarter" idx="12"/>
          </p:nvPr>
        </p:nvSpPr>
        <p:spPr>
          <a:xfrm>
            <a:off x="5364378" y="9566075"/>
            <a:ext cx="1543050" cy="527403"/>
          </a:xfrm>
        </p:spPr>
        <p:txBody>
          <a:bodyPr/>
          <a:lstStyle/>
          <a:p>
            <a:fld id="{19F1D9CC-7119-45EC-A96C-D8C0660F3AAB}" type="slidenum">
              <a:rPr lang="en-GB" smtClean="0"/>
              <a:t>2</a:t>
            </a:fld>
            <a:endParaRPr lang="en-GB" dirty="0"/>
          </a:p>
        </p:txBody>
      </p:sp>
      <p:sp>
        <p:nvSpPr>
          <p:cNvPr id="3" name="TextBox 2">
            <a:extLst>
              <a:ext uri="{FF2B5EF4-FFF2-40B4-BE49-F238E27FC236}">
                <a16:creationId xmlns:a16="http://schemas.microsoft.com/office/drawing/2014/main" id="{D2DE9BF6-E10F-F24E-BB74-B848D41B29EE}"/>
              </a:ext>
            </a:extLst>
          </p:cNvPr>
          <p:cNvSpPr txBox="1"/>
          <p:nvPr/>
        </p:nvSpPr>
        <p:spPr>
          <a:xfrm>
            <a:off x="0" y="0"/>
            <a:ext cx="3460627" cy="276999"/>
          </a:xfrm>
          <a:prstGeom prst="rect">
            <a:avLst/>
          </a:prstGeom>
          <a:noFill/>
        </p:spPr>
        <p:txBody>
          <a:bodyPr wrap="none" rtlCol="0">
            <a:spAutoFit/>
          </a:bodyPr>
          <a:lstStyle/>
          <a:p>
            <a:r>
              <a:rPr lang="en-GB" sz="1200" b="1" dirty="0"/>
              <a:t>3.   </a:t>
            </a:r>
            <a:r>
              <a:rPr lang="en-GB" sz="1200" dirty="0"/>
              <a:t>Write out the first five multiples of each number.</a:t>
            </a:r>
          </a:p>
        </p:txBody>
      </p:sp>
      <p:sp>
        <p:nvSpPr>
          <p:cNvPr id="4" name="TextBox 3">
            <a:extLst>
              <a:ext uri="{FF2B5EF4-FFF2-40B4-BE49-F238E27FC236}">
                <a16:creationId xmlns:a16="http://schemas.microsoft.com/office/drawing/2014/main" id="{F204891D-E49A-BE46-B44A-8EC2B2DE0FB5}"/>
              </a:ext>
            </a:extLst>
          </p:cNvPr>
          <p:cNvSpPr txBox="1"/>
          <p:nvPr/>
        </p:nvSpPr>
        <p:spPr>
          <a:xfrm>
            <a:off x="214562" y="138499"/>
            <a:ext cx="688009" cy="2325830"/>
          </a:xfrm>
          <a:prstGeom prst="rect">
            <a:avLst/>
          </a:prstGeom>
          <a:noFill/>
        </p:spPr>
        <p:txBody>
          <a:bodyPr wrap="none" rtlCol="0">
            <a:spAutoFit/>
          </a:bodyPr>
          <a:lstStyle/>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3</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7</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9</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11</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16</a:t>
            </a:r>
          </a:p>
        </p:txBody>
      </p:sp>
      <p:sp>
        <p:nvSpPr>
          <p:cNvPr id="5" name="Rectangle 4">
            <a:extLst>
              <a:ext uri="{FF2B5EF4-FFF2-40B4-BE49-F238E27FC236}">
                <a16:creationId xmlns:a16="http://schemas.microsoft.com/office/drawing/2014/main" id="{FB14CADE-5197-5746-9390-D84B19D9022D}"/>
              </a:ext>
            </a:extLst>
          </p:cNvPr>
          <p:cNvSpPr/>
          <p:nvPr/>
        </p:nvSpPr>
        <p:spPr>
          <a:xfrm>
            <a:off x="926742" y="30171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6" name="Rectangle 5">
            <a:extLst>
              <a:ext uri="{FF2B5EF4-FFF2-40B4-BE49-F238E27FC236}">
                <a16:creationId xmlns:a16="http://schemas.microsoft.com/office/drawing/2014/main" id="{4F94F23E-91EF-EC4B-ADBC-2CDB5DDC245D}"/>
              </a:ext>
            </a:extLst>
          </p:cNvPr>
          <p:cNvSpPr/>
          <p:nvPr/>
        </p:nvSpPr>
        <p:spPr>
          <a:xfrm>
            <a:off x="922464" y="76597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 name="Rectangle 6">
            <a:extLst>
              <a:ext uri="{FF2B5EF4-FFF2-40B4-BE49-F238E27FC236}">
                <a16:creationId xmlns:a16="http://schemas.microsoft.com/office/drawing/2014/main" id="{7F3DA803-7D87-464F-9D93-06C6E10D0DA1}"/>
              </a:ext>
            </a:extLst>
          </p:cNvPr>
          <p:cNvSpPr/>
          <p:nvPr/>
        </p:nvSpPr>
        <p:spPr>
          <a:xfrm>
            <a:off x="922464" y="1233356"/>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8" name="Rectangle 7">
            <a:extLst>
              <a:ext uri="{FF2B5EF4-FFF2-40B4-BE49-F238E27FC236}">
                <a16:creationId xmlns:a16="http://schemas.microsoft.com/office/drawing/2014/main" id="{6C1F795C-0BE4-AC4D-9BB9-71025705D2EC}"/>
              </a:ext>
            </a:extLst>
          </p:cNvPr>
          <p:cNvSpPr/>
          <p:nvPr/>
        </p:nvSpPr>
        <p:spPr>
          <a:xfrm>
            <a:off x="922464" y="1700664"/>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 name="Rectangle 8">
            <a:extLst>
              <a:ext uri="{FF2B5EF4-FFF2-40B4-BE49-F238E27FC236}">
                <a16:creationId xmlns:a16="http://schemas.microsoft.com/office/drawing/2014/main" id="{7705ED65-A0DC-824B-AD68-5ACA596C2E83}"/>
              </a:ext>
            </a:extLst>
          </p:cNvPr>
          <p:cNvSpPr/>
          <p:nvPr/>
        </p:nvSpPr>
        <p:spPr>
          <a:xfrm>
            <a:off x="929669" y="2139775"/>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0" name="TextBox 9">
            <a:extLst>
              <a:ext uri="{FF2B5EF4-FFF2-40B4-BE49-F238E27FC236}">
                <a16:creationId xmlns:a16="http://schemas.microsoft.com/office/drawing/2014/main" id="{9344EEAA-2BBF-924F-9152-2DCCAC7CB270}"/>
              </a:ext>
            </a:extLst>
          </p:cNvPr>
          <p:cNvSpPr txBox="1"/>
          <p:nvPr/>
        </p:nvSpPr>
        <p:spPr>
          <a:xfrm>
            <a:off x="3448851" y="0"/>
            <a:ext cx="3409150" cy="461665"/>
          </a:xfrm>
          <a:prstGeom prst="rect">
            <a:avLst/>
          </a:prstGeom>
          <a:noFill/>
        </p:spPr>
        <p:txBody>
          <a:bodyPr wrap="square" rtlCol="0">
            <a:spAutoFit/>
          </a:bodyPr>
          <a:lstStyle/>
          <a:p>
            <a:pPr marL="228600" indent="-228600"/>
            <a:r>
              <a:rPr lang="en-GB" sz="1200" b="1" dirty="0"/>
              <a:t>4.   </a:t>
            </a:r>
            <a:r>
              <a:rPr lang="en-GB" sz="1200" dirty="0"/>
              <a:t>Write down the numbers from the box below that are multiples of:</a:t>
            </a:r>
          </a:p>
        </p:txBody>
      </p:sp>
      <p:grpSp>
        <p:nvGrpSpPr>
          <p:cNvPr id="19" name="Group 18">
            <a:extLst>
              <a:ext uri="{FF2B5EF4-FFF2-40B4-BE49-F238E27FC236}">
                <a16:creationId xmlns:a16="http://schemas.microsoft.com/office/drawing/2014/main" id="{0C256852-2B47-AC41-90AA-784CC784D20E}"/>
              </a:ext>
            </a:extLst>
          </p:cNvPr>
          <p:cNvGrpSpPr/>
          <p:nvPr/>
        </p:nvGrpSpPr>
        <p:grpSpPr>
          <a:xfrm>
            <a:off x="3693872" y="863549"/>
            <a:ext cx="2980026" cy="1864165"/>
            <a:chOff x="3663412" y="138499"/>
            <a:chExt cx="2980026" cy="1864165"/>
          </a:xfrm>
        </p:grpSpPr>
        <p:sp>
          <p:nvSpPr>
            <p:cNvPr id="11" name="TextBox 10">
              <a:extLst>
                <a:ext uri="{FF2B5EF4-FFF2-40B4-BE49-F238E27FC236}">
                  <a16:creationId xmlns:a16="http://schemas.microsoft.com/office/drawing/2014/main" id="{23A1C38E-3C5F-F545-85AA-E3DE67B9B043}"/>
                </a:ext>
              </a:extLst>
            </p:cNvPr>
            <p:cNvSpPr txBox="1"/>
            <p:nvPr/>
          </p:nvSpPr>
          <p:spPr>
            <a:xfrm>
              <a:off x="3663412" y="138499"/>
              <a:ext cx="609462" cy="1864165"/>
            </a:xfrm>
            <a:prstGeom prst="rect">
              <a:avLst/>
            </a:prstGeom>
            <a:noFill/>
          </p:spPr>
          <p:txBody>
            <a:bodyPr wrap="none" rtlCol="0">
              <a:spAutoFit/>
            </a:bodyPr>
            <a:lstStyle/>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2</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3</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5</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9</a:t>
              </a:r>
            </a:p>
          </p:txBody>
        </p:sp>
        <p:sp>
          <p:nvSpPr>
            <p:cNvPr id="12" name="Rectangle 11">
              <a:extLst>
                <a:ext uri="{FF2B5EF4-FFF2-40B4-BE49-F238E27FC236}">
                  <a16:creationId xmlns:a16="http://schemas.microsoft.com/office/drawing/2014/main" id="{8C43C196-F9EE-DD44-ADEE-1D023EA716CF}"/>
                </a:ext>
              </a:extLst>
            </p:cNvPr>
            <p:cNvSpPr/>
            <p:nvPr/>
          </p:nvSpPr>
          <p:spPr>
            <a:xfrm>
              <a:off x="4375592" y="30171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3" name="Rectangle 12">
              <a:extLst>
                <a:ext uri="{FF2B5EF4-FFF2-40B4-BE49-F238E27FC236}">
                  <a16:creationId xmlns:a16="http://schemas.microsoft.com/office/drawing/2014/main" id="{441FFBF4-7B37-0740-A2F3-337EBAA70011}"/>
                </a:ext>
              </a:extLst>
            </p:cNvPr>
            <p:cNvSpPr/>
            <p:nvPr/>
          </p:nvSpPr>
          <p:spPr>
            <a:xfrm>
              <a:off x="4375592" y="739667"/>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4" name="Rectangle 13">
              <a:extLst>
                <a:ext uri="{FF2B5EF4-FFF2-40B4-BE49-F238E27FC236}">
                  <a16:creationId xmlns:a16="http://schemas.microsoft.com/office/drawing/2014/main" id="{FCB7F62F-96CE-AE44-B3AA-C96EA6196534}"/>
                </a:ext>
              </a:extLst>
            </p:cNvPr>
            <p:cNvSpPr/>
            <p:nvPr/>
          </p:nvSpPr>
          <p:spPr>
            <a:xfrm>
              <a:off x="4375592" y="1204382"/>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5" name="Rectangle 14">
              <a:extLst>
                <a:ext uri="{FF2B5EF4-FFF2-40B4-BE49-F238E27FC236}">
                  <a16:creationId xmlns:a16="http://schemas.microsoft.com/office/drawing/2014/main" id="{4D1815F0-2F9F-4941-B2BC-1462AF26ABFD}"/>
                </a:ext>
              </a:extLst>
            </p:cNvPr>
            <p:cNvSpPr/>
            <p:nvPr/>
          </p:nvSpPr>
          <p:spPr>
            <a:xfrm>
              <a:off x="4375592" y="1667050"/>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pic>
        <p:nvPicPr>
          <p:cNvPr id="18" name="Picture 17" descr="Table&#10;&#10;Description automatically generated with medium confidence">
            <a:extLst>
              <a:ext uri="{FF2B5EF4-FFF2-40B4-BE49-F238E27FC236}">
                <a16:creationId xmlns:a16="http://schemas.microsoft.com/office/drawing/2014/main" id="{473A622A-7B01-9749-86B8-DC9AEA90D4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9257" y="426834"/>
            <a:ext cx="3107553" cy="544296"/>
          </a:xfrm>
          <a:prstGeom prst="rect">
            <a:avLst/>
          </a:prstGeom>
        </p:spPr>
      </p:pic>
      <p:sp>
        <p:nvSpPr>
          <p:cNvPr id="20" name="Rectangle 19">
            <a:extLst>
              <a:ext uri="{FF2B5EF4-FFF2-40B4-BE49-F238E27FC236}">
                <a16:creationId xmlns:a16="http://schemas.microsoft.com/office/drawing/2014/main" id="{A2749BA2-39A8-CF4D-A4FC-BC1539D61058}"/>
              </a:ext>
            </a:extLst>
          </p:cNvPr>
          <p:cNvSpPr/>
          <p:nvPr/>
        </p:nvSpPr>
        <p:spPr>
          <a:xfrm>
            <a:off x="0" y="7252218"/>
            <a:ext cx="3429000" cy="461665"/>
          </a:xfrm>
          <a:prstGeom prst="rect">
            <a:avLst/>
          </a:prstGeom>
        </p:spPr>
        <p:txBody>
          <a:bodyPr>
            <a:spAutoFit/>
          </a:bodyPr>
          <a:lstStyle/>
          <a:p>
            <a:pPr marL="269875" indent="-269875"/>
            <a:r>
              <a:rPr lang="en-GB" sz="1200" b="1" dirty="0"/>
              <a:t>6.    </a:t>
            </a:r>
            <a:r>
              <a:rPr lang="en-GB" sz="1200" dirty="0"/>
              <a:t>Write down the numbers from the box below that are multiples of:</a:t>
            </a:r>
          </a:p>
        </p:txBody>
      </p:sp>
      <p:sp>
        <p:nvSpPr>
          <p:cNvPr id="21" name="TextBox 20">
            <a:extLst>
              <a:ext uri="{FF2B5EF4-FFF2-40B4-BE49-F238E27FC236}">
                <a16:creationId xmlns:a16="http://schemas.microsoft.com/office/drawing/2014/main" id="{475E7A19-A173-A541-A9AA-B8C89948983F}"/>
              </a:ext>
            </a:extLst>
          </p:cNvPr>
          <p:cNvSpPr txBox="1"/>
          <p:nvPr/>
        </p:nvSpPr>
        <p:spPr>
          <a:xfrm>
            <a:off x="271812" y="8078688"/>
            <a:ext cx="609462" cy="1402500"/>
          </a:xfrm>
          <a:prstGeom prst="rect">
            <a:avLst/>
          </a:prstGeom>
          <a:noFill/>
        </p:spPr>
        <p:txBody>
          <a:bodyPr wrap="none" rtlCol="0">
            <a:spAutoFit/>
          </a:bodyPr>
          <a:lstStyle/>
          <a:p>
            <a:pPr marL="342900" indent="-342900">
              <a:lnSpc>
                <a:spcPct val="250000"/>
              </a:lnSpc>
              <a:buFont typeface="+mj-lt"/>
              <a:buAutoNum type="alphaLcParenR"/>
            </a:pPr>
            <a:r>
              <a:rPr lang="en-GB" sz="1200" dirty="0"/>
              <a:t>4</a:t>
            </a:r>
          </a:p>
          <a:p>
            <a:pPr marL="342900" indent="-342900">
              <a:lnSpc>
                <a:spcPct val="250000"/>
              </a:lnSpc>
              <a:buFont typeface="+mj-lt"/>
              <a:buAutoNum type="alphaLcParenR"/>
            </a:pPr>
            <a:r>
              <a:rPr lang="en-GB" sz="1200" dirty="0"/>
              <a:t>7</a:t>
            </a:r>
          </a:p>
          <a:p>
            <a:pPr marL="342900" indent="-342900">
              <a:lnSpc>
                <a:spcPct val="250000"/>
              </a:lnSpc>
              <a:buFont typeface="+mj-lt"/>
              <a:buAutoNum type="alphaLcParenR"/>
            </a:pPr>
            <a:r>
              <a:rPr lang="en-GB" sz="1200" dirty="0"/>
              <a:t>6</a:t>
            </a:r>
          </a:p>
        </p:txBody>
      </p:sp>
      <p:sp>
        <p:nvSpPr>
          <p:cNvPr id="22" name="TextBox 21">
            <a:extLst>
              <a:ext uri="{FF2B5EF4-FFF2-40B4-BE49-F238E27FC236}">
                <a16:creationId xmlns:a16="http://schemas.microsoft.com/office/drawing/2014/main" id="{9516CE7D-D568-0845-9BDB-D6629B0D1F8F}"/>
              </a:ext>
            </a:extLst>
          </p:cNvPr>
          <p:cNvSpPr txBox="1"/>
          <p:nvPr/>
        </p:nvSpPr>
        <p:spPr>
          <a:xfrm>
            <a:off x="247098" y="9479212"/>
            <a:ext cx="2163156" cy="276999"/>
          </a:xfrm>
          <a:prstGeom prst="rect">
            <a:avLst/>
          </a:prstGeom>
          <a:noFill/>
        </p:spPr>
        <p:txBody>
          <a:bodyPr wrap="none" rtlCol="0">
            <a:spAutoFit/>
          </a:bodyPr>
          <a:lstStyle/>
          <a:p>
            <a:r>
              <a:rPr lang="en-GB" sz="1200" i="1" dirty="0"/>
              <a:t>Use your calculator to help you.</a:t>
            </a:r>
          </a:p>
        </p:txBody>
      </p:sp>
      <p:pic>
        <p:nvPicPr>
          <p:cNvPr id="23" name="Picture 22">
            <a:extLst>
              <a:ext uri="{FF2B5EF4-FFF2-40B4-BE49-F238E27FC236}">
                <a16:creationId xmlns:a16="http://schemas.microsoft.com/office/drawing/2014/main" id="{F114AEE5-3223-264F-9D52-EFE90585CEBB}"/>
              </a:ext>
            </a:extLst>
          </p:cNvPr>
          <p:cNvPicPr>
            <a:picLocks noChangeAspect="1"/>
          </p:cNvPicPr>
          <p:nvPr/>
        </p:nvPicPr>
        <p:blipFill>
          <a:blip r:embed="rId3"/>
          <a:stretch>
            <a:fillRect/>
          </a:stretch>
        </p:blipFill>
        <p:spPr>
          <a:xfrm>
            <a:off x="11115" y="7527143"/>
            <a:ext cx="244221" cy="325628"/>
          </a:xfrm>
          <a:prstGeom prst="rect">
            <a:avLst/>
          </a:prstGeom>
        </p:spPr>
      </p:pic>
      <p:pic>
        <p:nvPicPr>
          <p:cNvPr id="25" name="Picture 24" descr="A picture containing text&#10;&#10;Description automatically generated">
            <a:extLst>
              <a:ext uri="{FF2B5EF4-FFF2-40B4-BE49-F238E27FC236}">
                <a16:creationId xmlns:a16="http://schemas.microsoft.com/office/drawing/2014/main" id="{3C961901-6071-3A4B-A231-91D2E5E7448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8260"/>
          <a:stretch/>
        </p:blipFill>
        <p:spPr>
          <a:xfrm>
            <a:off x="327789" y="7640672"/>
            <a:ext cx="3007834" cy="559771"/>
          </a:xfrm>
          <a:prstGeom prst="rect">
            <a:avLst/>
          </a:prstGeom>
        </p:spPr>
      </p:pic>
      <p:sp>
        <p:nvSpPr>
          <p:cNvPr id="26" name="Rectangle 25">
            <a:extLst>
              <a:ext uri="{FF2B5EF4-FFF2-40B4-BE49-F238E27FC236}">
                <a16:creationId xmlns:a16="http://schemas.microsoft.com/office/drawing/2014/main" id="{D5A872E2-09B2-F04D-A880-B5212B4CBB42}"/>
              </a:ext>
            </a:extLst>
          </p:cNvPr>
          <p:cNvSpPr/>
          <p:nvPr/>
        </p:nvSpPr>
        <p:spPr>
          <a:xfrm>
            <a:off x="881274" y="8236956"/>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7" name="Rectangle 26">
            <a:extLst>
              <a:ext uri="{FF2B5EF4-FFF2-40B4-BE49-F238E27FC236}">
                <a16:creationId xmlns:a16="http://schemas.microsoft.com/office/drawing/2014/main" id="{7658E5AF-52AC-AD43-8628-538C7318377A}"/>
              </a:ext>
            </a:extLst>
          </p:cNvPr>
          <p:cNvSpPr/>
          <p:nvPr/>
        </p:nvSpPr>
        <p:spPr>
          <a:xfrm>
            <a:off x="881274" y="870877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8" name="Rectangle 27">
            <a:extLst>
              <a:ext uri="{FF2B5EF4-FFF2-40B4-BE49-F238E27FC236}">
                <a16:creationId xmlns:a16="http://schemas.microsoft.com/office/drawing/2014/main" id="{28272DB1-295B-5C4E-AC38-B2919DB7A8B2}"/>
              </a:ext>
            </a:extLst>
          </p:cNvPr>
          <p:cNvSpPr/>
          <p:nvPr/>
        </p:nvSpPr>
        <p:spPr>
          <a:xfrm>
            <a:off x="881274" y="9180590"/>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9" name="TextBox 28">
            <a:extLst>
              <a:ext uri="{FF2B5EF4-FFF2-40B4-BE49-F238E27FC236}">
                <a16:creationId xmlns:a16="http://schemas.microsoft.com/office/drawing/2014/main" id="{E5E1B8BA-F3F2-AE46-9797-1475EEC218B3}"/>
              </a:ext>
            </a:extLst>
          </p:cNvPr>
          <p:cNvSpPr txBox="1"/>
          <p:nvPr/>
        </p:nvSpPr>
        <p:spPr>
          <a:xfrm>
            <a:off x="3516889" y="7276328"/>
            <a:ext cx="3299921" cy="461665"/>
          </a:xfrm>
          <a:prstGeom prst="rect">
            <a:avLst/>
          </a:prstGeom>
          <a:noFill/>
        </p:spPr>
        <p:txBody>
          <a:bodyPr wrap="square" rtlCol="0">
            <a:spAutoFit/>
          </a:bodyPr>
          <a:lstStyle/>
          <a:p>
            <a:pPr marL="269875" indent="-269875"/>
            <a:r>
              <a:rPr lang="en-GB" sz="1200" b="1" dirty="0"/>
              <a:t>7.    </a:t>
            </a:r>
            <a:r>
              <a:rPr lang="en-GB" sz="1200" dirty="0"/>
              <a:t>Find the biggest number less than 100 that is a multiple of:</a:t>
            </a:r>
          </a:p>
        </p:txBody>
      </p:sp>
      <p:pic>
        <p:nvPicPr>
          <p:cNvPr id="30" name="Picture 29">
            <a:extLst>
              <a:ext uri="{FF2B5EF4-FFF2-40B4-BE49-F238E27FC236}">
                <a16:creationId xmlns:a16="http://schemas.microsoft.com/office/drawing/2014/main" id="{B03A8FA9-8C86-6845-A94E-DD55755160A2}"/>
              </a:ext>
            </a:extLst>
          </p:cNvPr>
          <p:cNvPicPr>
            <a:picLocks noChangeAspect="1"/>
          </p:cNvPicPr>
          <p:nvPr/>
        </p:nvPicPr>
        <p:blipFill>
          <a:blip r:embed="rId3"/>
          <a:stretch>
            <a:fillRect/>
          </a:stretch>
        </p:blipFill>
        <p:spPr>
          <a:xfrm>
            <a:off x="3533365" y="7527143"/>
            <a:ext cx="244221" cy="325628"/>
          </a:xfrm>
          <a:prstGeom prst="rect">
            <a:avLst/>
          </a:prstGeom>
        </p:spPr>
      </p:pic>
      <p:sp>
        <p:nvSpPr>
          <p:cNvPr id="31" name="TextBox 30">
            <a:extLst>
              <a:ext uri="{FF2B5EF4-FFF2-40B4-BE49-F238E27FC236}">
                <a16:creationId xmlns:a16="http://schemas.microsoft.com/office/drawing/2014/main" id="{62CF5C93-ACB1-964A-B8DA-CD3AB59A7295}"/>
              </a:ext>
            </a:extLst>
          </p:cNvPr>
          <p:cNvSpPr txBox="1"/>
          <p:nvPr/>
        </p:nvSpPr>
        <p:spPr>
          <a:xfrm>
            <a:off x="3777586" y="7614805"/>
            <a:ext cx="609462" cy="2256580"/>
          </a:xfrm>
          <a:prstGeom prst="rect">
            <a:avLst/>
          </a:prstGeom>
          <a:noFill/>
        </p:spPr>
        <p:txBody>
          <a:bodyPr wrap="none" rtlCol="0">
            <a:spAutoFit/>
          </a:bodyPr>
          <a:lstStyle/>
          <a:p>
            <a:pPr marL="342900" indent="-342900">
              <a:lnSpc>
                <a:spcPct val="200000"/>
              </a:lnSpc>
              <a:buFont typeface="+mj-lt"/>
              <a:buAutoNum type="alphaLcParenR"/>
            </a:pPr>
            <a:r>
              <a:rPr lang="en-GB" sz="1200" dirty="0"/>
              <a:t>2</a:t>
            </a:r>
          </a:p>
          <a:p>
            <a:pPr marL="342900" indent="-342900">
              <a:lnSpc>
                <a:spcPct val="200000"/>
              </a:lnSpc>
              <a:buFont typeface="+mj-lt"/>
              <a:buAutoNum type="alphaLcParenR"/>
            </a:pPr>
            <a:r>
              <a:rPr lang="en-GB" sz="1200" dirty="0"/>
              <a:t>3</a:t>
            </a:r>
          </a:p>
          <a:p>
            <a:pPr marL="342900" indent="-342900">
              <a:lnSpc>
                <a:spcPct val="200000"/>
              </a:lnSpc>
              <a:buFont typeface="+mj-lt"/>
              <a:buAutoNum type="alphaLcParenR"/>
            </a:pPr>
            <a:r>
              <a:rPr lang="en-GB" sz="1200" dirty="0"/>
              <a:t>4</a:t>
            </a:r>
          </a:p>
          <a:p>
            <a:pPr marL="342900" indent="-342900">
              <a:lnSpc>
                <a:spcPct val="200000"/>
              </a:lnSpc>
              <a:buFont typeface="+mj-lt"/>
              <a:buAutoNum type="alphaLcParenR"/>
            </a:pPr>
            <a:r>
              <a:rPr lang="en-GB" sz="1200" dirty="0"/>
              <a:t>5</a:t>
            </a:r>
          </a:p>
          <a:p>
            <a:pPr marL="342900" indent="-342900">
              <a:lnSpc>
                <a:spcPct val="200000"/>
              </a:lnSpc>
              <a:buFont typeface="+mj-lt"/>
              <a:buAutoNum type="alphaLcParenR"/>
            </a:pPr>
            <a:r>
              <a:rPr lang="en-GB" sz="1200" dirty="0"/>
              <a:t>7</a:t>
            </a:r>
          </a:p>
          <a:p>
            <a:pPr marL="342900" indent="-342900">
              <a:lnSpc>
                <a:spcPct val="200000"/>
              </a:lnSpc>
              <a:buFont typeface="+mj-lt"/>
              <a:buAutoNum type="alphaLcParenR"/>
            </a:pPr>
            <a:r>
              <a:rPr lang="en-GB" sz="1200" dirty="0"/>
              <a:t>6</a:t>
            </a:r>
          </a:p>
        </p:txBody>
      </p:sp>
      <p:sp>
        <p:nvSpPr>
          <p:cNvPr id="37" name="Rectangle 36">
            <a:extLst>
              <a:ext uri="{FF2B5EF4-FFF2-40B4-BE49-F238E27FC236}">
                <a16:creationId xmlns:a16="http://schemas.microsoft.com/office/drawing/2014/main" id="{F3508749-EEDA-354E-8B57-FB54913F653F}"/>
              </a:ext>
            </a:extLst>
          </p:cNvPr>
          <p:cNvSpPr/>
          <p:nvPr/>
        </p:nvSpPr>
        <p:spPr>
          <a:xfrm>
            <a:off x="4406052" y="7713883"/>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8" name="Rectangle 37">
            <a:extLst>
              <a:ext uri="{FF2B5EF4-FFF2-40B4-BE49-F238E27FC236}">
                <a16:creationId xmlns:a16="http://schemas.microsoft.com/office/drawing/2014/main" id="{57E15FAE-902A-A14F-B775-1E0D9AB548D0}"/>
              </a:ext>
            </a:extLst>
          </p:cNvPr>
          <p:cNvSpPr/>
          <p:nvPr/>
        </p:nvSpPr>
        <p:spPr>
          <a:xfrm>
            <a:off x="4406052" y="8085238"/>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9" name="Rectangle 38">
            <a:extLst>
              <a:ext uri="{FF2B5EF4-FFF2-40B4-BE49-F238E27FC236}">
                <a16:creationId xmlns:a16="http://schemas.microsoft.com/office/drawing/2014/main" id="{A54A8635-E8B8-5141-95C6-86B660A7E645}"/>
              </a:ext>
            </a:extLst>
          </p:cNvPr>
          <p:cNvSpPr/>
          <p:nvPr/>
        </p:nvSpPr>
        <p:spPr>
          <a:xfrm>
            <a:off x="4406052" y="8456593"/>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0" name="Rectangle 39">
            <a:extLst>
              <a:ext uri="{FF2B5EF4-FFF2-40B4-BE49-F238E27FC236}">
                <a16:creationId xmlns:a16="http://schemas.microsoft.com/office/drawing/2014/main" id="{4C2888F0-362B-5B48-BD85-E8E3E64FF364}"/>
              </a:ext>
            </a:extLst>
          </p:cNvPr>
          <p:cNvSpPr/>
          <p:nvPr/>
        </p:nvSpPr>
        <p:spPr>
          <a:xfrm>
            <a:off x="4406052" y="8857775"/>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1" name="Rectangle 40">
            <a:extLst>
              <a:ext uri="{FF2B5EF4-FFF2-40B4-BE49-F238E27FC236}">
                <a16:creationId xmlns:a16="http://schemas.microsoft.com/office/drawing/2014/main" id="{007F3B38-AD5C-6C48-A42A-321B448EE355}"/>
              </a:ext>
            </a:extLst>
          </p:cNvPr>
          <p:cNvSpPr/>
          <p:nvPr/>
        </p:nvSpPr>
        <p:spPr>
          <a:xfrm>
            <a:off x="4406052" y="9224840"/>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2" name="Rectangle 41">
            <a:extLst>
              <a:ext uri="{FF2B5EF4-FFF2-40B4-BE49-F238E27FC236}">
                <a16:creationId xmlns:a16="http://schemas.microsoft.com/office/drawing/2014/main" id="{FB6FC8FF-1CF3-6A4D-A16E-6385D8BAC3E8}"/>
              </a:ext>
            </a:extLst>
          </p:cNvPr>
          <p:cNvSpPr/>
          <p:nvPr/>
        </p:nvSpPr>
        <p:spPr>
          <a:xfrm>
            <a:off x="4406052" y="9591905"/>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nvGrpSpPr>
          <p:cNvPr id="59" name="Group 58">
            <a:extLst>
              <a:ext uri="{FF2B5EF4-FFF2-40B4-BE49-F238E27FC236}">
                <a16:creationId xmlns:a16="http://schemas.microsoft.com/office/drawing/2014/main" id="{24A4FC3B-6509-F748-A660-9488FBDB4FD3}"/>
              </a:ext>
            </a:extLst>
          </p:cNvPr>
          <p:cNvGrpSpPr/>
          <p:nvPr/>
        </p:nvGrpSpPr>
        <p:grpSpPr>
          <a:xfrm>
            <a:off x="0" y="2817643"/>
            <a:ext cx="6907428" cy="4447184"/>
            <a:chOff x="52305" y="7299348"/>
            <a:chExt cx="6907428" cy="4447184"/>
          </a:xfrm>
        </p:grpSpPr>
        <p:pic>
          <p:nvPicPr>
            <p:cNvPr id="56" name="Picture 55">
              <a:extLst>
                <a:ext uri="{FF2B5EF4-FFF2-40B4-BE49-F238E27FC236}">
                  <a16:creationId xmlns:a16="http://schemas.microsoft.com/office/drawing/2014/main" id="{A6F8095E-3E03-C24E-8097-E467CFF8FDAD}"/>
                </a:ext>
              </a:extLst>
            </p:cNvPr>
            <p:cNvPicPr>
              <a:picLocks noChangeAspect="1"/>
            </p:cNvPicPr>
            <p:nvPr/>
          </p:nvPicPr>
          <p:blipFill>
            <a:blip r:embed="rId5"/>
            <a:stretch>
              <a:fillRect/>
            </a:stretch>
          </p:blipFill>
          <p:spPr>
            <a:xfrm>
              <a:off x="5315338" y="7527312"/>
              <a:ext cx="1459555" cy="1459555"/>
            </a:xfrm>
            <a:prstGeom prst="rect">
              <a:avLst/>
            </a:prstGeom>
          </p:spPr>
        </p:pic>
        <p:sp>
          <p:nvSpPr>
            <p:cNvPr id="57" name="TextBox 56">
              <a:extLst>
                <a:ext uri="{FF2B5EF4-FFF2-40B4-BE49-F238E27FC236}">
                  <a16:creationId xmlns:a16="http://schemas.microsoft.com/office/drawing/2014/main" id="{1F25A619-79CA-B240-8790-8BDFF2CE2BD1}"/>
                </a:ext>
              </a:extLst>
            </p:cNvPr>
            <p:cNvSpPr txBox="1"/>
            <p:nvPr/>
          </p:nvSpPr>
          <p:spPr>
            <a:xfrm>
              <a:off x="52305" y="7299348"/>
              <a:ext cx="6785100" cy="276999"/>
            </a:xfrm>
            <a:prstGeom prst="rect">
              <a:avLst/>
            </a:prstGeom>
            <a:noFill/>
          </p:spPr>
          <p:txBody>
            <a:bodyPr wrap="square" rtlCol="0">
              <a:spAutoFit/>
            </a:bodyPr>
            <a:lstStyle/>
            <a:p>
              <a:pPr marL="179388" indent="-179388"/>
              <a:r>
                <a:rPr lang="en-GB" sz="1200" b="1" dirty="0"/>
                <a:t>5.</a:t>
              </a:r>
              <a:r>
                <a:rPr lang="en-GB" sz="1200" dirty="0"/>
                <a:t> Choose the number from the box that fits each of these descriptions (one number per description).</a:t>
              </a:r>
            </a:p>
          </p:txBody>
        </p:sp>
        <p:sp>
          <p:nvSpPr>
            <p:cNvPr id="58" name="TextBox 57">
              <a:extLst>
                <a:ext uri="{FF2B5EF4-FFF2-40B4-BE49-F238E27FC236}">
                  <a16:creationId xmlns:a16="http://schemas.microsoft.com/office/drawing/2014/main" id="{6C0FEE92-43E7-5349-A404-AA3BF5D09234}"/>
                </a:ext>
              </a:extLst>
            </p:cNvPr>
            <p:cNvSpPr txBox="1"/>
            <p:nvPr/>
          </p:nvSpPr>
          <p:spPr>
            <a:xfrm>
              <a:off x="266867" y="7406882"/>
              <a:ext cx="6692866" cy="4339650"/>
            </a:xfrm>
            <a:prstGeom prst="rect">
              <a:avLst/>
            </a:prstGeom>
            <a:noFill/>
          </p:spPr>
          <p:txBody>
            <a:bodyPr wrap="square" rtlCol="0">
              <a:spAutoFit/>
            </a:bodyPr>
            <a:lstStyle/>
            <a:p>
              <a:pPr marL="228600" indent="-228600">
                <a:lnSpc>
                  <a:spcPct val="200000"/>
                </a:lnSpc>
                <a:buFont typeface="+mj-lt"/>
                <a:buAutoNum type="alphaLcParenR"/>
              </a:pPr>
              <a:r>
                <a:rPr lang="en-GB" sz="1200" dirty="0"/>
                <a:t>a multiple of 3 and a multiple of 4</a:t>
              </a:r>
            </a:p>
            <a:p>
              <a:pPr marL="228600" indent="-228600">
                <a:lnSpc>
                  <a:spcPct val="200000"/>
                </a:lnSpc>
                <a:buFont typeface="+mj-lt"/>
                <a:buAutoNum type="alphaLcParenR"/>
              </a:pPr>
              <a:r>
                <a:rPr lang="en-GB" sz="1200" dirty="0"/>
                <a:t>a square number and an odd number</a:t>
              </a:r>
            </a:p>
            <a:p>
              <a:pPr marL="228600" indent="-228600">
                <a:lnSpc>
                  <a:spcPct val="200000"/>
                </a:lnSpc>
                <a:buFont typeface="+mj-lt"/>
                <a:buAutoNum type="alphaLcParenR"/>
              </a:pPr>
              <a:r>
                <a:rPr lang="en-GB" sz="1200" dirty="0"/>
                <a:t>a factor of 24 and a factor of 18</a:t>
              </a:r>
            </a:p>
            <a:p>
              <a:pPr marL="228600" indent="-228600">
                <a:lnSpc>
                  <a:spcPct val="200000"/>
                </a:lnSpc>
                <a:buFont typeface="+mj-lt"/>
                <a:buAutoNum type="alphaLcParenR"/>
              </a:pPr>
              <a:r>
                <a:rPr lang="en-GB" sz="1200" dirty="0"/>
                <a:t>a prime number and a factor of 39</a:t>
              </a:r>
            </a:p>
            <a:p>
              <a:pPr marL="228600" indent="-228600">
                <a:lnSpc>
                  <a:spcPct val="200000"/>
                </a:lnSpc>
                <a:buFont typeface="+mj-lt"/>
                <a:buAutoNum type="alphaLcParenR"/>
              </a:pPr>
              <a:r>
                <a:rPr lang="en-GB" sz="1200" dirty="0"/>
                <a:t>an odd factor of 30 and a multiple of 3</a:t>
              </a:r>
            </a:p>
            <a:p>
              <a:pPr marL="228600" indent="-228600">
                <a:lnSpc>
                  <a:spcPct val="200000"/>
                </a:lnSpc>
                <a:buFont typeface="+mj-lt"/>
                <a:buAutoNum type="alphaLcParenR"/>
              </a:pPr>
              <a:r>
                <a:rPr lang="en-GB" sz="1200" dirty="0"/>
                <a:t>a number with four factors and a multiple of 2 and 7</a:t>
              </a:r>
            </a:p>
            <a:p>
              <a:pPr marL="228600" indent="-228600">
                <a:lnSpc>
                  <a:spcPct val="200000"/>
                </a:lnSpc>
                <a:buFont typeface="+mj-lt"/>
                <a:buAutoNum type="alphaLcParenR"/>
              </a:pPr>
              <a:r>
                <a:rPr lang="en-GB" sz="1200" dirty="0"/>
                <a:t>a number with five factors exactly</a:t>
              </a:r>
            </a:p>
            <a:p>
              <a:pPr marL="228600" indent="-228600">
                <a:lnSpc>
                  <a:spcPct val="200000"/>
                </a:lnSpc>
                <a:buFont typeface="+mj-lt"/>
                <a:buAutoNum type="alphaLcParenR"/>
              </a:pPr>
              <a:r>
                <a:rPr lang="en-GB" sz="1200" dirty="0"/>
                <a:t>a triangular number and a factor of 20</a:t>
              </a:r>
            </a:p>
            <a:p>
              <a:pPr marL="228600" indent="-228600">
                <a:lnSpc>
                  <a:spcPct val="200000"/>
                </a:lnSpc>
                <a:buFont typeface="+mj-lt"/>
                <a:buAutoNum type="alphaLcParenR"/>
              </a:pPr>
              <a:r>
                <a:rPr lang="en-GB" sz="1200" dirty="0"/>
                <a:t>an even number and a factor of 36 and a multiple of 9</a:t>
              </a:r>
            </a:p>
            <a:p>
              <a:pPr marL="228600" indent="-228600">
                <a:lnSpc>
                  <a:spcPct val="200000"/>
                </a:lnSpc>
                <a:buFont typeface="+mj-lt"/>
                <a:buAutoNum type="alphaLcParenR"/>
              </a:pPr>
              <a:r>
                <a:rPr lang="en-GB" sz="1200" dirty="0"/>
                <a:t>a prime number that is one more than a square number</a:t>
              </a:r>
              <a:endParaRPr lang="en-GB" sz="1050" dirty="0"/>
            </a:p>
            <a:p>
              <a:pPr marL="228600" indent="-228600">
                <a:lnSpc>
                  <a:spcPct val="200000"/>
                </a:lnSpc>
                <a:buFont typeface="+mj-lt"/>
                <a:buAutoNum type="alphaLcParenR"/>
              </a:pPr>
              <a:endParaRPr lang="en-GB" sz="400" dirty="0"/>
            </a:p>
            <a:p>
              <a:pPr marL="228600" indent="-228600">
                <a:buFont typeface="+mj-lt"/>
                <a:buAutoNum type="alphaLcParenR"/>
              </a:pPr>
              <a:r>
                <a:rPr lang="en-GB" sz="1200" dirty="0"/>
                <a:t>a number with factors that, when written out in order, make a number pattern in which each number is twice the one before</a:t>
              </a:r>
            </a:p>
          </p:txBody>
        </p:sp>
      </p:grpSp>
      <p:sp>
        <p:nvSpPr>
          <p:cNvPr id="67" name="Rectangle 66">
            <a:extLst>
              <a:ext uri="{FF2B5EF4-FFF2-40B4-BE49-F238E27FC236}">
                <a16:creationId xmlns:a16="http://schemas.microsoft.com/office/drawing/2014/main" id="{271AA3EA-620F-7848-8917-89E00B4B3D06}"/>
              </a:ext>
            </a:extLst>
          </p:cNvPr>
          <p:cNvSpPr/>
          <p:nvPr/>
        </p:nvSpPr>
        <p:spPr>
          <a:xfrm>
            <a:off x="3594576" y="305502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68" name="Rectangle 67">
            <a:extLst>
              <a:ext uri="{FF2B5EF4-FFF2-40B4-BE49-F238E27FC236}">
                <a16:creationId xmlns:a16="http://schemas.microsoft.com/office/drawing/2014/main" id="{E9E6B909-F39A-AA4C-87E2-9B019BD6A050}"/>
              </a:ext>
            </a:extLst>
          </p:cNvPr>
          <p:cNvSpPr/>
          <p:nvPr/>
        </p:nvSpPr>
        <p:spPr>
          <a:xfrm>
            <a:off x="3594576" y="3416177"/>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69" name="Rectangle 68">
            <a:extLst>
              <a:ext uri="{FF2B5EF4-FFF2-40B4-BE49-F238E27FC236}">
                <a16:creationId xmlns:a16="http://schemas.microsoft.com/office/drawing/2014/main" id="{04E881E2-C0CF-6448-96C0-ED9092735C84}"/>
              </a:ext>
            </a:extLst>
          </p:cNvPr>
          <p:cNvSpPr/>
          <p:nvPr/>
        </p:nvSpPr>
        <p:spPr>
          <a:xfrm>
            <a:off x="3594576" y="3774509"/>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0" name="Rectangle 69">
            <a:extLst>
              <a:ext uri="{FF2B5EF4-FFF2-40B4-BE49-F238E27FC236}">
                <a16:creationId xmlns:a16="http://schemas.microsoft.com/office/drawing/2014/main" id="{B657522E-17ED-A847-80F5-DADC56337AD6}"/>
              </a:ext>
            </a:extLst>
          </p:cNvPr>
          <p:cNvSpPr/>
          <p:nvPr/>
        </p:nvSpPr>
        <p:spPr>
          <a:xfrm>
            <a:off x="3594576" y="413566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1" name="Rectangle 70">
            <a:extLst>
              <a:ext uri="{FF2B5EF4-FFF2-40B4-BE49-F238E27FC236}">
                <a16:creationId xmlns:a16="http://schemas.microsoft.com/office/drawing/2014/main" id="{D02CF248-B134-D74C-BA2B-452B163B4516}"/>
              </a:ext>
            </a:extLst>
          </p:cNvPr>
          <p:cNvSpPr/>
          <p:nvPr/>
        </p:nvSpPr>
        <p:spPr>
          <a:xfrm>
            <a:off x="3600984" y="4493995"/>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2" name="Rectangle 71">
            <a:extLst>
              <a:ext uri="{FF2B5EF4-FFF2-40B4-BE49-F238E27FC236}">
                <a16:creationId xmlns:a16="http://schemas.microsoft.com/office/drawing/2014/main" id="{58DDA8F2-DF08-C445-9863-7DBF9EF6E2F1}"/>
              </a:ext>
            </a:extLst>
          </p:cNvPr>
          <p:cNvSpPr/>
          <p:nvPr/>
        </p:nvSpPr>
        <p:spPr>
          <a:xfrm>
            <a:off x="4051779" y="4855149"/>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3" name="Rectangle 72">
            <a:extLst>
              <a:ext uri="{FF2B5EF4-FFF2-40B4-BE49-F238E27FC236}">
                <a16:creationId xmlns:a16="http://schemas.microsoft.com/office/drawing/2014/main" id="{F1AB4392-20F0-3849-8182-E3D436B3E46F}"/>
              </a:ext>
            </a:extLst>
          </p:cNvPr>
          <p:cNvSpPr/>
          <p:nvPr/>
        </p:nvSpPr>
        <p:spPr>
          <a:xfrm>
            <a:off x="4051779" y="524040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4" name="Rectangle 73">
            <a:extLst>
              <a:ext uri="{FF2B5EF4-FFF2-40B4-BE49-F238E27FC236}">
                <a16:creationId xmlns:a16="http://schemas.microsoft.com/office/drawing/2014/main" id="{27D90E45-F7FB-F649-8B4C-BA20E254EE88}"/>
              </a:ext>
            </a:extLst>
          </p:cNvPr>
          <p:cNvSpPr/>
          <p:nvPr/>
        </p:nvSpPr>
        <p:spPr>
          <a:xfrm>
            <a:off x="4051779" y="5601557"/>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0" name="Rectangle 89">
            <a:extLst>
              <a:ext uri="{FF2B5EF4-FFF2-40B4-BE49-F238E27FC236}">
                <a16:creationId xmlns:a16="http://schemas.microsoft.com/office/drawing/2014/main" id="{006650D0-DE42-6747-AB6B-533F27439160}"/>
              </a:ext>
            </a:extLst>
          </p:cNvPr>
          <p:cNvSpPr/>
          <p:nvPr/>
        </p:nvSpPr>
        <p:spPr>
          <a:xfrm>
            <a:off x="4051779" y="5965901"/>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1" name="Rectangle 90">
            <a:extLst>
              <a:ext uri="{FF2B5EF4-FFF2-40B4-BE49-F238E27FC236}">
                <a16:creationId xmlns:a16="http://schemas.microsoft.com/office/drawing/2014/main" id="{F0880582-BE61-534E-BC82-06EA7EB6716E}"/>
              </a:ext>
            </a:extLst>
          </p:cNvPr>
          <p:cNvSpPr/>
          <p:nvPr/>
        </p:nvSpPr>
        <p:spPr>
          <a:xfrm>
            <a:off x="4051778" y="6316539"/>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2" name="Rectangle 91">
            <a:extLst>
              <a:ext uri="{FF2B5EF4-FFF2-40B4-BE49-F238E27FC236}">
                <a16:creationId xmlns:a16="http://schemas.microsoft.com/office/drawing/2014/main" id="{63053BB0-EB5A-DD4F-B991-1DAC44063862}"/>
              </a:ext>
            </a:extLst>
          </p:cNvPr>
          <p:cNvSpPr/>
          <p:nvPr/>
        </p:nvSpPr>
        <p:spPr>
          <a:xfrm>
            <a:off x="2024508" y="692908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Tree>
    <p:extLst>
      <p:ext uri="{BB962C8B-B14F-4D97-AF65-F5344CB8AC3E}">
        <p14:creationId xmlns:p14="http://schemas.microsoft.com/office/powerpoint/2010/main" val="3965342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BA2C2B-E56C-7F42-AD3E-7ED305303D39}"/>
              </a:ext>
            </a:extLst>
          </p:cNvPr>
          <p:cNvSpPr>
            <a:spLocks noGrp="1"/>
          </p:cNvSpPr>
          <p:nvPr>
            <p:ph type="sldNum" sz="quarter" idx="12"/>
          </p:nvPr>
        </p:nvSpPr>
        <p:spPr>
          <a:xfrm>
            <a:off x="5384846" y="9569682"/>
            <a:ext cx="1543050" cy="527403"/>
          </a:xfrm>
        </p:spPr>
        <p:txBody>
          <a:bodyPr/>
          <a:lstStyle/>
          <a:p>
            <a:fld id="{19F1D9CC-7119-45EC-A96C-D8C0660F3AAB}" type="slidenum">
              <a:rPr lang="en-GB" smtClean="0"/>
              <a:t>3</a:t>
            </a:fld>
            <a:endParaRPr lang="en-GB" dirty="0"/>
          </a:p>
        </p:txBody>
      </p:sp>
      <p:sp>
        <p:nvSpPr>
          <p:cNvPr id="3" name="TextBox 2">
            <a:extLst>
              <a:ext uri="{FF2B5EF4-FFF2-40B4-BE49-F238E27FC236}">
                <a16:creationId xmlns:a16="http://schemas.microsoft.com/office/drawing/2014/main" id="{DCB3A4EB-58EB-F241-A175-E938EFE33CA4}"/>
              </a:ext>
            </a:extLst>
          </p:cNvPr>
          <p:cNvSpPr txBox="1"/>
          <p:nvPr/>
        </p:nvSpPr>
        <p:spPr>
          <a:xfrm>
            <a:off x="314917" y="48372"/>
            <a:ext cx="2952204" cy="1015663"/>
          </a:xfrm>
          <a:prstGeom prst="rect">
            <a:avLst/>
          </a:prstGeom>
          <a:noFill/>
        </p:spPr>
        <p:txBody>
          <a:bodyPr wrap="square" rtlCol="0">
            <a:spAutoFit/>
          </a:bodyPr>
          <a:lstStyle/>
          <a:p>
            <a:pPr algn="just"/>
            <a:r>
              <a:rPr lang="en-GB" sz="1200" dirty="0"/>
              <a:t>Hot-dog sausages are sold in packs of 10 and hot-dog buns are sold in packs of 8. How many of each do you have to buy to have complete hot dogs with no wasted sausages or buns?</a:t>
            </a:r>
          </a:p>
        </p:txBody>
      </p:sp>
      <p:sp>
        <p:nvSpPr>
          <p:cNvPr id="5" name="Rectangle 4">
            <a:extLst>
              <a:ext uri="{FF2B5EF4-FFF2-40B4-BE49-F238E27FC236}">
                <a16:creationId xmlns:a16="http://schemas.microsoft.com/office/drawing/2014/main" id="{9D4424F4-CABE-8F40-B10E-F7A505873887}"/>
              </a:ext>
            </a:extLst>
          </p:cNvPr>
          <p:cNvSpPr/>
          <p:nvPr/>
        </p:nvSpPr>
        <p:spPr>
          <a:xfrm>
            <a:off x="3288983" y="108477"/>
            <a:ext cx="3438388" cy="116007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8" name="TextBox 7">
            <a:extLst>
              <a:ext uri="{FF2B5EF4-FFF2-40B4-BE49-F238E27FC236}">
                <a16:creationId xmlns:a16="http://schemas.microsoft.com/office/drawing/2014/main" id="{657347B6-CD24-FA4C-98DD-DAA690B27FAA}"/>
              </a:ext>
            </a:extLst>
          </p:cNvPr>
          <p:cNvSpPr txBox="1"/>
          <p:nvPr/>
        </p:nvSpPr>
        <p:spPr>
          <a:xfrm>
            <a:off x="327980" y="1640786"/>
            <a:ext cx="2741791" cy="1015663"/>
          </a:xfrm>
          <a:prstGeom prst="rect">
            <a:avLst/>
          </a:prstGeom>
          <a:noFill/>
        </p:spPr>
        <p:txBody>
          <a:bodyPr wrap="square" rtlCol="0">
            <a:spAutoFit/>
          </a:bodyPr>
          <a:lstStyle/>
          <a:p>
            <a:pPr algn="just"/>
            <a:r>
              <a:rPr lang="en-GB" sz="1200" dirty="0"/>
              <a:t>A bell chimes every 6 seconds. Another bell chimes every 5 seconds. If they both chime together, how many seconds will it be before they both chime together again?</a:t>
            </a:r>
          </a:p>
        </p:txBody>
      </p:sp>
      <p:sp>
        <p:nvSpPr>
          <p:cNvPr id="10" name="Rectangle 9">
            <a:extLst>
              <a:ext uri="{FF2B5EF4-FFF2-40B4-BE49-F238E27FC236}">
                <a16:creationId xmlns:a16="http://schemas.microsoft.com/office/drawing/2014/main" id="{3C239C94-C254-1749-B906-E824705C987C}"/>
              </a:ext>
            </a:extLst>
          </p:cNvPr>
          <p:cNvSpPr/>
          <p:nvPr/>
        </p:nvSpPr>
        <p:spPr>
          <a:xfrm>
            <a:off x="3288983" y="1523219"/>
            <a:ext cx="3438388" cy="116007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1" name="TextBox 10">
            <a:extLst>
              <a:ext uri="{FF2B5EF4-FFF2-40B4-BE49-F238E27FC236}">
                <a16:creationId xmlns:a16="http://schemas.microsoft.com/office/drawing/2014/main" id="{E06CFBBD-1F34-9341-9077-EE4477A837C7}"/>
              </a:ext>
            </a:extLst>
          </p:cNvPr>
          <p:cNvSpPr txBox="1"/>
          <p:nvPr/>
        </p:nvSpPr>
        <p:spPr>
          <a:xfrm>
            <a:off x="314917" y="2870704"/>
            <a:ext cx="2952204" cy="1569660"/>
          </a:xfrm>
          <a:prstGeom prst="rect">
            <a:avLst/>
          </a:prstGeom>
          <a:noFill/>
        </p:spPr>
        <p:txBody>
          <a:bodyPr wrap="square" rtlCol="0">
            <a:spAutoFit/>
          </a:bodyPr>
          <a:lstStyle/>
          <a:p>
            <a:pPr algn="just"/>
            <a:r>
              <a:rPr lang="en-GB" sz="1200" dirty="0"/>
              <a:t>Fred runs round a running track in 4 minutes. Debbie runs round in 3 minutes. If they both start together on the line at the end of the finishing straight:</a:t>
            </a:r>
          </a:p>
          <a:p>
            <a:pPr marL="228600" indent="-228600" algn="just">
              <a:buAutoNum type="alphaLcParenR"/>
            </a:pPr>
            <a:r>
              <a:rPr lang="en-GB" sz="1200" dirty="0"/>
              <a:t>When will they both be on the same line together again? </a:t>
            </a:r>
          </a:p>
          <a:p>
            <a:pPr marL="228600" indent="-228600" algn="just">
              <a:buAutoNum type="alphaLcParenR"/>
            </a:pPr>
            <a:r>
              <a:rPr lang="en-GB" sz="1200" dirty="0"/>
              <a:t>How many laps will Debbie have run? </a:t>
            </a:r>
          </a:p>
          <a:p>
            <a:pPr marL="228600" indent="-228600" algn="just">
              <a:buAutoNum type="alphaLcParenR"/>
            </a:pPr>
            <a:r>
              <a:rPr lang="en-GB" sz="1200" dirty="0"/>
              <a:t>How many laps will Fred have run?</a:t>
            </a:r>
          </a:p>
        </p:txBody>
      </p:sp>
      <p:sp>
        <p:nvSpPr>
          <p:cNvPr id="14" name="Rectangle 13">
            <a:extLst>
              <a:ext uri="{FF2B5EF4-FFF2-40B4-BE49-F238E27FC236}">
                <a16:creationId xmlns:a16="http://schemas.microsoft.com/office/drawing/2014/main" id="{CA40284A-68EB-C94D-8D2E-9CBDC9E9866F}"/>
              </a:ext>
            </a:extLst>
          </p:cNvPr>
          <p:cNvSpPr/>
          <p:nvPr/>
        </p:nvSpPr>
        <p:spPr>
          <a:xfrm>
            <a:off x="3288983" y="2930769"/>
            <a:ext cx="3438388" cy="132493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7" name="TextBox 26">
            <a:extLst>
              <a:ext uri="{FF2B5EF4-FFF2-40B4-BE49-F238E27FC236}">
                <a16:creationId xmlns:a16="http://schemas.microsoft.com/office/drawing/2014/main" id="{9B493851-D1F3-DF4E-844D-1D577EBF3CB3}"/>
              </a:ext>
            </a:extLst>
          </p:cNvPr>
          <p:cNvSpPr txBox="1"/>
          <p:nvPr/>
        </p:nvSpPr>
        <p:spPr>
          <a:xfrm>
            <a:off x="406920" y="4491335"/>
            <a:ext cx="2993791" cy="461665"/>
          </a:xfrm>
          <a:prstGeom prst="rect">
            <a:avLst/>
          </a:prstGeom>
          <a:noFill/>
        </p:spPr>
        <p:txBody>
          <a:bodyPr wrap="square" rtlCol="0">
            <a:spAutoFit/>
          </a:bodyPr>
          <a:lstStyle/>
          <a:p>
            <a:r>
              <a:rPr lang="en-GB" sz="1200" dirty="0"/>
              <a:t>Write down the negative square root of each number.</a:t>
            </a:r>
          </a:p>
        </p:txBody>
      </p:sp>
      <p:sp>
        <p:nvSpPr>
          <p:cNvPr id="28" name="TextBox 27">
            <a:extLst>
              <a:ext uri="{FF2B5EF4-FFF2-40B4-BE49-F238E27FC236}">
                <a16:creationId xmlns:a16="http://schemas.microsoft.com/office/drawing/2014/main" id="{C36760D8-29A4-7748-8CC2-98BCE40BA29D}"/>
              </a:ext>
            </a:extLst>
          </p:cNvPr>
          <p:cNvSpPr txBox="1"/>
          <p:nvPr/>
        </p:nvSpPr>
        <p:spPr>
          <a:xfrm>
            <a:off x="102305" y="4491335"/>
            <a:ext cx="383438" cy="276999"/>
          </a:xfrm>
          <a:prstGeom prst="rect">
            <a:avLst/>
          </a:prstGeom>
          <a:noFill/>
        </p:spPr>
        <p:txBody>
          <a:bodyPr wrap="none" rtlCol="0">
            <a:spAutoFit/>
          </a:bodyPr>
          <a:lstStyle/>
          <a:p>
            <a:r>
              <a:rPr lang="en-GB" sz="1200" b="1" dirty="0"/>
              <a:t>11.</a:t>
            </a:r>
          </a:p>
        </p:txBody>
      </p:sp>
      <p:sp>
        <p:nvSpPr>
          <p:cNvPr id="29" name="Rectangle 28">
            <a:extLst>
              <a:ext uri="{FF2B5EF4-FFF2-40B4-BE49-F238E27FC236}">
                <a16:creationId xmlns:a16="http://schemas.microsoft.com/office/drawing/2014/main" id="{A9559AE5-12DE-9640-A282-A37EE0B13C67}"/>
              </a:ext>
            </a:extLst>
          </p:cNvPr>
          <p:cNvSpPr/>
          <p:nvPr/>
        </p:nvSpPr>
        <p:spPr>
          <a:xfrm>
            <a:off x="1108575" y="5032604"/>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6" name="TextBox 35">
            <a:extLst>
              <a:ext uri="{FF2B5EF4-FFF2-40B4-BE49-F238E27FC236}">
                <a16:creationId xmlns:a16="http://schemas.microsoft.com/office/drawing/2014/main" id="{2E3765A7-98AB-7E4C-A3C2-63DBE9E5D84A}"/>
              </a:ext>
            </a:extLst>
          </p:cNvPr>
          <p:cNvSpPr txBox="1"/>
          <p:nvPr/>
        </p:nvSpPr>
        <p:spPr>
          <a:xfrm>
            <a:off x="342018" y="4847938"/>
            <a:ext cx="766557" cy="2325830"/>
          </a:xfrm>
          <a:prstGeom prst="rect">
            <a:avLst/>
          </a:prstGeom>
          <a:noFill/>
        </p:spPr>
        <p:txBody>
          <a:bodyPr wrap="none" rtlCol="0">
            <a:spAutoFit/>
          </a:bodyPr>
          <a:lstStyle/>
          <a:p>
            <a:pPr marL="342900" indent="-342900">
              <a:lnSpc>
                <a:spcPct val="250000"/>
              </a:lnSpc>
              <a:buFont typeface="+mj-lt"/>
              <a:buAutoNum type="alphaLcParenR"/>
            </a:pPr>
            <a:r>
              <a:rPr lang="en-GB" sz="1200" dirty="0"/>
              <a:t>4</a:t>
            </a:r>
          </a:p>
          <a:p>
            <a:pPr marL="342900" indent="-342900">
              <a:lnSpc>
                <a:spcPct val="250000"/>
              </a:lnSpc>
              <a:buFont typeface="+mj-lt"/>
              <a:buAutoNum type="alphaLcParenR"/>
            </a:pPr>
            <a:r>
              <a:rPr lang="en-GB" sz="1200" dirty="0"/>
              <a:t>49</a:t>
            </a:r>
          </a:p>
          <a:p>
            <a:pPr marL="342900" indent="-342900">
              <a:lnSpc>
                <a:spcPct val="250000"/>
              </a:lnSpc>
              <a:buFont typeface="+mj-lt"/>
              <a:buAutoNum type="alphaLcParenR"/>
            </a:pPr>
            <a:r>
              <a:rPr lang="en-GB" sz="1200" dirty="0"/>
              <a:t>144</a:t>
            </a:r>
          </a:p>
          <a:p>
            <a:pPr marL="342900" indent="-342900">
              <a:lnSpc>
                <a:spcPct val="250000"/>
              </a:lnSpc>
              <a:buFont typeface="+mj-lt"/>
              <a:buAutoNum type="alphaLcParenR"/>
            </a:pPr>
            <a:r>
              <a:rPr lang="en-GB" sz="1200" dirty="0"/>
              <a:t>1</a:t>
            </a:r>
          </a:p>
          <a:p>
            <a:pPr marL="342900" indent="-342900">
              <a:lnSpc>
                <a:spcPct val="250000"/>
              </a:lnSpc>
              <a:buFont typeface="+mj-lt"/>
              <a:buAutoNum type="alphaLcParenR"/>
            </a:pPr>
            <a:r>
              <a:rPr lang="en-GB" sz="1200" dirty="0"/>
              <a:t>900</a:t>
            </a:r>
          </a:p>
        </p:txBody>
      </p:sp>
      <p:sp>
        <p:nvSpPr>
          <p:cNvPr id="37" name="Rectangle 36">
            <a:extLst>
              <a:ext uri="{FF2B5EF4-FFF2-40B4-BE49-F238E27FC236}">
                <a16:creationId xmlns:a16="http://schemas.microsoft.com/office/drawing/2014/main" id="{5BB584A8-3A81-9F46-AA96-665548CC31A2}"/>
              </a:ext>
            </a:extLst>
          </p:cNvPr>
          <p:cNvSpPr/>
          <p:nvPr/>
        </p:nvSpPr>
        <p:spPr>
          <a:xfrm>
            <a:off x="1108575" y="5504930"/>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8" name="Rectangle 37">
            <a:extLst>
              <a:ext uri="{FF2B5EF4-FFF2-40B4-BE49-F238E27FC236}">
                <a16:creationId xmlns:a16="http://schemas.microsoft.com/office/drawing/2014/main" id="{06A44F0A-3BED-FA47-B426-0A6C3FEF68E8}"/>
              </a:ext>
            </a:extLst>
          </p:cNvPr>
          <p:cNvSpPr/>
          <p:nvPr/>
        </p:nvSpPr>
        <p:spPr>
          <a:xfrm>
            <a:off x="1108575" y="5981922"/>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9" name="Rectangle 38">
            <a:extLst>
              <a:ext uri="{FF2B5EF4-FFF2-40B4-BE49-F238E27FC236}">
                <a16:creationId xmlns:a16="http://schemas.microsoft.com/office/drawing/2014/main" id="{97B33AA5-CCB9-CC4E-94E2-5063C19FCE4F}"/>
              </a:ext>
            </a:extLst>
          </p:cNvPr>
          <p:cNvSpPr/>
          <p:nvPr/>
        </p:nvSpPr>
        <p:spPr>
          <a:xfrm>
            <a:off x="1108575" y="6454248"/>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0" name="Rectangle 39">
            <a:extLst>
              <a:ext uri="{FF2B5EF4-FFF2-40B4-BE49-F238E27FC236}">
                <a16:creationId xmlns:a16="http://schemas.microsoft.com/office/drawing/2014/main" id="{206F2AC0-D048-3548-A110-173762944E9D}"/>
              </a:ext>
            </a:extLst>
          </p:cNvPr>
          <p:cNvSpPr/>
          <p:nvPr/>
        </p:nvSpPr>
        <p:spPr>
          <a:xfrm>
            <a:off x="1108575" y="6926574"/>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1" name="TextBox 40">
            <a:extLst>
              <a:ext uri="{FF2B5EF4-FFF2-40B4-BE49-F238E27FC236}">
                <a16:creationId xmlns:a16="http://schemas.microsoft.com/office/drawing/2014/main" id="{BBC712E1-D71D-DC47-B7D7-2989397DA0A6}"/>
              </a:ext>
            </a:extLst>
          </p:cNvPr>
          <p:cNvSpPr txBox="1"/>
          <p:nvPr/>
        </p:nvSpPr>
        <p:spPr>
          <a:xfrm>
            <a:off x="142241" y="7249991"/>
            <a:ext cx="6585130" cy="338554"/>
          </a:xfrm>
          <a:prstGeom prst="rect">
            <a:avLst/>
          </a:prstGeom>
          <a:solidFill>
            <a:srgbClr val="7E2341"/>
          </a:solidFill>
        </p:spPr>
        <p:txBody>
          <a:bodyPr wrap="square" rtlCol="0" anchor="ctr">
            <a:spAutoFit/>
          </a:bodyPr>
          <a:lstStyle/>
          <a:p>
            <a:pPr algn="ctr"/>
            <a:r>
              <a:rPr lang="en-GB" sz="1600" b="1" dirty="0">
                <a:solidFill>
                  <a:schemeClr val="bg1"/>
                </a:solidFill>
              </a:rPr>
              <a:t>Skills Check</a:t>
            </a:r>
          </a:p>
        </p:txBody>
      </p:sp>
      <p:grpSp>
        <p:nvGrpSpPr>
          <p:cNvPr id="4" name="Group 3">
            <a:extLst>
              <a:ext uri="{FF2B5EF4-FFF2-40B4-BE49-F238E27FC236}">
                <a16:creationId xmlns:a16="http://schemas.microsoft.com/office/drawing/2014/main" id="{BE3A64CC-394F-DBDF-762F-102EE8A4B2EC}"/>
              </a:ext>
            </a:extLst>
          </p:cNvPr>
          <p:cNvGrpSpPr/>
          <p:nvPr/>
        </p:nvGrpSpPr>
        <p:grpSpPr>
          <a:xfrm>
            <a:off x="102305" y="7822425"/>
            <a:ext cx="3164815" cy="1994375"/>
            <a:chOff x="102305" y="7822425"/>
            <a:chExt cx="3164815" cy="1994375"/>
          </a:xfrm>
        </p:grpSpPr>
        <p:sp>
          <p:nvSpPr>
            <p:cNvPr id="42" name="TextBox 41">
              <a:extLst>
                <a:ext uri="{FF2B5EF4-FFF2-40B4-BE49-F238E27FC236}">
                  <a16:creationId xmlns:a16="http://schemas.microsoft.com/office/drawing/2014/main" id="{91A590F9-2162-1848-9899-E044D2F7FD0A}"/>
                </a:ext>
              </a:extLst>
            </p:cNvPr>
            <p:cNvSpPr txBox="1"/>
            <p:nvPr/>
          </p:nvSpPr>
          <p:spPr>
            <a:xfrm>
              <a:off x="1016570" y="8609032"/>
              <a:ext cx="1410964" cy="230832"/>
            </a:xfrm>
            <a:prstGeom prst="rect">
              <a:avLst/>
            </a:prstGeom>
            <a:noFill/>
          </p:spPr>
          <p:txBody>
            <a:bodyPr wrap="none" rtlCol="0">
              <a:spAutoFit/>
            </a:bodyPr>
            <a:lstStyle/>
            <a:p>
              <a:pPr algn="ctr"/>
              <a:r>
                <a:rPr lang="en-GB" sz="900" i="1" dirty="0">
                  <a:solidFill>
                    <a:srgbClr val="0070C0"/>
                  </a:solidFill>
                </a:rPr>
                <a:t>(Circle the correct answer)</a:t>
              </a:r>
            </a:p>
          </p:txBody>
        </p:sp>
        <p:sp>
          <p:nvSpPr>
            <p:cNvPr id="43" name="TextBox 42">
              <a:extLst>
                <a:ext uri="{FF2B5EF4-FFF2-40B4-BE49-F238E27FC236}">
                  <a16:creationId xmlns:a16="http://schemas.microsoft.com/office/drawing/2014/main" id="{C6B12FAC-4381-8847-9E07-5EA6115E9ED9}"/>
                </a:ext>
              </a:extLst>
            </p:cNvPr>
            <p:cNvSpPr txBox="1"/>
            <p:nvPr/>
          </p:nvSpPr>
          <p:spPr>
            <a:xfrm>
              <a:off x="102305" y="7981371"/>
              <a:ext cx="2948322" cy="276999"/>
            </a:xfrm>
            <a:prstGeom prst="rect">
              <a:avLst/>
            </a:prstGeom>
            <a:noFill/>
          </p:spPr>
          <p:txBody>
            <a:bodyPr wrap="square" rtlCol="0">
              <a:spAutoFit/>
            </a:bodyPr>
            <a:lstStyle/>
            <a:p>
              <a:pPr marL="180975" indent="-180975"/>
              <a:r>
                <a:rPr lang="en-GB" sz="1200" b="1" dirty="0"/>
                <a:t>1.    </a:t>
              </a:r>
              <a:r>
                <a:rPr lang="en-GB" sz="1200" dirty="0"/>
                <a:t>Which two numbers are multiples of 6?</a:t>
              </a:r>
            </a:p>
          </p:txBody>
        </p:sp>
        <p:grpSp>
          <p:nvGrpSpPr>
            <p:cNvPr id="44" name="Group 43">
              <a:extLst>
                <a:ext uri="{FF2B5EF4-FFF2-40B4-BE49-F238E27FC236}">
                  <a16:creationId xmlns:a16="http://schemas.microsoft.com/office/drawing/2014/main" id="{537CDA79-8F5F-EB49-AFD4-DDD5EE12E809}"/>
                </a:ext>
              </a:extLst>
            </p:cNvPr>
            <p:cNvGrpSpPr/>
            <p:nvPr/>
          </p:nvGrpSpPr>
          <p:grpSpPr>
            <a:xfrm>
              <a:off x="499510" y="8953447"/>
              <a:ext cx="2398729" cy="646944"/>
              <a:chOff x="3428556" y="1037259"/>
              <a:chExt cx="2987314" cy="805685"/>
            </a:xfrm>
          </p:grpSpPr>
          <p:sp>
            <p:nvSpPr>
              <p:cNvPr id="45" name="TextBox 44">
                <a:extLst>
                  <a:ext uri="{FF2B5EF4-FFF2-40B4-BE49-F238E27FC236}">
                    <a16:creationId xmlns:a16="http://schemas.microsoft.com/office/drawing/2014/main" id="{5ED54F8E-6C56-734F-B099-5DA2D9CACA1A}"/>
                  </a:ext>
                </a:extLst>
              </p:cNvPr>
              <p:cNvSpPr txBox="1"/>
              <p:nvPr/>
            </p:nvSpPr>
            <p:spPr>
              <a:xfrm>
                <a:off x="3428556" y="1438326"/>
                <a:ext cx="563367"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7, 8</a:t>
                </a:r>
                <a:endParaRPr lang="en-GB" sz="1400" dirty="0"/>
              </a:p>
            </p:txBody>
          </p:sp>
          <p:sp>
            <p:nvSpPr>
              <p:cNvPr id="46" name="TextBox 45">
                <a:extLst>
                  <a:ext uri="{FF2B5EF4-FFF2-40B4-BE49-F238E27FC236}">
                    <a16:creationId xmlns:a16="http://schemas.microsoft.com/office/drawing/2014/main" id="{E46D5E14-7B79-6D48-BD33-A8BBD2EF775B}"/>
                  </a:ext>
                </a:extLst>
              </p:cNvPr>
              <p:cNvSpPr txBox="1"/>
              <p:nvPr/>
            </p:nvSpPr>
            <p:spPr>
              <a:xfrm>
                <a:off x="4061679" y="1438326"/>
                <a:ext cx="790949"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12, 18</a:t>
                </a:r>
                <a:endParaRPr lang="en-GB" sz="1400" baseline="30000" dirty="0"/>
              </a:p>
            </p:txBody>
          </p:sp>
          <p:sp>
            <p:nvSpPr>
              <p:cNvPr id="47" name="TextBox 46">
                <a:extLst>
                  <a:ext uri="{FF2B5EF4-FFF2-40B4-BE49-F238E27FC236}">
                    <a16:creationId xmlns:a16="http://schemas.microsoft.com/office/drawing/2014/main" id="{F00D4DD2-8F1B-E147-9042-57A61140B370}"/>
                  </a:ext>
                </a:extLst>
              </p:cNvPr>
              <p:cNvSpPr txBox="1"/>
              <p:nvPr/>
            </p:nvSpPr>
            <p:spPr>
              <a:xfrm>
                <a:off x="4951078" y="1451182"/>
                <a:ext cx="677158"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8, 10</a:t>
                </a:r>
                <a:endParaRPr lang="en-GB" sz="1400" baseline="30000" dirty="0"/>
              </a:p>
            </p:txBody>
          </p:sp>
          <p:sp>
            <p:nvSpPr>
              <p:cNvPr id="48" name="TextBox 47">
                <a:extLst>
                  <a:ext uri="{FF2B5EF4-FFF2-40B4-BE49-F238E27FC236}">
                    <a16:creationId xmlns:a16="http://schemas.microsoft.com/office/drawing/2014/main" id="{F6617258-D44B-9746-93B3-9C82A2F8C54B}"/>
                  </a:ext>
                </a:extLst>
              </p:cNvPr>
              <p:cNvSpPr txBox="1"/>
              <p:nvPr/>
            </p:nvSpPr>
            <p:spPr>
              <a:xfrm>
                <a:off x="5852503" y="1459648"/>
                <a:ext cx="563367"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2, 4</a:t>
                </a:r>
                <a:endParaRPr lang="en-GB" sz="1400" baseline="30000" dirty="0"/>
              </a:p>
            </p:txBody>
          </p:sp>
          <p:grpSp>
            <p:nvGrpSpPr>
              <p:cNvPr id="49" name="Group 48">
                <a:extLst>
                  <a:ext uri="{FF2B5EF4-FFF2-40B4-BE49-F238E27FC236}">
                    <a16:creationId xmlns:a16="http://schemas.microsoft.com/office/drawing/2014/main" id="{EFBA3B0B-CBA8-1F4D-9D93-028432C673E8}"/>
                  </a:ext>
                </a:extLst>
              </p:cNvPr>
              <p:cNvGrpSpPr/>
              <p:nvPr/>
            </p:nvGrpSpPr>
            <p:grpSpPr>
              <a:xfrm>
                <a:off x="3457619" y="1037259"/>
                <a:ext cx="2819021" cy="464909"/>
                <a:chOff x="7091126" y="945391"/>
                <a:chExt cx="2819021" cy="464909"/>
              </a:xfrm>
            </p:grpSpPr>
            <p:pic>
              <p:nvPicPr>
                <p:cNvPr id="50" name="Picture 49">
                  <a:extLst>
                    <a:ext uri="{FF2B5EF4-FFF2-40B4-BE49-F238E27FC236}">
                      <a16:creationId xmlns:a16="http://schemas.microsoft.com/office/drawing/2014/main" id="{5667292E-F36D-9840-9FB2-64471A6FD67B}"/>
                    </a:ext>
                  </a:extLst>
                </p:cNvPr>
                <p:cNvPicPr>
                  <a:picLocks noChangeAspect="1"/>
                </p:cNvPicPr>
                <p:nvPr/>
              </p:nvPicPr>
              <p:blipFill rotWithShape="1">
                <a:blip r:embed="rId2"/>
                <a:srcRect l="5631" t="62856" r="82800" b="18131"/>
                <a:stretch/>
              </p:blipFill>
              <p:spPr>
                <a:xfrm>
                  <a:off x="7091126" y="953101"/>
                  <a:ext cx="456912" cy="457199"/>
                </a:xfrm>
                <a:prstGeom prst="rect">
                  <a:avLst/>
                </a:prstGeom>
              </p:spPr>
            </p:pic>
            <p:pic>
              <p:nvPicPr>
                <p:cNvPr id="51" name="Picture 50">
                  <a:extLst>
                    <a:ext uri="{FF2B5EF4-FFF2-40B4-BE49-F238E27FC236}">
                      <a16:creationId xmlns:a16="http://schemas.microsoft.com/office/drawing/2014/main" id="{AFBB16E6-8954-AE47-83EA-5737B43A5F58}"/>
                    </a:ext>
                  </a:extLst>
                </p:cNvPr>
                <p:cNvPicPr>
                  <a:picLocks noChangeAspect="1"/>
                </p:cNvPicPr>
                <p:nvPr/>
              </p:nvPicPr>
              <p:blipFill rotWithShape="1">
                <a:blip r:embed="rId2"/>
                <a:srcRect l="31806" t="62855" r="56625" b="19115"/>
                <a:stretch/>
              </p:blipFill>
              <p:spPr>
                <a:xfrm>
                  <a:off x="7871340" y="945391"/>
                  <a:ext cx="456913" cy="433553"/>
                </a:xfrm>
                <a:prstGeom prst="rect">
                  <a:avLst/>
                </a:prstGeom>
              </p:spPr>
            </p:pic>
            <p:pic>
              <p:nvPicPr>
                <p:cNvPr id="52" name="Picture 51">
                  <a:extLst>
                    <a:ext uri="{FF2B5EF4-FFF2-40B4-BE49-F238E27FC236}">
                      <a16:creationId xmlns:a16="http://schemas.microsoft.com/office/drawing/2014/main" id="{731C1AFA-9A0B-7D43-96F8-77665788714F}"/>
                    </a:ext>
                  </a:extLst>
                </p:cNvPr>
                <p:cNvPicPr>
                  <a:picLocks noChangeAspect="1"/>
                </p:cNvPicPr>
                <p:nvPr/>
              </p:nvPicPr>
              <p:blipFill rotWithShape="1">
                <a:blip r:embed="rId2"/>
                <a:srcRect l="57110" t="62855" r="31321" b="19115"/>
                <a:stretch/>
              </p:blipFill>
              <p:spPr>
                <a:xfrm>
                  <a:off x="8662288" y="958924"/>
                  <a:ext cx="456912" cy="433553"/>
                </a:xfrm>
                <a:prstGeom prst="rect">
                  <a:avLst/>
                </a:prstGeom>
              </p:spPr>
            </p:pic>
            <p:pic>
              <p:nvPicPr>
                <p:cNvPr id="53" name="Picture 52">
                  <a:extLst>
                    <a:ext uri="{FF2B5EF4-FFF2-40B4-BE49-F238E27FC236}">
                      <a16:creationId xmlns:a16="http://schemas.microsoft.com/office/drawing/2014/main" id="{55018536-F19C-7F41-88FF-7D38DFB1B569}"/>
                    </a:ext>
                  </a:extLst>
                </p:cNvPr>
                <p:cNvPicPr>
                  <a:picLocks noChangeAspect="1"/>
                </p:cNvPicPr>
                <p:nvPr/>
              </p:nvPicPr>
              <p:blipFill rotWithShape="1">
                <a:blip r:embed="rId2"/>
                <a:srcRect l="84026" t="62855" r="4405" b="19115"/>
                <a:stretch/>
              </p:blipFill>
              <p:spPr>
                <a:xfrm>
                  <a:off x="9453235" y="958923"/>
                  <a:ext cx="456912" cy="433553"/>
                </a:xfrm>
                <a:prstGeom prst="rect">
                  <a:avLst/>
                </a:prstGeom>
              </p:spPr>
            </p:pic>
          </p:grpSp>
        </p:grpSp>
        <p:sp>
          <p:nvSpPr>
            <p:cNvPr id="54" name="Rectangle 53">
              <a:extLst>
                <a:ext uri="{FF2B5EF4-FFF2-40B4-BE49-F238E27FC236}">
                  <a16:creationId xmlns:a16="http://schemas.microsoft.com/office/drawing/2014/main" id="{FC20837B-8F76-AF41-B36E-C638A2B7606F}"/>
                </a:ext>
              </a:extLst>
            </p:cNvPr>
            <p:cNvSpPr/>
            <p:nvPr/>
          </p:nvSpPr>
          <p:spPr>
            <a:xfrm>
              <a:off x="138755" y="7822425"/>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sp>
        <p:nvSpPr>
          <p:cNvPr id="57" name="Rectangle 56">
            <a:extLst>
              <a:ext uri="{FF2B5EF4-FFF2-40B4-BE49-F238E27FC236}">
                <a16:creationId xmlns:a16="http://schemas.microsoft.com/office/drawing/2014/main" id="{7F72781A-AFF2-4A48-905A-C0D1796CC682}"/>
              </a:ext>
            </a:extLst>
          </p:cNvPr>
          <p:cNvSpPr/>
          <p:nvPr/>
        </p:nvSpPr>
        <p:spPr>
          <a:xfrm>
            <a:off x="3566995" y="7832398"/>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58" name="TextBox 57">
            <a:extLst>
              <a:ext uri="{FF2B5EF4-FFF2-40B4-BE49-F238E27FC236}">
                <a16:creationId xmlns:a16="http://schemas.microsoft.com/office/drawing/2014/main" id="{B2C918B0-7002-5C4A-B297-D6CA530C322A}"/>
              </a:ext>
            </a:extLst>
          </p:cNvPr>
          <p:cNvSpPr txBox="1"/>
          <p:nvPr/>
        </p:nvSpPr>
        <p:spPr>
          <a:xfrm>
            <a:off x="3566995" y="8023782"/>
            <a:ext cx="2948322" cy="276999"/>
          </a:xfrm>
          <a:prstGeom prst="rect">
            <a:avLst/>
          </a:prstGeom>
          <a:noFill/>
        </p:spPr>
        <p:txBody>
          <a:bodyPr wrap="square" rtlCol="0">
            <a:spAutoFit/>
          </a:bodyPr>
          <a:lstStyle/>
          <a:p>
            <a:pPr marL="180975" indent="-180975"/>
            <a:r>
              <a:rPr lang="en-GB" sz="1200" b="1" dirty="0"/>
              <a:t>2.    </a:t>
            </a:r>
            <a:r>
              <a:rPr lang="en-GB" sz="1200" dirty="0"/>
              <a:t>Write the first six multiples of 8</a:t>
            </a:r>
          </a:p>
        </p:txBody>
      </p:sp>
      <p:sp>
        <p:nvSpPr>
          <p:cNvPr id="60" name="Rectangle 59">
            <a:extLst>
              <a:ext uri="{FF2B5EF4-FFF2-40B4-BE49-F238E27FC236}">
                <a16:creationId xmlns:a16="http://schemas.microsoft.com/office/drawing/2014/main" id="{E8780997-D212-CD4D-BEC3-2F8E2E4072FB}"/>
              </a:ext>
            </a:extLst>
          </p:cNvPr>
          <p:cNvSpPr/>
          <p:nvPr/>
        </p:nvSpPr>
        <p:spPr>
          <a:xfrm>
            <a:off x="3657016" y="8420537"/>
            <a:ext cx="2948322" cy="114216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 name="TextBox 8">
            <a:extLst>
              <a:ext uri="{FF2B5EF4-FFF2-40B4-BE49-F238E27FC236}">
                <a16:creationId xmlns:a16="http://schemas.microsoft.com/office/drawing/2014/main" id="{91B1A06A-62BF-4471-B6AE-5A80D7AED116}"/>
              </a:ext>
            </a:extLst>
          </p:cNvPr>
          <p:cNvSpPr txBox="1"/>
          <p:nvPr/>
        </p:nvSpPr>
        <p:spPr>
          <a:xfrm>
            <a:off x="12763" y="78660"/>
            <a:ext cx="304892" cy="276999"/>
          </a:xfrm>
          <a:prstGeom prst="rect">
            <a:avLst/>
          </a:prstGeom>
          <a:noFill/>
        </p:spPr>
        <p:txBody>
          <a:bodyPr wrap="none" rtlCol="0">
            <a:spAutoFit/>
          </a:bodyPr>
          <a:lstStyle/>
          <a:p>
            <a:r>
              <a:rPr lang="en-GB" sz="1200" b="1" dirty="0"/>
              <a:t>8.</a:t>
            </a:r>
          </a:p>
        </p:txBody>
      </p:sp>
      <p:sp>
        <p:nvSpPr>
          <p:cNvPr id="12" name="TextBox 11">
            <a:extLst>
              <a:ext uri="{FF2B5EF4-FFF2-40B4-BE49-F238E27FC236}">
                <a16:creationId xmlns:a16="http://schemas.microsoft.com/office/drawing/2014/main" id="{EF64042B-CC16-C4BC-7DF8-EFDF0A6F089E}"/>
              </a:ext>
            </a:extLst>
          </p:cNvPr>
          <p:cNvSpPr txBox="1"/>
          <p:nvPr/>
        </p:nvSpPr>
        <p:spPr>
          <a:xfrm>
            <a:off x="29780" y="1647630"/>
            <a:ext cx="304892" cy="276999"/>
          </a:xfrm>
          <a:prstGeom prst="rect">
            <a:avLst/>
          </a:prstGeom>
          <a:noFill/>
        </p:spPr>
        <p:txBody>
          <a:bodyPr wrap="none" rtlCol="0">
            <a:spAutoFit/>
          </a:bodyPr>
          <a:lstStyle/>
          <a:p>
            <a:r>
              <a:rPr lang="en-GB" sz="1200" b="1" dirty="0"/>
              <a:t>9.</a:t>
            </a:r>
          </a:p>
        </p:txBody>
      </p:sp>
      <p:sp>
        <p:nvSpPr>
          <p:cNvPr id="13" name="TextBox 12">
            <a:extLst>
              <a:ext uri="{FF2B5EF4-FFF2-40B4-BE49-F238E27FC236}">
                <a16:creationId xmlns:a16="http://schemas.microsoft.com/office/drawing/2014/main" id="{55D960FB-228E-3405-FD15-6CB850746D7D}"/>
              </a:ext>
            </a:extLst>
          </p:cNvPr>
          <p:cNvSpPr txBox="1"/>
          <p:nvPr/>
        </p:nvSpPr>
        <p:spPr>
          <a:xfrm>
            <a:off x="74694" y="2874552"/>
            <a:ext cx="383438" cy="276999"/>
          </a:xfrm>
          <a:prstGeom prst="rect">
            <a:avLst/>
          </a:prstGeom>
          <a:noFill/>
        </p:spPr>
        <p:txBody>
          <a:bodyPr wrap="none" rtlCol="0">
            <a:spAutoFit/>
          </a:bodyPr>
          <a:lstStyle/>
          <a:p>
            <a:r>
              <a:rPr lang="en-GB" sz="1200" b="1" dirty="0"/>
              <a:t>10.</a:t>
            </a:r>
          </a:p>
        </p:txBody>
      </p:sp>
    </p:spTree>
    <p:extLst>
      <p:ext uri="{BB962C8B-B14F-4D97-AF65-F5344CB8AC3E}">
        <p14:creationId xmlns:p14="http://schemas.microsoft.com/office/powerpoint/2010/main" val="1261905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B6EFE1-0BD8-7A4B-A457-4ACAB5DB011B}"/>
              </a:ext>
            </a:extLst>
          </p:cNvPr>
          <p:cNvSpPr>
            <a:spLocks noGrp="1"/>
          </p:cNvSpPr>
          <p:nvPr>
            <p:ph type="sldNum" sz="quarter" idx="12"/>
          </p:nvPr>
        </p:nvSpPr>
        <p:spPr>
          <a:xfrm>
            <a:off x="5407053" y="9604537"/>
            <a:ext cx="1543050" cy="527403"/>
          </a:xfrm>
        </p:spPr>
        <p:txBody>
          <a:bodyPr/>
          <a:lstStyle/>
          <a:p>
            <a:fld id="{19F1D9CC-7119-45EC-A96C-D8C0660F3AAB}" type="slidenum">
              <a:rPr lang="en-GB" smtClean="0"/>
              <a:t>4</a:t>
            </a:fld>
            <a:endParaRPr lang="en-GB" dirty="0"/>
          </a:p>
        </p:txBody>
      </p:sp>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3167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Factors</a:t>
            </a:r>
          </a:p>
        </p:txBody>
      </p:sp>
      <p:sp>
        <p:nvSpPr>
          <p:cNvPr id="5" name="TextBox 4">
            <a:extLst>
              <a:ext uri="{FF2B5EF4-FFF2-40B4-BE49-F238E27FC236}">
                <a16:creationId xmlns:a16="http://schemas.microsoft.com/office/drawing/2014/main" id="{11A70DB0-E034-5E48-820B-5C1AA0BA9573}"/>
              </a:ext>
            </a:extLst>
          </p:cNvPr>
          <p:cNvSpPr txBox="1"/>
          <p:nvPr/>
        </p:nvSpPr>
        <p:spPr>
          <a:xfrm>
            <a:off x="295089" y="722052"/>
            <a:ext cx="1149390" cy="276999"/>
          </a:xfrm>
          <a:prstGeom prst="rect">
            <a:avLst/>
          </a:prstGeom>
          <a:noFill/>
        </p:spPr>
        <p:txBody>
          <a:bodyPr wrap="square" rtlCol="0">
            <a:spAutoFit/>
          </a:bodyPr>
          <a:lstStyle/>
          <a:p>
            <a:r>
              <a:rPr lang="en-GB" sz="1200" b="1" dirty="0"/>
              <a:t>Objectives:</a:t>
            </a:r>
          </a:p>
        </p:txBody>
      </p:sp>
      <p:sp>
        <p:nvSpPr>
          <p:cNvPr id="6" name="TextBox 5">
            <a:extLst>
              <a:ext uri="{FF2B5EF4-FFF2-40B4-BE49-F238E27FC236}">
                <a16:creationId xmlns:a16="http://schemas.microsoft.com/office/drawing/2014/main" id="{37984E60-955D-B34D-9C29-81C074B56229}"/>
              </a:ext>
            </a:extLst>
          </p:cNvPr>
          <p:cNvSpPr txBox="1"/>
          <p:nvPr/>
        </p:nvSpPr>
        <p:spPr>
          <a:xfrm>
            <a:off x="669076" y="929880"/>
            <a:ext cx="5055338" cy="646331"/>
          </a:xfrm>
          <a:prstGeom prst="rect">
            <a:avLst/>
          </a:prstGeom>
          <a:noFill/>
        </p:spPr>
        <p:txBody>
          <a:bodyPr wrap="square" rtlCol="0">
            <a:spAutoFit/>
          </a:bodyPr>
          <a:lstStyle/>
          <a:p>
            <a:pPr marL="342900" indent="-342900">
              <a:buFont typeface="+mj-lt"/>
              <a:buAutoNum type="arabicPeriod"/>
              <a:defRPr/>
            </a:pPr>
            <a:r>
              <a:rPr lang="en-GB" sz="1200" dirty="0"/>
              <a:t>Find factors of whole numbers.</a:t>
            </a:r>
          </a:p>
          <a:p>
            <a:pPr marL="342900" indent="-342900">
              <a:buFont typeface="+mj-lt"/>
              <a:buAutoNum type="arabicPeriod"/>
              <a:defRPr/>
            </a:pPr>
            <a:r>
              <a:rPr lang="en-GB" sz="1200" dirty="0"/>
              <a:t>Recognise factors of numbers.</a:t>
            </a:r>
          </a:p>
          <a:p>
            <a:pPr marL="342900" indent="-342900">
              <a:buFont typeface="+mj-lt"/>
              <a:buAutoNum type="arabicPeriod"/>
              <a:defRPr/>
            </a:pPr>
            <a:r>
              <a:rPr lang="en-GB" sz="1200" dirty="0"/>
              <a:t>Look at problem solving questions.</a:t>
            </a:r>
          </a:p>
        </p:txBody>
      </p:sp>
      <p:sp>
        <p:nvSpPr>
          <p:cNvPr id="7" name="TextBox 6">
            <a:extLst>
              <a:ext uri="{FF2B5EF4-FFF2-40B4-BE49-F238E27FC236}">
                <a16:creationId xmlns:a16="http://schemas.microsoft.com/office/drawing/2014/main" id="{36530E70-874D-7543-8430-2F865F81EB0F}"/>
              </a:ext>
            </a:extLst>
          </p:cNvPr>
          <p:cNvSpPr txBox="1"/>
          <p:nvPr/>
        </p:nvSpPr>
        <p:spPr>
          <a:xfrm>
            <a:off x="902330" y="416060"/>
            <a:ext cx="5048103" cy="276999"/>
          </a:xfrm>
          <a:prstGeom prst="rect">
            <a:avLst/>
          </a:prstGeom>
          <a:noFill/>
          <a:ln>
            <a:solidFill>
              <a:schemeClr val="tx1"/>
            </a:solidFill>
          </a:ln>
        </p:spPr>
        <p:txBody>
          <a:bodyPr wrap="square" rtlCol="0">
            <a:spAutoFit/>
          </a:bodyPr>
          <a:lstStyle/>
          <a:p>
            <a:pPr algn="ctr"/>
            <a:r>
              <a:rPr lang="en-GB" sz="1200" b="1" dirty="0"/>
              <a:t>LEARNING OUTCOME:</a:t>
            </a:r>
            <a:r>
              <a:rPr lang="en-GB" sz="1200" dirty="0"/>
              <a:t> To understand what factors of whole numbers are</a:t>
            </a:r>
          </a:p>
        </p:txBody>
      </p:sp>
      <p:sp>
        <p:nvSpPr>
          <p:cNvPr id="8" name="TextBox 7">
            <a:extLst>
              <a:ext uri="{FF2B5EF4-FFF2-40B4-BE49-F238E27FC236}">
                <a16:creationId xmlns:a16="http://schemas.microsoft.com/office/drawing/2014/main" id="{169B8EF0-B913-6D41-A23F-4869CF21BF26}"/>
              </a:ext>
            </a:extLst>
          </p:cNvPr>
          <p:cNvSpPr txBox="1"/>
          <p:nvPr/>
        </p:nvSpPr>
        <p:spPr>
          <a:xfrm>
            <a:off x="5489759" y="962232"/>
            <a:ext cx="1233799" cy="600164"/>
          </a:xfrm>
          <a:prstGeom prst="rect">
            <a:avLst/>
          </a:prstGeom>
          <a:noFill/>
          <a:ln w="12700">
            <a:solidFill>
              <a:schemeClr val="tx1"/>
            </a:solidFill>
          </a:ln>
        </p:spPr>
        <p:txBody>
          <a:bodyPr wrap="square" rtlCol="0">
            <a:spAutoFit/>
          </a:bodyPr>
          <a:lstStyle/>
          <a:p>
            <a:r>
              <a:rPr lang="en-US" sz="1100" b="1" u="sng" dirty="0"/>
              <a:t>Keywords:</a:t>
            </a:r>
            <a:endParaRPr lang="en-US" sz="1100" dirty="0"/>
          </a:p>
          <a:p>
            <a:pPr marL="285750" indent="-285750">
              <a:buFont typeface=".AppleSystemUIFont" charset="-120"/>
              <a:buChar char="-"/>
            </a:pPr>
            <a:r>
              <a:rPr lang="en-US" sz="1100" dirty="0"/>
              <a:t>factors</a:t>
            </a:r>
          </a:p>
          <a:p>
            <a:pPr marL="285750" indent="-285750">
              <a:buFont typeface=".AppleSystemUIFont" charset="-120"/>
              <a:buChar char="-"/>
            </a:pPr>
            <a:r>
              <a:rPr lang="en-US" sz="1100" dirty="0"/>
              <a:t>Integers</a:t>
            </a:r>
          </a:p>
        </p:txBody>
      </p:sp>
      <p:graphicFrame>
        <p:nvGraphicFramePr>
          <p:cNvPr id="70" name="Table 69">
            <a:extLst>
              <a:ext uri="{FF2B5EF4-FFF2-40B4-BE49-F238E27FC236}">
                <a16:creationId xmlns:a16="http://schemas.microsoft.com/office/drawing/2014/main" id="{8A9EE85E-1D2E-AADB-0D1A-DAE80EF91D52}"/>
              </a:ext>
            </a:extLst>
          </p:cNvPr>
          <p:cNvGraphicFramePr>
            <a:graphicFrameLocks noGrp="1"/>
          </p:cNvGraphicFramePr>
          <p:nvPr>
            <p:extLst>
              <p:ext uri="{D42A27DB-BD31-4B8C-83A1-F6EECF244321}">
                <p14:modId xmlns:p14="http://schemas.microsoft.com/office/powerpoint/2010/main" val="1302866996"/>
              </p:ext>
            </p:extLst>
          </p:nvPr>
        </p:nvGraphicFramePr>
        <p:xfrm>
          <a:off x="207204" y="4594632"/>
          <a:ext cx="6413466" cy="3652754"/>
        </p:xfrm>
        <a:graphic>
          <a:graphicData uri="http://schemas.openxmlformats.org/drawingml/2006/table">
            <a:tbl>
              <a:tblPr firstRow="1" bandRow="1">
                <a:tableStyleId>{5C22544A-7EE6-4342-B048-85BDC9FD1C3A}</a:tableStyleId>
              </a:tblPr>
              <a:tblGrid>
                <a:gridCol w="1162958">
                  <a:extLst>
                    <a:ext uri="{9D8B030D-6E8A-4147-A177-3AD203B41FA5}">
                      <a16:colId xmlns:a16="http://schemas.microsoft.com/office/drawing/2014/main" val="676621082"/>
                    </a:ext>
                  </a:extLst>
                </a:gridCol>
                <a:gridCol w="1312627">
                  <a:extLst>
                    <a:ext uri="{9D8B030D-6E8A-4147-A177-3AD203B41FA5}">
                      <a16:colId xmlns:a16="http://schemas.microsoft.com/office/drawing/2014/main" val="2178426734"/>
                    </a:ext>
                  </a:extLst>
                </a:gridCol>
                <a:gridCol w="1312627">
                  <a:extLst>
                    <a:ext uri="{9D8B030D-6E8A-4147-A177-3AD203B41FA5}">
                      <a16:colId xmlns:a16="http://schemas.microsoft.com/office/drawing/2014/main" val="2043389302"/>
                    </a:ext>
                  </a:extLst>
                </a:gridCol>
                <a:gridCol w="1312627">
                  <a:extLst>
                    <a:ext uri="{9D8B030D-6E8A-4147-A177-3AD203B41FA5}">
                      <a16:colId xmlns:a16="http://schemas.microsoft.com/office/drawing/2014/main" val="1196294643"/>
                    </a:ext>
                  </a:extLst>
                </a:gridCol>
                <a:gridCol w="1312627">
                  <a:extLst>
                    <a:ext uri="{9D8B030D-6E8A-4147-A177-3AD203B41FA5}">
                      <a16:colId xmlns:a16="http://schemas.microsoft.com/office/drawing/2014/main" val="75552963"/>
                    </a:ext>
                  </a:extLst>
                </a:gridCol>
              </a:tblGrid>
              <a:tr h="570492">
                <a:tc>
                  <a:txBody>
                    <a:bodyPr/>
                    <a:lstStyle/>
                    <a:p>
                      <a:r>
                        <a:rPr lang="en-US" dirty="0">
                          <a:solidFill>
                            <a:schemeClr val="tx1"/>
                          </a:solidFill>
                        </a:rPr>
                        <a:t>Steps</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12</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18</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24</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36</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4729701"/>
                  </a:ext>
                </a:extLst>
              </a:tr>
              <a:tr h="3082262">
                <a:tc>
                  <a:txBody>
                    <a:bodyPr/>
                    <a:lstStyle/>
                    <a:p>
                      <a:r>
                        <a:rPr lang="en-US" sz="1100" dirty="0">
                          <a:solidFill>
                            <a:schemeClr val="tx1"/>
                          </a:solidFill>
                        </a:rPr>
                        <a:t>Find</a:t>
                      </a:r>
                      <a:r>
                        <a:rPr lang="en-US" sz="1100" baseline="0" dirty="0">
                          <a:solidFill>
                            <a:schemeClr val="tx1"/>
                          </a:solidFill>
                        </a:rPr>
                        <a:t> which integer value multiply to make the value</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0668134"/>
                  </a:ext>
                </a:extLst>
              </a:tr>
            </a:tbl>
          </a:graphicData>
        </a:graphic>
      </p:graphicFrame>
      <p:sp>
        <p:nvSpPr>
          <p:cNvPr id="76" name="TextBox 75">
            <a:extLst>
              <a:ext uri="{FF2B5EF4-FFF2-40B4-BE49-F238E27FC236}">
                <a16:creationId xmlns:a16="http://schemas.microsoft.com/office/drawing/2014/main" id="{44927CA7-BF1E-C815-8181-A23719E92414}"/>
              </a:ext>
            </a:extLst>
          </p:cNvPr>
          <p:cNvSpPr txBox="1"/>
          <p:nvPr/>
        </p:nvSpPr>
        <p:spPr>
          <a:xfrm>
            <a:off x="1334061" y="4352675"/>
            <a:ext cx="1212191" cy="261610"/>
          </a:xfrm>
          <a:prstGeom prst="rect">
            <a:avLst/>
          </a:prstGeom>
          <a:noFill/>
          <a:ln>
            <a:noFill/>
          </a:ln>
        </p:spPr>
        <p:txBody>
          <a:bodyPr wrap="none" rtlCol="0">
            <a:spAutoFit/>
          </a:bodyPr>
          <a:lstStyle/>
          <a:p>
            <a:r>
              <a:rPr lang="en-GB" sz="1100" b="1" i="1" dirty="0">
                <a:solidFill>
                  <a:srgbClr val="FF0000"/>
                </a:solidFill>
              </a:rPr>
              <a:t>Example 1 - I do…</a:t>
            </a:r>
          </a:p>
        </p:txBody>
      </p:sp>
      <p:sp>
        <p:nvSpPr>
          <p:cNvPr id="77" name="TextBox 76">
            <a:extLst>
              <a:ext uri="{FF2B5EF4-FFF2-40B4-BE49-F238E27FC236}">
                <a16:creationId xmlns:a16="http://schemas.microsoft.com/office/drawing/2014/main" id="{4F5DA0D3-EC30-AC82-2620-D5844B539897}"/>
              </a:ext>
            </a:extLst>
          </p:cNvPr>
          <p:cNvSpPr txBox="1"/>
          <p:nvPr/>
        </p:nvSpPr>
        <p:spPr>
          <a:xfrm>
            <a:off x="2674148" y="4352675"/>
            <a:ext cx="1372492" cy="261610"/>
          </a:xfrm>
          <a:prstGeom prst="rect">
            <a:avLst/>
          </a:prstGeom>
          <a:noFill/>
          <a:ln>
            <a:noFill/>
          </a:ln>
        </p:spPr>
        <p:txBody>
          <a:bodyPr wrap="none" rtlCol="0">
            <a:spAutoFit/>
          </a:bodyPr>
          <a:lstStyle/>
          <a:p>
            <a:r>
              <a:rPr lang="en-GB" sz="1100" b="1" i="1" dirty="0">
                <a:solidFill>
                  <a:srgbClr val="ED7D31"/>
                </a:solidFill>
              </a:rPr>
              <a:t>Example 2 - We do…</a:t>
            </a:r>
          </a:p>
        </p:txBody>
      </p:sp>
      <p:sp>
        <p:nvSpPr>
          <p:cNvPr id="78" name="TextBox 77">
            <a:extLst>
              <a:ext uri="{FF2B5EF4-FFF2-40B4-BE49-F238E27FC236}">
                <a16:creationId xmlns:a16="http://schemas.microsoft.com/office/drawing/2014/main" id="{3D55F7FE-9161-4238-78F6-BEA3BF437E2B}"/>
              </a:ext>
            </a:extLst>
          </p:cNvPr>
          <p:cNvSpPr txBox="1"/>
          <p:nvPr/>
        </p:nvSpPr>
        <p:spPr>
          <a:xfrm>
            <a:off x="3948721" y="4345513"/>
            <a:ext cx="1423788" cy="261610"/>
          </a:xfrm>
          <a:prstGeom prst="rect">
            <a:avLst/>
          </a:prstGeom>
          <a:noFill/>
          <a:ln>
            <a:noFill/>
          </a:ln>
        </p:spPr>
        <p:txBody>
          <a:bodyPr wrap="none" rtlCol="0">
            <a:spAutoFit/>
          </a:bodyPr>
          <a:lstStyle/>
          <a:p>
            <a:r>
              <a:rPr lang="en-GB" sz="1100" b="1" i="1" dirty="0">
                <a:solidFill>
                  <a:srgbClr val="00B050"/>
                </a:solidFill>
              </a:rPr>
              <a:t>Example 3 – You do…</a:t>
            </a:r>
          </a:p>
        </p:txBody>
      </p:sp>
      <p:sp>
        <p:nvSpPr>
          <p:cNvPr id="79" name="TextBox 78">
            <a:extLst>
              <a:ext uri="{FF2B5EF4-FFF2-40B4-BE49-F238E27FC236}">
                <a16:creationId xmlns:a16="http://schemas.microsoft.com/office/drawing/2014/main" id="{8F54F619-265A-056E-3E9F-380B795E0E78}"/>
              </a:ext>
            </a:extLst>
          </p:cNvPr>
          <p:cNvSpPr txBox="1"/>
          <p:nvPr/>
        </p:nvSpPr>
        <p:spPr>
          <a:xfrm>
            <a:off x="5315302" y="4352675"/>
            <a:ext cx="1372492" cy="261610"/>
          </a:xfrm>
          <a:prstGeom prst="rect">
            <a:avLst/>
          </a:prstGeom>
          <a:noFill/>
          <a:ln>
            <a:noFill/>
          </a:ln>
        </p:spPr>
        <p:txBody>
          <a:bodyPr wrap="none" rtlCol="0">
            <a:spAutoFit/>
          </a:bodyPr>
          <a:lstStyle/>
          <a:p>
            <a:r>
              <a:rPr lang="en-GB" sz="1100" b="1" i="1" dirty="0">
                <a:solidFill>
                  <a:srgbClr val="ED7D31"/>
                </a:solidFill>
              </a:rPr>
              <a:t>Example 4- We do…</a:t>
            </a:r>
          </a:p>
        </p:txBody>
      </p:sp>
      <p:graphicFrame>
        <p:nvGraphicFramePr>
          <p:cNvPr id="16" name="Table 15">
            <a:extLst>
              <a:ext uri="{FF2B5EF4-FFF2-40B4-BE49-F238E27FC236}">
                <a16:creationId xmlns:a16="http://schemas.microsoft.com/office/drawing/2014/main" id="{903E20C2-52A6-8088-EFE8-B4525D1845F9}"/>
              </a:ext>
            </a:extLst>
          </p:cNvPr>
          <p:cNvGraphicFramePr>
            <a:graphicFrameLocks noGrp="1"/>
          </p:cNvGraphicFramePr>
          <p:nvPr/>
        </p:nvGraphicFramePr>
        <p:xfrm>
          <a:off x="1161054" y="2502754"/>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dirty="0">
                          <a:solidFill>
                            <a:schemeClr val="bg1"/>
                          </a:solidFill>
                          <a:effectLst/>
                        </a:rPr>
                        <a:t>6</a:t>
                      </a:r>
                      <a:r>
                        <a:rPr lang="en-GB" sz="1050" baseline="30000" dirty="0">
                          <a:solidFill>
                            <a:schemeClr val="bg1"/>
                          </a:solidFill>
                          <a:effectLst/>
                        </a:rPr>
                        <a:t>4</a:t>
                      </a:r>
                      <a:r>
                        <a:rPr lang="en-GB" sz="1050" dirty="0">
                          <a:solidFill>
                            <a:schemeClr val="bg1"/>
                          </a:solidFill>
                          <a:effectLst/>
                        </a:rPr>
                        <a:t> = 6 × 6 × 6 × 6</a:t>
                      </a:r>
                    </a:p>
                  </a:txBody>
                  <a:tcPr marL="95250">
                    <a:lnL>
                      <a:noFill/>
                    </a:lnL>
                    <a:lnR>
                      <a:noFill/>
                    </a:lnR>
                    <a:lnT>
                      <a:noFill/>
                    </a:lnT>
                    <a:lnB>
                      <a:noFill/>
                    </a:lnB>
                    <a:noFill/>
                  </a:tcPr>
                </a:tc>
                <a:tc>
                  <a:txBody>
                    <a:bodyPr/>
                    <a:lstStyle/>
                    <a:p>
                      <a:pPr algn="l"/>
                      <a:r>
                        <a:rPr lang="en-GB" sz="1050" dirty="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dirty="0">
                          <a:solidFill>
                            <a:schemeClr val="bg1"/>
                          </a:solidFill>
                          <a:effectLst/>
                        </a:rPr>
                        <a:t>7</a:t>
                      </a:r>
                      <a:r>
                        <a:rPr lang="en-GB" sz="1050" baseline="30000" dirty="0">
                          <a:solidFill>
                            <a:schemeClr val="bg1"/>
                          </a:solidFill>
                          <a:effectLst/>
                        </a:rPr>
                        <a:t>3</a:t>
                      </a:r>
                      <a:r>
                        <a:rPr lang="en-GB" sz="1050" dirty="0">
                          <a:solidFill>
                            <a:schemeClr val="bg1"/>
                          </a:solidFill>
                          <a:effectLst/>
                        </a:rPr>
                        <a:t> = 7 × 7 × 7</a:t>
                      </a:r>
                    </a:p>
                  </a:txBody>
                  <a:tcPr marL="95250">
                    <a:lnL>
                      <a:noFill/>
                    </a:lnL>
                    <a:lnR>
                      <a:noFill/>
                    </a:lnR>
                    <a:lnT>
                      <a:noFill/>
                    </a:lnT>
                    <a:lnB>
                      <a:noFill/>
                    </a:lnB>
                    <a:noFill/>
                  </a:tcPr>
                </a:tc>
                <a:tc>
                  <a:txBody>
                    <a:bodyPr/>
                    <a:lstStyle/>
                    <a:p>
                      <a:endParaRPr lang="en-GB" sz="1050" dirty="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18" name="TextBox 17">
            <a:extLst>
              <a:ext uri="{FF2B5EF4-FFF2-40B4-BE49-F238E27FC236}">
                <a16:creationId xmlns:a16="http://schemas.microsoft.com/office/drawing/2014/main" id="{643B4C05-8F88-9990-0526-FAB97E530B53}"/>
              </a:ext>
            </a:extLst>
          </p:cNvPr>
          <p:cNvSpPr txBox="1"/>
          <p:nvPr/>
        </p:nvSpPr>
        <p:spPr>
          <a:xfrm>
            <a:off x="761619" y="3221085"/>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216</a:t>
            </a:r>
          </a:p>
        </p:txBody>
      </p:sp>
      <p:cxnSp>
        <p:nvCxnSpPr>
          <p:cNvPr id="19" name="Straight Connector 18">
            <a:extLst>
              <a:ext uri="{FF2B5EF4-FFF2-40B4-BE49-F238E27FC236}">
                <a16:creationId xmlns:a16="http://schemas.microsoft.com/office/drawing/2014/main" id="{9E3BA332-9DAA-5AE2-947D-A9DF6F555EF8}"/>
              </a:ext>
            </a:extLst>
          </p:cNvPr>
          <p:cNvCxnSpPr/>
          <p:nvPr/>
        </p:nvCxnSpPr>
        <p:spPr>
          <a:xfrm flipV="1">
            <a:off x="943791" y="3685829"/>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683B547-E0D0-A14D-E593-4062BE780717}"/>
              </a:ext>
            </a:extLst>
          </p:cNvPr>
          <p:cNvSpPr/>
          <p:nvPr/>
        </p:nvSpPr>
        <p:spPr>
          <a:xfrm>
            <a:off x="64585" y="1732775"/>
            <a:ext cx="672882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77DA56D5-83C6-E42F-0BED-8B3C4EEAD087}"/>
              </a:ext>
            </a:extLst>
          </p:cNvPr>
          <p:cNvCxnSpPr>
            <a:stCxn id="20" idx="1"/>
            <a:endCxn id="20" idx="3"/>
          </p:cNvCxnSpPr>
          <p:nvPr/>
        </p:nvCxnSpPr>
        <p:spPr>
          <a:xfrm>
            <a:off x="59500" y="2984876"/>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D11085F1-612E-3D1A-2C28-098D4F811389}"/>
              </a:ext>
            </a:extLst>
          </p:cNvPr>
          <p:cNvCxnSpPr>
            <a:stCxn id="20" idx="2"/>
            <a:endCxn id="20" idx="0"/>
          </p:cNvCxnSpPr>
          <p:nvPr/>
        </p:nvCxnSpPr>
        <p:spPr>
          <a:xfrm flipV="1">
            <a:off x="3423915" y="1755234"/>
            <a:ext cx="0" cy="2459284"/>
          </a:xfrm>
          <a:prstGeom prst="line">
            <a:avLst/>
          </a:prstGeom>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E726FD06-3E22-0F0B-5DBB-AAD0BE140B9E}"/>
              </a:ext>
            </a:extLst>
          </p:cNvPr>
          <p:cNvSpPr txBox="1"/>
          <p:nvPr/>
        </p:nvSpPr>
        <p:spPr>
          <a:xfrm>
            <a:off x="106865" y="1755233"/>
            <a:ext cx="800476" cy="276999"/>
          </a:xfrm>
          <a:prstGeom prst="rect">
            <a:avLst/>
          </a:prstGeom>
          <a:noFill/>
        </p:spPr>
        <p:txBody>
          <a:bodyPr wrap="none" rtlCol="0">
            <a:spAutoFit/>
          </a:bodyPr>
          <a:lstStyle/>
          <a:p>
            <a:r>
              <a:rPr lang="en-US" sz="1200" dirty="0"/>
              <a:t>Definition</a:t>
            </a:r>
          </a:p>
        </p:txBody>
      </p:sp>
      <p:sp>
        <p:nvSpPr>
          <p:cNvPr id="25" name="TextBox 24">
            <a:extLst>
              <a:ext uri="{FF2B5EF4-FFF2-40B4-BE49-F238E27FC236}">
                <a16:creationId xmlns:a16="http://schemas.microsoft.com/office/drawing/2014/main" id="{7E796C77-991A-6999-9FC4-FE43C6342B49}"/>
              </a:ext>
            </a:extLst>
          </p:cNvPr>
          <p:cNvSpPr txBox="1"/>
          <p:nvPr/>
        </p:nvSpPr>
        <p:spPr>
          <a:xfrm>
            <a:off x="5584410" y="1754587"/>
            <a:ext cx="1096647" cy="276999"/>
          </a:xfrm>
          <a:prstGeom prst="rect">
            <a:avLst/>
          </a:prstGeom>
          <a:noFill/>
        </p:spPr>
        <p:txBody>
          <a:bodyPr wrap="none" rtlCol="0">
            <a:spAutoFit/>
          </a:bodyPr>
          <a:lstStyle/>
          <a:p>
            <a:r>
              <a:rPr lang="en-US" sz="1200" dirty="0"/>
              <a:t>Characteristics</a:t>
            </a:r>
            <a:endParaRPr lang="en-GB" sz="1200" dirty="0"/>
          </a:p>
        </p:txBody>
      </p:sp>
      <p:sp>
        <p:nvSpPr>
          <p:cNvPr id="28" name="TextBox 27">
            <a:extLst>
              <a:ext uri="{FF2B5EF4-FFF2-40B4-BE49-F238E27FC236}">
                <a16:creationId xmlns:a16="http://schemas.microsoft.com/office/drawing/2014/main" id="{E4BFB603-BE45-A71B-B96D-273627AD2C3C}"/>
              </a:ext>
            </a:extLst>
          </p:cNvPr>
          <p:cNvSpPr txBox="1"/>
          <p:nvPr/>
        </p:nvSpPr>
        <p:spPr>
          <a:xfrm>
            <a:off x="10897" y="2942720"/>
            <a:ext cx="775020" cy="276999"/>
          </a:xfrm>
          <a:prstGeom prst="rect">
            <a:avLst/>
          </a:prstGeom>
          <a:noFill/>
        </p:spPr>
        <p:txBody>
          <a:bodyPr wrap="none" rtlCol="0">
            <a:spAutoFit/>
          </a:bodyPr>
          <a:lstStyle/>
          <a:p>
            <a:r>
              <a:rPr lang="en-US" sz="1200" dirty="0"/>
              <a:t>Examples</a:t>
            </a:r>
            <a:endParaRPr lang="en-GB" sz="1200" dirty="0"/>
          </a:p>
        </p:txBody>
      </p:sp>
      <p:sp>
        <p:nvSpPr>
          <p:cNvPr id="31" name="TextBox 30">
            <a:extLst>
              <a:ext uri="{FF2B5EF4-FFF2-40B4-BE49-F238E27FC236}">
                <a16:creationId xmlns:a16="http://schemas.microsoft.com/office/drawing/2014/main" id="{1DDE8D30-3881-6DAA-D578-9C7C61070894}"/>
              </a:ext>
            </a:extLst>
          </p:cNvPr>
          <p:cNvSpPr txBox="1"/>
          <p:nvPr/>
        </p:nvSpPr>
        <p:spPr>
          <a:xfrm>
            <a:off x="5715274" y="2930905"/>
            <a:ext cx="1153329" cy="276999"/>
          </a:xfrm>
          <a:prstGeom prst="rect">
            <a:avLst/>
          </a:prstGeom>
          <a:noFill/>
        </p:spPr>
        <p:txBody>
          <a:bodyPr wrap="none" rtlCol="0">
            <a:spAutoFit/>
          </a:bodyPr>
          <a:lstStyle/>
          <a:p>
            <a:r>
              <a:rPr lang="en-US" sz="1200" dirty="0"/>
              <a:t>Non - Examples</a:t>
            </a:r>
            <a:endParaRPr lang="en-GB" sz="1200" dirty="0"/>
          </a:p>
        </p:txBody>
      </p:sp>
      <p:sp>
        <p:nvSpPr>
          <p:cNvPr id="32" name="TextBox 31">
            <a:extLst>
              <a:ext uri="{FF2B5EF4-FFF2-40B4-BE49-F238E27FC236}">
                <a16:creationId xmlns:a16="http://schemas.microsoft.com/office/drawing/2014/main" id="{665FBBAD-0340-4033-B322-4478693597E5}"/>
              </a:ext>
            </a:extLst>
          </p:cNvPr>
          <p:cNvSpPr txBox="1"/>
          <p:nvPr/>
        </p:nvSpPr>
        <p:spPr>
          <a:xfrm>
            <a:off x="3039257" y="2845300"/>
            <a:ext cx="769313" cy="369332"/>
          </a:xfrm>
          <a:prstGeom prst="rect">
            <a:avLst/>
          </a:prstGeom>
          <a:solidFill>
            <a:schemeClr val="bg1"/>
          </a:solidFill>
          <a:ln>
            <a:solidFill>
              <a:schemeClr val="tx1"/>
            </a:solidFill>
          </a:ln>
        </p:spPr>
        <p:txBody>
          <a:bodyPr wrap="none" rtlCol="0">
            <a:spAutoFit/>
          </a:bodyPr>
          <a:lstStyle/>
          <a:p>
            <a:r>
              <a:rPr lang="en-US" dirty="0"/>
              <a:t>Factor</a:t>
            </a:r>
            <a:endParaRPr lang="en-GB" dirty="0"/>
          </a:p>
        </p:txBody>
      </p:sp>
      <p:sp>
        <p:nvSpPr>
          <p:cNvPr id="33" name="TextBox 32">
            <a:extLst>
              <a:ext uri="{FF2B5EF4-FFF2-40B4-BE49-F238E27FC236}">
                <a16:creationId xmlns:a16="http://schemas.microsoft.com/office/drawing/2014/main" id="{1AA6BFDC-CD34-4274-5B13-16E4CCCF0D75}"/>
              </a:ext>
            </a:extLst>
          </p:cNvPr>
          <p:cNvSpPr txBox="1"/>
          <p:nvPr/>
        </p:nvSpPr>
        <p:spPr>
          <a:xfrm>
            <a:off x="85207" y="3301925"/>
            <a:ext cx="3389604" cy="276999"/>
          </a:xfrm>
          <a:prstGeom prst="rect">
            <a:avLst/>
          </a:prstGeom>
          <a:noFill/>
        </p:spPr>
        <p:txBody>
          <a:bodyPr wrap="square" rtlCol="0">
            <a:spAutoFit/>
          </a:bodyPr>
          <a:lstStyle/>
          <a:p>
            <a:r>
              <a:rPr lang="en-GB" sz="1200" dirty="0">
                <a:solidFill>
                  <a:srgbClr val="000000"/>
                </a:solidFill>
                <a:cs typeface="Calibri Light" panose="020F0302020204030204" pitchFamily="34" charset="0"/>
              </a:rPr>
              <a:t>The factors of 24 are 1, 2, 3, 4, 6, 8, 12 and 24.</a:t>
            </a:r>
            <a:endParaRPr lang="en-US" sz="1200" dirty="0"/>
          </a:p>
        </p:txBody>
      </p:sp>
      <p:sp>
        <p:nvSpPr>
          <p:cNvPr id="34" name="TextBox 33">
            <a:extLst>
              <a:ext uri="{FF2B5EF4-FFF2-40B4-BE49-F238E27FC236}">
                <a16:creationId xmlns:a16="http://schemas.microsoft.com/office/drawing/2014/main" id="{9106F2FA-0549-3EEE-7A2C-E4B50BC6A6CE}"/>
              </a:ext>
            </a:extLst>
          </p:cNvPr>
          <p:cNvSpPr txBox="1"/>
          <p:nvPr/>
        </p:nvSpPr>
        <p:spPr>
          <a:xfrm>
            <a:off x="3542919" y="3268603"/>
            <a:ext cx="3097490" cy="276999"/>
          </a:xfrm>
          <a:prstGeom prst="rect">
            <a:avLst/>
          </a:prstGeom>
          <a:noFill/>
        </p:spPr>
        <p:txBody>
          <a:bodyPr wrap="square" rtlCol="0">
            <a:spAutoFit/>
          </a:bodyPr>
          <a:lstStyle/>
          <a:p>
            <a:r>
              <a:rPr lang="en-US" sz="1200" dirty="0"/>
              <a:t>24, 48, 72, 96 are the multiples of 24</a:t>
            </a:r>
          </a:p>
        </p:txBody>
      </p:sp>
      <p:sp>
        <p:nvSpPr>
          <p:cNvPr id="35" name="TextBox 34">
            <a:extLst>
              <a:ext uri="{FF2B5EF4-FFF2-40B4-BE49-F238E27FC236}">
                <a16:creationId xmlns:a16="http://schemas.microsoft.com/office/drawing/2014/main" id="{CD7B8A5D-DF1E-50B4-866D-479E542F856F}"/>
              </a:ext>
            </a:extLst>
          </p:cNvPr>
          <p:cNvSpPr txBox="1"/>
          <p:nvPr/>
        </p:nvSpPr>
        <p:spPr>
          <a:xfrm>
            <a:off x="228352" y="2024686"/>
            <a:ext cx="3055214" cy="461665"/>
          </a:xfrm>
          <a:prstGeom prst="rect">
            <a:avLst/>
          </a:prstGeom>
          <a:noFill/>
        </p:spPr>
        <p:txBody>
          <a:bodyPr wrap="square" rtlCol="0">
            <a:spAutoFit/>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cs typeface="Calibri Light" panose="020F0302020204030204" pitchFamily="34" charset="0"/>
              </a:rPr>
              <a:t>Any whole number that divides exactly into another number. </a:t>
            </a:r>
          </a:p>
        </p:txBody>
      </p:sp>
      <p:sp>
        <p:nvSpPr>
          <p:cNvPr id="36" name="TextBox 35">
            <a:extLst>
              <a:ext uri="{FF2B5EF4-FFF2-40B4-BE49-F238E27FC236}">
                <a16:creationId xmlns:a16="http://schemas.microsoft.com/office/drawing/2014/main" id="{E1675AA3-F25C-1CE3-364B-6ADEA411D774}"/>
              </a:ext>
            </a:extLst>
          </p:cNvPr>
          <p:cNvSpPr txBox="1"/>
          <p:nvPr/>
        </p:nvSpPr>
        <p:spPr>
          <a:xfrm>
            <a:off x="3482892" y="1975277"/>
            <a:ext cx="3233709" cy="46166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200" dirty="0"/>
              <a:t>Always smaller than the number, except for the number itself.</a:t>
            </a:r>
            <a:endParaRPr lang="en-GB" sz="1200" dirty="0"/>
          </a:p>
        </p:txBody>
      </p:sp>
    </p:spTree>
    <p:extLst>
      <p:ext uri="{BB962C8B-B14F-4D97-AF65-F5344CB8AC3E}">
        <p14:creationId xmlns:p14="http://schemas.microsoft.com/office/powerpoint/2010/main" val="2885128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93021" y="5887190"/>
            <a:ext cx="6562177" cy="3739485"/>
          </a:xfrm>
          <a:prstGeom prst="rect">
            <a:avLst/>
          </a:prstGeom>
          <a:noFill/>
        </p:spPr>
        <p:txBody>
          <a:bodyPr wrap="square" rtlCol="0">
            <a:spAutoFit/>
          </a:bodyPr>
          <a:lstStyle/>
          <a:p>
            <a:pPr>
              <a:lnSpc>
                <a:spcPct val="200000"/>
              </a:lnSpc>
              <a:tabLst>
                <a:tab pos="1616075" algn="l"/>
                <a:tab pos="3314700" algn="l"/>
                <a:tab pos="4930775" algn="l"/>
              </a:tabLst>
            </a:pPr>
            <a:r>
              <a:rPr lang="en-US" sz="1200" dirty="0"/>
              <a:t>a) 120	b) 150	c) 144	d) 180</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tabLst>
                <a:tab pos="1616075" algn="l"/>
                <a:tab pos="3314700" algn="l"/>
                <a:tab pos="4930775" algn="l"/>
              </a:tabLst>
            </a:pPr>
            <a:r>
              <a:rPr lang="en-US" sz="1200" dirty="0"/>
              <a:t>e) 169	f) 108	g) 196	h) 153</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050" dirty="0"/>
          </a:p>
        </p:txBody>
      </p:sp>
      <p:sp>
        <p:nvSpPr>
          <p:cNvPr id="2" name="Slide Number Placeholder 1"/>
          <p:cNvSpPr>
            <a:spLocks noGrp="1"/>
          </p:cNvSpPr>
          <p:nvPr>
            <p:ph type="sldNum" sz="quarter" idx="12"/>
          </p:nvPr>
        </p:nvSpPr>
        <p:spPr>
          <a:xfrm>
            <a:off x="5373942" y="9569992"/>
            <a:ext cx="1543050" cy="527403"/>
          </a:xfrm>
        </p:spPr>
        <p:txBody>
          <a:bodyPr/>
          <a:lstStyle/>
          <a:p>
            <a:fld id="{19F1D9CC-7119-45EC-A96C-D8C0660F3AAB}" type="slidenum">
              <a:rPr lang="en-GB" smtClean="0"/>
              <a:t>5</a:t>
            </a:fld>
            <a:endParaRPr lang="en-GB" dirty="0"/>
          </a:p>
        </p:txBody>
      </p:sp>
      <p:sp>
        <p:nvSpPr>
          <p:cNvPr id="15" name="TextBox 14"/>
          <p:cNvSpPr txBox="1"/>
          <p:nvPr/>
        </p:nvSpPr>
        <p:spPr>
          <a:xfrm>
            <a:off x="204288" y="0"/>
            <a:ext cx="6562177" cy="4339650"/>
          </a:xfrm>
          <a:prstGeom prst="rect">
            <a:avLst/>
          </a:prstGeom>
          <a:noFill/>
        </p:spPr>
        <p:txBody>
          <a:bodyPr wrap="square" rtlCol="0">
            <a:spAutoFit/>
          </a:bodyPr>
          <a:lstStyle/>
          <a:p>
            <a:r>
              <a:rPr lang="en-US" sz="1200" b="1" dirty="0"/>
              <a:t>1. </a:t>
            </a:r>
            <a:r>
              <a:rPr lang="en-US" sz="1200" dirty="0"/>
              <a:t> Find the factors of each number.</a:t>
            </a:r>
          </a:p>
          <a:p>
            <a:pPr>
              <a:lnSpc>
                <a:spcPct val="200000"/>
              </a:lnSpc>
              <a:tabLst>
                <a:tab pos="1524000" algn="l"/>
                <a:tab pos="3140075" algn="l"/>
                <a:tab pos="4846638" algn="l"/>
              </a:tabLst>
            </a:pPr>
            <a:r>
              <a:rPr lang="en-US" sz="1200" dirty="0"/>
              <a:t>a) 10	b) 28	c) 18	d) 17</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tabLst>
                <a:tab pos="1524000" algn="l"/>
                <a:tab pos="3140075" algn="l"/>
                <a:tab pos="4846638" algn="l"/>
              </a:tabLst>
            </a:pPr>
            <a:r>
              <a:rPr lang="en-US" sz="1200" dirty="0"/>
              <a:t>e) 25	f) 40	g) 30	h) 45</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050" dirty="0"/>
          </a:p>
          <a:p>
            <a:pPr>
              <a:lnSpc>
                <a:spcPct val="200000"/>
              </a:lnSpc>
              <a:tabLst>
                <a:tab pos="1527175" algn="l"/>
                <a:tab pos="3228975" algn="l"/>
              </a:tabLst>
            </a:pPr>
            <a:r>
              <a:rPr lang="en-US" sz="1200" dirty="0" err="1"/>
              <a:t>i</a:t>
            </a:r>
            <a:r>
              <a:rPr lang="en-US" sz="1200" dirty="0"/>
              <a:t>) 24 	j)16</a:t>
            </a:r>
          </a:p>
        </p:txBody>
      </p:sp>
      <p:grpSp>
        <p:nvGrpSpPr>
          <p:cNvPr id="24" name="Group 23"/>
          <p:cNvGrpSpPr/>
          <p:nvPr/>
        </p:nvGrpSpPr>
        <p:grpSpPr>
          <a:xfrm>
            <a:off x="179904" y="565661"/>
            <a:ext cx="6492573" cy="1543631"/>
            <a:chOff x="168329" y="565661"/>
            <a:chExt cx="6492573" cy="1543631"/>
          </a:xfrm>
        </p:grpSpPr>
        <p:sp>
          <p:nvSpPr>
            <p:cNvPr id="16" name="Rectangle 15">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7" name="Rectangle 16">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8" name="Rectangle 17">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9" name="Rectangle 18">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sp>
        <p:nvSpPr>
          <p:cNvPr id="22" name="Rectangle 21">
            <a:extLst>
              <a:ext uri="{FF2B5EF4-FFF2-40B4-BE49-F238E27FC236}">
                <a16:creationId xmlns:a16="http://schemas.microsoft.com/office/drawing/2014/main" id="{331D9537-C78F-0243-9A51-B45B9A8C188D}"/>
              </a:ext>
            </a:extLst>
          </p:cNvPr>
          <p:cNvSpPr/>
          <p:nvPr/>
        </p:nvSpPr>
        <p:spPr>
          <a:xfrm>
            <a:off x="181313" y="4189288"/>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3" name="Rectangle 22">
            <a:extLst>
              <a:ext uri="{FF2B5EF4-FFF2-40B4-BE49-F238E27FC236}">
                <a16:creationId xmlns:a16="http://schemas.microsoft.com/office/drawing/2014/main" id="{331D9537-C78F-0243-9A51-B45B9A8C188D}"/>
              </a:ext>
            </a:extLst>
          </p:cNvPr>
          <p:cNvSpPr/>
          <p:nvPr/>
        </p:nvSpPr>
        <p:spPr>
          <a:xfrm>
            <a:off x="1855185" y="4199570"/>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nvGrpSpPr>
          <p:cNvPr id="25" name="Group 24"/>
          <p:cNvGrpSpPr/>
          <p:nvPr/>
        </p:nvGrpSpPr>
        <p:grpSpPr>
          <a:xfrm>
            <a:off x="179904" y="2375246"/>
            <a:ext cx="6492573" cy="1543631"/>
            <a:chOff x="168329" y="565661"/>
            <a:chExt cx="6492573" cy="1543631"/>
          </a:xfrm>
        </p:grpSpPr>
        <p:sp>
          <p:nvSpPr>
            <p:cNvPr id="26" name="Rectangle 25">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7" name="Rectangle 26">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8" name="Rectangle 27">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9" name="Rectangle 28">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sp>
        <p:nvSpPr>
          <p:cNvPr id="30" name="TextBox 29"/>
          <p:cNvSpPr txBox="1"/>
          <p:nvPr/>
        </p:nvSpPr>
        <p:spPr>
          <a:xfrm>
            <a:off x="3421152" y="3928396"/>
            <a:ext cx="3345313" cy="646331"/>
          </a:xfrm>
          <a:prstGeom prst="rect">
            <a:avLst/>
          </a:prstGeom>
          <a:noFill/>
        </p:spPr>
        <p:txBody>
          <a:bodyPr wrap="square" rtlCol="0">
            <a:spAutoFit/>
          </a:bodyPr>
          <a:lstStyle/>
          <a:p>
            <a:pPr>
              <a:tabLst>
                <a:tab pos="177800" algn="l"/>
                <a:tab pos="182563" algn="l"/>
              </a:tabLst>
            </a:pPr>
            <a:r>
              <a:rPr lang="en-US" sz="1200" b="1" dirty="0"/>
              <a:t>2.</a:t>
            </a:r>
            <a:r>
              <a:rPr lang="en-US" sz="1200" dirty="0"/>
              <a:t>  How many different ways can 24 chocolate bars 	be packed into boxes so that there are exactly 	the same number of bars in each box?</a:t>
            </a:r>
            <a:endParaRPr lang="en-GB" sz="1200" dirty="0"/>
          </a:p>
        </p:txBody>
      </p:sp>
      <p:sp>
        <p:nvSpPr>
          <p:cNvPr id="33" name="TextBox 32"/>
          <p:cNvSpPr txBox="1"/>
          <p:nvPr/>
        </p:nvSpPr>
        <p:spPr>
          <a:xfrm>
            <a:off x="0" y="5816668"/>
            <a:ext cx="4364173" cy="276999"/>
          </a:xfrm>
          <a:prstGeom prst="rect">
            <a:avLst/>
          </a:prstGeom>
          <a:noFill/>
        </p:spPr>
        <p:txBody>
          <a:bodyPr wrap="square" rtlCol="0">
            <a:spAutoFit/>
          </a:bodyPr>
          <a:lstStyle/>
          <a:p>
            <a:r>
              <a:rPr lang="en-US" sz="1200" b="1" dirty="0"/>
              <a:t>3. </a:t>
            </a:r>
            <a:r>
              <a:rPr lang="en-US" sz="1200" dirty="0"/>
              <a:t>Use your calculator to find the factors of each of these numbers.</a:t>
            </a:r>
            <a:endParaRPr lang="en-GB" sz="1200" dirty="0"/>
          </a:p>
        </p:txBody>
      </p:sp>
      <p:sp>
        <p:nvSpPr>
          <p:cNvPr id="34" name="Rectangle 33">
            <a:extLst>
              <a:ext uri="{FF2B5EF4-FFF2-40B4-BE49-F238E27FC236}">
                <a16:creationId xmlns:a16="http://schemas.microsoft.com/office/drawing/2014/main" id="{331D9537-C78F-0243-9A51-B45B9A8C188D}"/>
              </a:ext>
            </a:extLst>
          </p:cNvPr>
          <p:cNvSpPr/>
          <p:nvPr/>
        </p:nvSpPr>
        <p:spPr>
          <a:xfrm>
            <a:off x="3529057" y="4574726"/>
            <a:ext cx="3143420" cy="1158193"/>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nvGrpSpPr>
          <p:cNvPr id="35" name="Group 34"/>
          <p:cNvGrpSpPr/>
          <p:nvPr/>
        </p:nvGrpSpPr>
        <p:grpSpPr>
          <a:xfrm>
            <a:off x="174865" y="6269538"/>
            <a:ext cx="6492573" cy="1543631"/>
            <a:chOff x="168329" y="565661"/>
            <a:chExt cx="6492573" cy="1543631"/>
          </a:xfrm>
        </p:grpSpPr>
        <p:sp>
          <p:nvSpPr>
            <p:cNvPr id="36" name="Rectangle 35">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37" name="Rectangle 36">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38" name="Rectangle 37">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39" name="Rectangle 38">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grpSp>
        <p:nvGrpSpPr>
          <p:cNvPr id="40" name="Group 39"/>
          <p:cNvGrpSpPr/>
          <p:nvPr/>
        </p:nvGrpSpPr>
        <p:grpSpPr>
          <a:xfrm>
            <a:off x="174865" y="8147703"/>
            <a:ext cx="6492573" cy="1543631"/>
            <a:chOff x="168329" y="565661"/>
            <a:chExt cx="6492573" cy="1543631"/>
          </a:xfrm>
        </p:grpSpPr>
        <p:sp>
          <p:nvSpPr>
            <p:cNvPr id="41" name="Rectangle 40">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2" name="Rectangle 41">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3" name="Rectangle 42">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4" name="Rectangle 43">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pic>
        <p:nvPicPr>
          <p:cNvPr id="1028" name="Picture 4" descr="calculat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6864" y="5791417"/>
            <a:ext cx="247650" cy="32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551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55590" y="9567477"/>
            <a:ext cx="1543050" cy="527403"/>
          </a:xfrm>
        </p:spPr>
        <p:txBody>
          <a:bodyPr/>
          <a:lstStyle/>
          <a:p>
            <a:fld id="{19F1D9CC-7119-45EC-A96C-D8C0660F3AAB}" type="slidenum">
              <a:rPr lang="en-GB" smtClean="0"/>
              <a:t>6</a:t>
            </a:fld>
            <a:endParaRPr lang="en-GB" dirty="0"/>
          </a:p>
        </p:txBody>
      </p:sp>
      <p:sp>
        <p:nvSpPr>
          <p:cNvPr id="3" name="TextBox 2"/>
          <p:cNvSpPr txBox="1"/>
          <p:nvPr/>
        </p:nvSpPr>
        <p:spPr>
          <a:xfrm>
            <a:off x="232729" y="267531"/>
            <a:ext cx="2490152" cy="1569660"/>
          </a:xfrm>
          <a:prstGeom prst="rect">
            <a:avLst/>
          </a:prstGeom>
          <a:noFill/>
        </p:spPr>
        <p:txBody>
          <a:bodyPr wrap="square" rtlCol="0">
            <a:spAutoFit/>
          </a:bodyPr>
          <a:lstStyle/>
          <a:p>
            <a:r>
              <a:rPr lang="en-US" sz="1200" dirty="0"/>
              <a:t>A designer is making a box to hold 12 Christmas decorations. The decorations are to be packed in layers.</a:t>
            </a:r>
          </a:p>
          <a:p>
            <a:r>
              <a:rPr lang="en-US" sz="1200" dirty="0"/>
              <a:t>The designer wants the box to have a square base. Explain how the 12 decorations could be packed to make a square.</a:t>
            </a:r>
          </a:p>
        </p:txBody>
      </p:sp>
      <p:sp>
        <p:nvSpPr>
          <p:cNvPr id="4" name="TextBox 3"/>
          <p:cNvSpPr txBox="1"/>
          <p:nvPr/>
        </p:nvSpPr>
        <p:spPr>
          <a:xfrm>
            <a:off x="0" y="257371"/>
            <a:ext cx="454487" cy="276999"/>
          </a:xfrm>
          <a:prstGeom prst="rect">
            <a:avLst/>
          </a:prstGeom>
          <a:noFill/>
        </p:spPr>
        <p:txBody>
          <a:bodyPr wrap="square" rtlCol="0">
            <a:spAutoFit/>
          </a:bodyPr>
          <a:lstStyle/>
          <a:p>
            <a:r>
              <a:rPr lang="en-GB" sz="1200" b="1" dirty="0"/>
              <a:t>4.</a:t>
            </a:r>
          </a:p>
        </p:txBody>
      </p:sp>
      <p:sp>
        <p:nvSpPr>
          <p:cNvPr id="5" name="Rectangle 4">
            <a:extLst>
              <a:ext uri="{FF2B5EF4-FFF2-40B4-BE49-F238E27FC236}">
                <a16:creationId xmlns:a16="http://schemas.microsoft.com/office/drawing/2014/main" id="{331D9537-C78F-0243-9A51-B45B9A8C188D}"/>
              </a:ext>
            </a:extLst>
          </p:cNvPr>
          <p:cNvSpPr/>
          <p:nvPr/>
        </p:nvSpPr>
        <p:spPr>
          <a:xfrm>
            <a:off x="2722881" y="330413"/>
            <a:ext cx="4003039" cy="143372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7" name="TextBox 6"/>
          <p:cNvSpPr txBox="1"/>
          <p:nvPr/>
        </p:nvSpPr>
        <p:spPr>
          <a:xfrm>
            <a:off x="227242" y="2226205"/>
            <a:ext cx="5716357" cy="461665"/>
          </a:xfrm>
          <a:prstGeom prst="rect">
            <a:avLst/>
          </a:prstGeom>
          <a:noFill/>
        </p:spPr>
        <p:txBody>
          <a:bodyPr wrap="square" rtlCol="0">
            <a:spAutoFit/>
          </a:bodyPr>
          <a:lstStyle/>
          <a:p>
            <a:r>
              <a:rPr lang="en-US" sz="1200" dirty="0"/>
              <a:t>Look at these five numbers. Use factors to explain why 32 could be the odd one out.</a:t>
            </a:r>
            <a:endParaRPr lang="en-GB" sz="1200" dirty="0"/>
          </a:p>
          <a:p>
            <a:endParaRPr lang="en-GB" sz="1200" dirty="0"/>
          </a:p>
        </p:txBody>
      </p:sp>
      <p:sp>
        <p:nvSpPr>
          <p:cNvPr id="8" name="TextBox 7"/>
          <p:cNvSpPr txBox="1"/>
          <p:nvPr/>
        </p:nvSpPr>
        <p:spPr>
          <a:xfrm>
            <a:off x="0" y="2226205"/>
            <a:ext cx="454487" cy="276999"/>
          </a:xfrm>
          <a:prstGeom prst="rect">
            <a:avLst/>
          </a:prstGeom>
          <a:noFill/>
        </p:spPr>
        <p:txBody>
          <a:bodyPr wrap="square" rtlCol="0">
            <a:spAutoFit/>
          </a:bodyPr>
          <a:lstStyle/>
          <a:p>
            <a:r>
              <a:rPr lang="en-GB" sz="1200" b="1" dirty="0"/>
              <a:t>5.</a:t>
            </a:r>
          </a:p>
        </p:txBody>
      </p:sp>
      <p:pic>
        <p:nvPicPr>
          <p:cNvPr id="9" name="Picture 8"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59" y="2530975"/>
            <a:ext cx="3807642" cy="249228"/>
          </a:xfrm>
          <a:prstGeom prst="rect">
            <a:avLst/>
          </a:prstGeom>
        </p:spPr>
      </p:pic>
      <p:sp>
        <p:nvSpPr>
          <p:cNvPr id="12" name="Rectangle 11">
            <a:extLst>
              <a:ext uri="{FF2B5EF4-FFF2-40B4-BE49-F238E27FC236}">
                <a16:creationId xmlns:a16="http://schemas.microsoft.com/office/drawing/2014/main" id="{331D9537-C78F-0243-9A51-B45B9A8C188D}"/>
              </a:ext>
            </a:extLst>
          </p:cNvPr>
          <p:cNvSpPr/>
          <p:nvPr/>
        </p:nvSpPr>
        <p:spPr>
          <a:xfrm>
            <a:off x="307159" y="3178411"/>
            <a:ext cx="6418761" cy="99552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3" name="TextBox 12"/>
          <p:cNvSpPr txBox="1"/>
          <p:nvPr/>
        </p:nvSpPr>
        <p:spPr>
          <a:xfrm>
            <a:off x="307159" y="4484929"/>
            <a:ext cx="4656146" cy="276999"/>
          </a:xfrm>
          <a:prstGeom prst="rect">
            <a:avLst/>
          </a:prstGeom>
          <a:noFill/>
        </p:spPr>
        <p:txBody>
          <a:bodyPr wrap="none" rtlCol="0">
            <a:spAutoFit/>
          </a:bodyPr>
          <a:lstStyle/>
          <a:p>
            <a:r>
              <a:rPr lang="en-US" sz="1200" dirty="0"/>
              <a:t>What is the largest odd number that is a factor of 40 and a factor of 60?</a:t>
            </a:r>
            <a:endParaRPr lang="en-GB" sz="1200" dirty="0"/>
          </a:p>
        </p:txBody>
      </p:sp>
      <p:sp>
        <p:nvSpPr>
          <p:cNvPr id="14" name="TextBox 13"/>
          <p:cNvSpPr txBox="1"/>
          <p:nvPr/>
        </p:nvSpPr>
        <p:spPr>
          <a:xfrm>
            <a:off x="0" y="4484928"/>
            <a:ext cx="454487" cy="276999"/>
          </a:xfrm>
          <a:prstGeom prst="rect">
            <a:avLst/>
          </a:prstGeom>
          <a:noFill/>
        </p:spPr>
        <p:txBody>
          <a:bodyPr wrap="square" rtlCol="0">
            <a:spAutoFit/>
          </a:bodyPr>
          <a:lstStyle/>
          <a:p>
            <a:r>
              <a:rPr lang="en-GB" sz="1200" b="1" dirty="0"/>
              <a:t>6.</a:t>
            </a:r>
          </a:p>
        </p:txBody>
      </p:sp>
      <p:sp>
        <p:nvSpPr>
          <p:cNvPr id="15" name="Rectangle 14">
            <a:extLst>
              <a:ext uri="{FF2B5EF4-FFF2-40B4-BE49-F238E27FC236}">
                <a16:creationId xmlns:a16="http://schemas.microsoft.com/office/drawing/2014/main" id="{331D9537-C78F-0243-9A51-B45B9A8C188D}"/>
              </a:ext>
            </a:extLst>
          </p:cNvPr>
          <p:cNvSpPr/>
          <p:nvPr/>
        </p:nvSpPr>
        <p:spPr>
          <a:xfrm>
            <a:off x="307159" y="4777166"/>
            <a:ext cx="6418761" cy="99552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9" name="TextBox 18">
            <a:extLst>
              <a:ext uri="{FF2B5EF4-FFF2-40B4-BE49-F238E27FC236}">
                <a16:creationId xmlns:a16="http://schemas.microsoft.com/office/drawing/2014/main" id="{BBC712E1-D71D-DC47-B7D7-2989397DA0A6}"/>
              </a:ext>
            </a:extLst>
          </p:cNvPr>
          <p:cNvSpPr txBox="1"/>
          <p:nvPr/>
        </p:nvSpPr>
        <p:spPr>
          <a:xfrm>
            <a:off x="140790" y="5987987"/>
            <a:ext cx="6585130" cy="338554"/>
          </a:xfrm>
          <a:prstGeom prst="rect">
            <a:avLst/>
          </a:prstGeom>
          <a:solidFill>
            <a:srgbClr val="7E2341"/>
          </a:solidFill>
        </p:spPr>
        <p:txBody>
          <a:bodyPr wrap="square" rtlCol="0" anchor="ctr">
            <a:spAutoFit/>
          </a:bodyPr>
          <a:lstStyle/>
          <a:p>
            <a:pPr algn="ctr"/>
            <a:r>
              <a:rPr lang="en-GB" sz="1600" b="1" dirty="0">
                <a:solidFill>
                  <a:schemeClr val="bg1"/>
                </a:solidFill>
              </a:rPr>
              <a:t>Skills Check</a:t>
            </a:r>
          </a:p>
        </p:txBody>
      </p:sp>
      <p:sp>
        <p:nvSpPr>
          <p:cNvPr id="20" name="TextBox 19">
            <a:extLst>
              <a:ext uri="{FF2B5EF4-FFF2-40B4-BE49-F238E27FC236}">
                <a16:creationId xmlns:a16="http://schemas.microsoft.com/office/drawing/2014/main" id="{91A590F9-2162-1848-9899-E044D2F7FD0A}"/>
              </a:ext>
            </a:extLst>
          </p:cNvPr>
          <p:cNvSpPr txBox="1"/>
          <p:nvPr/>
        </p:nvSpPr>
        <p:spPr>
          <a:xfrm>
            <a:off x="1074547" y="7530985"/>
            <a:ext cx="1410964" cy="230832"/>
          </a:xfrm>
          <a:prstGeom prst="rect">
            <a:avLst/>
          </a:prstGeom>
          <a:noFill/>
        </p:spPr>
        <p:txBody>
          <a:bodyPr wrap="none" rtlCol="0">
            <a:spAutoFit/>
          </a:bodyPr>
          <a:lstStyle/>
          <a:p>
            <a:pPr algn="ctr"/>
            <a:r>
              <a:rPr lang="en-GB" sz="900" i="1" dirty="0">
                <a:solidFill>
                  <a:srgbClr val="0070C0"/>
                </a:solidFill>
              </a:rPr>
              <a:t>(Circle the correct answer)</a:t>
            </a:r>
          </a:p>
        </p:txBody>
      </p:sp>
      <p:sp>
        <p:nvSpPr>
          <p:cNvPr id="21" name="TextBox 20">
            <a:extLst>
              <a:ext uri="{FF2B5EF4-FFF2-40B4-BE49-F238E27FC236}">
                <a16:creationId xmlns:a16="http://schemas.microsoft.com/office/drawing/2014/main" id="{C6B12FAC-4381-8847-9E07-5EA6115E9ED9}"/>
              </a:ext>
            </a:extLst>
          </p:cNvPr>
          <p:cNvSpPr txBox="1"/>
          <p:nvPr/>
        </p:nvSpPr>
        <p:spPr>
          <a:xfrm>
            <a:off x="100854" y="6719367"/>
            <a:ext cx="2948322" cy="461665"/>
          </a:xfrm>
          <a:prstGeom prst="rect">
            <a:avLst/>
          </a:prstGeom>
          <a:noFill/>
        </p:spPr>
        <p:txBody>
          <a:bodyPr wrap="square" rtlCol="0">
            <a:spAutoFit/>
          </a:bodyPr>
          <a:lstStyle/>
          <a:p>
            <a:pPr marL="266700" indent="-266700"/>
            <a:r>
              <a:rPr lang="en-GB" sz="1200" b="1" dirty="0"/>
              <a:t>1.    </a:t>
            </a:r>
            <a:r>
              <a:rPr lang="en-GB" sz="1200" dirty="0"/>
              <a:t>Which one of the following is a factor of 16?</a:t>
            </a:r>
          </a:p>
        </p:txBody>
      </p:sp>
      <p:grpSp>
        <p:nvGrpSpPr>
          <p:cNvPr id="22" name="Group 21">
            <a:extLst>
              <a:ext uri="{FF2B5EF4-FFF2-40B4-BE49-F238E27FC236}">
                <a16:creationId xmlns:a16="http://schemas.microsoft.com/office/drawing/2014/main" id="{537CDA79-8F5F-EB49-AFD4-DDD5EE12E809}"/>
              </a:ext>
            </a:extLst>
          </p:cNvPr>
          <p:cNvGrpSpPr/>
          <p:nvPr/>
        </p:nvGrpSpPr>
        <p:grpSpPr>
          <a:xfrm>
            <a:off x="588802" y="7818931"/>
            <a:ext cx="2263597" cy="646944"/>
            <a:chOff x="3457619" y="1037259"/>
            <a:chExt cx="2819021" cy="805685"/>
          </a:xfrm>
        </p:grpSpPr>
        <p:sp>
          <p:nvSpPr>
            <p:cNvPr id="23" name="TextBox 22">
              <a:extLst>
                <a:ext uri="{FF2B5EF4-FFF2-40B4-BE49-F238E27FC236}">
                  <a16:creationId xmlns:a16="http://schemas.microsoft.com/office/drawing/2014/main" id="{5ED54F8E-6C56-734F-B099-5DA2D9CACA1A}"/>
                </a:ext>
              </a:extLst>
            </p:cNvPr>
            <p:cNvSpPr txBox="1"/>
            <p:nvPr/>
          </p:nvSpPr>
          <p:spPr>
            <a:xfrm>
              <a:off x="3523454" y="1438326"/>
              <a:ext cx="34377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3</a:t>
              </a:r>
              <a:endParaRPr lang="en-GB" sz="1400" dirty="0"/>
            </a:p>
          </p:txBody>
        </p:sp>
        <p:sp>
          <p:nvSpPr>
            <p:cNvPr id="24" name="TextBox 23">
              <a:extLst>
                <a:ext uri="{FF2B5EF4-FFF2-40B4-BE49-F238E27FC236}">
                  <a16:creationId xmlns:a16="http://schemas.microsoft.com/office/drawing/2014/main" id="{E46D5E14-7B79-6D48-BD33-A8BBD2EF775B}"/>
                </a:ext>
              </a:extLst>
            </p:cNvPr>
            <p:cNvSpPr txBox="1"/>
            <p:nvPr/>
          </p:nvSpPr>
          <p:spPr>
            <a:xfrm>
              <a:off x="4295443" y="1428689"/>
              <a:ext cx="34377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6</a:t>
              </a:r>
              <a:endParaRPr lang="en-GB" sz="1400" baseline="30000" dirty="0"/>
            </a:p>
          </p:txBody>
        </p:sp>
        <p:sp>
          <p:nvSpPr>
            <p:cNvPr id="25" name="TextBox 24">
              <a:extLst>
                <a:ext uri="{FF2B5EF4-FFF2-40B4-BE49-F238E27FC236}">
                  <a16:creationId xmlns:a16="http://schemas.microsoft.com/office/drawing/2014/main" id="{F00D4DD2-8F1B-E147-9042-57A61140B370}"/>
                </a:ext>
              </a:extLst>
            </p:cNvPr>
            <p:cNvSpPr txBox="1"/>
            <p:nvPr/>
          </p:nvSpPr>
          <p:spPr>
            <a:xfrm>
              <a:off x="5045975" y="1451182"/>
              <a:ext cx="45756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32</a:t>
              </a:r>
              <a:endParaRPr lang="en-GB" sz="1400" baseline="30000" dirty="0"/>
            </a:p>
          </p:txBody>
        </p:sp>
        <p:sp>
          <p:nvSpPr>
            <p:cNvPr id="26" name="TextBox 25">
              <a:extLst>
                <a:ext uri="{FF2B5EF4-FFF2-40B4-BE49-F238E27FC236}">
                  <a16:creationId xmlns:a16="http://schemas.microsoft.com/office/drawing/2014/main" id="{F6617258-D44B-9746-93B3-9C82A2F8C54B}"/>
                </a:ext>
              </a:extLst>
            </p:cNvPr>
            <p:cNvSpPr txBox="1"/>
            <p:nvPr/>
          </p:nvSpPr>
          <p:spPr>
            <a:xfrm>
              <a:off x="5861991" y="1459648"/>
              <a:ext cx="34377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4</a:t>
              </a:r>
              <a:endParaRPr lang="en-GB" sz="1400" baseline="30000" dirty="0"/>
            </a:p>
          </p:txBody>
        </p:sp>
        <p:grpSp>
          <p:nvGrpSpPr>
            <p:cNvPr id="27" name="Group 26">
              <a:extLst>
                <a:ext uri="{FF2B5EF4-FFF2-40B4-BE49-F238E27FC236}">
                  <a16:creationId xmlns:a16="http://schemas.microsoft.com/office/drawing/2014/main" id="{EFBA3B0B-CBA8-1F4D-9D93-028432C673E8}"/>
                </a:ext>
              </a:extLst>
            </p:cNvPr>
            <p:cNvGrpSpPr/>
            <p:nvPr/>
          </p:nvGrpSpPr>
          <p:grpSpPr>
            <a:xfrm>
              <a:off x="3457619" y="1037259"/>
              <a:ext cx="2819021" cy="464909"/>
              <a:chOff x="7091126" y="945391"/>
              <a:chExt cx="2819021" cy="464909"/>
            </a:xfrm>
          </p:grpSpPr>
          <p:pic>
            <p:nvPicPr>
              <p:cNvPr id="28" name="Picture 27">
                <a:extLst>
                  <a:ext uri="{FF2B5EF4-FFF2-40B4-BE49-F238E27FC236}">
                    <a16:creationId xmlns:a16="http://schemas.microsoft.com/office/drawing/2014/main" id="{5667292E-F36D-9840-9FB2-64471A6FD67B}"/>
                  </a:ext>
                </a:extLst>
              </p:cNvPr>
              <p:cNvPicPr>
                <a:picLocks noChangeAspect="1"/>
              </p:cNvPicPr>
              <p:nvPr/>
            </p:nvPicPr>
            <p:blipFill rotWithShape="1">
              <a:blip r:embed="rId3"/>
              <a:srcRect l="5631" t="62856" r="82800" b="18131"/>
              <a:stretch/>
            </p:blipFill>
            <p:spPr>
              <a:xfrm>
                <a:off x="7091126" y="953101"/>
                <a:ext cx="456912" cy="457199"/>
              </a:xfrm>
              <a:prstGeom prst="rect">
                <a:avLst/>
              </a:prstGeom>
            </p:spPr>
          </p:pic>
          <p:pic>
            <p:nvPicPr>
              <p:cNvPr id="29" name="Picture 28">
                <a:extLst>
                  <a:ext uri="{FF2B5EF4-FFF2-40B4-BE49-F238E27FC236}">
                    <a16:creationId xmlns:a16="http://schemas.microsoft.com/office/drawing/2014/main" id="{AFBB16E6-8954-AE47-83EA-5737B43A5F58}"/>
                  </a:ext>
                </a:extLst>
              </p:cNvPr>
              <p:cNvPicPr>
                <a:picLocks noChangeAspect="1"/>
              </p:cNvPicPr>
              <p:nvPr/>
            </p:nvPicPr>
            <p:blipFill rotWithShape="1">
              <a:blip r:embed="rId3"/>
              <a:srcRect l="31806" t="62855" r="56625" b="19115"/>
              <a:stretch/>
            </p:blipFill>
            <p:spPr>
              <a:xfrm>
                <a:off x="7871340" y="945391"/>
                <a:ext cx="456913" cy="433553"/>
              </a:xfrm>
              <a:prstGeom prst="rect">
                <a:avLst/>
              </a:prstGeom>
            </p:spPr>
          </p:pic>
          <p:pic>
            <p:nvPicPr>
              <p:cNvPr id="30" name="Picture 29">
                <a:extLst>
                  <a:ext uri="{FF2B5EF4-FFF2-40B4-BE49-F238E27FC236}">
                    <a16:creationId xmlns:a16="http://schemas.microsoft.com/office/drawing/2014/main" id="{731C1AFA-9A0B-7D43-96F8-77665788714F}"/>
                  </a:ext>
                </a:extLst>
              </p:cNvPr>
              <p:cNvPicPr>
                <a:picLocks noChangeAspect="1"/>
              </p:cNvPicPr>
              <p:nvPr/>
            </p:nvPicPr>
            <p:blipFill rotWithShape="1">
              <a:blip r:embed="rId3"/>
              <a:srcRect l="57110" t="62855" r="31321" b="19115"/>
              <a:stretch/>
            </p:blipFill>
            <p:spPr>
              <a:xfrm>
                <a:off x="8662288" y="958924"/>
                <a:ext cx="456912" cy="433553"/>
              </a:xfrm>
              <a:prstGeom prst="rect">
                <a:avLst/>
              </a:prstGeom>
            </p:spPr>
          </p:pic>
          <p:pic>
            <p:nvPicPr>
              <p:cNvPr id="31" name="Picture 30">
                <a:extLst>
                  <a:ext uri="{FF2B5EF4-FFF2-40B4-BE49-F238E27FC236}">
                    <a16:creationId xmlns:a16="http://schemas.microsoft.com/office/drawing/2014/main" id="{55018536-F19C-7F41-88FF-7D38DFB1B569}"/>
                  </a:ext>
                </a:extLst>
              </p:cNvPr>
              <p:cNvPicPr>
                <a:picLocks noChangeAspect="1"/>
              </p:cNvPicPr>
              <p:nvPr/>
            </p:nvPicPr>
            <p:blipFill rotWithShape="1">
              <a:blip r:embed="rId3"/>
              <a:srcRect l="84026" t="62855" r="4405" b="19115"/>
              <a:stretch/>
            </p:blipFill>
            <p:spPr>
              <a:xfrm>
                <a:off x="9453235" y="958923"/>
                <a:ext cx="456912" cy="433553"/>
              </a:xfrm>
              <a:prstGeom prst="rect">
                <a:avLst/>
              </a:prstGeom>
            </p:spPr>
          </p:pic>
        </p:grpSp>
      </p:grpSp>
      <p:sp>
        <p:nvSpPr>
          <p:cNvPr id="32" name="Rectangle 31">
            <a:extLst>
              <a:ext uri="{FF2B5EF4-FFF2-40B4-BE49-F238E27FC236}">
                <a16:creationId xmlns:a16="http://schemas.microsoft.com/office/drawing/2014/main" id="{FC20837B-8F76-AF41-B36E-C638A2B7606F}"/>
              </a:ext>
            </a:extLst>
          </p:cNvPr>
          <p:cNvSpPr/>
          <p:nvPr/>
        </p:nvSpPr>
        <p:spPr>
          <a:xfrm>
            <a:off x="137304" y="6560421"/>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3" name="Rectangle 32">
            <a:extLst>
              <a:ext uri="{FF2B5EF4-FFF2-40B4-BE49-F238E27FC236}">
                <a16:creationId xmlns:a16="http://schemas.microsoft.com/office/drawing/2014/main" id="{7F72781A-AFF2-4A48-905A-C0D1796CC682}"/>
              </a:ext>
            </a:extLst>
          </p:cNvPr>
          <p:cNvSpPr/>
          <p:nvPr/>
        </p:nvSpPr>
        <p:spPr>
          <a:xfrm>
            <a:off x="3565544" y="6570394"/>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4" name="TextBox 33">
            <a:extLst>
              <a:ext uri="{FF2B5EF4-FFF2-40B4-BE49-F238E27FC236}">
                <a16:creationId xmlns:a16="http://schemas.microsoft.com/office/drawing/2014/main" id="{B2C918B0-7002-5C4A-B297-D6CA530C322A}"/>
              </a:ext>
            </a:extLst>
          </p:cNvPr>
          <p:cNvSpPr txBox="1"/>
          <p:nvPr/>
        </p:nvSpPr>
        <p:spPr>
          <a:xfrm>
            <a:off x="3565544" y="6761778"/>
            <a:ext cx="2948322" cy="276999"/>
          </a:xfrm>
          <a:prstGeom prst="rect">
            <a:avLst/>
          </a:prstGeom>
          <a:noFill/>
        </p:spPr>
        <p:txBody>
          <a:bodyPr wrap="square" rtlCol="0">
            <a:spAutoFit/>
          </a:bodyPr>
          <a:lstStyle/>
          <a:p>
            <a:pPr marL="180975" indent="-180975"/>
            <a:r>
              <a:rPr lang="en-GB" sz="1200" b="1" dirty="0"/>
              <a:t>2.    </a:t>
            </a:r>
            <a:r>
              <a:rPr lang="en-GB" sz="1200" dirty="0"/>
              <a:t>List all the factors of 32.</a:t>
            </a:r>
          </a:p>
        </p:txBody>
      </p:sp>
      <p:sp>
        <p:nvSpPr>
          <p:cNvPr id="35" name="Rectangle 34">
            <a:extLst>
              <a:ext uri="{FF2B5EF4-FFF2-40B4-BE49-F238E27FC236}">
                <a16:creationId xmlns:a16="http://schemas.microsoft.com/office/drawing/2014/main" id="{E8780997-D212-CD4D-BEC3-2F8E2E4072FB}"/>
              </a:ext>
            </a:extLst>
          </p:cNvPr>
          <p:cNvSpPr/>
          <p:nvPr/>
        </p:nvSpPr>
        <p:spPr>
          <a:xfrm>
            <a:off x="3655565" y="7158533"/>
            <a:ext cx="2948322" cy="132079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Tree>
    <p:extLst>
      <p:ext uri="{BB962C8B-B14F-4D97-AF65-F5344CB8AC3E}">
        <p14:creationId xmlns:p14="http://schemas.microsoft.com/office/powerpoint/2010/main" val="1773249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 name="Table 106"/>
          <p:cNvGraphicFramePr>
            <a:graphicFrameLocks noGrp="1"/>
          </p:cNvGraphicFramePr>
          <p:nvPr>
            <p:extLst>
              <p:ext uri="{D42A27DB-BD31-4B8C-83A1-F6EECF244321}">
                <p14:modId xmlns:p14="http://schemas.microsoft.com/office/powerpoint/2010/main" val="1325574436"/>
              </p:ext>
            </p:extLst>
          </p:nvPr>
        </p:nvGraphicFramePr>
        <p:xfrm>
          <a:off x="110713" y="6286601"/>
          <a:ext cx="6681466" cy="2749263"/>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280383">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LCM of 3 and 7</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LCM of 6 and 9</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LCM of 5 and 8 </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398298">
                <a:tc>
                  <a:txBody>
                    <a:bodyPr/>
                    <a:lstStyle/>
                    <a:p>
                      <a:pPr marL="0" indent="0">
                        <a:buNone/>
                      </a:pPr>
                      <a:r>
                        <a:rPr lang="en-US" sz="1200" dirty="0">
                          <a:solidFill>
                            <a:schemeClr val="tx1"/>
                          </a:solidFill>
                        </a:rPr>
                        <a:t>1) List the  first  few multiples of each number.</a:t>
                      </a:r>
                      <a:br>
                        <a:rPr lang="en-US" sz="1200" dirty="0">
                          <a:solidFill>
                            <a:schemeClr val="tx1"/>
                          </a:solidFill>
                        </a:rPr>
                      </a:br>
                      <a:endParaRPr lang="en-US" sz="1200" dirty="0">
                        <a:solidFill>
                          <a:schemeClr val="tx1"/>
                        </a:solidFill>
                      </a:endParaRPr>
                    </a:p>
                    <a:p>
                      <a:r>
                        <a:rPr lang="en-US" sz="1200" dirty="0">
                          <a:solidFill>
                            <a:schemeClr val="tx1"/>
                          </a:solidFill>
                        </a:rPr>
                        <a:t>2) </a:t>
                      </a:r>
                      <a:r>
                        <a:rPr lang="en-US" sz="1200" b="0" dirty="0">
                          <a:solidFill>
                            <a:schemeClr val="tx1"/>
                          </a:solidFill>
                        </a:rPr>
                        <a:t>Identify the multiples common to both lists, then circle the lowest common multiple.</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rPr>
                        <a:t>Multiples of 3</a:t>
                      </a:r>
                    </a:p>
                    <a:p>
                      <a:r>
                        <a:rPr lang="en-US" sz="1200" baseline="0" dirty="0">
                          <a:solidFill>
                            <a:schemeClr val="tx1"/>
                          </a:solidFill>
                        </a:rPr>
                        <a:t>3, 6, 9, 12, 15, 18, 21, 24, 27, 30, 33, 36, 39, 42…</a:t>
                      </a:r>
                    </a:p>
                    <a:p>
                      <a:endParaRPr lang="en-US" sz="1200" baseline="0" dirty="0">
                        <a:solidFill>
                          <a:schemeClr val="tx1"/>
                        </a:solidFill>
                      </a:endParaRPr>
                    </a:p>
                    <a:p>
                      <a:r>
                        <a:rPr lang="en-US" sz="1200" baseline="0" dirty="0">
                          <a:solidFill>
                            <a:schemeClr val="tx1"/>
                          </a:solidFill>
                        </a:rPr>
                        <a:t>Multiples of 7</a:t>
                      </a:r>
                    </a:p>
                    <a:p>
                      <a:r>
                        <a:rPr lang="en-US" sz="1200" baseline="0" dirty="0">
                          <a:solidFill>
                            <a:schemeClr val="tx1"/>
                          </a:solidFill>
                        </a:rPr>
                        <a:t>7, 14, 21, 28, 35, 42, 49…</a:t>
                      </a:r>
                    </a:p>
                    <a:p>
                      <a:pPr algn="ctr"/>
                      <a:endParaRPr lang="en-GB" sz="2000" b="1" dirty="0">
                        <a:solidFill>
                          <a:srgbClr val="FF0000"/>
                        </a:solidFill>
                      </a:endParaRPr>
                    </a:p>
                    <a:p>
                      <a:pPr algn="ctr"/>
                      <a:endParaRPr lang="en-GB" sz="2000" b="1" dirty="0">
                        <a:solidFill>
                          <a:srgbClr val="FF0000"/>
                        </a:solidFill>
                      </a:endParaRPr>
                    </a:p>
                    <a:p>
                      <a:pPr algn="ctr"/>
                      <a:endParaRPr lang="en-GB" sz="2000" b="1" dirty="0">
                        <a:solidFill>
                          <a:srgbClr val="FF0000"/>
                        </a:solidFill>
                      </a:endParaRPr>
                    </a:p>
                    <a:p>
                      <a:pPr algn="ctr"/>
                      <a:endParaRPr lang="en-GB"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15" name="TextBox 14">
            <a:extLst>
              <a:ext uri="{FF2B5EF4-FFF2-40B4-BE49-F238E27FC236}">
                <a16:creationId xmlns:a16="http://schemas.microsoft.com/office/drawing/2014/main" id="{BCDC1A2B-2D26-C945-B722-18950FA49879}"/>
              </a:ext>
            </a:extLst>
          </p:cNvPr>
          <p:cNvSpPr txBox="1"/>
          <p:nvPr/>
        </p:nvSpPr>
        <p:spPr>
          <a:xfrm>
            <a:off x="1414073" y="6009238"/>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17" name="TextBox 16">
            <a:extLst>
              <a:ext uri="{FF2B5EF4-FFF2-40B4-BE49-F238E27FC236}">
                <a16:creationId xmlns:a16="http://schemas.microsoft.com/office/drawing/2014/main" id="{4AF4150A-9218-D640-8777-2ECCBC4D10FB}"/>
              </a:ext>
            </a:extLst>
          </p:cNvPr>
          <p:cNvSpPr txBox="1"/>
          <p:nvPr/>
        </p:nvSpPr>
        <p:spPr>
          <a:xfrm>
            <a:off x="5092757" y="6000297"/>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6" name="Slide Number Placeholder 5"/>
          <p:cNvSpPr>
            <a:spLocks noGrp="1"/>
          </p:cNvSpPr>
          <p:nvPr>
            <p:ph type="sldNum" sz="quarter" idx="12"/>
          </p:nvPr>
        </p:nvSpPr>
        <p:spPr>
          <a:xfrm>
            <a:off x="5261873" y="9355795"/>
            <a:ext cx="1543050" cy="527403"/>
          </a:xfrm>
        </p:spPr>
        <p:txBody>
          <a:bodyPr/>
          <a:lstStyle/>
          <a:p>
            <a:fld id="{19F1D9CC-7119-45EC-A96C-D8C0660F3AAB}" type="slidenum">
              <a:rPr lang="en-GB" smtClean="0">
                <a:solidFill>
                  <a:schemeClr val="tx1"/>
                </a:solidFill>
              </a:rPr>
              <a:t>7</a:t>
            </a:fld>
            <a:endParaRPr lang="en-GB" dirty="0">
              <a:solidFill>
                <a:schemeClr val="tx1"/>
              </a:solidFill>
            </a:endParaRPr>
          </a:p>
        </p:txBody>
      </p:sp>
      <p:sp>
        <p:nvSpPr>
          <p:cNvPr id="67" name="Rectangle 66">
            <a:extLst>
              <a:ext uri="{FF2B5EF4-FFF2-40B4-BE49-F238E27FC236}">
                <a16:creationId xmlns:a16="http://schemas.microsoft.com/office/drawing/2014/main" id="{B59D2F85-C40C-6F49-A8DC-9962E32C54A7}"/>
              </a:ext>
            </a:extLst>
          </p:cNvPr>
          <p:cNvSpPr/>
          <p:nvPr/>
        </p:nvSpPr>
        <p:spPr>
          <a:xfrm>
            <a:off x="82741" y="332926"/>
            <a:ext cx="6679742" cy="14877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dirty="0">
              <a:solidFill>
                <a:sysClr val="windowText" lastClr="000000"/>
              </a:solidFill>
            </a:endParaRPr>
          </a:p>
        </p:txBody>
      </p:sp>
      <p:sp>
        <p:nvSpPr>
          <p:cNvPr id="70" name="Rectangle 69">
            <a:extLst>
              <a:ext uri="{FF2B5EF4-FFF2-40B4-BE49-F238E27FC236}">
                <a16:creationId xmlns:a16="http://schemas.microsoft.com/office/drawing/2014/main" id="{E3A83C37-429B-B44E-B9E5-6054EBA2FC17}"/>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2 – Lowest Common Multiple</a:t>
            </a:r>
          </a:p>
        </p:txBody>
      </p:sp>
      <p:sp>
        <p:nvSpPr>
          <p:cNvPr id="71" name="TextBox 70">
            <a:extLst>
              <a:ext uri="{FF2B5EF4-FFF2-40B4-BE49-F238E27FC236}">
                <a16:creationId xmlns:a16="http://schemas.microsoft.com/office/drawing/2014/main" id="{F05264B7-DB58-7E49-B4A9-8F02D752A45D}"/>
              </a:ext>
            </a:extLst>
          </p:cNvPr>
          <p:cNvSpPr txBox="1"/>
          <p:nvPr/>
        </p:nvSpPr>
        <p:spPr>
          <a:xfrm>
            <a:off x="36994" y="707644"/>
            <a:ext cx="1399768" cy="276999"/>
          </a:xfrm>
          <a:prstGeom prst="rect">
            <a:avLst/>
          </a:prstGeom>
          <a:noFill/>
        </p:spPr>
        <p:txBody>
          <a:bodyPr wrap="square" rtlCol="0">
            <a:spAutoFit/>
          </a:bodyPr>
          <a:lstStyle/>
          <a:p>
            <a:r>
              <a:rPr lang="en-GB" sz="1200" b="1" dirty="0"/>
              <a:t>Objectives:</a:t>
            </a:r>
          </a:p>
        </p:txBody>
      </p:sp>
      <p:sp>
        <p:nvSpPr>
          <p:cNvPr id="72" name="TextBox 71">
            <a:extLst>
              <a:ext uri="{FF2B5EF4-FFF2-40B4-BE49-F238E27FC236}">
                <a16:creationId xmlns:a16="http://schemas.microsoft.com/office/drawing/2014/main" id="{FF2A834D-2195-C446-98E7-51533FA4411B}"/>
              </a:ext>
            </a:extLst>
          </p:cNvPr>
          <p:cNvSpPr txBox="1"/>
          <p:nvPr/>
        </p:nvSpPr>
        <p:spPr>
          <a:xfrm>
            <a:off x="350669" y="958736"/>
            <a:ext cx="4667990" cy="646331"/>
          </a:xfrm>
          <a:prstGeom prst="rect">
            <a:avLst/>
          </a:prstGeom>
          <a:noFill/>
        </p:spPr>
        <p:txBody>
          <a:bodyPr wrap="square" rtlCol="0">
            <a:spAutoFit/>
          </a:bodyPr>
          <a:lstStyle/>
          <a:p>
            <a:pPr marL="342900" indent="-342900">
              <a:buFont typeface="+mj-lt"/>
              <a:buAutoNum type="arabicPeriod"/>
            </a:pPr>
            <a:r>
              <a:rPr lang="en-GB" sz="1200" dirty="0"/>
              <a:t>To understand what the LCM represents.</a:t>
            </a:r>
          </a:p>
          <a:p>
            <a:pPr marL="342900" indent="-342900">
              <a:buFont typeface="+mj-lt"/>
              <a:buAutoNum type="arabicPeriod"/>
            </a:pPr>
            <a:r>
              <a:rPr lang="en-GB" sz="1200" dirty="0"/>
              <a:t>To find the LCM of two or more numbers.</a:t>
            </a:r>
          </a:p>
          <a:p>
            <a:pPr marL="342900" indent="-342900">
              <a:buFont typeface="+mj-lt"/>
              <a:buAutoNum type="arabicPeriod"/>
            </a:pPr>
            <a:r>
              <a:rPr lang="en-GB" sz="1200" dirty="0"/>
              <a:t>To solve word problems using the concept of LCM</a:t>
            </a:r>
          </a:p>
        </p:txBody>
      </p:sp>
      <p:sp>
        <p:nvSpPr>
          <p:cNvPr id="73" name="TextBox 72">
            <a:extLst>
              <a:ext uri="{FF2B5EF4-FFF2-40B4-BE49-F238E27FC236}">
                <a16:creationId xmlns:a16="http://schemas.microsoft.com/office/drawing/2014/main" id="{2E771014-6049-D94F-9894-F3E0D5FBDFBE}"/>
              </a:ext>
            </a:extLst>
          </p:cNvPr>
          <p:cNvSpPr txBox="1"/>
          <p:nvPr/>
        </p:nvSpPr>
        <p:spPr>
          <a:xfrm>
            <a:off x="482507" y="403109"/>
            <a:ext cx="5831853" cy="276999"/>
          </a:xfrm>
          <a:prstGeom prst="rect">
            <a:avLst/>
          </a:prstGeom>
          <a:noFill/>
          <a:ln>
            <a:solidFill>
              <a:schemeClr val="tx1"/>
            </a:solidFill>
          </a:ln>
        </p:spPr>
        <p:txBody>
          <a:bodyPr wrap="none" rtlCol="0">
            <a:spAutoFit/>
          </a:bodyPr>
          <a:lstStyle/>
          <a:p>
            <a:pPr algn="ctr"/>
            <a:r>
              <a:rPr lang="en-GB" sz="1200" dirty="0"/>
              <a:t>LEARNING OUTCOME: To find the lowest common multiple (LCM) of a group of numbers.</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126021" y="730961"/>
            <a:ext cx="1593553" cy="1015663"/>
          </a:xfrm>
          <a:prstGeom prst="rect">
            <a:avLst/>
          </a:prstGeom>
          <a:noFill/>
          <a:ln w="12700">
            <a:solidFill>
              <a:schemeClr val="tx1"/>
            </a:solidFill>
          </a:ln>
        </p:spPr>
        <p:txBody>
          <a:bodyPr wrap="square" rtlCol="0">
            <a:spAutoFit/>
          </a:bodyPr>
          <a:lstStyle/>
          <a:p>
            <a:r>
              <a:rPr lang="en-US" sz="1200" b="1" u="sng" dirty="0"/>
              <a:t>Keywords:</a:t>
            </a:r>
            <a:endParaRPr lang="en-US" sz="1200" dirty="0"/>
          </a:p>
          <a:p>
            <a:pPr marL="171450" indent="-171450">
              <a:buFontTx/>
              <a:buChar char="-"/>
            </a:pPr>
            <a:r>
              <a:rPr lang="en-US" sz="1200" dirty="0"/>
              <a:t>Multiples</a:t>
            </a:r>
          </a:p>
          <a:p>
            <a:pPr marL="171450" indent="-171450">
              <a:buFontTx/>
              <a:buChar char="-"/>
            </a:pPr>
            <a:r>
              <a:rPr lang="en-US" sz="1200" dirty="0"/>
              <a:t>Common Multiples</a:t>
            </a:r>
          </a:p>
          <a:p>
            <a:pPr marL="171450" indent="-171450">
              <a:buFontTx/>
              <a:buChar char="-"/>
            </a:pPr>
            <a:r>
              <a:rPr lang="en-US" sz="1200" dirty="0"/>
              <a:t>Lowest Common Multiples</a:t>
            </a:r>
          </a:p>
        </p:txBody>
      </p:sp>
      <p:sp>
        <p:nvSpPr>
          <p:cNvPr id="108" name="TextBox 107">
            <a:extLst>
              <a:ext uri="{FF2B5EF4-FFF2-40B4-BE49-F238E27FC236}">
                <a16:creationId xmlns:a16="http://schemas.microsoft.com/office/drawing/2014/main" id="{4AF4150A-9218-D640-8777-2ECCBC4D10FB}"/>
              </a:ext>
            </a:extLst>
          </p:cNvPr>
          <p:cNvSpPr txBox="1"/>
          <p:nvPr/>
        </p:nvSpPr>
        <p:spPr>
          <a:xfrm>
            <a:off x="3120945" y="6005764"/>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2" name="Rectangle 1">
            <a:extLst>
              <a:ext uri="{FF2B5EF4-FFF2-40B4-BE49-F238E27FC236}">
                <a16:creationId xmlns:a16="http://schemas.microsoft.com/office/drawing/2014/main" id="{60007D7C-2A55-B0B9-45CE-5730B2707C23}"/>
              </a:ext>
            </a:extLst>
          </p:cNvPr>
          <p:cNvSpPr/>
          <p:nvPr/>
        </p:nvSpPr>
        <p:spPr>
          <a:xfrm>
            <a:off x="91054" y="5639021"/>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Identifying the lowest common multiple of two numbers</a:t>
            </a:r>
          </a:p>
        </p:txBody>
      </p:sp>
      <p:cxnSp>
        <p:nvCxnSpPr>
          <p:cNvPr id="4" name="Straight Connector 3">
            <a:extLst>
              <a:ext uri="{FF2B5EF4-FFF2-40B4-BE49-F238E27FC236}">
                <a16:creationId xmlns:a16="http://schemas.microsoft.com/office/drawing/2014/main" id="{6E58779B-D378-FD25-AE78-D9624FC72B0B}"/>
              </a:ext>
            </a:extLst>
          </p:cNvPr>
          <p:cNvCxnSpPr/>
          <p:nvPr/>
        </p:nvCxnSpPr>
        <p:spPr>
          <a:xfrm flipV="1">
            <a:off x="947641" y="5170746"/>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A44759A-D16B-FDC7-B580-253159991510}"/>
              </a:ext>
            </a:extLst>
          </p:cNvPr>
          <p:cNvSpPr/>
          <p:nvPr/>
        </p:nvSpPr>
        <p:spPr>
          <a:xfrm>
            <a:off x="92960" y="3240150"/>
            <a:ext cx="6699219" cy="225880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7C32E9B0-0642-8971-8688-D5C8018BFC87}"/>
              </a:ext>
            </a:extLst>
          </p:cNvPr>
          <p:cNvCxnSpPr>
            <a:cxnSpLocks/>
          </p:cNvCxnSpPr>
          <p:nvPr/>
        </p:nvCxnSpPr>
        <p:spPr>
          <a:xfrm>
            <a:off x="92960" y="4456782"/>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5E3C4B5E-DADC-30D0-9A2D-AC39BC132478}"/>
              </a:ext>
            </a:extLst>
          </p:cNvPr>
          <p:cNvCxnSpPr>
            <a:cxnSpLocks/>
            <a:stCxn id="5" idx="2"/>
            <a:endCxn id="5" idx="0"/>
          </p:cNvCxnSpPr>
          <p:nvPr/>
        </p:nvCxnSpPr>
        <p:spPr>
          <a:xfrm flipV="1">
            <a:off x="3442570" y="3240150"/>
            <a:ext cx="0" cy="2258801"/>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015CF5C-EC85-9068-99DB-D16AAEEDB9A2}"/>
              </a:ext>
            </a:extLst>
          </p:cNvPr>
          <p:cNvSpPr txBox="1"/>
          <p:nvPr/>
        </p:nvSpPr>
        <p:spPr>
          <a:xfrm>
            <a:off x="110715" y="3240150"/>
            <a:ext cx="824713" cy="461665"/>
          </a:xfrm>
          <a:prstGeom prst="rect">
            <a:avLst/>
          </a:prstGeom>
          <a:noFill/>
        </p:spPr>
        <p:txBody>
          <a:bodyPr wrap="none" rtlCol="0">
            <a:spAutoFit/>
          </a:bodyPr>
          <a:lstStyle/>
          <a:p>
            <a:r>
              <a:rPr lang="en-US" sz="1200" b="1" dirty="0"/>
              <a:t>Definition</a:t>
            </a:r>
          </a:p>
          <a:p>
            <a:endParaRPr lang="en-US" sz="1200" dirty="0"/>
          </a:p>
        </p:txBody>
      </p:sp>
      <p:sp>
        <p:nvSpPr>
          <p:cNvPr id="11" name="TextBox 10">
            <a:extLst>
              <a:ext uri="{FF2B5EF4-FFF2-40B4-BE49-F238E27FC236}">
                <a16:creationId xmlns:a16="http://schemas.microsoft.com/office/drawing/2014/main" id="{EE286EED-A34A-0A6B-3174-F729BACB2CEC}"/>
              </a:ext>
            </a:extLst>
          </p:cNvPr>
          <p:cNvSpPr txBox="1"/>
          <p:nvPr/>
        </p:nvSpPr>
        <p:spPr>
          <a:xfrm>
            <a:off x="5749674" y="3251784"/>
            <a:ext cx="1112228" cy="276999"/>
          </a:xfrm>
          <a:prstGeom prst="rect">
            <a:avLst/>
          </a:prstGeom>
          <a:noFill/>
        </p:spPr>
        <p:txBody>
          <a:bodyPr wrap="none" rtlCol="0">
            <a:spAutoFit/>
          </a:bodyPr>
          <a:lstStyle/>
          <a:p>
            <a:r>
              <a:rPr lang="en-US" sz="1200" b="1" dirty="0"/>
              <a:t>Characteristics</a:t>
            </a:r>
            <a:endParaRPr lang="en-GB" sz="1200" b="1" dirty="0"/>
          </a:p>
        </p:txBody>
      </p:sp>
      <p:sp>
        <p:nvSpPr>
          <p:cNvPr id="12" name="TextBox 11">
            <a:extLst>
              <a:ext uri="{FF2B5EF4-FFF2-40B4-BE49-F238E27FC236}">
                <a16:creationId xmlns:a16="http://schemas.microsoft.com/office/drawing/2014/main" id="{D2CAB040-7D72-26BF-98BE-4CABFF9BD324}"/>
              </a:ext>
            </a:extLst>
          </p:cNvPr>
          <p:cNvSpPr txBox="1"/>
          <p:nvPr/>
        </p:nvSpPr>
        <p:spPr>
          <a:xfrm>
            <a:off x="104952" y="4449472"/>
            <a:ext cx="788164" cy="276999"/>
          </a:xfrm>
          <a:prstGeom prst="rect">
            <a:avLst/>
          </a:prstGeom>
          <a:noFill/>
        </p:spPr>
        <p:txBody>
          <a:bodyPr wrap="none" rtlCol="0">
            <a:spAutoFit/>
          </a:bodyPr>
          <a:lstStyle/>
          <a:p>
            <a:r>
              <a:rPr lang="en-US" sz="1200" b="1" dirty="0"/>
              <a:t>Examples</a:t>
            </a:r>
            <a:endParaRPr lang="en-GB" sz="1200" b="1" dirty="0"/>
          </a:p>
        </p:txBody>
      </p:sp>
      <p:sp>
        <p:nvSpPr>
          <p:cNvPr id="13" name="TextBox 12">
            <a:extLst>
              <a:ext uri="{FF2B5EF4-FFF2-40B4-BE49-F238E27FC236}">
                <a16:creationId xmlns:a16="http://schemas.microsoft.com/office/drawing/2014/main" id="{0C727CE5-BAEA-FD00-3A85-B3441082BF44}"/>
              </a:ext>
            </a:extLst>
          </p:cNvPr>
          <p:cNvSpPr txBox="1"/>
          <p:nvPr/>
        </p:nvSpPr>
        <p:spPr>
          <a:xfrm>
            <a:off x="5674947" y="4460621"/>
            <a:ext cx="1172885" cy="276999"/>
          </a:xfrm>
          <a:prstGeom prst="rect">
            <a:avLst/>
          </a:prstGeom>
          <a:noFill/>
        </p:spPr>
        <p:txBody>
          <a:bodyPr wrap="none" rtlCol="0">
            <a:spAutoFit/>
          </a:bodyPr>
          <a:lstStyle/>
          <a:p>
            <a:r>
              <a:rPr lang="en-US" sz="1200" b="1" dirty="0"/>
              <a:t>Non - Examples</a:t>
            </a:r>
            <a:endParaRPr lang="en-GB" sz="1200" b="1" dirty="0"/>
          </a:p>
        </p:txBody>
      </p:sp>
      <p:sp>
        <p:nvSpPr>
          <p:cNvPr id="14" name="TextBox 13">
            <a:extLst>
              <a:ext uri="{FF2B5EF4-FFF2-40B4-BE49-F238E27FC236}">
                <a16:creationId xmlns:a16="http://schemas.microsoft.com/office/drawing/2014/main" id="{6FB3BAE3-E72A-C88F-558F-BDF4C07CDCD5}"/>
              </a:ext>
            </a:extLst>
          </p:cNvPr>
          <p:cNvSpPr txBox="1"/>
          <p:nvPr/>
        </p:nvSpPr>
        <p:spPr>
          <a:xfrm>
            <a:off x="105109" y="3427074"/>
            <a:ext cx="3230335" cy="461665"/>
          </a:xfrm>
          <a:prstGeom prst="rect">
            <a:avLst/>
          </a:prstGeom>
          <a:noFill/>
        </p:spPr>
        <p:txBody>
          <a:bodyPr wrap="square" rtlCol="0">
            <a:spAutoFit/>
          </a:bodyPr>
          <a:lstStyle/>
          <a:p>
            <a:pPr marL="171450" indent="-171450">
              <a:buFont typeface="Arial" panose="020B0604020202020204" pitchFamily="34" charset="0"/>
              <a:buChar char="•"/>
            </a:pPr>
            <a:r>
              <a:rPr lang="en-GB" sz="1200" dirty="0"/>
              <a:t>The smallest integer which is a multiple of two or more positive integers.</a:t>
            </a:r>
            <a:endParaRPr lang="en-US" sz="1200" dirty="0"/>
          </a:p>
        </p:txBody>
      </p:sp>
      <p:sp>
        <p:nvSpPr>
          <p:cNvPr id="16" name="TextBox 15">
            <a:extLst>
              <a:ext uri="{FF2B5EF4-FFF2-40B4-BE49-F238E27FC236}">
                <a16:creationId xmlns:a16="http://schemas.microsoft.com/office/drawing/2014/main" id="{C2AEA9DE-2D65-BC9A-9CDD-02155AEDD6D2}"/>
              </a:ext>
            </a:extLst>
          </p:cNvPr>
          <p:cNvSpPr txBox="1"/>
          <p:nvPr/>
        </p:nvSpPr>
        <p:spPr>
          <a:xfrm>
            <a:off x="3471985" y="3392158"/>
            <a:ext cx="3230335" cy="1384995"/>
          </a:xfrm>
          <a:prstGeom prst="rect">
            <a:avLst/>
          </a:prstGeom>
          <a:noFill/>
        </p:spPr>
        <p:txBody>
          <a:bodyPr wrap="square" rtlCol="0" anchor="b">
            <a:spAutoFit/>
          </a:bodyPr>
          <a:lstStyle/>
          <a:p>
            <a:pPr marL="171450" indent="-171450">
              <a:buFont typeface="Arial" panose="020B0604020202020204" pitchFamily="34" charset="0"/>
              <a:buChar char="•"/>
            </a:pPr>
            <a:r>
              <a:rPr lang="en-US" sz="1200" dirty="0"/>
              <a:t>Will be greater than or equal to the largest of the numbers.</a:t>
            </a:r>
          </a:p>
          <a:p>
            <a:pPr marL="171450" indent="-171450">
              <a:buFont typeface="Arial" panose="020B0604020202020204" pitchFamily="34" charset="0"/>
              <a:buChar char="•"/>
            </a:pPr>
            <a:r>
              <a:rPr lang="en-US" sz="1200" dirty="0"/>
              <a:t>Often abbreviated to LCM</a:t>
            </a:r>
          </a:p>
          <a:p>
            <a:pPr marL="171450" indent="-171450">
              <a:buFont typeface="Arial" panose="020B0604020202020204" pitchFamily="34" charset="0"/>
              <a:buChar char="•"/>
            </a:pPr>
            <a:r>
              <a:rPr lang="en-US" sz="1200" dirty="0"/>
              <a:t>Appears in the times table of all given numbers</a:t>
            </a:r>
          </a:p>
          <a:p>
            <a:endParaRPr lang="en-US" sz="1200" dirty="0"/>
          </a:p>
          <a:p>
            <a:pPr marL="171450" indent="-171450">
              <a:buFont typeface="Arial" panose="020B0604020202020204" pitchFamily="34" charset="0"/>
              <a:buChar char="•"/>
            </a:pPr>
            <a:endParaRPr lang="en-US" sz="1200" dirty="0"/>
          </a:p>
        </p:txBody>
      </p:sp>
      <p:sp>
        <p:nvSpPr>
          <p:cNvPr id="18" name="TextBox 17">
            <a:extLst>
              <a:ext uri="{FF2B5EF4-FFF2-40B4-BE49-F238E27FC236}">
                <a16:creationId xmlns:a16="http://schemas.microsoft.com/office/drawing/2014/main" id="{F37A9BF4-DD65-C79C-69F5-90A4A8AC765C}"/>
              </a:ext>
            </a:extLst>
          </p:cNvPr>
          <p:cNvSpPr txBox="1"/>
          <p:nvPr/>
        </p:nvSpPr>
        <p:spPr>
          <a:xfrm>
            <a:off x="2159450" y="4385687"/>
            <a:ext cx="3211135" cy="369332"/>
          </a:xfrm>
          <a:prstGeom prst="rect">
            <a:avLst/>
          </a:prstGeom>
          <a:solidFill>
            <a:schemeClr val="bg1"/>
          </a:solidFill>
          <a:ln>
            <a:solidFill>
              <a:schemeClr val="tx1"/>
            </a:solidFill>
          </a:ln>
        </p:spPr>
        <p:txBody>
          <a:bodyPr wrap="none" rtlCol="0">
            <a:spAutoFit/>
          </a:bodyPr>
          <a:lstStyle/>
          <a:p>
            <a:r>
              <a:rPr lang="en-US" dirty="0"/>
              <a:t>Lowest Common Multiple (LCM)</a:t>
            </a:r>
            <a:endParaRPr lang="en-GB" dirty="0"/>
          </a:p>
        </p:txBody>
      </p:sp>
      <p:sp>
        <p:nvSpPr>
          <p:cNvPr id="19" name="TextBox 18">
            <a:extLst>
              <a:ext uri="{FF2B5EF4-FFF2-40B4-BE49-F238E27FC236}">
                <a16:creationId xmlns:a16="http://schemas.microsoft.com/office/drawing/2014/main" id="{80A05C81-A41E-A3AE-4D1D-E96D467DF253}"/>
              </a:ext>
            </a:extLst>
          </p:cNvPr>
          <p:cNvSpPr txBox="1"/>
          <p:nvPr/>
        </p:nvSpPr>
        <p:spPr>
          <a:xfrm>
            <a:off x="126574" y="4667954"/>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GB" sz="1200" dirty="0"/>
              <a:t>LCM of 8 and 12 = 24</a:t>
            </a:r>
          </a:p>
          <a:p>
            <a:pPr marL="171450" indent="-171450">
              <a:buFont typeface="Arial" panose="020B0604020202020204" pitchFamily="34" charset="0"/>
              <a:buChar char="•"/>
            </a:pPr>
            <a:r>
              <a:rPr lang="en-GB" sz="1200" dirty="0"/>
              <a:t>LCM of 30 and 15 = 30</a:t>
            </a:r>
          </a:p>
          <a:p>
            <a:pPr marL="171450" indent="-171450">
              <a:buFont typeface="Arial" panose="020B0604020202020204" pitchFamily="34" charset="0"/>
              <a:buChar char="•"/>
            </a:pPr>
            <a:r>
              <a:rPr lang="en-GB" sz="1200" dirty="0"/>
              <a:t>LCM of 3 and 7 = 21</a:t>
            </a:r>
          </a:p>
          <a:p>
            <a:pPr marL="171450" indent="-171450">
              <a:buFont typeface="Arial" panose="020B0604020202020204" pitchFamily="34" charset="0"/>
              <a:buChar char="•"/>
            </a:pPr>
            <a:r>
              <a:rPr lang="en-GB" sz="1200" dirty="0"/>
              <a:t>LCM of 4, 5 and 6 = 60</a:t>
            </a:r>
          </a:p>
        </p:txBody>
      </p:sp>
      <p:sp>
        <p:nvSpPr>
          <p:cNvPr id="21" name="TextBox 20">
            <a:extLst>
              <a:ext uri="{FF2B5EF4-FFF2-40B4-BE49-F238E27FC236}">
                <a16:creationId xmlns:a16="http://schemas.microsoft.com/office/drawing/2014/main" id="{0EBAA5F7-28D1-5474-3E99-69AD6D77F0CE}"/>
              </a:ext>
            </a:extLst>
          </p:cNvPr>
          <p:cNvSpPr txBox="1"/>
          <p:nvPr/>
        </p:nvSpPr>
        <p:spPr>
          <a:xfrm>
            <a:off x="3478202" y="4836323"/>
            <a:ext cx="3230335" cy="646331"/>
          </a:xfrm>
          <a:prstGeom prst="rect">
            <a:avLst/>
          </a:prstGeom>
          <a:noFill/>
        </p:spPr>
        <p:txBody>
          <a:bodyPr wrap="square" rtlCol="0">
            <a:spAutoFit/>
          </a:bodyPr>
          <a:lstStyle/>
          <a:p>
            <a:pPr marL="171450" indent="-171450">
              <a:buFont typeface="Arial" panose="020B0604020202020204" pitchFamily="34" charset="0"/>
              <a:buChar char="•"/>
            </a:pPr>
            <a:r>
              <a:rPr lang="en-GB" sz="1200" dirty="0"/>
              <a:t>LCM of 4 and 6 ≠ 2</a:t>
            </a:r>
          </a:p>
          <a:p>
            <a:pPr marL="171450" indent="-171450">
              <a:buFont typeface="Arial" panose="020B0604020202020204" pitchFamily="34" charset="0"/>
              <a:buChar char="•"/>
            </a:pPr>
            <a:r>
              <a:rPr lang="en-GB" sz="1200" dirty="0"/>
              <a:t>LCM of 3 and 5 ≠ 1</a:t>
            </a:r>
          </a:p>
          <a:p>
            <a:pPr marL="171450" indent="-171450">
              <a:buFont typeface="Arial" panose="020B0604020202020204" pitchFamily="34" charset="0"/>
              <a:buChar char="•"/>
            </a:pPr>
            <a:r>
              <a:rPr lang="en-GB" sz="1200" dirty="0"/>
              <a:t>LCM of 4 and 8 ≠ 4</a:t>
            </a:r>
          </a:p>
        </p:txBody>
      </p:sp>
      <p:sp>
        <p:nvSpPr>
          <p:cNvPr id="20" name="Rectangle 19">
            <a:extLst>
              <a:ext uri="{FF2B5EF4-FFF2-40B4-BE49-F238E27FC236}">
                <a16:creationId xmlns:a16="http://schemas.microsoft.com/office/drawing/2014/main" id="{A968DD5B-51A1-C10A-F7EF-5CD67D3EF941}"/>
              </a:ext>
            </a:extLst>
          </p:cNvPr>
          <p:cNvSpPr/>
          <p:nvPr/>
        </p:nvSpPr>
        <p:spPr>
          <a:xfrm>
            <a:off x="80085" y="1907427"/>
            <a:ext cx="6671317" cy="11215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22" name="TextBox 21">
            <a:extLst>
              <a:ext uri="{FF2B5EF4-FFF2-40B4-BE49-F238E27FC236}">
                <a16:creationId xmlns:a16="http://schemas.microsoft.com/office/drawing/2014/main" id="{0D92D4F9-DC70-4F76-43DD-C3987BAFF894}"/>
              </a:ext>
            </a:extLst>
          </p:cNvPr>
          <p:cNvSpPr txBox="1"/>
          <p:nvPr/>
        </p:nvSpPr>
        <p:spPr>
          <a:xfrm>
            <a:off x="36994" y="1870781"/>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Introduction: </a:t>
            </a:r>
          </a:p>
        </p:txBody>
      </p:sp>
      <p:sp>
        <p:nvSpPr>
          <p:cNvPr id="23" name="TextBox 22">
            <a:extLst>
              <a:ext uri="{FF2B5EF4-FFF2-40B4-BE49-F238E27FC236}">
                <a16:creationId xmlns:a16="http://schemas.microsoft.com/office/drawing/2014/main" id="{93E8851E-46DC-644C-BAC2-B7E326D9FADC}"/>
              </a:ext>
            </a:extLst>
          </p:cNvPr>
          <p:cNvSpPr txBox="1"/>
          <p:nvPr/>
        </p:nvSpPr>
        <p:spPr>
          <a:xfrm>
            <a:off x="49282" y="2094378"/>
            <a:ext cx="6783309" cy="830997"/>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The lowest common multiple (LCM) is the smallest number that two (or more) numbers both divide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into evenly. Think of it as the first number that both numbers "share" when you list their multiples. The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LCM is useful when you’re adding or subtracting fractions, scheduling events, or solving problems that</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involve repeated cycles or patterns. </a:t>
            </a:r>
            <a:endParaRPr kumimoji="0" lang="en-US" sz="120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099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5384318" y="9562176"/>
            <a:ext cx="1543050" cy="527403"/>
          </a:xfrm>
        </p:spPr>
        <p:txBody>
          <a:bodyPr/>
          <a:lstStyle/>
          <a:p>
            <a:fld id="{19F1D9CC-7119-45EC-A96C-D8C0660F3AAB}" type="slidenum">
              <a:rPr lang="en-GB" smtClean="0"/>
              <a:t>8</a:t>
            </a:fld>
            <a:endParaRPr lang="en-GB"/>
          </a:p>
        </p:txBody>
      </p:sp>
      <p:sp>
        <p:nvSpPr>
          <p:cNvPr id="107" name="TextBox 106"/>
          <p:cNvSpPr txBox="1"/>
          <p:nvPr/>
        </p:nvSpPr>
        <p:spPr>
          <a:xfrm>
            <a:off x="1229007" y="215450"/>
            <a:ext cx="5045933" cy="276999"/>
          </a:xfrm>
          <a:prstGeom prst="rect">
            <a:avLst/>
          </a:prstGeom>
          <a:noFill/>
        </p:spPr>
        <p:txBody>
          <a:bodyPr wrap="none" rtlCol="0">
            <a:spAutoFit/>
          </a:bodyPr>
          <a:lstStyle/>
          <a:p>
            <a:r>
              <a:rPr lang="en-US" sz="1200" b="1" dirty="0"/>
              <a:t>1. </a:t>
            </a:r>
            <a:r>
              <a:rPr lang="en-GB" sz="1200" dirty="0"/>
              <a:t>Find the lowest common multiple (LCM) of each of these pairs of numbers. </a:t>
            </a:r>
          </a:p>
        </p:txBody>
      </p:sp>
      <p:graphicFrame>
        <p:nvGraphicFramePr>
          <p:cNvPr id="2" name="Table 3">
            <a:extLst>
              <a:ext uri="{FF2B5EF4-FFF2-40B4-BE49-F238E27FC236}">
                <a16:creationId xmlns:a16="http://schemas.microsoft.com/office/drawing/2014/main" id="{378F9C86-313C-B826-DF0B-AEDAA1E722F3}"/>
              </a:ext>
            </a:extLst>
          </p:cNvPr>
          <p:cNvGraphicFramePr>
            <a:graphicFrameLocks noGrp="1"/>
          </p:cNvGraphicFramePr>
          <p:nvPr/>
        </p:nvGraphicFramePr>
        <p:xfrm>
          <a:off x="138031" y="533723"/>
          <a:ext cx="6581937" cy="9180000"/>
        </p:xfrm>
        <a:graphic>
          <a:graphicData uri="http://schemas.openxmlformats.org/drawingml/2006/table">
            <a:tbl>
              <a:tblPr firstRow="1" bandRow="1"/>
              <a:tblGrid>
                <a:gridCol w="2193979">
                  <a:extLst>
                    <a:ext uri="{9D8B030D-6E8A-4147-A177-3AD203B41FA5}">
                      <a16:colId xmlns:a16="http://schemas.microsoft.com/office/drawing/2014/main" val="2020976862"/>
                    </a:ext>
                  </a:extLst>
                </a:gridCol>
                <a:gridCol w="2193979">
                  <a:extLst>
                    <a:ext uri="{9D8B030D-6E8A-4147-A177-3AD203B41FA5}">
                      <a16:colId xmlns:a16="http://schemas.microsoft.com/office/drawing/2014/main" val="3640026896"/>
                    </a:ext>
                  </a:extLst>
                </a:gridCol>
                <a:gridCol w="2193979">
                  <a:extLst>
                    <a:ext uri="{9D8B030D-6E8A-4147-A177-3AD203B41FA5}">
                      <a16:colId xmlns:a16="http://schemas.microsoft.com/office/drawing/2014/main" val="2169981925"/>
                    </a:ext>
                  </a:extLst>
                </a:gridCol>
              </a:tblGrid>
              <a:tr h="1836000">
                <a:tc>
                  <a:txBody>
                    <a:bodyPr/>
                    <a:lstStyle/>
                    <a:p>
                      <a:r>
                        <a:rPr lang="en-GB" sz="1200" dirty="0"/>
                        <a:t>a) 5 and 6</a:t>
                      </a:r>
                    </a:p>
                  </a:txBody>
                  <a:tcPr/>
                </a:tc>
                <a:tc>
                  <a:txBody>
                    <a:bodyPr/>
                    <a:lstStyle/>
                    <a:p>
                      <a:r>
                        <a:rPr lang="en-GB" sz="1200" dirty="0"/>
                        <a:t>b) 2 and 7</a:t>
                      </a:r>
                    </a:p>
                  </a:txBody>
                  <a:tcPr/>
                </a:tc>
                <a:tc>
                  <a:txBody>
                    <a:bodyPr/>
                    <a:lstStyle/>
                    <a:p>
                      <a:r>
                        <a:rPr lang="en-GB" sz="1200" dirty="0"/>
                        <a:t>c) 3 and 8</a:t>
                      </a:r>
                    </a:p>
                  </a:txBody>
                  <a:tcPr/>
                </a:tc>
                <a:extLst>
                  <a:ext uri="{0D108BD9-81ED-4DB2-BD59-A6C34878D82A}">
                    <a16:rowId xmlns:a16="http://schemas.microsoft.com/office/drawing/2014/main" val="704987828"/>
                  </a:ext>
                </a:extLst>
              </a:tr>
              <a:tr h="1836000">
                <a:tc>
                  <a:txBody>
                    <a:bodyPr/>
                    <a:lstStyle/>
                    <a:p>
                      <a:r>
                        <a:rPr lang="en-GB" sz="1200" dirty="0"/>
                        <a:t>d) 4 and 10</a:t>
                      </a:r>
                    </a:p>
                  </a:txBody>
                  <a:tcPr/>
                </a:tc>
                <a:tc>
                  <a:txBody>
                    <a:bodyPr/>
                    <a:lstStyle/>
                    <a:p>
                      <a:r>
                        <a:rPr lang="en-GB" sz="1200" dirty="0"/>
                        <a:t>e) 9 and 4 </a:t>
                      </a:r>
                    </a:p>
                  </a:txBody>
                  <a:tcPr/>
                </a:tc>
                <a:tc>
                  <a:txBody>
                    <a:bodyPr/>
                    <a:lstStyle/>
                    <a:p>
                      <a:r>
                        <a:rPr lang="en-GB" sz="1200" dirty="0"/>
                        <a:t>f) 6 and 7</a:t>
                      </a:r>
                    </a:p>
                  </a:txBody>
                  <a:tcPr/>
                </a:tc>
                <a:extLst>
                  <a:ext uri="{0D108BD9-81ED-4DB2-BD59-A6C34878D82A}">
                    <a16:rowId xmlns:a16="http://schemas.microsoft.com/office/drawing/2014/main" val="1225368203"/>
                  </a:ext>
                </a:extLst>
              </a:tr>
              <a:tr h="1836000">
                <a:tc>
                  <a:txBody>
                    <a:bodyPr/>
                    <a:lstStyle/>
                    <a:p>
                      <a:r>
                        <a:rPr lang="en-GB" sz="1200" dirty="0"/>
                        <a:t>g) 25 and 35</a:t>
                      </a:r>
                    </a:p>
                  </a:txBody>
                  <a:tcPr/>
                </a:tc>
                <a:tc>
                  <a:txBody>
                    <a:bodyPr/>
                    <a:lstStyle/>
                    <a:p>
                      <a:r>
                        <a:rPr lang="en-GB" sz="1200" dirty="0"/>
                        <a:t>h) 16 and 24</a:t>
                      </a:r>
                    </a:p>
                  </a:txBody>
                  <a:tcPr/>
                </a:tc>
                <a:tc>
                  <a:txBody>
                    <a:bodyPr/>
                    <a:lstStyle/>
                    <a:p>
                      <a:r>
                        <a:rPr lang="en-GB" sz="1200" dirty="0" err="1"/>
                        <a:t>i</a:t>
                      </a:r>
                      <a:r>
                        <a:rPr lang="en-GB" sz="1200" dirty="0"/>
                        <a:t>) 20 and 28</a:t>
                      </a:r>
                    </a:p>
                  </a:txBody>
                  <a:tcPr/>
                </a:tc>
                <a:extLst>
                  <a:ext uri="{0D108BD9-81ED-4DB2-BD59-A6C34878D82A}">
                    <a16:rowId xmlns:a16="http://schemas.microsoft.com/office/drawing/2014/main" val="642972422"/>
                  </a:ext>
                </a:extLst>
              </a:tr>
              <a:tr h="1836000">
                <a:tc>
                  <a:txBody>
                    <a:bodyPr/>
                    <a:lstStyle/>
                    <a:p>
                      <a:r>
                        <a:rPr lang="en-GB" sz="1200" dirty="0"/>
                        <a:t>j) 12 and 1</a:t>
                      </a:r>
                    </a:p>
                  </a:txBody>
                  <a:tcPr/>
                </a:tc>
                <a:tc>
                  <a:txBody>
                    <a:bodyPr/>
                    <a:lstStyle/>
                    <a:p>
                      <a:r>
                        <a:rPr lang="en-GB" sz="1200" dirty="0"/>
                        <a:t>k) 12 and 2</a:t>
                      </a:r>
                    </a:p>
                  </a:txBody>
                  <a:tcPr/>
                </a:tc>
                <a:tc>
                  <a:txBody>
                    <a:bodyPr/>
                    <a:lstStyle/>
                    <a:p>
                      <a:r>
                        <a:rPr lang="en-GB" sz="1200" dirty="0"/>
                        <a:t>l) 12 and 3</a:t>
                      </a:r>
                    </a:p>
                  </a:txBody>
                  <a:tcPr/>
                </a:tc>
                <a:extLst>
                  <a:ext uri="{0D108BD9-81ED-4DB2-BD59-A6C34878D82A}">
                    <a16:rowId xmlns:a16="http://schemas.microsoft.com/office/drawing/2014/main" val="3839367128"/>
                  </a:ext>
                </a:extLst>
              </a:tr>
              <a:tr h="1836000">
                <a:tc>
                  <a:txBody>
                    <a:bodyPr/>
                    <a:lstStyle/>
                    <a:p>
                      <a:r>
                        <a:rPr lang="en-GB" sz="1200" dirty="0"/>
                        <a:t>m) 12 and 4</a:t>
                      </a:r>
                    </a:p>
                  </a:txBody>
                  <a:tcPr/>
                </a:tc>
                <a:tc>
                  <a:txBody>
                    <a:bodyPr/>
                    <a:lstStyle/>
                    <a:p>
                      <a:r>
                        <a:rPr lang="en-GB" sz="1200" dirty="0"/>
                        <a:t>n) 12 and 5</a:t>
                      </a:r>
                    </a:p>
                  </a:txBody>
                  <a:tcPr/>
                </a:tc>
                <a:tc>
                  <a:txBody>
                    <a:bodyPr/>
                    <a:lstStyle/>
                    <a:p>
                      <a:r>
                        <a:rPr lang="en-GB" sz="1200" dirty="0"/>
                        <a:t>o) 12 and 6</a:t>
                      </a:r>
                    </a:p>
                  </a:txBody>
                  <a:tcPr/>
                </a:tc>
                <a:extLst>
                  <a:ext uri="{0D108BD9-81ED-4DB2-BD59-A6C34878D82A}">
                    <a16:rowId xmlns:a16="http://schemas.microsoft.com/office/drawing/2014/main" val="1522146592"/>
                  </a:ext>
                </a:extLst>
              </a:tr>
            </a:tbl>
          </a:graphicData>
        </a:graphic>
      </p:graphicFrame>
      <p:sp>
        <p:nvSpPr>
          <p:cNvPr id="4" name="Rectangle 3">
            <a:extLst>
              <a:ext uri="{FF2B5EF4-FFF2-40B4-BE49-F238E27FC236}">
                <a16:creationId xmlns:a16="http://schemas.microsoft.com/office/drawing/2014/main" id="{7F047C92-ADE7-1688-CDC9-A54F88919EB4}"/>
              </a:ext>
            </a:extLst>
          </p:cNvPr>
          <p:cNvSpPr/>
          <p:nvPr/>
        </p:nvSpPr>
        <p:spPr>
          <a:xfrm>
            <a:off x="105947" y="72331"/>
            <a:ext cx="1123060" cy="382441"/>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Tree>
    <p:extLst>
      <p:ext uri="{BB962C8B-B14F-4D97-AF65-F5344CB8AC3E}">
        <p14:creationId xmlns:p14="http://schemas.microsoft.com/office/powerpoint/2010/main" val="2485489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7732DF0-B20B-5466-D7F2-2191240A079A}"/>
              </a:ext>
            </a:extLst>
          </p:cNvPr>
          <p:cNvGraphicFramePr>
            <a:graphicFrameLocks noGrp="1"/>
          </p:cNvGraphicFramePr>
          <p:nvPr/>
        </p:nvGraphicFramePr>
        <p:xfrm>
          <a:off x="138031" y="214480"/>
          <a:ext cx="6581937" cy="7344000"/>
        </p:xfrm>
        <a:graphic>
          <a:graphicData uri="http://schemas.openxmlformats.org/drawingml/2006/table">
            <a:tbl>
              <a:tblPr firstRow="1" bandRow="1"/>
              <a:tblGrid>
                <a:gridCol w="2193979">
                  <a:extLst>
                    <a:ext uri="{9D8B030D-6E8A-4147-A177-3AD203B41FA5}">
                      <a16:colId xmlns:a16="http://schemas.microsoft.com/office/drawing/2014/main" val="1996065877"/>
                    </a:ext>
                  </a:extLst>
                </a:gridCol>
                <a:gridCol w="2193979">
                  <a:extLst>
                    <a:ext uri="{9D8B030D-6E8A-4147-A177-3AD203B41FA5}">
                      <a16:colId xmlns:a16="http://schemas.microsoft.com/office/drawing/2014/main" val="2439656057"/>
                    </a:ext>
                  </a:extLst>
                </a:gridCol>
                <a:gridCol w="2193979">
                  <a:extLst>
                    <a:ext uri="{9D8B030D-6E8A-4147-A177-3AD203B41FA5}">
                      <a16:colId xmlns:a16="http://schemas.microsoft.com/office/drawing/2014/main" val="3269801525"/>
                    </a:ext>
                  </a:extLst>
                </a:gridCol>
              </a:tblGrid>
              <a:tr h="1836000">
                <a:tc>
                  <a:txBody>
                    <a:bodyPr/>
                    <a:lstStyle/>
                    <a:p>
                      <a:r>
                        <a:rPr lang="en-GB" sz="1200" dirty="0"/>
                        <a:t>p) 12 and 7</a:t>
                      </a:r>
                    </a:p>
                  </a:txBody>
                  <a:tcPr/>
                </a:tc>
                <a:tc>
                  <a:txBody>
                    <a:bodyPr/>
                    <a:lstStyle/>
                    <a:p>
                      <a:r>
                        <a:rPr lang="en-GB" sz="1200" dirty="0"/>
                        <a:t>q) 12 and 8</a:t>
                      </a:r>
                    </a:p>
                  </a:txBody>
                  <a:tcPr/>
                </a:tc>
                <a:tc>
                  <a:txBody>
                    <a:bodyPr/>
                    <a:lstStyle/>
                    <a:p>
                      <a:r>
                        <a:rPr lang="en-GB" sz="1200" dirty="0"/>
                        <a:t>r) 12 and 9</a:t>
                      </a:r>
                    </a:p>
                  </a:txBody>
                  <a:tcPr/>
                </a:tc>
                <a:extLst>
                  <a:ext uri="{0D108BD9-81ED-4DB2-BD59-A6C34878D82A}">
                    <a16:rowId xmlns:a16="http://schemas.microsoft.com/office/drawing/2014/main" val="4134879512"/>
                  </a:ext>
                </a:extLst>
              </a:tr>
              <a:tr h="1836000">
                <a:tc>
                  <a:txBody>
                    <a:bodyPr/>
                    <a:lstStyle/>
                    <a:p>
                      <a:r>
                        <a:rPr lang="en-GB" sz="1200" dirty="0"/>
                        <a:t>s) 12 and 10</a:t>
                      </a:r>
                    </a:p>
                  </a:txBody>
                  <a:tcPr/>
                </a:tc>
                <a:tc>
                  <a:txBody>
                    <a:bodyPr/>
                    <a:lstStyle/>
                    <a:p>
                      <a:r>
                        <a:rPr lang="en-GB" sz="1200" dirty="0"/>
                        <a:t>t) 12 and 11</a:t>
                      </a:r>
                    </a:p>
                  </a:txBody>
                  <a:tcPr/>
                </a:tc>
                <a:tc>
                  <a:txBody>
                    <a:bodyPr/>
                    <a:lstStyle/>
                    <a:p>
                      <a:r>
                        <a:rPr lang="en-GB" sz="1200" dirty="0"/>
                        <a:t>u) 12 and 12</a:t>
                      </a:r>
                    </a:p>
                  </a:txBody>
                  <a:tcPr/>
                </a:tc>
                <a:extLst>
                  <a:ext uri="{0D108BD9-81ED-4DB2-BD59-A6C34878D82A}">
                    <a16:rowId xmlns:a16="http://schemas.microsoft.com/office/drawing/2014/main" val="358682369"/>
                  </a:ext>
                </a:extLst>
              </a:tr>
              <a:tr h="1836000">
                <a:tc>
                  <a:txBody>
                    <a:bodyPr/>
                    <a:lstStyle/>
                    <a:p>
                      <a:r>
                        <a:rPr lang="en-GB" sz="1200" dirty="0"/>
                        <a:t>v) 12 and 14</a:t>
                      </a:r>
                    </a:p>
                  </a:txBody>
                  <a:tcPr/>
                </a:tc>
                <a:tc>
                  <a:txBody>
                    <a:bodyPr/>
                    <a:lstStyle/>
                    <a:p>
                      <a:r>
                        <a:rPr lang="en-GB" sz="1200" dirty="0"/>
                        <a:t>w) 12 and 16</a:t>
                      </a:r>
                    </a:p>
                  </a:txBody>
                  <a:tcPr/>
                </a:tc>
                <a:tc>
                  <a:txBody>
                    <a:bodyPr/>
                    <a:lstStyle/>
                    <a:p>
                      <a:r>
                        <a:rPr lang="en-GB" sz="1200" dirty="0"/>
                        <a:t>x) 12 and 17</a:t>
                      </a:r>
                    </a:p>
                  </a:txBody>
                  <a:tcPr/>
                </a:tc>
                <a:extLst>
                  <a:ext uri="{0D108BD9-81ED-4DB2-BD59-A6C34878D82A}">
                    <a16:rowId xmlns:a16="http://schemas.microsoft.com/office/drawing/2014/main" val="2137175466"/>
                  </a:ext>
                </a:extLst>
              </a:tr>
              <a:tr h="1836000">
                <a:tc>
                  <a:txBody>
                    <a:bodyPr/>
                    <a:lstStyle/>
                    <a:p>
                      <a:r>
                        <a:rPr lang="en-GB" sz="1200" dirty="0"/>
                        <a:t>y) 12 and 40</a:t>
                      </a:r>
                    </a:p>
                  </a:txBody>
                  <a:tcPr/>
                </a:tc>
                <a:tc>
                  <a:txBody>
                    <a:bodyPr/>
                    <a:lstStyle/>
                    <a:p>
                      <a:r>
                        <a:rPr lang="en-GB" sz="1200" dirty="0"/>
                        <a:t>z) 12 and 50</a:t>
                      </a:r>
                    </a:p>
                  </a:txBody>
                  <a:tcPr/>
                </a:tc>
                <a:tc>
                  <a:txBody>
                    <a:bodyPr/>
                    <a:lstStyle/>
                    <a:p>
                      <a:r>
                        <a:rPr lang="en-GB" sz="1200" dirty="0"/>
                        <a:t>aa) 12 and 60</a:t>
                      </a:r>
                    </a:p>
                  </a:txBody>
                  <a:tcPr/>
                </a:tc>
                <a:extLst>
                  <a:ext uri="{0D108BD9-81ED-4DB2-BD59-A6C34878D82A}">
                    <a16:rowId xmlns:a16="http://schemas.microsoft.com/office/drawing/2014/main" val="3034171960"/>
                  </a:ext>
                </a:extLst>
              </a:tr>
            </a:tbl>
          </a:graphicData>
        </a:graphic>
      </p:graphicFrame>
      <p:sp>
        <p:nvSpPr>
          <p:cNvPr id="4" name="Slide Number Placeholder 3">
            <a:extLst>
              <a:ext uri="{FF2B5EF4-FFF2-40B4-BE49-F238E27FC236}">
                <a16:creationId xmlns:a16="http://schemas.microsoft.com/office/drawing/2014/main" id="{B4E7A01C-A4FA-27CD-BA4A-FDE122D1BDF8}"/>
              </a:ext>
            </a:extLst>
          </p:cNvPr>
          <p:cNvSpPr>
            <a:spLocks noGrp="1"/>
          </p:cNvSpPr>
          <p:nvPr>
            <p:ph type="sldNum" sz="quarter" idx="12"/>
          </p:nvPr>
        </p:nvSpPr>
        <p:spPr>
          <a:xfrm>
            <a:off x="5314950" y="9508523"/>
            <a:ext cx="1543050" cy="527403"/>
          </a:xfrm>
        </p:spPr>
        <p:txBody>
          <a:bodyPr/>
          <a:lstStyle/>
          <a:p>
            <a:fld id="{086C3A38-D272-42AA-9C88-F1FBEAE20D2C}" type="slidenum">
              <a:rPr lang="en-GB" smtClean="0"/>
              <a:t>9</a:t>
            </a:fld>
            <a:endParaRPr lang="en-GB" dirty="0"/>
          </a:p>
        </p:txBody>
      </p:sp>
      <p:graphicFrame>
        <p:nvGraphicFramePr>
          <p:cNvPr id="5" name="Table 4">
            <a:extLst>
              <a:ext uri="{FF2B5EF4-FFF2-40B4-BE49-F238E27FC236}">
                <a16:creationId xmlns:a16="http://schemas.microsoft.com/office/drawing/2014/main" id="{BE3146E4-9C51-B3A3-B22B-44E371153A19}"/>
              </a:ext>
            </a:extLst>
          </p:cNvPr>
          <p:cNvGraphicFramePr>
            <a:graphicFrameLocks noGrp="1"/>
          </p:cNvGraphicFramePr>
          <p:nvPr/>
        </p:nvGraphicFramePr>
        <p:xfrm>
          <a:off x="127532" y="7867563"/>
          <a:ext cx="6581937" cy="1645920"/>
        </p:xfrm>
        <a:graphic>
          <a:graphicData uri="http://schemas.openxmlformats.org/drawingml/2006/table">
            <a:tbl>
              <a:tblPr firstRow="1" bandRow="1"/>
              <a:tblGrid>
                <a:gridCol w="2193979">
                  <a:extLst>
                    <a:ext uri="{9D8B030D-6E8A-4147-A177-3AD203B41FA5}">
                      <a16:colId xmlns:a16="http://schemas.microsoft.com/office/drawing/2014/main" val="3135183306"/>
                    </a:ext>
                  </a:extLst>
                </a:gridCol>
                <a:gridCol w="2193979">
                  <a:extLst>
                    <a:ext uri="{9D8B030D-6E8A-4147-A177-3AD203B41FA5}">
                      <a16:colId xmlns:a16="http://schemas.microsoft.com/office/drawing/2014/main" val="4237739243"/>
                    </a:ext>
                  </a:extLst>
                </a:gridCol>
                <a:gridCol w="2193979">
                  <a:extLst>
                    <a:ext uri="{9D8B030D-6E8A-4147-A177-3AD203B41FA5}">
                      <a16:colId xmlns:a16="http://schemas.microsoft.com/office/drawing/2014/main" val="2729521061"/>
                    </a:ext>
                  </a:extLst>
                </a:gridCol>
              </a:tblGrid>
              <a:tr h="0">
                <a:tc>
                  <a:txBody>
                    <a:bodyPr/>
                    <a:lstStyle/>
                    <a:p>
                      <a:r>
                        <a:rPr lang="en-GB" sz="1200" dirty="0"/>
                        <a:t>a)  6 and 12</a:t>
                      </a:r>
                    </a:p>
                    <a:p>
                      <a:endParaRPr lang="en-GB" sz="1200" dirty="0"/>
                    </a:p>
                    <a:p>
                      <a:endParaRPr lang="en-GB" sz="1200" dirty="0"/>
                    </a:p>
                    <a:p>
                      <a:endParaRPr lang="en-GB" sz="1200" dirty="0"/>
                    </a:p>
                  </a:txBody>
                  <a:tcPr/>
                </a:tc>
                <a:tc>
                  <a:txBody>
                    <a:bodyPr/>
                    <a:lstStyle/>
                    <a:p>
                      <a:pPr marL="0" indent="0">
                        <a:buNone/>
                      </a:pPr>
                      <a:r>
                        <a:rPr lang="en-GB" sz="1200" dirty="0"/>
                        <a:t>b) 3 and 8</a:t>
                      </a:r>
                    </a:p>
                  </a:txBody>
                  <a:tcPr/>
                </a:tc>
                <a:tc>
                  <a:txBody>
                    <a:bodyPr/>
                    <a:lstStyle/>
                    <a:p>
                      <a:r>
                        <a:rPr lang="en-GB" sz="1200" dirty="0"/>
                        <a:t>c) 6 and 14</a:t>
                      </a:r>
                    </a:p>
                  </a:txBody>
                  <a:tcPr/>
                </a:tc>
                <a:extLst>
                  <a:ext uri="{0D108BD9-81ED-4DB2-BD59-A6C34878D82A}">
                    <a16:rowId xmlns:a16="http://schemas.microsoft.com/office/drawing/2014/main" val="482995900"/>
                  </a:ext>
                </a:extLst>
              </a:tr>
              <a:tr h="0">
                <a:tc>
                  <a:txBody>
                    <a:bodyPr/>
                    <a:lstStyle/>
                    <a:p>
                      <a:r>
                        <a:rPr lang="en-GB" sz="1200" dirty="0"/>
                        <a:t>d)  6 and 4</a:t>
                      </a:r>
                    </a:p>
                    <a:p>
                      <a:endParaRPr lang="en-GB" sz="1200" dirty="0"/>
                    </a:p>
                    <a:p>
                      <a:endParaRPr lang="en-GB" sz="1200" dirty="0"/>
                    </a:p>
                    <a:p>
                      <a:endParaRPr lang="en-GB" sz="1200" dirty="0"/>
                    </a:p>
                  </a:txBody>
                  <a:tcPr/>
                </a:tc>
                <a:tc>
                  <a:txBody>
                    <a:bodyPr/>
                    <a:lstStyle/>
                    <a:p>
                      <a:pPr marL="0" indent="0">
                        <a:buNone/>
                      </a:pPr>
                      <a:r>
                        <a:rPr lang="en-GB" sz="1200" dirty="0"/>
                        <a:t>e) 12 and 2</a:t>
                      </a:r>
                    </a:p>
                  </a:txBody>
                  <a:tcPr/>
                </a:tc>
                <a:tc>
                  <a:txBody>
                    <a:bodyPr/>
                    <a:lstStyle/>
                    <a:p>
                      <a:r>
                        <a:rPr lang="en-GB" sz="1200" dirty="0"/>
                        <a:t>f) 24 and 12</a:t>
                      </a:r>
                    </a:p>
                  </a:txBody>
                  <a:tcPr/>
                </a:tc>
                <a:extLst>
                  <a:ext uri="{0D108BD9-81ED-4DB2-BD59-A6C34878D82A}">
                    <a16:rowId xmlns:a16="http://schemas.microsoft.com/office/drawing/2014/main" val="3642729998"/>
                  </a:ext>
                </a:extLst>
              </a:tr>
            </a:tbl>
          </a:graphicData>
        </a:graphic>
      </p:graphicFrame>
    </p:spTree>
    <p:extLst>
      <p:ext uri="{BB962C8B-B14F-4D97-AF65-F5344CB8AC3E}">
        <p14:creationId xmlns:p14="http://schemas.microsoft.com/office/powerpoint/2010/main" val="2820528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CBDD01D-C315-28FC-E930-9B821E54F280}"/>
              </a:ext>
            </a:extLst>
          </p:cNvPr>
          <p:cNvSpPr>
            <a:spLocks noGrp="1"/>
          </p:cNvSpPr>
          <p:nvPr>
            <p:ph type="sldNum" sz="quarter" idx="12"/>
          </p:nvPr>
        </p:nvSpPr>
        <p:spPr>
          <a:xfrm>
            <a:off x="5179786" y="9497866"/>
            <a:ext cx="1543050" cy="527403"/>
          </a:xfrm>
        </p:spPr>
        <p:txBody>
          <a:bodyPr/>
          <a:lstStyle/>
          <a:p>
            <a:fld id="{086C3A38-D272-42AA-9C88-F1FBEAE20D2C}" type="slidenum">
              <a:rPr lang="en-GB" smtClean="0"/>
              <a:t>10</a:t>
            </a:fld>
            <a:endParaRPr lang="en-GB" dirty="0"/>
          </a:p>
        </p:txBody>
      </p:sp>
      <p:sp>
        <p:nvSpPr>
          <p:cNvPr id="16" name="TextBox 15">
            <a:extLst>
              <a:ext uri="{FF2B5EF4-FFF2-40B4-BE49-F238E27FC236}">
                <a16:creationId xmlns:a16="http://schemas.microsoft.com/office/drawing/2014/main" id="{247045AE-EC9C-752F-03CF-4D87202C53BB}"/>
              </a:ext>
            </a:extLst>
          </p:cNvPr>
          <p:cNvSpPr txBox="1"/>
          <p:nvPr/>
        </p:nvSpPr>
        <p:spPr>
          <a:xfrm>
            <a:off x="198735" y="110519"/>
            <a:ext cx="2342693" cy="276999"/>
          </a:xfrm>
          <a:prstGeom prst="rect">
            <a:avLst/>
          </a:prstGeom>
          <a:noFill/>
        </p:spPr>
        <p:txBody>
          <a:bodyPr wrap="none" rtlCol="0">
            <a:spAutoFit/>
          </a:bodyPr>
          <a:lstStyle/>
          <a:p>
            <a:r>
              <a:rPr lang="en-US" sz="1200" dirty="0"/>
              <a:t>4. Answer the following questions:</a:t>
            </a:r>
            <a:endParaRPr lang="en-GB" sz="1200" dirty="0"/>
          </a:p>
        </p:txBody>
      </p:sp>
      <p:graphicFrame>
        <p:nvGraphicFramePr>
          <p:cNvPr id="4" name="Table 3">
            <a:extLst>
              <a:ext uri="{FF2B5EF4-FFF2-40B4-BE49-F238E27FC236}">
                <a16:creationId xmlns:a16="http://schemas.microsoft.com/office/drawing/2014/main" id="{26101FBF-327C-4443-00BE-5AF858321069}"/>
              </a:ext>
            </a:extLst>
          </p:cNvPr>
          <p:cNvGraphicFramePr>
            <a:graphicFrameLocks noGrp="1"/>
          </p:cNvGraphicFramePr>
          <p:nvPr>
            <p:extLst>
              <p:ext uri="{D42A27DB-BD31-4B8C-83A1-F6EECF244321}">
                <p14:modId xmlns:p14="http://schemas.microsoft.com/office/powerpoint/2010/main" val="323285785"/>
              </p:ext>
            </p:extLst>
          </p:nvPr>
        </p:nvGraphicFramePr>
        <p:xfrm>
          <a:off x="207712" y="387518"/>
          <a:ext cx="6442576" cy="4977360"/>
        </p:xfrm>
        <a:graphic>
          <a:graphicData uri="http://schemas.openxmlformats.org/drawingml/2006/table">
            <a:tbl>
              <a:tblPr firstRow="1" bandRow="1"/>
              <a:tblGrid>
                <a:gridCol w="6442576">
                  <a:extLst>
                    <a:ext uri="{9D8B030D-6E8A-4147-A177-3AD203B41FA5}">
                      <a16:colId xmlns:a16="http://schemas.microsoft.com/office/drawing/2014/main" val="1038210528"/>
                    </a:ext>
                  </a:extLst>
                </a:gridCol>
              </a:tblGrid>
              <a:tr h="623058">
                <a:tc>
                  <a:txBody>
                    <a:bodyPr/>
                    <a:lstStyle/>
                    <a:p>
                      <a:r>
                        <a:rPr lang="en-GB" sz="1200" dirty="0"/>
                        <a:t>a) Cara is buying nuts and bolts at a store. The store sells nuts in packs of 5 and bolts in packs of 10. If Cara wishes to buy the same number of nuts and bolts, what is the smallest number of nuts that she can buy? </a:t>
                      </a:r>
                    </a:p>
                  </a:txBody>
                  <a:tcPr/>
                </a:tc>
                <a:extLst>
                  <a:ext uri="{0D108BD9-81ED-4DB2-BD59-A6C34878D82A}">
                    <a16:rowId xmlns:a16="http://schemas.microsoft.com/office/drawing/2014/main" val="200703006"/>
                  </a:ext>
                </a:extLst>
              </a:tr>
              <a:tr h="1080000">
                <a:tc>
                  <a:txBody>
                    <a:bodyPr/>
                    <a:lstStyle/>
                    <a:p>
                      <a:endParaRPr lang="en-GB" sz="1200" dirty="0"/>
                    </a:p>
                  </a:txBody>
                  <a:tcPr/>
                </a:tc>
                <a:extLst>
                  <a:ext uri="{0D108BD9-81ED-4DB2-BD59-A6C34878D82A}">
                    <a16:rowId xmlns:a16="http://schemas.microsoft.com/office/drawing/2014/main" val="698782014"/>
                  </a:ext>
                </a:extLst>
              </a:tr>
              <a:tr h="4450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b) A white light flashes every 28 seconds. A red light flashes every 7 seconds. They both flash at the same time. After how many seconds will they next both flash at the same time?</a:t>
                      </a:r>
                    </a:p>
                  </a:txBody>
                  <a:tcPr/>
                </a:tc>
                <a:extLst>
                  <a:ext uri="{0D108BD9-81ED-4DB2-BD59-A6C34878D82A}">
                    <a16:rowId xmlns:a16="http://schemas.microsoft.com/office/drawing/2014/main" val="4272852901"/>
                  </a:ext>
                </a:extLst>
              </a:tr>
              <a:tr h="1080000">
                <a:tc>
                  <a:txBody>
                    <a:bodyPr/>
                    <a:lstStyle/>
                    <a:p>
                      <a:endParaRPr lang="en-GB" sz="1200" dirty="0"/>
                    </a:p>
                    <a:p>
                      <a:endParaRPr lang="en-GB" sz="1200" dirty="0"/>
                    </a:p>
                    <a:p>
                      <a:endParaRPr lang="en-GB" sz="1200" dirty="0"/>
                    </a:p>
                  </a:txBody>
                  <a:tcPr/>
                </a:tc>
                <a:extLst>
                  <a:ext uri="{0D108BD9-81ED-4DB2-BD59-A6C34878D82A}">
                    <a16:rowId xmlns:a16="http://schemas.microsoft.com/office/drawing/2014/main" val="1413609641"/>
                  </a:ext>
                </a:extLst>
              </a:tr>
              <a:tr h="62305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Buses to London leaves Norwich station every 30 minutes. Buses heading to Manchester leaves Norwich station every 20 minutes. At 10am a bus to London and a bus to Manchester both leave at the same time. Work out the next time that both buses leave at the same time.</a:t>
                      </a:r>
                    </a:p>
                  </a:txBody>
                  <a:tcPr/>
                </a:tc>
                <a:extLst>
                  <a:ext uri="{0D108BD9-81ED-4DB2-BD59-A6C34878D82A}">
                    <a16:rowId xmlns:a16="http://schemas.microsoft.com/office/drawing/2014/main" val="1781876640"/>
                  </a:ext>
                </a:extLst>
              </a:tr>
              <a:tr h="1080000">
                <a:tc>
                  <a:txBody>
                    <a:bodyPr/>
                    <a:lstStyle/>
                    <a:p>
                      <a:endParaRPr lang="en-GB" sz="1200" dirty="0"/>
                    </a:p>
                    <a:p>
                      <a:endParaRPr lang="en-GB" sz="1200" dirty="0"/>
                    </a:p>
                    <a:p>
                      <a:endParaRPr lang="en-GB" sz="1200" dirty="0"/>
                    </a:p>
                  </a:txBody>
                  <a:tcPr/>
                </a:tc>
                <a:extLst>
                  <a:ext uri="{0D108BD9-81ED-4DB2-BD59-A6C34878D82A}">
                    <a16:rowId xmlns:a16="http://schemas.microsoft.com/office/drawing/2014/main" val="2217838680"/>
                  </a:ext>
                </a:extLst>
              </a:tr>
            </a:tbl>
          </a:graphicData>
        </a:graphic>
      </p:graphicFrame>
      <p:graphicFrame>
        <p:nvGraphicFramePr>
          <p:cNvPr id="9" name="Table 8">
            <a:extLst>
              <a:ext uri="{FF2B5EF4-FFF2-40B4-BE49-F238E27FC236}">
                <a16:creationId xmlns:a16="http://schemas.microsoft.com/office/drawing/2014/main" id="{67546450-4145-785F-520F-0F127E28B3BE}"/>
              </a:ext>
            </a:extLst>
          </p:cNvPr>
          <p:cNvGraphicFramePr>
            <a:graphicFrameLocks noGrp="1"/>
          </p:cNvGraphicFramePr>
          <p:nvPr>
            <p:extLst>
              <p:ext uri="{D42A27DB-BD31-4B8C-83A1-F6EECF244321}">
                <p14:modId xmlns:p14="http://schemas.microsoft.com/office/powerpoint/2010/main" val="2882701921"/>
              </p:ext>
            </p:extLst>
          </p:nvPr>
        </p:nvGraphicFramePr>
        <p:xfrm>
          <a:off x="207712" y="5554853"/>
          <a:ext cx="6442576" cy="3753038"/>
        </p:xfrm>
        <a:graphic>
          <a:graphicData uri="http://schemas.openxmlformats.org/drawingml/2006/table">
            <a:tbl>
              <a:tblPr firstRow="1" bandRow="1"/>
              <a:tblGrid>
                <a:gridCol w="6442576">
                  <a:extLst>
                    <a:ext uri="{9D8B030D-6E8A-4147-A177-3AD203B41FA5}">
                      <a16:colId xmlns:a16="http://schemas.microsoft.com/office/drawing/2014/main" val="218385214"/>
                    </a:ext>
                  </a:extLst>
                </a:gridCol>
              </a:tblGrid>
              <a:tr h="4450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 bus leaves Antrim Bus Station every 12 minutes. A train leaves Antrim Train Station every 18 minutes. At 8m a bus and a train leave the stations at the same time. </a:t>
                      </a:r>
                    </a:p>
                  </a:txBody>
                  <a:tcPr/>
                </a:tc>
                <a:extLst>
                  <a:ext uri="{0D108BD9-81ED-4DB2-BD59-A6C34878D82A}">
                    <a16:rowId xmlns:a16="http://schemas.microsoft.com/office/drawing/2014/main" val="1794341002"/>
                  </a:ext>
                </a:extLst>
              </a:tr>
              <a:tr h="267025">
                <a:tc>
                  <a:txBody>
                    <a:bodyPr/>
                    <a:lstStyle/>
                    <a:p>
                      <a:r>
                        <a:rPr lang="en-GB" sz="1200" dirty="0" err="1"/>
                        <a:t>i</a:t>
                      </a:r>
                      <a:r>
                        <a:rPr lang="en-GB" sz="1200" dirty="0"/>
                        <a:t>) When is the next time that a bus and a train leave at the same time? </a:t>
                      </a:r>
                    </a:p>
                  </a:txBody>
                  <a:tcPr/>
                </a:tc>
                <a:extLst>
                  <a:ext uri="{0D108BD9-81ED-4DB2-BD59-A6C34878D82A}">
                    <a16:rowId xmlns:a16="http://schemas.microsoft.com/office/drawing/2014/main" val="3382596611"/>
                  </a:ext>
                </a:extLst>
              </a:tr>
              <a:tr h="1282159">
                <a:tc>
                  <a:txBody>
                    <a:bodyPr/>
                    <a:lstStyle/>
                    <a:p>
                      <a:endParaRPr lang="en-GB" sz="1200" dirty="0"/>
                    </a:p>
                  </a:txBody>
                  <a:tcPr/>
                </a:tc>
                <a:extLst>
                  <a:ext uri="{0D108BD9-81ED-4DB2-BD59-A6C34878D82A}">
                    <a16:rowId xmlns:a16="http://schemas.microsoft.com/office/drawing/2014/main" val="1481826072"/>
                  </a:ext>
                </a:extLst>
              </a:tr>
              <a:tr h="4450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ii) Between 8am and 11am (inclusive), on how many occasions does a bus and a train leave at the same time?</a:t>
                      </a:r>
                    </a:p>
                  </a:txBody>
                  <a:tcPr/>
                </a:tc>
                <a:extLst>
                  <a:ext uri="{0D108BD9-81ED-4DB2-BD59-A6C34878D82A}">
                    <a16:rowId xmlns:a16="http://schemas.microsoft.com/office/drawing/2014/main" val="469373090"/>
                  </a:ext>
                </a:extLst>
              </a:tr>
              <a:tr h="1282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tc>
                <a:extLst>
                  <a:ext uri="{0D108BD9-81ED-4DB2-BD59-A6C34878D82A}">
                    <a16:rowId xmlns:a16="http://schemas.microsoft.com/office/drawing/2014/main" val="280634388"/>
                  </a:ext>
                </a:extLst>
              </a:tr>
            </a:tbl>
          </a:graphicData>
        </a:graphic>
      </p:graphicFrame>
    </p:spTree>
    <p:extLst>
      <p:ext uri="{BB962C8B-B14F-4D97-AF65-F5344CB8AC3E}">
        <p14:creationId xmlns:p14="http://schemas.microsoft.com/office/powerpoint/2010/main" val="105983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8695FC87-8B73-6177-904E-AD747537D19E}"/>
              </a:ext>
            </a:extLst>
          </p:cNvPr>
          <p:cNvGraphicFramePr>
            <a:graphicFrameLocks/>
          </p:cNvGraphicFramePr>
          <p:nvPr>
            <p:extLst>
              <p:ext uri="{D42A27DB-BD31-4B8C-83A1-F6EECF244321}">
                <p14:modId xmlns:p14="http://schemas.microsoft.com/office/powerpoint/2010/main" val="222996536"/>
              </p:ext>
            </p:extLst>
          </p:nvPr>
        </p:nvGraphicFramePr>
        <p:xfrm>
          <a:off x="303028" y="516729"/>
          <a:ext cx="6294474" cy="8928371"/>
        </p:xfrm>
        <a:graphic>
          <a:graphicData uri="http://schemas.openxmlformats.org/drawingml/2006/table">
            <a:tbl>
              <a:tblPr firstRow="1" bandRow="1"/>
              <a:tblGrid>
                <a:gridCol w="6294474">
                  <a:extLst>
                    <a:ext uri="{9D8B030D-6E8A-4147-A177-3AD203B41FA5}">
                      <a16:colId xmlns:a16="http://schemas.microsoft.com/office/drawing/2014/main" val="2020976862"/>
                    </a:ext>
                  </a:extLst>
                </a:gridCol>
              </a:tblGrid>
              <a:tr h="6839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a) A red light flashes every 3 seconds. A yellow light flashes every 8 seconds. A green light flashes every 11 seconds They all flash at the same time. After how many seconds will they next all flash at the same time?</a:t>
                      </a:r>
                    </a:p>
                  </a:txBody>
                  <a:tcPr/>
                </a:tc>
                <a:extLst>
                  <a:ext uri="{0D108BD9-81ED-4DB2-BD59-A6C34878D82A}">
                    <a16:rowId xmlns:a16="http://schemas.microsoft.com/office/drawing/2014/main" val="1551615927"/>
                  </a:ext>
                </a:extLst>
              </a:tr>
              <a:tr h="1424603">
                <a:tc>
                  <a:txBody>
                    <a:bodyPr/>
                    <a:lstStyle/>
                    <a:p>
                      <a:endParaRPr lang="en-GB" sz="1200" dirty="0"/>
                    </a:p>
                    <a:p>
                      <a:endParaRPr lang="en-GB" sz="1200" dirty="0"/>
                    </a:p>
                  </a:txBody>
                  <a:tcPr/>
                </a:tc>
                <a:extLst>
                  <a:ext uri="{0D108BD9-81ED-4DB2-BD59-A6C34878D82A}">
                    <a16:rowId xmlns:a16="http://schemas.microsoft.com/office/drawing/2014/main" val="3177936791"/>
                  </a:ext>
                </a:extLst>
              </a:tr>
              <a:tr h="780858">
                <a:tc>
                  <a:txBody>
                    <a:bodyPr/>
                    <a:lstStyle/>
                    <a:p>
                      <a:r>
                        <a:rPr lang="en-GB" sz="1200" dirty="0"/>
                        <a:t>b) Light A flashes every 5 seconds. Light B flashes every 6 seconds. Light C flashes every 7 seconds. All three lights flash at the same time. Work out how long it will take for all three lights to flash at the same time again. </a:t>
                      </a:r>
                    </a:p>
                  </a:txBody>
                  <a:tcPr/>
                </a:tc>
                <a:extLst>
                  <a:ext uri="{0D108BD9-81ED-4DB2-BD59-A6C34878D82A}">
                    <a16:rowId xmlns:a16="http://schemas.microsoft.com/office/drawing/2014/main" val="2880425212"/>
                  </a:ext>
                </a:extLst>
              </a:tr>
              <a:tr h="1424603">
                <a:tc>
                  <a:txBody>
                    <a:bodyPr/>
                    <a:lstStyle/>
                    <a:p>
                      <a:endParaRPr lang="en-GB" sz="1200" dirty="0"/>
                    </a:p>
                  </a:txBody>
                  <a:tcPr/>
                </a:tc>
                <a:extLst>
                  <a:ext uri="{0D108BD9-81ED-4DB2-BD59-A6C34878D82A}">
                    <a16:rowId xmlns:a16="http://schemas.microsoft.com/office/drawing/2014/main" val="1123347206"/>
                  </a:ext>
                </a:extLst>
              </a:tr>
              <a:tr h="882559">
                <a:tc>
                  <a:txBody>
                    <a:bodyPr/>
                    <a:lstStyle/>
                    <a:p>
                      <a:r>
                        <a:rPr lang="en-GB" sz="1200"/>
                        <a:t>c) Robert, John and Paul start to run from the same point, in the same direction, around a circular track. If they take 126 seconds, 154 seconds and 198 seconds respectively to complete one round along the track, when will they next meet again at the starting point?</a:t>
                      </a:r>
                    </a:p>
                  </a:txBody>
                  <a:tcPr/>
                </a:tc>
                <a:extLst>
                  <a:ext uri="{0D108BD9-81ED-4DB2-BD59-A6C34878D82A}">
                    <a16:rowId xmlns:a16="http://schemas.microsoft.com/office/drawing/2014/main" val="3850093820"/>
                  </a:ext>
                </a:extLst>
              </a:tr>
              <a:tr h="1424603">
                <a:tc>
                  <a:txBody>
                    <a:bodyPr/>
                    <a:lstStyle/>
                    <a:p>
                      <a:pPr algn="ctr"/>
                      <a:endParaRPr lang="en-GB" sz="1200" b="1" dirty="0">
                        <a:solidFill>
                          <a:srgbClr val="FF0000"/>
                        </a:solidFill>
                      </a:endParaRPr>
                    </a:p>
                  </a:txBody>
                  <a:tcPr/>
                </a:tc>
                <a:extLst>
                  <a:ext uri="{0D108BD9-81ED-4DB2-BD59-A6C34878D82A}">
                    <a16:rowId xmlns:a16="http://schemas.microsoft.com/office/drawing/2014/main" val="998924958"/>
                  </a:ext>
                </a:extLst>
              </a:tr>
              <a:tr h="882559">
                <a:tc>
                  <a:txBody>
                    <a:bodyPr/>
                    <a:lstStyle/>
                    <a:p>
                      <a:r>
                        <a:rPr lang="en-GB" sz="1200" dirty="0"/>
                        <a:t>d) Three boys regularly visit the city centre in the morning. Paul goes every thirteen days, Peter goes every four days and Philip goes every two days. If they all visit the city on 1</a:t>
                      </a:r>
                      <a:r>
                        <a:rPr lang="en-GB" sz="1200" baseline="30000" dirty="0"/>
                        <a:t>st</a:t>
                      </a:r>
                      <a:r>
                        <a:rPr lang="en-GB" sz="1200" dirty="0"/>
                        <a:t> January 2023, how many more times in 2023 will they all be in the city centre on the same morning?</a:t>
                      </a:r>
                    </a:p>
                  </a:txBody>
                  <a:tcPr/>
                </a:tc>
                <a:extLst>
                  <a:ext uri="{0D108BD9-81ED-4DB2-BD59-A6C34878D82A}">
                    <a16:rowId xmlns:a16="http://schemas.microsoft.com/office/drawing/2014/main" val="1102448664"/>
                  </a:ext>
                </a:extLst>
              </a:tr>
              <a:tr h="1424603">
                <a:tc>
                  <a:txBody>
                    <a:bodyPr/>
                    <a:lstStyle/>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b="1" dirty="0">
                        <a:solidFill>
                          <a:srgbClr val="FF0000"/>
                        </a:solidFill>
                      </a:endParaRPr>
                    </a:p>
                  </a:txBody>
                  <a:tcPr/>
                </a:tc>
                <a:extLst>
                  <a:ext uri="{0D108BD9-81ED-4DB2-BD59-A6C34878D82A}">
                    <a16:rowId xmlns:a16="http://schemas.microsoft.com/office/drawing/2014/main" val="751901507"/>
                  </a:ext>
                </a:extLst>
              </a:tr>
            </a:tbl>
          </a:graphicData>
        </a:graphic>
      </p:graphicFrame>
      <p:sp>
        <p:nvSpPr>
          <p:cNvPr id="2" name="Slide Number Placeholder 1">
            <a:extLst>
              <a:ext uri="{FF2B5EF4-FFF2-40B4-BE49-F238E27FC236}">
                <a16:creationId xmlns:a16="http://schemas.microsoft.com/office/drawing/2014/main" id="{8D148D99-0FAE-1402-A913-0F4746587579}"/>
              </a:ext>
            </a:extLst>
          </p:cNvPr>
          <p:cNvSpPr>
            <a:spLocks noGrp="1"/>
          </p:cNvSpPr>
          <p:nvPr>
            <p:ph type="sldNum" sz="quarter" idx="12"/>
          </p:nvPr>
        </p:nvSpPr>
        <p:spPr>
          <a:xfrm>
            <a:off x="5314950" y="9445098"/>
            <a:ext cx="1543050" cy="527403"/>
          </a:xfrm>
        </p:spPr>
        <p:txBody>
          <a:bodyPr/>
          <a:lstStyle/>
          <a:p>
            <a:fld id="{086C3A38-D272-42AA-9C88-F1FBEAE20D2C}" type="slidenum">
              <a:rPr lang="en-GB" smtClean="0"/>
              <a:t>11</a:t>
            </a:fld>
            <a:endParaRPr lang="en-GB" dirty="0"/>
          </a:p>
        </p:txBody>
      </p:sp>
      <p:sp>
        <p:nvSpPr>
          <p:cNvPr id="3" name="TextBox 2">
            <a:extLst>
              <a:ext uri="{FF2B5EF4-FFF2-40B4-BE49-F238E27FC236}">
                <a16:creationId xmlns:a16="http://schemas.microsoft.com/office/drawing/2014/main" id="{919E5DF3-2F20-6337-61E1-B3AF27E2E6B9}"/>
              </a:ext>
            </a:extLst>
          </p:cNvPr>
          <p:cNvSpPr txBox="1"/>
          <p:nvPr/>
        </p:nvSpPr>
        <p:spPr>
          <a:xfrm>
            <a:off x="239233" y="197200"/>
            <a:ext cx="5881079" cy="276999"/>
          </a:xfrm>
          <a:prstGeom prst="rect">
            <a:avLst/>
          </a:prstGeom>
          <a:noFill/>
        </p:spPr>
        <p:txBody>
          <a:bodyPr wrap="square" rtlCol="0">
            <a:spAutoFit/>
          </a:bodyPr>
          <a:lstStyle/>
          <a:p>
            <a:r>
              <a:rPr lang="en-GB" sz="1200" dirty="0"/>
              <a:t>5. Answer the following questions, the first one may be done as an example:</a:t>
            </a:r>
          </a:p>
        </p:txBody>
      </p:sp>
    </p:spTree>
    <p:extLst>
      <p:ext uri="{BB962C8B-B14F-4D97-AF65-F5344CB8AC3E}">
        <p14:creationId xmlns:p14="http://schemas.microsoft.com/office/powerpoint/2010/main" val="152556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8BE53306-CC6F-BF66-994A-B6A5F99460BF}"/>
              </a:ext>
            </a:extLst>
          </p:cNvPr>
          <p:cNvSpPr>
            <a:spLocks noGrp="1"/>
          </p:cNvSpPr>
          <p:nvPr>
            <p:ph type="sldNum" sz="quarter" idx="12"/>
          </p:nvPr>
        </p:nvSpPr>
        <p:spPr>
          <a:xfrm>
            <a:off x="5239768" y="9372056"/>
            <a:ext cx="1543050" cy="527403"/>
          </a:xfrm>
        </p:spPr>
        <p:txBody>
          <a:bodyPr/>
          <a:lstStyle/>
          <a:p>
            <a:fld id="{086C3A38-D272-42AA-9C88-F1FBEAE20D2C}" type="slidenum">
              <a:rPr lang="en-GB" smtClean="0"/>
              <a:t>12</a:t>
            </a:fld>
            <a:endParaRPr lang="en-GB" dirty="0"/>
          </a:p>
        </p:txBody>
      </p:sp>
      <p:sp>
        <p:nvSpPr>
          <p:cNvPr id="7" name="Rectangle 6">
            <a:extLst>
              <a:ext uri="{FF2B5EF4-FFF2-40B4-BE49-F238E27FC236}">
                <a16:creationId xmlns:a16="http://schemas.microsoft.com/office/drawing/2014/main" id="{2A710C26-4245-BC0F-9B4A-C1D43C0E8C40}"/>
              </a:ext>
            </a:extLst>
          </p:cNvPr>
          <p:cNvSpPr/>
          <p:nvPr/>
        </p:nvSpPr>
        <p:spPr>
          <a:xfrm>
            <a:off x="86108" y="315962"/>
            <a:ext cx="6679742" cy="152623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dirty="0">
              <a:solidFill>
                <a:sysClr val="windowText" lastClr="000000"/>
              </a:solidFill>
            </a:endParaRPr>
          </a:p>
        </p:txBody>
      </p:sp>
      <p:sp>
        <p:nvSpPr>
          <p:cNvPr id="8" name="TextBox 7">
            <a:extLst>
              <a:ext uri="{FF2B5EF4-FFF2-40B4-BE49-F238E27FC236}">
                <a16:creationId xmlns:a16="http://schemas.microsoft.com/office/drawing/2014/main" id="{6CCB775A-315B-DBFF-2E34-0EB539B1FD8F}"/>
              </a:ext>
            </a:extLst>
          </p:cNvPr>
          <p:cNvSpPr txBox="1"/>
          <p:nvPr/>
        </p:nvSpPr>
        <p:spPr>
          <a:xfrm>
            <a:off x="178697" y="838100"/>
            <a:ext cx="1399768" cy="276999"/>
          </a:xfrm>
          <a:prstGeom prst="rect">
            <a:avLst/>
          </a:prstGeom>
          <a:noFill/>
        </p:spPr>
        <p:txBody>
          <a:bodyPr wrap="square" rtlCol="0">
            <a:spAutoFit/>
          </a:bodyPr>
          <a:lstStyle/>
          <a:p>
            <a:r>
              <a:rPr lang="en-GB" sz="1200" b="1" dirty="0"/>
              <a:t>Objectives:</a:t>
            </a:r>
          </a:p>
        </p:txBody>
      </p:sp>
      <p:sp>
        <p:nvSpPr>
          <p:cNvPr id="9" name="TextBox 8">
            <a:extLst>
              <a:ext uri="{FF2B5EF4-FFF2-40B4-BE49-F238E27FC236}">
                <a16:creationId xmlns:a16="http://schemas.microsoft.com/office/drawing/2014/main" id="{EAC407BE-7992-5F1E-4D92-EC01EC3D2D8D}"/>
              </a:ext>
            </a:extLst>
          </p:cNvPr>
          <p:cNvSpPr txBox="1"/>
          <p:nvPr/>
        </p:nvSpPr>
        <p:spPr>
          <a:xfrm>
            <a:off x="178697" y="1011195"/>
            <a:ext cx="4912918" cy="830997"/>
          </a:xfrm>
          <a:prstGeom prst="rect">
            <a:avLst/>
          </a:prstGeom>
          <a:noFill/>
        </p:spPr>
        <p:txBody>
          <a:bodyPr wrap="square" lIns="91440" tIns="45720" rIns="91440" bIns="45720" rtlCol="0" anchor="t">
            <a:spAutoFit/>
          </a:bodyPr>
          <a:lstStyle/>
          <a:p>
            <a:pPr marL="342900" indent="-342900">
              <a:buFont typeface="+mj-lt"/>
              <a:buAutoNum type="arabicPeriod"/>
            </a:pPr>
            <a:r>
              <a:rPr lang="en-GB" sz="1200" dirty="0"/>
              <a:t>To understand the concept of highest common factor.</a:t>
            </a:r>
          </a:p>
          <a:p>
            <a:pPr marL="342900" indent="-342900">
              <a:buFont typeface="+mj-lt"/>
              <a:buAutoNum type="arabicPeriod"/>
            </a:pPr>
            <a:r>
              <a:rPr lang="en-GB" sz="1200" dirty="0"/>
              <a:t>To be able to recognise common factors and identify the highest.</a:t>
            </a:r>
          </a:p>
          <a:p>
            <a:pPr marL="342900" indent="-342900">
              <a:buFont typeface="+mj-lt"/>
              <a:buAutoNum type="arabicPeriod"/>
            </a:pPr>
            <a:r>
              <a:rPr lang="en-GB" sz="1200" dirty="0"/>
              <a:t>To be able to apply the concept of  highest common factors in problem solving.</a:t>
            </a:r>
            <a:endParaRPr lang="en-GB" sz="1200" dirty="0">
              <a:cs typeface="Calibri"/>
            </a:endParaRPr>
          </a:p>
        </p:txBody>
      </p:sp>
      <p:sp>
        <p:nvSpPr>
          <p:cNvPr id="10" name="TextBox 9">
            <a:extLst>
              <a:ext uri="{FF2B5EF4-FFF2-40B4-BE49-F238E27FC236}">
                <a16:creationId xmlns:a16="http://schemas.microsoft.com/office/drawing/2014/main" id="{06B18C35-3798-AF11-3DF4-96CE4A579F2F}"/>
              </a:ext>
            </a:extLst>
          </p:cNvPr>
          <p:cNvSpPr txBox="1"/>
          <p:nvPr/>
        </p:nvSpPr>
        <p:spPr>
          <a:xfrm>
            <a:off x="130314" y="366027"/>
            <a:ext cx="6599093" cy="461665"/>
          </a:xfrm>
          <a:prstGeom prst="rect">
            <a:avLst/>
          </a:prstGeom>
          <a:noFill/>
          <a:ln>
            <a:solidFill>
              <a:schemeClr val="tx1"/>
            </a:solidFill>
          </a:ln>
        </p:spPr>
        <p:txBody>
          <a:bodyPr wrap="square" lIns="91440" tIns="45720" rIns="91440" bIns="45720" rtlCol="0" anchor="t">
            <a:spAutoFit/>
          </a:bodyPr>
          <a:lstStyle/>
          <a:p>
            <a:pPr algn="ctr"/>
            <a:r>
              <a:rPr lang="en-GB" sz="1200" dirty="0"/>
              <a:t>LEARNING OUTCOME: To understand and be able to list the common factors of a number, identifying the highest common factor</a:t>
            </a:r>
          </a:p>
        </p:txBody>
      </p:sp>
      <p:sp>
        <p:nvSpPr>
          <p:cNvPr id="11" name="TextBox 10">
            <a:extLst>
              <a:ext uri="{FF2B5EF4-FFF2-40B4-BE49-F238E27FC236}">
                <a16:creationId xmlns:a16="http://schemas.microsoft.com/office/drawing/2014/main" id="{99C4AB81-E9FE-A4A3-E77A-B3C5FB21881A}"/>
              </a:ext>
            </a:extLst>
          </p:cNvPr>
          <p:cNvSpPr txBox="1"/>
          <p:nvPr/>
        </p:nvSpPr>
        <p:spPr>
          <a:xfrm>
            <a:off x="5311409" y="933491"/>
            <a:ext cx="1399768" cy="830997"/>
          </a:xfrm>
          <a:prstGeom prst="rect">
            <a:avLst/>
          </a:prstGeom>
          <a:noFill/>
          <a:ln w="12700">
            <a:solidFill>
              <a:schemeClr val="tx1"/>
            </a:solidFill>
          </a:ln>
        </p:spPr>
        <p:txBody>
          <a:bodyPr wrap="square" rtlCol="0">
            <a:spAutoFit/>
          </a:bodyPr>
          <a:lstStyle/>
          <a:p>
            <a:r>
              <a:rPr lang="en-US" sz="1200" b="1" u="sng" dirty="0"/>
              <a:t>Keywords:</a:t>
            </a:r>
            <a:endParaRPr lang="en-US" sz="1200" dirty="0"/>
          </a:p>
          <a:p>
            <a:pPr marL="171450" indent="-171450">
              <a:buFontTx/>
              <a:buChar char="-"/>
            </a:pPr>
            <a:r>
              <a:rPr lang="en-US" sz="1200" dirty="0"/>
              <a:t>Factor</a:t>
            </a:r>
          </a:p>
          <a:p>
            <a:pPr marL="171450" indent="-171450">
              <a:buFontTx/>
              <a:buChar char="-"/>
            </a:pPr>
            <a:r>
              <a:rPr lang="en-US" sz="1200" dirty="0"/>
              <a:t>Highest Common Factor</a:t>
            </a:r>
          </a:p>
        </p:txBody>
      </p:sp>
      <p:sp>
        <p:nvSpPr>
          <p:cNvPr id="26" name="Rectangle 25">
            <a:extLst>
              <a:ext uri="{FF2B5EF4-FFF2-40B4-BE49-F238E27FC236}">
                <a16:creationId xmlns:a16="http://schemas.microsoft.com/office/drawing/2014/main" id="{A47FDB90-3ABD-AEE3-510B-DA2A5A8627F1}"/>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3 – Highest Common Factor</a:t>
            </a:r>
          </a:p>
        </p:txBody>
      </p:sp>
      <p:graphicFrame>
        <p:nvGraphicFramePr>
          <p:cNvPr id="37" name="Table 36">
            <a:extLst>
              <a:ext uri="{FF2B5EF4-FFF2-40B4-BE49-F238E27FC236}">
                <a16:creationId xmlns:a16="http://schemas.microsoft.com/office/drawing/2014/main" id="{66DD2EF5-FCD5-6D75-A5C7-2871B5E78C14}"/>
              </a:ext>
            </a:extLst>
          </p:cNvPr>
          <p:cNvGraphicFramePr>
            <a:graphicFrameLocks noGrp="1"/>
          </p:cNvGraphicFramePr>
          <p:nvPr>
            <p:extLst>
              <p:ext uri="{D42A27DB-BD31-4B8C-83A1-F6EECF244321}">
                <p14:modId xmlns:p14="http://schemas.microsoft.com/office/powerpoint/2010/main" val="1556134016"/>
              </p:ext>
            </p:extLst>
          </p:nvPr>
        </p:nvGraphicFramePr>
        <p:xfrm>
          <a:off x="94126" y="6178169"/>
          <a:ext cx="6681466" cy="3334793"/>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452558">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HCF of 10 and 15</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HCF of 16 and 24</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HCF of 12 and 18 </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882235">
                <a:tc>
                  <a:txBody>
                    <a:bodyPr/>
                    <a:lstStyle/>
                    <a:p>
                      <a:pPr marL="0" indent="0">
                        <a:buNone/>
                      </a:pPr>
                      <a:r>
                        <a:rPr lang="en-US" sz="1200" dirty="0">
                          <a:solidFill>
                            <a:schemeClr val="tx1"/>
                          </a:solidFill>
                        </a:rPr>
                        <a:t>1) List all the  factors of each number.</a:t>
                      </a:r>
                      <a:br>
                        <a:rPr lang="en-US" sz="1200" dirty="0">
                          <a:solidFill>
                            <a:schemeClr val="tx1"/>
                          </a:solidFill>
                        </a:rPr>
                      </a:br>
                      <a:endParaRPr lang="en-US" sz="1200" dirty="0">
                        <a:solidFill>
                          <a:schemeClr val="tx1"/>
                        </a:solidFill>
                      </a:endParaRPr>
                    </a:p>
                    <a:p>
                      <a:r>
                        <a:rPr lang="en-US" sz="1200" dirty="0">
                          <a:solidFill>
                            <a:schemeClr val="tx1"/>
                          </a:solidFill>
                        </a:rPr>
                        <a:t>2) </a:t>
                      </a:r>
                      <a:r>
                        <a:rPr lang="en-US" sz="1200" b="0" dirty="0">
                          <a:solidFill>
                            <a:schemeClr val="tx1"/>
                          </a:solidFill>
                        </a:rPr>
                        <a:t>Identify the factors common to both lists, then circle the highest common factor.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rPr>
                        <a:t>Factors of 10</a:t>
                      </a:r>
                    </a:p>
                    <a:p>
                      <a:r>
                        <a:rPr lang="en-US" sz="1200" baseline="0" dirty="0">
                          <a:solidFill>
                            <a:schemeClr val="tx1"/>
                          </a:solidFill>
                        </a:rPr>
                        <a:t>1, 2, 5, 10</a:t>
                      </a:r>
                    </a:p>
                    <a:p>
                      <a:endParaRPr lang="en-US" sz="1200" baseline="0" dirty="0">
                        <a:solidFill>
                          <a:schemeClr val="tx1"/>
                        </a:solidFill>
                      </a:endParaRPr>
                    </a:p>
                    <a:p>
                      <a:r>
                        <a:rPr lang="en-US" sz="1200" baseline="0" dirty="0">
                          <a:solidFill>
                            <a:schemeClr val="tx1"/>
                          </a:solidFill>
                        </a:rPr>
                        <a:t>Factors of 15</a:t>
                      </a:r>
                    </a:p>
                    <a:p>
                      <a:r>
                        <a:rPr lang="en-US" sz="1200" baseline="0" dirty="0">
                          <a:solidFill>
                            <a:schemeClr val="tx1"/>
                          </a:solidFill>
                        </a:rPr>
                        <a:t>1, 3, 5, 15</a:t>
                      </a:r>
                    </a:p>
                    <a:p>
                      <a:pPr algn="ctr"/>
                      <a:endParaRPr lang="en-GB" sz="14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0" lang="en-GB"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0" lang="en-GB"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38" name="TextBox 37">
            <a:extLst>
              <a:ext uri="{FF2B5EF4-FFF2-40B4-BE49-F238E27FC236}">
                <a16:creationId xmlns:a16="http://schemas.microsoft.com/office/drawing/2014/main" id="{9011391A-2E2C-F8F0-C6DF-CD6CC11A1EB2}"/>
              </a:ext>
            </a:extLst>
          </p:cNvPr>
          <p:cNvSpPr txBox="1"/>
          <p:nvPr/>
        </p:nvSpPr>
        <p:spPr>
          <a:xfrm>
            <a:off x="1397486" y="5900808"/>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39" name="TextBox 38">
            <a:extLst>
              <a:ext uri="{FF2B5EF4-FFF2-40B4-BE49-F238E27FC236}">
                <a16:creationId xmlns:a16="http://schemas.microsoft.com/office/drawing/2014/main" id="{9431E388-31C6-DF39-F4D1-5F65F6BDFCF6}"/>
              </a:ext>
            </a:extLst>
          </p:cNvPr>
          <p:cNvSpPr txBox="1"/>
          <p:nvPr/>
        </p:nvSpPr>
        <p:spPr>
          <a:xfrm>
            <a:off x="5076170" y="5891867"/>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40" name="TextBox 39">
            <a:extLst>
              <a:ext uri="{FF2B5EF4-FFF2-40B4-BE49-F238E27FC236}">
                <a16:creationId xmlns:a16="http://schemas.microsoft.com/office/drawing/2014/main" id="{635ABD25-D90A-5CBB-78DC-D2A00373A716}"/>
              </a:ext>
            </a:extLst>
          </p:cNvPr>
          <p:cNvSpPr txBox="1"/>
          <p:nvPr/>
        </p:nvSpPr>
        <p:spPr>
          <a:xfrm>
            <a:off x="3104358" y="5897334"/>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41" name="Rectangle 40">
            <a:extLst>
              <a:ext uri="{FF2B5EF4-FFF2-40B4-BE49-F238E27FC236}">
                <a16:creationId xmlns:a16="http://schemas.microsoft.com/office/drawing/2014/main" id="{7850AADC-E77C-0BEB-073B-F6F8FEBCB91E}"/>
              </a:ext>
            </a:extLst>
          </p:cNvPr>
          <p:cNvSpPr/>
          <p:nvPr/>
        </p:nvSpPr>
        <p:spPr>
          <a:xfrm>
            <a:off x="74466" y="5559004"/>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Calculating the highest common factor of two numbers</a:t>
            </a:r>
          </a:p>
        </p:txBody>
      </p:sp>
      <p:cxnSp>
        <p:nvCxnSpPr>
          <p:cNvPr id="2" name="Straight Connector 1">
            <a:extLst>
              <a:ext uri="{FF2B5EF4-FFF2-40B4-BE49-F238E27FC236}">
                <a16:creationId xmlns:a16="http://schemas.microsoft.com/office/drawing/2014/main" id="{81431800-84F3-23F0-7F7C-FDD4E88087A0}"/>
              </a:ext>
            </a:extLst>
          </p:cNvPr>
          <p:cNvCxnSpPr/>
          <p:nvPr/>
        </p:nvCxnSpPr>
        <p:spPr>
          <a:xfrm flipV="1">
            <a:off x="917908" y="479662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3879524-AA1F-2474-E2C8-E14C5A533DA8}"/>
              </a:ext>
            </a:extLst>
          </p:cNvPr>
          <p:cNvSpPr/>
          <p:nvPr/>
        </p:nvSpPr>
        <p:spPr>
          <a:xfrm>
            <a:off x="66631" y="3148711"/>
            <a:ext cx="6699219" cy="21483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Straight Connector 3">
            <a:extLst>
              <a:ext uri="{FF2B5EF4-FFF2-40B4-BE49-F238E27FC236}">
                <a16:creationId xmlns:a16="http://schemas.microsoft.com/office/drawing/2014/main" id="{BDADC6CB-77B3-1EAF-D0ED-C9FDB6402AED}"/>
              </a:ext>
            </a:extLst>
          </p:cNvPr>
          <p:cNvCxnSpPr>
            <a:cxnSpLocks/>
          </p:cNvCxnSpPr>
          <p:nvPr/>
        </p:nvCxnSpPr>
        <p:spPr>
          <a:xfrm>
            <a:off x="60563" y="4263961"/>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139EA36F-FFB0-A1BF-4238-D00A6EEFA5D4}"/>
              </a:ext>
            </a:extLst>
          </p:cNvPr>
          <p:cNvCxnSpPr>
            <a:cxnSpLocks/>
            <a:stCxn id="3" idx="2"/>
            <a:endCxn id="3" idx="0"/>
          </p:cNvCxnSpPr>
          <p:nvPr/>
        </p:nvCxnSpPr>
        <p:spPr>
          <a:xfrm flipV="1">
            <a:off x="3416241" y="3148711"/>
            <a:ext cx="0" cy="2148368"/>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38C69D0E-5942-CBA7-27F6-2CA29D879757}"/>
              </a:ext>
            </a:extLst>
          </p:cNvPr>
          <p:cNvSpPr txBox="1"/>
          <p:nvPr/>
        </p:nvSpPr>
        <p:spPr>
          <a:xfrm>
            <a:off x="84386" y="3170473"/>
            <a:ext cx="824713" cy="461665"/>
          </a:xfrm>
          <a:prstGeom prst="rect">
            <a:avLst/>
          </a:prstGeom>
          <a:noFill/>
        </p:spPr>
        <p:txBody>
          <a:bodyPr wrap="none" rtlCol="0">
            <a:spAutoFit/>
          </a:bodyPr>
          <a:lstStyle/>
          <a:p>
            <a:r>
              <a:rPr lang="en-US" sz="1200" b="1" dirty="0"/>
              <a:t>Definition</a:t>
            </a:r>
          </a:p>
          <a:p>
            <a:endParaRPr lang="en-US" sz="1200" dirty="0"/>
          </a:p>
        </p:txBody>
      </p:sp>
      <p:sp>
        <p:nvSpPr>
          <p:cNvPr id="28" name="TextBox 27">
            <a:extLst>
              <a:ext uri="{FF2B5EF4-FFF2-40B4-BE49-F238E27FC236}">
                <a16:creationId xmlns:a16="http://schemas.microsoft.com/office/drawing/2014/main" id="{EC35A939-1B63-6E6B-918C-2DDEE8A95F26}"/>
              </a:ext>
            </a:extLst>
          </p:cNvPr>
          <p:cNvSpPr txBox="1"/>
          <p:nvPr/>
        </p:nvSpPr>
        <p:spPr>
          <a:xfrm>
            <a:off x="5694116" y="3169465"/>
            <a:ext cx="1112228" cy="276999"/>
          </a:xfrm>
          <a:prstGeom prst="rect">
            <a:avLst/>
          </a:prstGeom>
          <a:noFill/>
        </p:spPr>
        <p:txBody>
          <a:bodyPr wrap="none" rtlCol="0">
            <a:spAutoFit/>
          </a:bodyPr>
          <a:lstStyle/>
          <a:p>
            <a:r>
              <a:rPr lang="en-US" sz="1200" b="1" dirty="0"/>
              <a:t>Characteristics</a:t>
            </a:r>
            <a:endParaRPr lang="en-GB" sz="1200" b="1" dirty="0"/>
          </a:p>
        </p:txBody>
      </p:sp>
      <p:sp>
        <p:nvSpPr>
          <p:cNvPr id="29" name="TextBox 28">
            <a:extLst>
              <a:ext uri="{FF2B5EF4-FFF2-40B4-BE49-F238E27FC236}">
                <a16:creationId xmlns:a16="http://schemas.microsoft.com/office/drawing/2014/main" id="{F8AD46C3-0098-FF08-06DC-4873E5CD1E25}"/>
              </a:ext>
            </a:extLst>
          </p:cNvPr>
          <p:cNvSpPr txBox="1"/>
          <p:nvPr/>
        </p:nvSpPr>
        <p:spPr>
          <a:xfrm>
            <a:off x="88481" y="4261072"/>
            <a:ext cx="788164" cy="276999"/>
          </a:xfrm>
          <a:prstGeom prst="rect">
            <a:avLst/>
          </a:prstGeom>
          <a:noFill/>
        </p:spPr>
        <p:txBody>
          <a:bodyPr wrap="none" rtlCol="0">
            <a:spAutoFit/>
          </a:bodyPr>
          <a:lstStyle/>
          <a:p>
            <a:r>
              <a:rPr lang="en-US" sz="1200" b="1" dirty="0"/>
              <a:t>Examples</a:t>
            </a:r>
            <a:endParaRPr lang="en-GB" sz="1200" b="1" dirty="0"/>
          </a:p>
        </p:txBody>
      </p:sp>
      <p:sp>
        <p:nvSpPr>
          <p:cNvPr id="30" name="TextBox 29">
            <a:extLst>
              <a:ext uri="{FF2B5EF4-FFF2-40B4-BE49-F238E27FC236}">
                <a16:creationId xmlns:a16="http://schemas.microsoft.com/office/drawing/2014/main" id="{72F1E9ED-AB72-8278-4F89-74F264CE6B97}"/>
              </a:ext>
            </a:extLst>
          </p:cNvPr>
          <p:cNvSpPr txBox="1"/>
          <p:nvPr/>
        </p:nvSpPr>
        <p:spPr>
          <a:xfrm>
            <a:off x="5646366" y="4239525"/>
            <a:ext cx="1172885" cy="276999"/>
          </a:xfrm>
          <a:prstGeom prst="rect">
            <a:avLst/>
          </a:prstGeom>
          <a:noFill/>
        </p:spPr>
        <p:txBody>
          <a:bodyPr wrap="none" rtlCol="0">
            <a:spAutoFit/>
          </a:bodyPr>
          <a:lstStyle/>
          <a:p>
            <a:r>
              <a:rPr lang="en-US" sz="1200" b="1" dirty="0"/>
              <a:t>Non - Examples</a:t>
            </a:r>
            <a:endParaRPr lang="en-GB" sz="1200" b="1" dirty="0"/>
          </a:p>
        </p:txBody>
      </p:sp>
      <p:sp>
        <p:nvSpPr>
          <p:cNvPr id="31" name="TextBox 30">
            <a:extLst>
              <a:ext uri="{FF2B5EF4-FFF2-40B4-BE49-F238E27FC236}">
                <a16:creationId xmlns:a16="http://schemas.microsoft.com/office/drawing/2014/main" id="{EAF5EF31-0AF0-B15F-9D08-00088CE4FEED}"/>
              </a:ext>
            </a:extLst>
          </p:cNvPr>
          <p:cNvSpPr txBox="1"/>
          <p:nvPr/>
        </p:nvSpPr>
        <p:spPr>
          <a:xfrm>
            <a:off x="99118" y="3358071"/>
            <a:ext cx="3230335" cy="461665"/>
          </a:xfrm>
          <a:prstGeom prst="rect">
            <a:avLst/>
          </a:prstGeom>
          <a:noFill/>
        </p:spPr>
        <p:txBody>
          <a:bodyPr wrap="square" rtlCol="0">
            <a:spAutoFit/>
          </a:bodyPr>
          <a:lstStyle/>
          <a:p>
            <a:pPr marL="171450" indent="-171450">
              <a:buFont typeface="Arial" panose="020B0604020202020204" pitchFamily="34" charset="0"/>
              <a:buChar char="•"/>
            </a:pPr>
            <a:r>
              <a:rPr lang="en-GB" sz="1200" dirty="0"/>
              <a:t>The largest integer which is a factor of two or more given positive integers.</a:t>
            </a:r>
            <a:endParaRPr lang="en-US" sz="1200" dirty="0"/>
          </a:p>
        </p:txBody>
      </p:sp>
      <p:sp>
        <p:nvSpPr>
          <p:cNvPr id="32" name="TextBox 31">
            <a:extLst>
              <a:ext uri="{FF2B5EF4-FFF2-40B4-BE49-F238E27FC236}">
                <a16:creationId xmlns:a16="http://schemas.microsoft.com/office/drawing/2014/main" id="{BFA86B63-C06E-B20F-8BC1-9597EEBF251C}"/>
              </a:ext>
            </a:extLst>
          </p:cNvPr>
          <p:cNvSpPr txBox="1"/>
          <p:nvPr/>
        </p:nvSpPr>
        <p:spPr>
          <a:xfrm>
            <a:off x="3461002" y="3362361"/>
            <a:ext cx="3230335" cy="1015663"/>
          </a:xfrm>
          <a:prstGeom prst="rect">
            <a:avLst/>
          </a:prstGeom>
          <a:noFill/>
        </p:spPr>
        <p:txBody>
          <a:bodyPr wrap="square" rtlCol="0" anchor="b">
            <a:spAutoFit/>
          </a:bodyPr>
          <a:lstStyle/>
          <a:p>
            <a:pPr marL="171450" indent="-171450">
              <a:buFont typeface="Arial" panose="020B0604020202020204" pitchFamily="34" charset="0"/>
              <a:buChar char="•"/>
            </a:pPr>
            <a:r>
              <a:rPr lang="en-US" sz="1200" dirty="0"/>
              <a:t>Will be less than or equal to the smallest of the given numbers.</a:t>
            </a:r>
          </a:p>
          <a:p>
            <a:pPr marL="171450" indent="-171450">
              <a:buFont typeface="Arial" panose="020B0604020202020204" pitchFamily="34" charset="0"/>
              <a:buChar char="•"/>
            </a:pPr>
            <a:r>
              <a:rPr lang="en-US" sz="1200" dirty="0"/>
              <a:t>Often abbreviated to HCF</a:t>
            </a:r>
          </a:p>
          <a:p>
            <a:endParaRPr lang="en-US" sz="1200" dirty="0"/>
          </a:p>
          <a:p>
            <a:pPr marL="171450" indent="-171450">
              <a:buFont typeface="Arial" panose="020B0604020202020204" pitchFamily="34" charset="0"/>
              <a:buChar char="•"/>
            </a:pPr>
            <a:endParaRPr lang="en-US" sz="1200" dirty="0"/>
          </a:p>
        </p:txBody>
      </p:sp>
      <p:sp>
        <p:nvSpPr>
          <p:cNvPr id="33" name="TextBox 32">
            <a:extLst>
              <a:ext uri="{FF2B5EF4-FFF2-40B4-BE49-F238E27FC236}">
                <a16:creationId xmlns:a16="http://schemas.microsoft.com/office/drawing/2014/main" id="{4126FA7F-E813-1A4E-9388-806CEA67FB78}"/>
              </a:ext>
            </a:extLst>
          </p:cNvPr>
          <p:cNvSpPr txBox="1"/>
          <p:nvPr/>
        </p:nvSpPr>
        <p:spPr>
          <a:xfrm>
            <a:off x="2196784" y="4117038"/>
            <a:ext cx="2379177" cy="369332"/>
          </a:xfrm>
          <a:prstGeom prst="rect">
            <a:avLst/>
          </a:prstGeom>
          <a:solidFill>
            <a:schemeClr val="bg1"/>
          </a:solidFill>
          <a:ln>
            <a:solidFill>
              <a:schemeClr val="tx1"/>
            </a:solidFill>
          </a:ln>
        </p:spPr>
        <p:txBody>
          <a:bodyPr wrap="none" rtlCol="0">
            <a:spAutoFit/>
          </a:bodyPr>
          <a:lstStyle/>
          <a:p>
            <a:r>
              <a:rPr lang="en-US" dirty="0"/>
              <a:t>Highest common factor</a:t>
            </a:r>
            <a:endParaRPr lang="en-GB" dirty="0"/>
          </a:p>
        </p:txBody>
      </p:sp>
      <p:sp>
        <p:nvSpPr>
          <p:cNvPr id="34" name="TextBox 33">
            <a:extLst>
              <a:ext uri="{FF2B5EF4-FFF2-40B4-BE49-F238E27FC236}">
                <a16:creationId xmlns:a16="http://schemas.microsoft.com/office/drawing/2014/main" id="{D8A13199-8820-15F9-2711-F4E6F0DCD815}"/>
              </a:ext>
            </a:extLst>
          </p:cNvPr>
          <p:cNvSpPr txBox="1"/>
          <p:nvPr/>
        </p:nvSpPr>
        <p:spPr>
          <a:xfrm>
            <a:off x="116158" y="4466081"/>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GB" sz="1200" dirty="0"/>
              <a:t>HCF of 8 and 12 = 4</a:t>
            </a:r>
          </a:p>
          <a:p>
            <a:pPr marL="171450" indent="-171450">
              <a:buFont typeface="Arial" panose="020B0604020202020204" pitchFamily="34" charset="0"/>
              <a:buChar char="•"/>
            </a:pPr>
            <a:r>
              <a:rPr lang="en-GB" sz="1200" dirty="0"/>
              <a:t>HCF of 30 and 15 = 15</a:t>
            </a:r>
          </a:p>
          <a:p>
            <a:pPr marL="171450" indent="-171450">
              <a:buFont typeface="Arial" panose="020B0604020202020204" pitchFamily="34" charset="0"/>
              <a:buChar char="•"/>
            </a:pPr>
            <a:r>
              <a:rPr lang="en-GB" sz="1200" dirty="0"/>
              <a:t>HCF of 4 and 15 = 1</a:t>
            </a:r>
          </a:p>
          <a:p>
            <a:pPr marL="171450" indent="-171450">
              <a:buFont typeface="Arial" panose="020B0604020202020204" pitchFamily="34" charset="0"/>
              <a:buChar char="•"/>
            </a:pPr>
            <a:r>
              <a:rPr lang="en-GB" sz="1200" dirty="0"/>
              <a:t>LCM of 4, 6 and 10 = 2</a:t>
            </a:r>
          </a:p>
        </p:txBody>
      </p:sp>
      <p:sp>
        <p:nvSpPr>
          <p:cNvPr id="35" name="TextBox 34">
            <a:extLst>
              <a:ext uri="{FF2B5EF4-FFF2-40B4-BE49-F238E27FC236}">
                <a16:creationId xmlns:a16="http://schemas.microsoft.com/office/drawing/2014/main" id="{7161EAB1-0DB0-CF97-9A0D-88A8C21C7666}"/>
              </a:ext>
            </a:extLst>
          </p:cNvPr>
          <p:cNvSpPr txBox="1"/>
          <p:nvPr/>
        </p:nvSpPr>
        <p:spPr>
          <a:xfrm>
            <a:off x="3427485" y="4522633"/>
            <a:ext cx="3230335" cy="646331"/>
          </a:xfrm>
          <a:prstGeom prst="rect">
            <a:avLst/>
          </a:prstGeom>
          <a:noFill/>
        </p:spPr>
        <p:txBody>
          <a:bodyPr wrap="square" rtlCol="0">
            <a:spAutoFit/>
          </a:bodyPr>
          <a:lstStyle/>
          <a:p>
            <a:pPr marL="171450" indent="-171450">
              <a:buFont typeface="Arial" panose="020B0604020202020204" pitchFamily="34" charset="0"/>
              <a:buChar char="•"/>
            </a:pPr>
            <a:r>
              <a:rPr lang="en-GB" sz="1200" dirty="0"/>
              <a:t>HCF of 1 and 2 ≠ 2</a:t>
            </a:r>
          </a:p>
          <a:p>
            <a:pPr marL="171450" indent="-171450">
              <a:buFont typeface="Arial" panose="020B0604020202020204" pitchFamily="34" charset="0"/>
              <a:buChar char="•"/>
            </a:pPr>
            <a:r>
              <a:rPr lang="en-GB" sz="1200" dirty="0"/>
              <a:t>HCF of 4 and 8 ≠ 8</a:t>
            </a:r>
          </a:p>
          <a:p>
            <a:pPr marL="171450" indent="-171450">
              <a:buFont typeface="Arial" panose="020B0604020202020204" pitchFamily="34" charset="0"/>
              <a:buChar char="•"/>
            </a:pPr>
            <a:r>
              <a:rPr lang="en-GB" sz="1200" dirty="0"/>
              <a:t>HCF of 4 and 5 ≠ 20</a:t>
            </a:r>
          </a:p>
        </p:txBody>
      </p:sp>
      <p:sp>
        <p:nvSpPr>
          <p:cNvPr id="14" name="Rectangle 13">
            <a:extLst>
              <a:ext uri="{FF2B5EF4-FFF2-40B4-BE49-F238E27FC236}">
                <a16:creationId xmlns:a16="http://schemas.microsoft.com/office/drawing/2014/main" id="{6EA85910-AC79-199D-0EEA-70EDE904F1B9}"/>
              </a:ext>
            </a:extLst>
          </p:cNvPr>
          <p:cNvSpPr/>
          <p:nvPr/>
        </p:nvSpPr>
        <p:spPr>
          <a:xfrm>
            <a:off x="107712" y="1952634"/>
            <a:ext cx="6671317" cy="10742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15" name="TextBox 14">
            <a:extLst>
              <a:ext uri="{FF2B5EF4-FFF2-40B4-BE49-F238E27FC236}">
                <a16:creationId xmlns:a16="http://schemas.microsoft.com/office/drawing/2014/main" id="{B03E5CF2-8476-FA54-AFEB-6F2D5F90F9C4}"/>
              </a:ext>
            </a:extLst>
          </p:cNvPr>
          <p:cNvSpPr txBox="1"/>
          <p:nvPr/>
        </p:nvSpPr>
        <p:spPr>
          <a:xfrm>
            <a:off x="64621" y="1915989"/>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Introduction – Read and annotate: </a:t>
            </a:r>
          </a:p>
        </p:txBody>
      </p:sp>
      <p:sp>
        <p:nvSpPr>
          <p:cNvPr id="16" name="TextBox 15">
            <a:extLst>
              <a:ext uri="{FF2B5EF4-FFF2-40B4-BE49-F238E27FC236}">
                <a16:creationId xmlns:a16="http://schemas.microsoft.com/office/drawing/2014/main" id="{378022C3-5EE6-4474-6F06-B31E2FBA6A01}"/>
              </a:ext>
            </a:extLst>
          </p:cNvPr>
          <p:cNvSpPr txBox="1"/>
          <p:nvPr/>
        </p:nvSpPr>
        <p:spPr>
          <a:xfrm>
            <a:off x="92150" y="2139586"/>
            <a:ext cx="6768000" cy="830997"/>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The </a:t>
            </a:r>
            <a:r>
              <a:rPr lang="en-US" sz="1200" b="1" dirty="0"/>
              <a:t>highest common factor</a:t>
            </a:r>
            <a:r>
              <a:rPr lang="en-US" sz="1200" dirty="0"/>
              <a:t> (HCF), is the biggest number that can divide two (or more) numbers</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evenly, with no remainder. Think of it as the largest number that both numbers "share" as a factor. The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HCF is useful for simplifying fractions, dividing things into equal parts, and finding the biggest group</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that something can be split into evenly. </a:t>
            </a:r>
            <a:endParaRPr kumimoji="0" lang="en-US" sz="120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3169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7BE6084F-473B-2BDB-B488-65280ADFC1DD}"/>
              </a:ext>
            </a:extLst>
          </p:cNvPr>
          <p:cNvSpPr>
            <a:spLocks noGrp="1"/>
          </p:cNvSpPr>
          <p:nvPr>
            <p:ph type="sldNum" sz="quarter" idx="12"/>
          </p:nvPr>
        </p:nvSpPr>
        <p:spPr>
          <a:xfrm>
            <a:off x="5384318" y="9562176"/>
            <a:ext cx="1543050" cy="527403"/>
          </a:xfrm>
        </p:spPr>
        <p:txBody>
          <a:bodyPr/>
          <a:lstStyle/>
          <a:p>
            <a:fld id="{19F1D9CC-7119-45EC-A96C-D8C0660F3AAB}" type="slidenum">
              <a:rPr lang="en-GB" smtClean="0"/>
              <a:t>13</a:t>
            </a:fld>
            <a:endParaRPr lang="en-GB"/>
          </a:p>
        </p:txBody>
      </p:sp>
      <p:sp>
        <p:nvSpPr>
          <p:cNvPr id="7" name="TextBox 6">
            <a:extLst>
              <a:ext uri="{FF2B5EF4-FFF2-40B4-BE49-F238E27FC236}">
                <a16:creationId xmlns:a16="http://schemas.microsoft.com/office/drawing/2014/main" id="{392D712E-5DFC-A48B-6798-AEECB7205678}"/>
              </a:ext>
            </a:extLst>
          </p:cNvPr>
          <p:cNvSpPr txBox="1"/>
          <p:nvPr/>
        </p:nvSpPr>
        <p:spPr>
          <a:xfrm>
            <a:off x="1261803" y="255272"/>
            <a:ext cx="4853636" cy="276999"/>
          </a:xfrm>
          <a:prstGeom prst="rect">
            <a:avLst/>
          </a:prstGeom>
          <a:noFill/>
        </p:spPr>
        <p:txBody>
          <a:bodyPr wrap="none" rtlCol="0">
            <a:spAutoFit/>
          </a:bodyPr>
          <a:lstStyle/>
          <a:p>
            <a:r>
              <a:rPr lang="en-US" sz="1200" dirty="0"/>
              <a:t>1. Work out the highest common factor of the following pairs of numbers:</a:t>
            </a:r>
            <a:endParaRPr lang="en-GB" sz="1200" dirty="0"/>
          </a:p>
        </p:txBody>
      </p:sp>
      <p:graphicFrame>
        <p:nvGraphicFramePr>
          <p:cNvPr id="8" name="Table 3">
            <a:extLst>
              <a:ext uri="{FF2B5EF4-FFF2-40B4-BE49-F238E27FC236}">
                <a16:creationId xmlns:a16="http://schemas.microsoft.com/office/drawing/2014/main" id="{1C9129CA-0F38-7F7D-B612-5E3572B5B498}"/>
              </a:ext>
            </a:extLst>
          </p:cNvPr>
          <p:cNvGraphicFramePr>
            <a:graphicFrameLocks noGrp="1"/>
          </p:cNvGraphicFramePr>
          <p:nvPr/>
        </p:nvGraphicFramePr>
        <p:xfrm>
          <a:off x="123849" y="595725"/>
          <a:ext cx="6610305" cy="9072000"/>
        </p:xfrm>
        <a:graphic>
          <a:graphicData uri="http://schemas.openxmlformats.org/drawingml/2006/table">
            <a:tbl>
              <a:tblPr firstRow="1" bandRow="1"/>
              <a:tblGrid>
                <a:gridCol w="2203435">
                  <a:extLst>
                    <a:ext uri="{9D8B030D-6E8A-4147-A177-3AD203B41FA5}">
                      <a16:colId xmlns:a16="http://schemas.microsoft.com/office/drawing/2014/main" val="2020976862"/>
                    </a:ext>
                  </a:extLst>
                </a:gridCol>
                <a:gridCol w="2203435">
                  <a:extLst>
                    <a:ext uri="{9D8B030D-6E8A-4147-A177-3AD203B41FA5}">
                      <a16:colId xmlns:a16="http://schemas.microsoft.com/office/drawing/2014/main" val="3640026896"/>
                    </a:ext>
                  </a:extLst>
                </a:gridCol>
                <a:gridCol w="2203435">
                  <a:extLst>
                    <a:ext uri="{9D8B030D-6E8A-4147-A177-3AD203B41FA5}">
                      <a16:colId xmlns:a16="http://schemas.microsoft.com/office/drawing/2014/main" val="2169981925"/>
                    </a:ext>
                  </a:extLst>
                </a:gridCol>
              </a:tblGrid>
              <a:tr h="1296000">
                <a:tc>
                  <a:txBody>
                    <a:bodyPr/>
                    <a:lstStyle/>
                    <a:p>
                      <a:r>
                        <a:rPr lang="en-GB" sz="1200" dirty="0"/>
                        <a:t>a) 4 and 14</a:t>
                      </a:r>
                    </a:p>
                    <a:p>
                      <a:endParaRPr lang="en-GB" sz="1200" dirty="0"/>
                    </a:p>
                    <a:p>
                      <a:endParaRPr lang="en-GB" sz="1200" dirty="0"/>
                    </a:p>
                    <a:p>
                      <a:endParaRPr lang="en-GB" sz="1200" dirty="0"/>
                    </a:p>
                  </a:txBody>
                  <a:tcPr/>
                </a:tc>
                <a:tc>
                  <a:txBody>
                    <a:bodyPr/>
                    <a:lstStyle/>
                    <a:p>
                      <a:r>
                        <a:rPr lang="en-GB" sz="1200" dirty="0"/>
                        <a:t>b) 6 and 14</a:t>
                      </a:r>
                    </a:p>
                  </a:txBody>
                  <a:tcPr/>
                </a:tc>
                <a:tc>
                  <a:txBody>
                    <a:bodyPr/>
                    <a:lstStyle/>
                    <a:p>
                      <a:r>
                        <a:rPr lang="en-GB" sz="1200" dirty="0"/>
                        <a:t>c) 6 and 9</a:t>
                      </a:r>
                    </a:p>
                  </a:txBody>
                  <a:tcPr/>
                </a:tc>
                <a:extLst>
                  <a:ext uri="{0D108BD9-81ED-4DB2-BD59-A6C34878D82A}">
                    <a16:rowId xmlns:a16="http://schemas.microsoft.com/office/drawing/2014/main" val="704987828"/>
                  </a:ext>
                </a:extLst>
              </a:tr>
              <a:tr h="1296000">
                <a:tc>
                  <a:txBody>
                    <a:bodyPr/>
                    <a:lstStyle/>
                    <a:p>
                      <a:r>
                        <a:rPr lang="en-GB" sz="1200" dirty="0"/>
                        <a:t>d) 9 and 21</a:t>
                      </a:r>
                    </a:p>
                    <a:p>
                      <a:endParaRPr lang="en-GB" sz="1200" dirty="0"/>
                    </a:p>
                    <a:p>
                      <a:endParaRPr lang="en-GB" sz="1200" dirty="0"/>
                    </a:p>
                    <a:p>
                      <a:endParaRPr lang="en-GB" sz="1200" dirty="0"/>
                    </a:p>
                    <a:p>
                      <a:endParaRPr lang="en-GB" sz="1200" dirty="0"/>
                    </a:p>
                    <a:p>
                      <a:endParaRPr lang="en-GB" sz="1200" dirty="0"/>
                    </a:p>
                  </a:txBody>
                  <a:tcPr/>
                </a:tc>
                <a:tc>
                  <a:txBody>
                    <a:bodyPr/>
                    <a:lstStyle/>
                    <a:p>
                      <a:r>
                        <a:rPr lang="en-GB" sz="1200" dirty="0"/>
                        <a:t>e) 6 and 15</a:t>
                      </a:r>
                    </a:p>
                  </a:txBody>
                  <a:tcPr/>
                </a:tc>
                <a:tc>
                  <a:txBody>
                    <a:bodyPr/>
                    <a:lstStyle/>
                    <a:p>
                      <a:r>
                        <a:rPr lang="en-GB" sz="1200" dirty="0"/>
                        <a:t>f) 10 and 17</a:t>
                      </a:r>
                    </a:p>
                  </a:txBody>
                  <a:tcPr/>
                </a:tc>
                <a:extLst>
                  <a:ext uri="{0D108BD9-81ED-4DB2-BD59-A6C34878D82A}">
                    <a16:rowId xmlns:a16="http://schemas.microsoft.com/office/drawing/2014/main" val="1225368203"/>
                  </a:ext>
                </a:extLst>
              </a:tr>
              <a:tr h="1296000">
                <a:tc>
                  <a:txBody>
                    <a:bodyPr/>
                    <a:lstStyle/>
                    <a:p>
                      <a:r>
                        <a:rPr lang="en-GB" sz="1200" dirty="0"/>
                        <a:t>g) 30 and 45</a:t>
                      </a:r>
                    </a:p>
                    <a:p>
                      <a:endParaRPr lang="en-GB" sz="1200" dirty="0"/>
                    </a:p>
                    <a:p>
                      <a:endParaRPr lang="en-GB" sz="1200" dirty="0"/>
                    </a:p>
                    <a:p>
                      <a:endParaRPr lang="en-GB" sz="1200" dirty="0"/>
                    </a:p>
                    <a:p>
                      <a:endParaRPr lang="en-GB" sz="1200" dirty="0"/>
                    </a:p>
                  </a:txBody>
                  <a:tcPr/>
                </a:tc>
                <a:tc>
                  <a:txBody>
                    <a:bodyPr/>
                    <a:lstStyle/>
                    <a:p>
                      <a:r>
                        <a:rPr lang="en-GB" sz="1200" dirty="0"/>
                        <a:t>h) 40 and 60</a:t>
                      </a:r>
                    </a:p>
                  </a:txBody>
                  <a:tcPr/>
                </a:tc>
                <a:tc>
                  <a:txBody>
                    <a:bodyPr/>
                    <a:lstStyle/>
                    <a:p>
                      <a:r>
                        <a:rPr lang="en-GB" sz="1200" dirty="0" err="1"/>
                        <a:t>i</a:t>
                      </a:r>
                      <a:r>
                        <a:rPr lang="en-GB" sz="1200" dirty="0"/>
                        <a:t>) 28 and 63</a:t>
                      </a:r>
                    </a:p>
                  </a:txBody>
                  <a:tcPr/>
                </a:tc>
                <a:extLst>
                  <a:ext uri="{0D108BD9-81ED-4DB2-BD59-A6C34878D82A}">
                    <a16:rowId xmlns:a16="http://schemas.microsoft.com/office/drawing/2014/main" val="642972422"/>
                  </a:ext>
                </a:extLst>
              </a:tr>
              <a:tr h="1296000">
                <a:tc>
                  <a:txBody>
                    <a:bodyPr/>
                    <a:lstStyle/>
                    <a:p>
                      <a:r>
                        <a:rPr lang="en-GB" sz="1200" dirty="0"/>
                        <a:t>j) 24 and 36</a:t>
                      </a:r>
                    </a:p>
                  </a:txBody>
                  <a:tcPr/>
                </a:tc>
                <a:tc>
                  <a:txBody>
                    <a:bodyPr/>
                    <a:lstStyle/>
                    <a:p>
                      <a:r>
                        <a:rPr lang="en-GB" sz="1200" dirty="0"/>
                        <a:t>k) 16 and 28</a:t>
                      </a:r>
                    </a:p>
                  </a:txBody>
                  <a:tcPr/>
                </a:tc>
                <a:tc>
                  <a:txBody>
                    <a:bodyPr/>
                    <a:lstStyle/>
                    <a:p>
                      <a:r>
                        <a:rPr lang="en-GB" sz="1200" dirty="0"/>
                        <a:t>l) 18 and 45</a:t>
                      </a:r>
                    </a:p>
                  </a:txBody>
                  <a:tcPr/>
                </a:tc>
                <a:extLst>
                  <a:ext uri="{0D108BD9-81ED-4DB2-BD59-A6C34878D82A}">
                    <a16:rowId xmlns:a16="http://schemas.microsoft.com/office/drawing/2014/main" val="474703990"/>
                  </a:ext>
                </a:extLst>
              </a:tr>
              <a:tr h="1296000">
                <a:tc>
                  <a:txBody>
                    <a:bodyPr/>
                    <a:lstStyle/>
                    <a:p>
                      <a:r>
                        <a:rPr lang="en-GB" sz="1200" dirty="0"/>
                        <a:t>m) 150 and 200</a:t>
                      </a:r>
                    </a:p>
                  </a:txBody>
                  <a:tcPr/>
                </a:tc>
                <a:tc>
                  <a:txBody>
                    <a:bodyPr/>
                    <a:lstStyle/>
                    <a:p>
                      <a:r>
                        <a:rPr lang="en-GB" sz="1200" dirty="0"/>
                        <a:t>n) 12 and 54</a:t>
                      </a:r>
                    </a:p>
                  </a:txBody>
                  <a:tcPr/>
                </a:tc>
                <a:tc>
                  <a:txBody>
                    <a:bodyPr/>
                    <a:lstStyle/>
                    <a:p>
                      <a:r>
                        <a:rPr lang="en-GB" sz="1200" dirty="0"/>
                        <a:t>o) 90 and 270</a:t>
                      </a:r>
                    </a:p>
                  </a:txBody>
                  <a:tcPr/>
                </a:tc>
                <a:extLst>
                  <a:ext uri="{0D108BD9-81ED-4DB2-BD59-A6C34878D82A}">
                    <a16:rowId xmlns:a16="http://schemas.microsoft.com/office/drawing/2014/main" val="431859113"/>
                  </a:ext>
                </a:extLst>
              </a:tr>
              <a:tr h="1296000">
                <a:tc>
                  <a:txBody>
                    <a:bodyPr/>
                    <a:lstStyle/>
                    <a:p>
                      <a:r>
                        <a:rPr lang="en-GB" sz="1200" dirty="0">
                          <a:solidFill>
                            <a:schemeClr val="tx1"/>
                          </a:solidFill>
                        </a:rPr>
                        <a:t>p) 39 and 65</a:t>
                      </a:r>
                    </a:p>
                  </a:txBody>
                  <a:tcPr/>
                </a:tc>
                <a:tc>
                  <a:txBody>
                    <a:bodyPr/>
                    <a:lstStyle/>
                    <a:p>
                      <a:r>
                        <a:rPr lang="en-GB" sz="1200" dirty="0">
                          <a:solidFill>
                            <a:schemeClr val="tx1"/>
                          </a:solidFill>
                        </a:rPr>
                        <a:t>q) 12 and 1</a:t>
                      </a:r>
                    </a:p>
                  </a:txBody>
                  <a:tcPr/>
                </a:tc>
                <a:tc>
                  <a:txBody>
                    <a:bodyPr/>
                    <a:lstStyle/>
                    <a:p>
                      <a:r>
                        <a:rPr lang="en-GB" sz="1200" dirty="0">
                          <a:solidFill>
                            <a:schemeClr val="tx1"/>
                          </a:solidFill>
                        </a:rPr>
                        <a:t>r) 12 and 2</a:t>
                      </a:r>
                    </a:p>
                  </a:txBody>
                  <a:tcPr/>
                </a:tc>
                <a:extLst>
                  <a:ext uri="{0D108BD9-81ED-4DB2-BD59-A6C34878D82A}">
                    <a16:rowId xmlns:a16="http://schemas.microsoft.com/office/drawing/2014/main" val="784919820"/>
                  </a:ext>
                </a:extLst>
              </a:tr>
              <a:tr h="1296000">
                <a:tc>
                  <a:txBody>
                    <a:bodyPr/>
                    <a:lstStyle/>
                    <a:p>
                      <a:r>
                        <a:rPr lang="en-GB" sz="1200" dirty="0">
                          <a:solidFill>
                            <a:schemeClr val="tx1"/>
                          </a:solidFill>
                        </a:rPr>
                        <a:t>s) 12 and 3</a:t>
                      </a:r>
                    </a:p>
                  </a:txBody>
                  <a:tcPr/>
                </a:tc>
                <a:tc>
                  <a:txBody>
                    <a:bodyPr/>
                    <a:lstStyle/>
                    <a:p>
                      <a:r>
                        <a:rPr lang="en-GB" sz="1200" dirty="0">
                          <a:solidFill>
                            <a:schemeClr val="tx1"/>
                          </a:solidFill>
                        </a:rPr>
                        <a:t>t) 12 and 4</a:t>
                      </a:r>
                    </a:p>
                  </a:txBody>
                  <a:tcPr/>
                </a:tc>
                <a:tc>
                  <a:txBody>
                    <a:bodyPr/>
                    <a:lstStyle/>
                    <a:p>
                      <a:r>
                        <a:rPr lang="en-GB" sz="1200" dirty="0">
                          <a:solidFill>
                            <a:schemeClr val="tx1"/>
                          </a:solidFill>
                        </a:rPr>
                        <a:t>u) 12 and 5</a:t>
                      </a:r>
                    </a:p>
                  </a:txBody>
                  <a:tcPr/>
                </a:tc>
                <a:extLst>
                  <a:ext uri="{0D108BD9-81ED-4DB2-BD59-A6C34878D82A}">
                    <a16:rowId xmlns:a16="http://schemas.microsoft.com/office/drawing/2014/main" val="4038774263"/>
                  </a:ext>
                </a:extLst>
              </a:tr>
            </a:tbl>
          </a:graphicData>
        </a:graphic>
      </p:graphicFrame>
      <p:sp>
        <p:nvSpPr>
          <p:cNvPr id="9" name="Rectangle 8">
            <a:extLst>
              <a:ext uri="{FF2B5EF4-FFF2-40B4-BE49-F238E27FC236}">
                <a16:creationId xmlns:a16="http://schemas.microsoft.com/office/drawing/2014/main" id="{8D6AD9CC-20FE-F3A2-1EBF-6BB3AEBDC048}"/>
              </a:ext>
            </a:extLst>
          </p:cNvPr>
          <p:cNvSpPr/>
          <p:nvPr/>
        </p:nvSpPr>
        <p:spPr>
          <a:xfrm>
            <a:off x="123849" y="129845"/>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Tree>
    <p:extLst>
      <p:ext uri="{BB962C8B-B14F-4D97-AF65-F5344CB8AC3E}">
        <p14:creationId xmlns:p14="http://schemas.microsoft.com/office/powerpoint/2010/main" val="1705740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8695FC87-8B73-6177-904E-AD747537D19E}"/>
              </a:ext>
            </a:extLst>
          </p:cNvPr>
          <p:cNvGraphicFramePr>
            <a:graphicFrameLocks/>
          </p:cNvGraphicFramePr>
          <p:nvPr/>
        </p:nvGraphicFramePr>
        <p:xfrm>
          <a:off x="281763" y="584971"/>
          <a:ext cx="6294474" cy="8991566"/>
        </p:xfrm>
        <a:graphic>
          <a:graphicData uri="http://schemas.openxmlformats.org/drawingml/2006/table">
            <a:tbl>
              <a:tblPr firstRow="1" bandRow="1"/>
              <a:tblGrid>
                <a:gridCol w="6294474">
                  <a:extLst>
                    <a:ext uri="{9D8B030D-6E8A-4147-A177-3AD203B41FA5}">
                      <a16:colId xmlns:a16="http://schemas.microsoft.com/office/drawing/2014/main" val="2020976862"/>
                    </a:ext>
                  </a:extLst>
                </a:gridCol>
              </a:tblGrid>
              <a:tr h="6839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a) A PE teacher has to organise two year groups into netball teams, each separately. Year 7 has 70 students and Year 8 has 98 students. If each year group must be split equally into teams of all the same size, what is the largest team size she can use?</a:t>
                      </a:r>
                    </a:p>
                  </a:txBody>
                  <a:tcPr/>
                </a:tc>
                <a:extLst>
                  <a:ext uri="{0D108BD9-81ED-4DB2-BD59-A6C34878D82A}">
                    <a16:rowId xmlns:a16="http://schemas.microsoft.com/office/drawing/2014/main" val="1551615927"/>
                  </a:ext>
                </a:extLst>
              </a:tr>
              <a:tr h="1548000">
                <a:tc>
                  <a:txBody>
                    <a:bodyPr/>
                    <a:lstStyle/>
                    <a:p>
                      <a:endParaRPr lang="en-GB" sz="1200" dirty="0"/>
                    </a:p>
                  </a:txBody>
                  <a:tcPr/>
                </a:tc>
                <a:extLst>
                  <a:ext uri="{0D108BD9-81ED-4DB2-BD59-A6C34878D82A}">
                    <a16:rowId xmlns:a16="http://schemas.microsoft.com/office/drawing/2014/main" val="3177936791"/>
                  </a:ext>
                </a:extLst>
              </a:tr>
              <a:tr h="670724">
                <a:tc>
                  <a:txBody>
                    <a:bodyPr/>
                    <a:lstStyle/>
                    <a:p>
                      <a:r>
                        <a:rPr lang="en-GB" sz="1200" dirty="0"/>
                        <a:t>b) Alannah has two lengths of ribbon. One length of ribbon is 36cm long and the other length is 45cm long. Alannah wants to cut lengths of ribbon into shorter lengths that are of equal length. Alannah does not want any ribbon left over. What is the longest possible length for each of the shorter lengths of ribbon?</a:t>
                      </a:r>
                    </a:p>
                  </a:txBody>
                  <a:tcPr/>
                </a:tc>
                <a:extLst>
                  <a:ext uri="{0D108BD9-81ED-4DB2-BD59-A6C34878D82A}">
                    <a16:rowId xmlns:a16="http://schemas.microsoft.com/office/drawing/2014/main" val="2880425212"/>
                  </a:ext>
                </a:extLst>
              </a:tr>
              <a:tr h="1476000">
                <a:tc>
                  <a:txBody>
                    <a:bodyPr/>
                    <a:lstStyle/>
                    <a:p>
                      <a:endParaRPr lang="en-GB" sz="1200" dirty="0"/>
                    </a:p>
                  </a:txBody>
                  <a:tcPr/>
                </a:tc>
                <a:extLst>
                  <a:ext uri="{0D108BD9-81ED-4DB2-BD59-A6C34878D82A}">
                    <a16:rowId xmlns:a16="http://schemas.microsoft.com/office/drawing/2014/main" val="1123347206"/>
                  </a:ext>
                </a:extLst>
              </a:tr>
              <a:tr h="719794">
                <a:tc>
                  <a:txBody>
                    <a:bodyPr/>
                    <a:lstStyle/>
                    <a:p>
                      <a:r>
                        <a:rPr lang="en-GB" sz="1200" dirty="0"/>
                        <a:t>c) Helen thinks of two numbers. The highest common factor of her two numbers is 5. The lowest common multiple of her two numbers is a multiple of 12. Write down two possible numbers that Helen could be thinking of.</a:t>
                      </a:r>
                    </a:p>
                  </a:txBody>
                  <a:tcPr/>
                </a:tc>
                <a:extLst>
                  <a:ext uri="{0D108BD9-81ED-4DB2-BD59-A6C34878D82A}">
                    <a16:rowId xmlns:a16="http://schemas.microsoft.com/office/drawing/2014/main" val="3850093820"/>
                  </a:ext>
                </a:extLst>
              </a:tr>
              <a:tr h="1548000">
                <a:tc>
                  <a:txBody>
                    <a:bodyPr/>
                    <a:lstStyle/>
                    <a:p>
                      <a:pPr algn="ctr"/>
                      <a:endParaRPr lang="en-GB" sz="1200" b="1" dirty="0">
                        <a:solidFill>
                          <a:srgbClr val="FF0000"/>
                        </a:solidFill>
                      </a:endParaRPr>
                    </a:p>
                  </a:txBody>
                  <a:tcPr/>
                </a:tc>
                <a:extLst>
                  <a:ext uri="{0D108BD9-81ED-4DB2-BD59-A6C34878D82A}">
                    <a16:rowId xmlns:a16="http://schemas.microsoft.com/office/drawing/2014/main" val="998924958"/>
                  </a:ext>
                </a:extLst>
              </a:tr>
              <a:tr h="644829">
                <a:tc>
                  <a:txBody>
                    <a:bodyPr/>
                    <a:lstStyle/>
                    <a:p>
                      <a:r>
                        <a:rPr lang="en-GB" sz="1200" dirty="0"/>
                        <a:t>d) Lenny wants to cut identical squares, as big as he can, from a piece of paper measuring 168mm by 196mm. What is the length of each square?</a:t>
                      </a:r>
                    </a:p>
                  </a:txBody>
                  <a:tcPr/>
                </a:tc>
                <a:extLst>
                  <a:ext uri="{0D108BD9-81ED-4DB2-BD59-A6C34878D82A}">
                    <a16:rowId xmlns:a16="http://schemas.microsoft.com/office/drawing/2014/main" val="1102448664"/>
                  </a:ext>
                </a:extLst>
              </a:tr>
              <a:tr h="1548000">
                <a:tc>
                  <a:txBody>
                    <a:bodyPr/>
                    <a:lstStyle/>
                    <a:p>
                      <a:endParaRPr lang="en-GB" sz="1200" dirty="0"/>
                    </a:p>
                  </a:txBody>
                  <a:tcPr/>
                </a:tc>
                <a:extLst>
                  <a:ext uri="{0D108BD9-81ED-4DB2-BD59-A6C34878D82A}">
                    <a16:rowId xmlns:a16="http://schemas.microsoft.com/office/drawing/2014/main" val="751901507"/>
                  </a:ext>
                </a:extLst>
              </a:tr>
            </a:tbl>
          </a:graphicData>
        </a:graphic>
      </p:graphicFrame>
      <p:sp>
        <p:nvSpPr>
          <p:cNvPr id="2" name="Slide Number Placeholder 1">
            <a:extLst>
              <a:ext uri="{FF2B5EF4-FFF2-40B4-BE49-F238E27FC236}">
                <a16:creationId xmlns:a16="http://schemas.microsoft.com/office/drawing/2014/main" id="{8D148D99-0FAE-1402-A913-0F4746587579}"/>
              </a:ext>
            </a:extLst>
          </p:cNvPr>
          <p:cNvSpPr>
            <a:spLocks noGrp="1"/>
          </p:cNvSpPr>
          <p:nvPr>
            <p:ph type="sldNum" sz="quarter" idx="12"/>
          </p:nvPr>
        </p:nvSpPr>
        <p:spPr>
          <a:xfrm>
            <a:off x="5314950" y="9445098"/>
            <a:ext cx="1543050" cy="527403"/>
          </a:xfrm>
        </p:spPr>
        <p:txBody>
          <a:bodyPr/>
          <a:lstStyle/>
          <a:p>
            <a:fld id="{086C3A38-D272-42AA-9C88-F1FBEAE20D2C}" type="slidenum">
              <a:rPr lang="en-GB" smtClean="0"/>
              <a:t>14</a:t>
            </a:fld>
            <a:endParaRPr lang="en-GB" dirty="0"/>
          </a:p>
        </p:txBody>
      </p:sp>
      <p:sp>
        <p:nvSpPr>
          <p:cNvPr id="3" name="TextBox 2">
            <a:extLst>
              <a:ext uri="{FF2B5EF4-FFF2-40B4-BE49-F238E27FC236}">
                <a16:creationId xmlns:a16="http://schemas.microsoft.com/office/drawing/2014/main" id="{919E5DF3-2F20-6337-61E1-B3AF27E2E6B9}"/>
              </a:ext>
            </a:extLst>
          </p:cNvPr>
          <p:cNvSpPr txBox="1"/>
          <p:nvPr/>
        </p:nvSpPr>
        <p:spPr>
          <a:xfrm>
            <a:off x="239233" y="197200"/>
            <a:ext cx="5881079" cy="276999"/>
          </a:xfrm>
          <a:prstGeom prst="rect">
            <a:avLst/>
          </a:prstGeom>
          <a:noFill/>
        </p:spPr>
        <p:txBody>
          <a:bodyPr wrap="square" rtlCol="0">
            <a:spAutoFit/>
          </a:bodyPr>
          <a:lstStyle/>
          <a:p>
            <a:r>
              <a:rPr lang="en-GB" sz="1200" dirty="0"/>
              <a:t>2. Answer the following questions:</a:t>
            </a:r>
          </a:p>
        </p:txBody>
      </p:sp>
    </p:spTree>
    <p:extLst>
      <p:ext uri="{BB962C8B-B14F-4D97-AF65-F5344CB8AC3E}">
        <p14:creationId xmlns:p14="http://schemas.microsoft.com/office/powerpoint/2010/main" val="2741417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8695FC87-8B73-6177-904E-AD747537D19E}"/>
              </a:ext>
            </a:extLst>
          </p:cNvPr>
          <p:cNvGraphicFramePr>
            <a:graphicFrameLocks/>
          </p:cNvGraphicFramePr>
          <p:nvPr/>
        </p:nvGraphicFramePr>
        <p:xfrm>
          <a:off x="297805" y="308181"/>
          <a:ext cx="6294474" cy="9277959"/>
        </p:xfrm>
        <a:graphic>
          <a:graphicData uri="http://schemas.openxmlformats.org/drawingml/2006/table">
            <a:tbl>
              <a:tblPr firstRow="1" bandRow="1"/>
              <a:tblGrid>
                <a:gridCol w="6294474">
                  <a:extLst>
                    <a:ext uri="{9D8B030D-6E8A-4147-A177-3AD203B41FA5}">
                      <a16:colId xmlns:a16="http://schemas.microsoft.com/office/drawing/2014/main" val="2020976862"/>
                    </a:ext>
                  </a:extLst>
                </a:gridCol>
              </a:tblGrid>
              <a:tr h="6839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e) Olivia thinks of two numbers. The LCM of the two numbers is 36. The HCF of the two numbers is 3. Both numbers are less than 5. Write down two possible numbers that Olivia could be thinking of.</a:t>
                      </a:r>
                    </a:p>
                  </a:txBody>
                  <a:tcPr/>
                </a:tc>
                <a:extLst>
                  <a:ext uri="{0D108BD9-81ED-4DB2-BD59-A6C34878D82A}">
                    <a16:rowId xmlns:a16="http://schemas.microsoft.com/office/drawing/2014/main" val="1551615927"/>
                  </a:ext>
                </a:extLst>
              </a:tr>
              <a:tr h="1512000">
                <a:tc>
                  <a:txBody>
                    <a:bodyPr/>
                    <a:lstStyle/>
                    <a:p>
                      <a:endParaRPr lang="en-GB" sz="1200" dirty="0"/>
                    </a:p>
                  </a:txBody>
                  <a:tcPr/>
                </a:tc>
                <a:extLst>
                  <a:ext uri="{0D108BD9-81ED-4DB2-BD59-A6C34878D82A}">
                    <a16:rowId xmlns:a16="http://schemas.microsoft.com/office/drawing/2014/main" val="3177936791"/>
                  </a:ext>
                </a:extLst>
              </a:tr>
              <a:tr h="780858">
                <a:tc>
                  <a:txBody>
                    <a:bodyPr/>
                    <a:lstStyle/>
                    <a:p>
                      <a:r>
                        <a:rPr lang="en-GB" sz="1200" dirty="0"/>
                        <a:t>f) Niamh thinks of a number. The HCF of the two numbers is 8. The lowest common multiple of the two numbers is a multiple of 5. Write down two possible numbers Niamh could be thinking of.</a:t>
                      </a:r>
                    </a:p>
                  </a:txBody>
                  <a:tcPr/>
                </a:tc>
                <a:extLst>
                  <a:ext uri="{0D108BD9-81ED-4DB2-BD59-A6C34878D82A}">
                    <a16:rowId xmlns:a16="http://schemas.microsoft.com/office/drawing/2014/main" val="2880425212"/>
                  </a:ext>
                </a:extLst>
              </a:tr>
              <a:tr h="1512000">
                <a:tc>
                  <a:txBody>
                    <a:bodyPr/>
                    <a:lstStyle/>
                    <a:p>
                      <a:endParaRPr lang="en-GB" sz="1200" dirty="0"/>
                    </a:p>
                  </a:txBody>
                  <a:tcPr/>
                </a:tc>
                <a:extLst>
                  <a:ext uri="{0D108BD9-81ED-4DB2-BD59-A6C34878D82A}">
                    <a16:rowId xmlns:a16="http://schemas.microsoft.com/office/drawing/2014/main" val="1123347206"/>
                  </a:ext>
                </a:extLst>
              </a:tr>
              <a:tr h="882559">
                <a:tc>
                  <a:txBody>
                    <a:bodyPr/>
                    <a:lstStyle/>
                    <a:p>
                      <a:r>
                        <a:rPr lang="en-GB" sz="1200" dirty="0"/>
                        <a:t>g) Here are some properties of a number:</a:t>
                      </a:r>
                    </a:p>
                    <a:p>
                      <a:r>
                        <a:rPr lang="en-GB" sz="1200" dirty="0"/>
                        <a:t>It is a common factor of 288 and 360. It is a common multiple of 4 and 6. It is larger than 25. </a:t>
                      </a:r>
                    </a:p>
                    <a:p>
                      <a:r>
                        <a:rPr lang="en-GB" sz="1200" dirty="0"/>
                        <a:t>Find the two possible numbers with these properties.</a:t>
                      </a:r>
                    </a:p>
                  </a:txBody>
                  <a:tcPr/>
                </a:tc>
                <a:extLst>
                  <a:ext uri="{0D108BD9-81ED-4DB2-BD59-A6C34878D82A}">
                    <a16:rowId xmlns:a16="http://schemas.microsoft.com/office/drawing/2014/main" val="3850093820"/>
                  </a:ext>
                </a:extLst>
              </a:tr>
              <a:tr h="1512000">
                <a:tc>
                  <a:txBody>
                    <a:bodyPr/>
                    <a:lstStyle/>
                    <a:p>
                      <a:pPr algn="ctr"/>
                      <a:endParaRPr lang="en-GB" sz="1200" b="1" dirty="0">
                        <a:solidFill>
                          <a:srgbClr val="FF0000"/>
                        </a:solidFill>
                      </a:endParaRPr>
                    </a:p>
                  </a:txBody>
                  <a:tcPr/>
                </a:tc>
                <a:extLst>
                  <a:ext uri="{0D108BD9-81ED-4DB2-BD59-A6C34878D82A}">
                    <a16:rowId xmlns:a16="http://schemas.microsoft.com/office/drawing/2014/main" val="998924958"/>
                  </a:ext>
                </a:extLst>
              </a:tr>
              <a:tr h="882559">
                <a:tc>
                  <a:txBody>
                    <a:bodyPr/>
                    <a:lstStyle/>
                    <a:p>
                      <a:r>
                        <a:rPr lang="en-GB" sz="1200" dirty="0"/>
                        <a:t>h) Kenny is thinking of two numbers greater than 10. He says: ”The highest common factor (HCF) of my two numbers is 7. The lowest common multiple (LCM) of my two numbers is 84” Write down the two numbers that Kenny is thinking of. </a:t>
                      </a:r>
                    </a:p>
                  </a:txBody>
                  <a:tcPr/>
                </a:tc>
                <a:extLst>
                  <a:ext uri="{0D108BD9-81ED-4DB2-BD59-A6C34878D82A}">
                    <a16:rowId xmlns:a16="http://schemas.microsoft.com/office/drawing/2014/main" val="1102448664"/>
                  </a:ext>
                </a:extLst>
              </a:tr>
              <a:tr h="1512000">
                <a:tc>
                  <a:txBody>
                    <a:bodyPr/>
                    <a:lstStyle/>
                    <a:p>
                      <a:endParaRPr lang="en-GB" sz="1200" dirty="0"/>
                    </a:p>
                  </a:txBody>
                  <a:tcPr/>
                </a:tc>
                <a:extLst>
                  <a:ext uri="{0D108BD9-81ED-4DB2-BD59-A6C34878D82A}">
                    <a16:rowId xmlns:a16="http://schemas.microsoft.com/office/drawing/2014/main" val="751901507"/>
                  </a:ext>
                </a:extLst>
              </a:tr>
            </a:tbl>
          </a:graphicData>
        </a:graphic>
      </p:graphicFrame>
      <p:sp>
        <p:nvSpPr>
          <p:cNvPr id="2" name="Slide Number Placeholder 1">
            <a:extLst>
              <a:ext uri="{FF2B5EF4-FFF2-40B4-BE49-F238E27FC236}">
                <a16:creationId xmlns:a16="http://schemas.microsoft.com/office/drawing/2014/main" id="{8D148D99-0FAE-1402-A913-0F4746587579}"/>
              </a:ext>
            </a:extLst>
          </p:cNvPr>
          <p:cNvSpPr>
            <a:spLocks noGrp="1"/>
          </p:cNvSpPr>
          <p:nvPr>
            <p:ph type="sldNum" sz="quarter" idx="12"/>
          </p:nvPr>
        </p:nvSpPr>
        <p:spPr>
          <a:xfrm>
            <a:off x="5314950" y="9491250"/>
            <a:ext cx="1543050" cy="527403"/>
          </a:xfrm>
        </p:spPr>
        <p:txBody>
          <a:bodyPr/>
          <a:lstStyle/>
          <a:p>
            <a:fld id="{086C3A38-D272-42AA-9C88-F1FBEAE20D2C}" type="slidenum">
              <a:rPr lang="en-GB" smtClean="0"/>
              <a:t>15</a:t>
            </a:fld>
            <a:endParaRPr lang="en-GB" dirty="0"/>
          </a:p>
        </p:txBody>
      </p:sp>
    </p:spTree>
    <p:extLst>
      <p:ext uri="{BB962C8B-B14F-4D97-AF65-F5344CB8AC3E}">
        <p14:creationId xmlns:p14="http://schemas.microsoft.com/office/powerpoint/2010/main" val="721518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202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4 – Prime Numbers and Prime Factor Decomposition</a:t>
            </a:r>
          </a:p>
        </p:txBody>
      </p:sp>
      <p:sp>
        <p:nvSpPr>
          <p:cNvPr id="5" name="TextBox 4">
            <a:extLst>
              <a:ext uri="{FF2B5EF4-FFF2-40B4-BE49-F238E27FC236}">
                <a16:creationId xmlns:a16="http://schemas.microsoft.com/office/drawing/2014/main" id="{11A70DB0-E034-5E48-820B-5C1AA0BA9573}"/>
              </a:ext>
            </a:extLst>
          </p:cNvPr>
          <p:cNvSpPr txBox="1"/>
          <p:nvPr/>
        </p:nvSpPr>
        <p:spPr>
          <a:xfrm>
            <a:off x="132355" y="693277"/>
            <a:ext cx="1149390" cy="276999"/>
          </a:xfrm>
          <a:prstGeom prst="rect">
            <a:avLst/>
          </a:prstGeom>
          <a:noFill/>
        </p:spPr>
        <p:txBody>
          <a:bodyPr wrap="square" rtlCol="0">
            <a:spAutoFit/>
          </a:bodyPr>
          <a:lstStyle/>
          <a:p>
            <a:r>
              <a:rPr lang="en-GB" sz="1200" b="1" dirty="0"/>
              <a:t>Objectives:</a:t>
            </a:r>
          </a:p>
        </p:txBody>
      </p:sp>
      <p:sp>
        <p:nvSpPr>
          <p:cNvPr id="6" name="TextBox 5">
            <a:extLst>
              <a:ext uri="{FF2B5EF4-FFF2-40B4-BE49-F238E27FC236}">
                <a16:creationId xmlns:a16="http://schemas.microsoft.com/office/drawing/2014/main" id="{37984E60-955D-B34D-9C29-81C074B56229}"/>
              </a:ext>
            </a:extLst>
          </p:cNvPr>
          <p:cNvSpPr txBox="1"/>
          <p:nvPr/>
        </p:nvSpPr>
        <p:spPr>
          <a:xfrm>
            <a:off x="162507" y="953151"/>
            <a:ext cx="5055338" cy="646331"/>
          </a:xfrm>
          <a:prstGeom prst="rect">
            <a:avLst/>
          </a:prstGeom>
          <a:noFill/>
        </p:spPr>
        <p:txBody>
          <a:bodyPr wrap="square" rtlCol="0">
            <a:spAutoFit/>
          </a:bodyPr>
          <a:lstStyle/>
          <a:p>
            <a:pPr marL="342900" indent="-342900">
              <a:buFont typeface="+mj-lt"/>
              <a:buAutoNum type="arabicPeriod"/>
              <a:defRPr/>
            </a:pPr>
            <a:r>
              <a:rPr lang="en-GB" sz="1200" dirty="0"/>
              <a:t>Identify prime numbers and what Prime factors are.</a:t>
            </a:r>
          </a:p>
          <a:p>
            <a:pPr marL="342900" indent="-342900">
              <a:buFont typeface="+mj-lt"/>
              <a:buAutoNum type="arabicPeriod"/>
              <a:defRPr/>
            </a:pPr>
            <a:r>
              <a:rPr lang="en-US" sz="1200" dirty="0"/>
              <a:t>identify the lowest common multiple (LCM) of two numbers.</a:t>
            </a:r>
          </a:p>
          <a:p>
            <a:pPr marL="342900" indent="-342900">
              <a:buFont typeface="+mj-lt"/>
              <a:buAutoNum type="arabicPeriod"/>
              <a:defRPr/>
            </a:pPr>
            <a:r>
              <a:rPr lang="en-US" sz="1200" dirty="0"/>
              <a:t>identify the highest common factor (HCF) of two numbers.</a:t>
            </a:r>
            <a:endParaRPr lang="en-GB" sz="1200" dirty="0"/>
          </a:p>
        </p:txBody>
      </p:sp>
      <p:sp>
        <p:nvSpPr>
          <p:cNvPr id="7" name="TextBox 6">
            <a:extLst>
              <a:ext uri="{FF2B5EF4-FFF2-40B4-BE49-F238E27FC236}">
                <a16:creationId xmlns:a16="http://schemas.microsoft.com/office/drawing/2014/main" id="{36530E70-874D-7543-8430-2F865F81EB0F}"/>
              </a:ext>
            </a:extLst>
          </p:cNvPr>
          <p:cNvSpPr txBox="1"/>
          <p:nvPr/>
        </p:nvSpPr>
        <p:spPr>
          <a:xfrm>
            <a:off x="471435" y="392156"/>
            <a:ext cx="6109438" cy="276999"/>
          </a:xfrm>
          <a:prstGeom prst="rect">
            <a:avLst/>
          </a:prstGeom>
          <a:noFill/>
          <a:ln>
            <a:solidFill>
              <a:schemeClr val="tx1"/>
            </a:solidFill>
          </a:ln>
        </p:spPr>
        <p:txBody>
          <a:bodyPr wrap="square" rtlCol="0">
            <a:spAutoFit/>
          </a:bodyPr>
          <a:lstStyle/>
          <a:p>
            <a:pPr algn="ctr"/>
            <a:r>
              <a:rPr lang="en-GB" sz="1200" b="1" dirty="0"/>
              <a:t>LEARNING OUTCOME:</a:t>
            </a:r>
            <a:r>
              <a:rPr lang="en-GB" sz="1200" dirty="0"/>
              <a:t> To understand what prime numbers are and how to find LCM &amp; HCF</a:t>
            </a:r>
          </a:p>
        </p:txBody>
      </p:sp>
      <p:sp>
        <p:nvSpPr>
          <p:cNvPr id="8" name="TextBox 7">
            <a:extLst>
              <a:ext uri="{FF2B5EF4-FFF2-40B4-BE49-F238E27FC236}">
                <a16:creationId xmlns:a16="http://schemas.microsoft.com/office/drawing/2014/main" id="{169B8EF0-B913-6D41-A23F-4869CF21BF26}"/>
              </a:ext>
            </a:extLst>
          </p:cNvPr>
          <p:cNvSpPr txBox="1"/>
          <p:nvPr/>
        </p:nvSpPr>
        <p:spPr>
          <a:xfrm>
            <a:off x="4307305" y="695063"/>
            <a:ext cx="2413466" cy="1615827"/>
          </a:xfrm>
          <a:prstGeom prst="rect">
            <a:avLst/>
          </a:prstGeom>
          <a:noFill/>
          <a:ln w="12700">
            <a:solidFill>
              <a:schemeClr val="tx1"/>
            </a:solidFill>
          </a:ln>
        </p:spPr>
        <p:txBody>
          <a:bodyPr wrap="square" rtlCol="0">
            <a:spAutoFit/>
          </a:bodyPr>
          <a:lstStyle/>
          <a:p>
            <a:r>
              <a:rPr lang="en-US" sz="1100" b="1" u="sng" dirty="0"/>
              <a:t>Keywords:</a:t>
            </a:r>
            <a:endParaRPr lang="en-US" sz="1100" dirty="0"/>
          </a:p>
          <a:p>
            <a:pPr marL="285750" indent="-285750">
              <a:buFont typeface=".AppleSystemUIFont" charset="-120"/>
              <a:buChar char="-"/>
            </a:pPr>
            <a:r>
              <a:rPr lang="en-US" sz="1100" dirty="0"/>
              <a:t>factor tree</a:t>
            </a:r>
          </a:p>
          <a:p>
            <a:pPr marL="285750" indent="-285750">
              <a:buFont typeface=".AppleSystemUIFont" charset="-120"/>
              <a:buChar char="-"/>
            </a:pPr>
            <a:r>
              <a:rPr lang="en-US" sz="1100" dirty="0"/>
              <a:t>highest common factor (HCF)</a:t>
            </a:r>
          </a:p>
          <a:p>
            <a:pPr marL="285750" indent="-285750">
              <a:buFont typeface=".AppleSystemUIFont" charset="-120"/>
              <a:buChar char="-"/>
            </a:pPr>
            <a:r>
              <a:rPr lang="en-US" sz="1100" dirty="0"/>
              <a:t>index notation</a:t>
            </a:r>
          </a:p>
          <a:p>
            <a:pPr marL="285750" indent="-285750">
              <a:buFont typeface=".AppleSystemUIFont" charset="-120"/>
              <a:buChar char="-"/>
            </a:pPr>
            <a:r>
              <a:rPr lang="en-US" sz="1100" dirty="0"/>
              <a:t>lowest common multiple (LCM)</a:t>
            </a:r>
          </a:p>
          <a:p>
            <a:pPr marL="285750" indent="-285750">
              <a:buFont typeface=".AppleSystemUIFont" charset="-120"/>
              <a:buChar char="-"/>
            </a:pPr>
            <a:r>
              <a:rPr lang="en-US" sz="1100" dirty="0"/>
              <a:t>prime factor</a:t>
            </a:r>
          </a:p>
          <a:p>
            <a:pPr marL="285750" indent="-285750">
              <a:buFont typeface=".AppleSystemUIFont" charset="-120"/>
              <a:buChar char="-"/>
            </a:pPr>
            <a:r>
              <a:rPr lang="en-US" sz="1100" dirty="0"/>
              <a:t>prime </a:t>
            </a:r>
            <a:r>
              <a:rPr lang="en-US" sz="1100" dirty="0" err="1"/>
              <a:t>factorisation</a:t>
            </a:r>
            <a:endParaRPr lang="en-US" sz="1100" dirty="0"/>
          </a:p>
          <a:p>
            <a:pPr marL="285750" indent="-285750">
              <a:buFont typeface=".AppleSystemUIFont" charset="-120"/>
              <a:buChar char="-"/>
            </a:pPr>
            <a:r>
              <a:rPr lang="en-US" sz="1100" dirty="0"/>
              <a:t>product of prime factors</a:t>
            </a:r>
          </a:p>
          <a:p>
            <a:pPr marL="285750" indent="-285750">
              <a:buFont typeface=".AppleSystemUIFont" charset="-120"/>
              <a:buChar char="-"/>
            </a:pPr>
            <a:r>
              <a:rPr lang="en-US" sz="1100" dirty="0"/>
              <a:t>unique </a:t>
            </a:r>
            <a:r>
              <a:rPr lang="en-US" sz="1100" dirty="0" err="1"/>
              <a:t>factorisation</a:t>
            </a:r>
            <a:r>
              <a:rPr lang="en-US" sz="1100" dirty="0"/>
              <a:t> theorem</a:t>
            </a:r>
          </a:p>
        </p:txBody>
      </p:sp>
      <p:sp>
        <p:nvSpPr>
          <p:cNvPr id="9" name="TextBox 8"/>
          <p:cNvSpPr txBox="1"/>
          <p:nvPr/>
        </p:nvSpPr>
        <p:spPr>
          <a:xfrm>
            <a:off x="-39613" y="7104274"/>
            <a:ext cx="4925003" cy="276999"/>
          </a:xfrm>
          <a:prstGeom prst="rect">
            <a:avLst/>
          </a:prstGeom>
          <a:noFill/>
        </p:spPr>
        <p:txBody>
          <a:bodyPr wrap="none" rtlCol="0">
            <a:spAutoFit/>
          </a:bodyPr>
          <a:lstStyle/>
          <a:p>
            <a:r>
              <a:rPr lang="en-US" sz="1200" b="1" dirty="0"/>
              <a:t>1.  </a:t>
            </a:r>
            <a:r>
              <a:rPr lang="en-US" sz="1200" dirty="0"/>
              <a:t>There is only one only prime number between 90 and 100. Write it down.</a:t>
            </a:r>
            <a:endParaRPr lang="en-GB" sz="1200" dirty="0"/>
          </a:p>
        </p:txBody>
      </p:sp>
      <p:sp>
        <p:nvSpPr>
          <p:cNvPr id="17" name="TextBox 16"/>
          <p:cNvSpPr txBox="1"/>
          <p:nvPr/>
        </p:nvSpPr>
        <p:spPr>
          <a:xfrm>
            <a:off x="152106" y="8202378"/>
            <a:ext cx="3695445" cy="461665"/>
          </a:xfrm>
          <a:prstGeom prst="rect">
            <a:avLst/>
          </a:prstGeom>
          <a:noFill/>
        </p:spPr>
        <p:txBody>
          <a:bodyPr wrap="square" rtlCol="0">
            <a:spAutoFit/>
          </a:bodyPr>
          <a:lstStyle/>
          <a:p>
            <a:pPr marL="269875" indent="-269875"/>
            <a:r>
              <a:rPr lang="en-US" sz="1200" b="1" dirty="0"/>
              <a:t>2.   </a:t>
            </a:r>
            <a:r>
              <a:rPr lang="en-US" sz="1200" dirty="0"/>
              <a:t>Use the rules for </a:t>
            </a:r>
            <a:r>
              <a:rPr lang="en-US" sz="1200" dirty="0" err="1"/>
              <a:t>recognising</a:t>
            </a:r>
            <a:r>
              <a:rPr lang="en-US" sz="1200" dirty="0"/>
              <a:t> multiples to decide which of these numbers are not prime numbers.</a:t>
            </a:r>
            <a:endParaRPr lang="en-GB" sz="1200" dirty="0"/>
          </a:p>
        </p:txBody>
      </p:sp>
      <p:pic>
        <p:nvPicPr>
          <p:cNvPr id="18" name="Picture 17"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02" y="8702455"/>
            <a:ext cx="3396983" cy="235128"/>
          </a:xfrm>
          <a:prstGeom prst="rect">
            <a:avLst/>
          </a:prstGeom>
        </p:spPr>
      </p:pic>
      <p:sp>
        <p:nvSpPr>
          <p:cNvPr id="73" name="Rectangle 72">
            <a:extLst>
              <a:ext uri="{FF2B5EF4-FFF2-40B4-BE49-F238E27FC236}">
                <a16:creationId xmlns:a16="http://schemas.microsoft.com/office/drawing/2014/main" id="{331D9537-C78F-0243-9A51-B45B9A8C188D}"/>
              </a:ext>
            </a:extLst>
          </p:cNvPr>
          <p:cNvSpPr/>
          <p:nvPr/>
        </p:nvSpPr>
        <p:spPr>
          <a:xfrm>
            <a:off x="78562" y="7384909"/>
            <a:ext cx="6728829" cy="81589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74" name="Rectangle 73">
            <a:extLst>
              <a:ext uri="{FF2B5EF4-FFF2-40B4-BE49-F238E27FC236}">
                <a16:creationId xmlns:a16="http://schemas.microsoft.com/office/drawing/2014/main" id="{331D9537-C78F-0243-9A51-B45B9A8C188D}"/>
              </a:ext>
            </a:extLst>
          </p:cNvPr>
          <p:cNvSpPr/>
          <p:nvPr/>
        </p:nvSpPr>
        <p:spPr>
          <a:xfrm>
            <a:off x="152106" y="8971482"/>
            <a:ext cx="3234640" cy="81589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9" name="TextBox 18"/>
          <p:cNvSpPr txBox="1"/>
          <p:nvPr/>
        </p:nvSpPr>
        <p:spPr>
          <a:xfrm>
            <a:off x="3954850" y="8217347"/>
            <a:ext cx="2814672" cy="646331"/>
          </a:xfrm>
          <a:prstGeom prst="rect">
            <a:avLst/>
          </a:prstGeom>
          <a:noFill/>
        </p:spPr>
        <p:txBody>
          <a:bodyPr wrap="square" rtlCol="0">
            <a:spAutoFit/>
          </a:bodyPr>
          <a:lstStyle/>
          <a:p>
            <a:r>
              <a:rPr lang="en-US" sz="1200" dirty="0"/>
              <a:t>When three different prime numbers are multiplied together, the answer is 105.</a:t>
            </a:r>
          </a:p>
          <a:p>
            <a:r>
              <a:rPr lang="en-US" sz="1200" dirty="0"/>
              <a:t>What are the three prime numbers?</a:t>
            </a:r>
          </a:p>
        </p:txBody>
      </p:sp>
      <p:sp>
        <p:nvSpPr>
          <p:cNvPr id="20" name="TextBox 19"/>
          <p:cNvSpPr txBox="1"/>
          <p:nvPr/>
        </p:nvSpPr>
        <p:spPr>
          <a:xfrm>
            <a:off x="3717288" y="8226098"/>
            <a:ext cx="304892" cy="276999"/>
          </a:xfrm>
          <a:prstGeom prst="rect">
            <a:avLst/>
          </a:prstGeom>
          <a:noFill/>
        </p:spPr>
        <p:txBody>
          <a:bodyPr wrap="none" rtlCol="0">
            <a:spAutoFit/>
          </a:bodyPr>
          <a:lstStyle/>
          <a:p>
            <a:r>
              <a:rPr lang="en-GB" sz="1200" b="1" dirty="0"/>
              <a:t>3.</a:t>
            </a:r>
          </a:p>
        </p:txBody>
      </p:sp>
      <p:sp>
        <p:nvSpPr>
          <p:cNvPr id="77" name="Rectangle 76">
            <a:extLst>
              <a:ext uri="{FF2B5EF4-FFF2-40B4-BE49-F238E27FC236}">
                <a16:creationId xmlns:a16="http://schemas.microsoft.com/office/drawing/2014/main" id="{331D9537-C78F-0243-9A51-B45B9A8C188D}"/>
              </a:ext>
            </a:extLst>
          </p:cNvPr>
          <p:cNvSpPr/>
          <p:nvPr/>
        </p:nvSpPr>
        <p:spPr>
          <a:xfrm>
            <a:off x="3495301" y="8972142"/>
            <a:ext cx="3234640" cy="81589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pic>
        <p:nvPicPr>
          <p:cNvPr id="4098" name="Picture 2" descr="calculato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7373" y="8469467"/>
            <a:ext cx="227280" cy="3030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6" name="Table 35">
            <a:extLst>
              <a:ext uri="{FF2B5EF4-FFF2-40B4-BE49-F238E27FC236}">
                <a16:creationId xmlns:a16="http://schemas.microsoft.com/office/drawing/2014/main" id="{3E621CA7-8373-3BF7-065E-10CC70968A07}"/>
              </a:ext>
            </a:extLst>
          </p:cNvPr>
          <p:cNvGraphicFramePr>
            <a:graphicFrameLocks noGrp="1"/>
          </p:cNvGraphicFramePr>
          <p:nvPr>
            <p:extLst>
              <p:ext uri="{D42A27DB-BD31-4B8C-83A1-F6EECF244321}">
                <p14:modId xmlns:p14="http://schemas.microsoft.com/office/powerpoint/2010/main" val="3494179117"/>
              </p:ext>
            </p:extLst>
          </p:nvPr>
        </p:nvGraphicFramePr>
        <p:xfrm>
          <a:off x="162507" y="4935558"/>
          <a:ext cx="6560101" cy="2058131"/>
        </p:xfrm>
        <a:graphic>
          <a:graphicData uri="http://schemas.openxmlformats.org/drawingml/2006/table">
            <a:tbl>
              <a:tblPr firstRow="1" bandRow="1">
                <a:tableStyleId>{5C22544A-7EE6-4342-B048-85BDC9FD1C3A}</a:tableStyleId>
              </a:tblPr>
              <a:tblGrid>
                <a:gridCol w="1495660">
                  <a:extLst>
                    <a:ext uri="{9D8B030D-6E8A-4147-A177-3AD203B41FA5}">
                      <a16:colId xmlns:a16="http://schemas.microsoft.com/office/drawing/2014/main" val="1316977692"/>
                    </a:ext>
                  </a:extLst>
                </a:gridCol>
                <a:gridCol w="1688147">
                  <a:extLst>
                    <a:ext uri="{9D8B030D-6E8A-4147-A177-3AD203B41FA5}">
                      <a16:colId xmlns:a16="http://schemas.microsoft.com/office/drawing/2014/main" val="1342049170"/>
                    </a:ext>
                  </a:extLst>
                </a:gridCol>
                <a:gridCol w="1688147">
                  <a:extLst>
                    <a:ext uri="{9D8B030D-6E8A-4147-A177-3AD203B41FA5}">
                      <a16:colId xmlns:a16="http://schemas.microsoft.com/office/drawing/2014/main" val="1363445951"/>
                    </a:ext>
                  </a:extLst>
                </a:gridCol>
                <a:gridCol w="1688147">
                  <a:extLst>
                    <a:ext uri="{9D8B030D-6E8A-4147-A177-3AD203B41FA5}">
                      <a16:colId xmlns:a16="http://schemas.microsoft.com/office/drawing/2014/main" val="1083003371"/>
                    </a:ext>
                  </a:extLst>
                </a:gridCol>
              </a:tblGrid>
              <a:tr h="582276">
                <a:tc>
                  <a:txBody>
                    <a:bodyPr/>
                    <a:lstStyle/>
                    <a:p>
                      <a:r>
                        <a:rPr lang="en-US" dirty="0">
                          <a:solidFill>
                            <a:schemeClr val="tx1"/>
                          </a:solidFill>
                        </a:rPr>
                        <a:t>Steps</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all the prime numbers between 30 and 40</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all the prime numbers between 40 and 50</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all the prime numbers between 20 and 30</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3924369"/>
                  </a:ext>
                </a:extLst>
              </a:tr>
              <a:tr h="1418051">
                <a:tc>
                  <a:txBody>
                    <a:bodyPr/>
                    <a:lstStyle/>
                    <a:p>
                      <a:r>
                        <a:rPr lang="en-GB" sz="1100" dirty="0">
                          <a:solidFill>
                            <a:schemeClr val="tx1"/>
                          </a:solidFill>
                        </a:rPr>
                        <a:t>A prime number has </a:t>
                      </a:r>
                      <a:r>
                        <a:rPr lang="en-GB" sz="1100" b="1" dirty="0">
                          <a:solidFill>
                            <a:schemeClr val="tx1"/>
                          </a:solidFill>
                        </a:rPr>
                        <a:t>exactly </a:t>
                      </a:r>
                      <a:r>
                        <a:rPr lang="en-GB" sz="1100" b="0" dirty="0">
                          <a:solidFill>
                            <a:schemeClr val="tx1"/>
                          </a:solidFill>
                        </a:rPr>
                        <a:t>two distinct factors which are 1 and the number itself.</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bl>
          </a:graphicData>
        </a:graphic>
      </p:graphicFrame>
      <p:sp>
        <p:nvSpPr>
          <p:cNvPr id="37" name="TextBox 36">
            <a:extLst>
              <a:ext uri="{FF2B5EF4-FFF2-40B4-BE49-F238E27FC236}">
                <a16:creationId xmlns:a16="http://schemas.microsoft.com/office/drawing/2014/main" id="{649714CF-250E-A82E-3573-E50E4E0B35B4}"/>
              </a:ext>
            </a:extLst>
          </p:cNvPr>
          <p:cNvSpPr txBox="1"/>
          <p:nvPr/>
        </p:nvSpPr>
        <p:spPr>
          <a:xfrm>
            <a:off x="1949217" y="4618083"/>
            <a:ext cx="1212191" cy="261610"/>
          </a:xfrm>
          <a:prstGeom prst="rect">
            <a:avLst/>
          </a:prstGeom>
          <a:noFill/>
          <a:ln>
            <a:noFill/>
          </a:ln>
        </p:spPr>
        <p:txBody>
          <a:bodyPr wrap="none" rtlCol="0">
            <a:spAutoFit/>
          </a:bodyPr>
          <a:lstStyle/>
          <a:p>
            <a:r>
              <a:rPr lang="en-GB" sz="1100" b="1" i="1" dirty="0">
                <a:solidFill>
                  <a:srgbClr val="FF0000"/>
                </a:solidFill>
              </a:rPr>
              <a:t>Example 1 - I do…</a:t>
            </a:r>
          </a:p>
        </p:txBody>
      </p:sp>
      <p:sp>
        <p:nvSpPr>
          <p:cNvPr id="38" name="TextBox 37">
            <a:extLst>
              <a:ext uri="{FF2B5EF4-FFF2-40B4-BE49-F238E27FC236}">
                <a16:creationId xmlns:a16="http://schemas.microsoft.com/office/drawing/2014/main" id="{F28FE6E6-D681-0F6D-2754-CD83D98E331A}"/>
              </a:ext>
            </a:extLst>
          </p:cNvPr>
          <p:cNvSpPr txBox="1"/>
          <p:nvPr/>
        </p:nvSpPr>
        <p:spPr>
          <a:xfrm>
            <a:off x="3542151" y="4618083"/>
            <a:ext cx="1372492" cy="261610"/>
          </a:xfrm>
          <a:prstGeom prst="rect">
            <a:avLst/>
          </a:prstGeom>
          <a:noFill/>
          <a:ln>
            <a:noFill/>
          </a:ln>
        </p:spPr>
        <p:txBody>
          <a:bodyPr wrap="none" rtlCol="0">
            <a:spAutoFit/>
          </a:bodyPr>
          <a:lstStyle/>
          <a:p>
            <a:r>
              <a:rPr lang="en-GB" sz="1100" b="1" i="1" dirty="0">
                <a:solidFill>
                  <a:srgbClr val="ED7D31"/>
                </a:solidFill>
              </a:rPr>
              <a:t>Example 2 - We do…</a:t>
            </a:r>
          </a:p>
        </p:txBody>
      </p:sp>
      <p:sp>
        <p:nvSpPr>
          <p:cNvPr id="39" name="TextBox 38">
            <a:extLst>
              <a:ext uri="{FF2B5EF4-FFF2-40B4-BE49-F238E27FC236}">
                <a16:creationId xmlns:a16="http://schemas.microsoft.com/office/drawing/2014/main" id="{E44E4A7B-482E-3ADB-C6EF-3500E124FF9C}"/>
              </a:ext>
            </a:extLst>
          </p:cNvPr>
          <p:cNvSpPr txBox="1"/>
          <p:nvPr/>
        </p:nvSpPr>
        <p:spPr>
          <a:xfrm>
            <a:off x="5158682" y="4624334"/>
            <a:ext cx="1423788" cy="261610"/>
          </a:xfrm>
          <a:prstGeom prst="rect">
            <a:avLst/>
          </a:prstGeom>
          <a:noFill/>
          <a:ln>
            <a:noFill/>
          </a:ln>
        </p:spPr>
        <p:txBody>
          <a:bodyPr wrap="none" rtlCol="0">
            <a:spAutoFit/>
          </a:bodyPr>
          <a:lstStyle/>
          <a:p>
            <a:r>
              <a:rPr lang="en-GB" sz="1100" b="1" i="1" dirty="0">
                <a:solidFill>
                  <a:srgbClr val="00B050"/>
                </a:solidFill>
              </a:rPr>
              <a:t>Example 3 – You do…</a:t>
            </a:r>
          </a:p>
        </p:txBody>
      </p:sp>
      <p:graphicFrame>
        <p:nvGraphicFramePr>
          <p:cNvPr id="12" name="Table 11">
            <a:extLst>
              <a:ext uri="{FF2B5EF4-FFF2-40B4-BE49-F238E27FC236}">
                <a16:creationId xmlns:a16="http://schemas.microsoft.com/office/drawing/2014/main" id="{D9CF90CE-AA0D-6464-A930-0121CA0EC2B6}"/>
              </a:ext>
            </a:extLst>
          </p:cNvPr>
          <p:cNvGraphicFramePr>
            <a:graphicFrameLocks noGrp="1"/>
          </p:cNvGraphicFramePr>
          <p:nvPr/>
        </p:nvGraphicFramePr>
        <p:xfrm>
          <a:off x="1161054" y="3193675"/>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dirty="0">
                          <a:solidFill>
                            <a:schemeClr val="bg1"/>
                          </a:solidFill>
                          <a:effectLst/>
                        </a:rPr>
                        <a:t>6</a:t>
                      </a:r>
                      <a:r>
                        <a:rPr lang="en-GB" sz="1050" baseline="30000" dirty="0">
                          <a:solidFill>
                            <a:schemeClr val="bg1"/>
                          </a:solidFill>
                          <a:effectLst/>
                        </a:rPr>
                        <a:t>4</a:t>
                      </a:r>
                      <a:r>
                        <a:rPr lang="en-GB" sz="1050" dirty="0">
                          <a:solidFill>
                            <a:schemeClr val="bg1"/>
                          </a:solidFill>
                          <a:effectLst/>
                        </a:rPr>
                        <a:t> = 6 × 6 × 6 × 6</a:t>
                      </a:r>
                    </a:p>
                  </a:txBody>
                  <a:tcPr marL="95250">
                    <a:lnL>
                      <a:noFill/>
                    </a:lnL>
                    <a:lnR>
                      <a:noFill/>
                    </a:lnR>
                    <a:lnT>
                      <a:noFill/>
                    </a:lnT>
                    <a:lnB>
                      <a:noFill/>
                    </a:lnB>
                    <a:noFill/>
                  </a:tcPr>
                </a:tc>
                <a:tc>
                  <a:txBody>
                    <a:bodyPr/>
                    <a:lstStyle/>
                    <a:p>
                      <a:pPr algn="l"/>
                      <a:r>
                        <a:rPr lang="en-GB" sz="1050" dirty="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dirty="0">
                          <a:solidFill>
                            <a:schemeClr val="bg1"/>
                          </a:solidFill>
                          <a:effectLst/>
                        </a:rPr>
                        <a:t>7</a:t>
                      </a:r>
                      <a:r>
                        <a:rPr lang="en-GB" sz="1050" baseline="30000" dirty="0">
                          <a:solidFill>
                            <a:schemeClr val="bg1"/>
                          </a:solidFill>
                          <a:effectLst/>
                        </a:rPr>
                        <a:t>3</a:t>
                      </a:r>
                      <a:r>
                        <a:rPr lang="en-GB" sz="1050" dirty="0">
                          <a:solidFill>
                            <a:schemeClr val="bg1"/>
                          </a:solidFill>
                          <a:effectLst/>
                        </a:rPr>
                        <a:t> = 7 × 7 × 7</a:t>
                      </a:r>
                    </a:p>
                  </a:txBody>
                  <a:tcPr marL="95250">
                    <a:lnL>
                      <a:noFill/>
                    </a:lnL>
                    <a:lnR>
                      <a:noFill/>
                    </a:lnR>
                    <a:lnT>
                      <a:noFill/>
                    </a:lnT>
                    <a:lnB>
                      <a:noFill/>
                    </a:lnB>
                    <a:noFill/>
                  </a:tcPr>
                </a:tc>
                <a:tc>
                  <a:txBody>
                    <a:bodyPr/>
                    <a:lstStyle/>
                    <a:p>
                      <a:endParaRPr lang="en-GB" sz="1050" dirty="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13" name="TextBox 12">
            <a:extLst>
              <a:ext uri="{FF2B5EF4-FFF2-40B4-BE49-F238E27FC236}">
                <a16:creationId xmlns:a16="http://schemas.microsoft.com/office/drawing/2014/main" id="{82C9CD0D-F98E-FC4B-7C36-6B60EB03F12A}"/>
              </a:ext>
            </a:extLst>
          </p:cNvPr>
          <p:cNvSpPr txBox="1"/>
          <p:nvPr/>
        </p:nvSpPr>
        <p:spPr>
          <a:xfrm>
            <a:off x="761619" y="3912006"/>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216</a:t>
            </a:r>
          </a:p>
        </p:txBody>
      </p:sp>
      <p:cxnSp>
        <p:nvCxnSpPr>
          <p:cNvPr id="14" name="Straight Connector 13">
            <a:extLst>
              <a:ext uri="{FF2B5EF4-FFF2-40B4-BE49-F238E27FC236}">
                <a16:creationId xmlns:a16="http://schemas.microsoft.com/office/drawing/2014/main" id="{88D61176-9C2F-3563-D5C5-395CCEF9FFB5}"/>
              </a:ext>
            </a:extLst>
          </p:cNvPr>
          <p:cNvCxnSpPr/>
          <p:nvPr/>
        </p:nvCxnSpPr>
        <p:spPr>
          <a:xfrm flipV="1">
            <a:off x="943791" y="4376750"/>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A29214F1-F800-CEC8-6B78-7BFC2EFE0094}"/>
              </a:ext>
            </a:extLst>
          </p:cNvPr>
          <p:cNvSpPr/>
          <p:nvPr/>
        </p:nvSpPr>
        <p:spPr>
          <a:xfrm>
            <a:off x="64585" y="2423696"/>
            <a:ext cx="6728829" cy="2138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07D268F2-0A23-0F45-2BEE-96A17004BBAF}"/>
              </a:ext>
            </a:extLst>
          </p:cNvPr>
          <p:cNvCxnSpPr>
            <a:cxnSpLocks/>
            <a:stCxn id="16" idx="1"/>
            <a:endCxn id="16" idx="3"/>
          </p:cNvCxnSpPr>
          <p:nvPr/>
        </p:nvCxnSpPr>
        <p:spPr>
          <a:xfrm>
            <a:off x="64585" y="3492957"/>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4D7E519-8054-E6D4-DC97-C8D7D56FD374}"/>
              </a:ext>
            </a:extLst>
          </p:cNvPr>
          <p:cNvCxnSpPr>
            <a:cxnSpLocks/>
            <a:stCxn id="16" idx="2"/>
            <a:endCxn id="16" idx="0"/>
          </p:cNvCxnSpPr>
          <p:nvPr/>
        </p:nvCxnSpPr>
        <p:spPr>
          <a:xfrm flipV="1">
            <a:off x="3429000" y="2423696"/>
            <a:ext cx="0" cy="2138522"/>
          </a:xfrm>
          <a:prstGeom prst="line">
            <a:avLst/>
          </a:prstGeom>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B7D6B45E-5E6C-7B6F-3916-007AC3766B3E}"/>
              </a:ext>
            </a:extLst>
          </p:cNvPr>
          <p:cNvSpPr txBox="1"/>
          <p:nvPr/>
        </p:nvSpPr>
        <p:spPr>
          <a:xfrm>
            <a:off x="106865" y="2446154"/>
            <a:ext cx="800476" cy="276999"/>
          </a:xfrm>
          <a:prstGeom prst="rect">
            <a:avLst/>
          </a:prstGeom>
          <a:noFill/>
        </p:spPr>
        <p:txBody>
          <a:bodyPr wrap="none" rtlCol="0">
            <a:spAutoFit/>
          </a:bodyPr>
          <a:lstStyle/>
          <a:p>
            <a:r>
              <a:rPr lang="en-US" sz="1200" dirty="0"/>
              <a:t>Definition</a:t>
            </a:r>
          </a:p>
        </p:txBody>
      </p:sp>
      <p:sp>
        <p:nvSpPr>
          <p:cNvPr id="26" name="TextBox 25">
            <a:extLst>
              <a:ext uri="{FF2B5EF4-FFF2-40B4-BE49-F238E27FC236}">
                <a16:creationId xmlns:a16="http://schemas.microsoft.com/office/drawing/2014/main" id="{41E4BECA-8ECE-27D2-D66B-04CCE9FBD66E}"/>
              </a:ext>
            </a:extLst>
          </p:cNvPr>
          <p:cNvSpPr txBox="1"/>
          <p:nvPr/>
        </p:nvSpPr>
        <p:spPr>
          <a:xfrm>
            <a:off x="5584410" y="2445508"/>
            <a:ext cx="1096647" cy="276999"/>
          </a:xfrm>
          <a:prstGeom prst="rect">
            <a:avLst/>
          </a:prstGeom>
          <a:noFill/>
        </p:spPr>
        <p:txBody>
          <a:bodyPr wrap="none" rtlCol="0">
            <a:spAutoFit/>
          </a:bodyPr>
          <a:lstStyle/>
          <a:p>
            <a:r>
              <a:rPr lang="en-US" sz="1200" dirty="0"/>
              <a:t>Characteristics</a:t>
            </a:r>
            <a:endParaRPr lang="en-GB" sz="1200" dirty="0"/>
          </a:p>
        </p:txBody>
      </p:sp>
      <p:sp>
        <p:nvSpPr>
          <p:cNvPr id="27" name="TextBox 26">
            <a:extLst>
              <a:ext uri="{FF2B5EF4-FFF2-40B4-BE49-F238E27FC236}">
                <a16:creationId xmlns:a16="http://schemas.microsoft.com/office/drawing/2014/main" id="{9CD51D68-270B-F6E7-30B6-8CBC054A4E25}"/>
              </a:ext>
            </a:extLst>
          </p:cNvPr>
          <p:cNvSpPr txBox="1"/>
          <p:nvPr/>
        </p:nvSpPr>
        <p:spPr>
          <a:xfrm>
            <a:off x="59124" y="3489321"/>
            <a:ext cx="775020" cy="276999"/>
          </a:xfrm>
          <a:prstGeom prst="rect">
            <a:avLst/>
          </a:prstGeom>
          <a:noFill/>
        </p:spPr>
        <p:txBody>
          <a:bodyPr wrap="none" rtlCol="0">
            <a:spAutoFit/>
          </a:bodyPr>
          <a:lstStyle/>
          <a:p>
            <a:r>
              <a:rPr lang="en-US" sz="1200" dirty="0"/>
              <a:t>Examples</a:t>
            </a:r>
            <a:endParaRPr lang="en-GB" sz="1200" dirty="0"/>
          </a:p>
        </p:txBody>
      </p:sp>
      <p:sp>
        <p:nvSpPr>
          <p:cNvPr id="28" name="TextBox 27">
            <a:extLst>
              <a:ext uri="{FF2B5EF4-FFF2-40B4-BE49-F238E27FC236}">
                <a16:creationId xmlns:a16="http://schemas.microsoft.com/office/drawing/2014/main" id="{FBF2F7BD-7CC1-5745-9955-851C435122F3}"/>
              </a:ext>
            </a:extLst>
          </p:cNvPr>
          <p:cNvSpPr txBox="1"/>
          <p:nvPr/>
        </p:nvSpPr>
        <p:spPr>
          <a:xfrm>
            <a:off x="5677021" y="3491846"/>
            <a:ext cx="1153329" cy="276999"/>
          </a:xfrm>
          <a:prstGeom prst="rect">
            <a:avLst/>
          </a:prstGeom>
          <a:noFill/>
        </p:spPr>
        <p:txBody>
          <a:bodyPr wrap="none" rtlCol="0">
            <a:spAutoFit/>
          </a:bodyPr>
          <a:lstStyle/>
          <a:p>
            <a:r>
              <a:rPr lang="en-US" sz="1200" dirty="0"/>
              <a:t>Non - Examples</a:t>
            </a:r>
            <a:endParaRPr lang="en-GB" sz="1200" dirty="0"/>
          </a:p>
        </p:txBody>
      </p:sp>
      <p:sp>
        <p:nvSpPr>
          <p:cNvPr id="29" name="TextBox 28">
            <a:extLst>
              <a:ext uri="{FF2B5EF4-FFF2-40B4-BE49-F238E27FC236}">
                <a16:creationId xmlns:a16="http://schemas.microsoft.com/office/drawing/2014/main" id="{F3C2C91A-AD70-D72A-6D38-C849F161587C}"/>
              </a:ext>
            </a:extLst>
          </p:cNvPr>
          <p:cNvSpPr txBox="1"/>
          <p:nvPr/>
        </p:nvSpPr>
        <p:spPr>
          <a:xfrm>
            <a:off x="2645446" y="3298645"/>
            <a:ext cx="1561646" cy="369332"/>
          </a:xfrm>
          <a:prstGeom prst="rect">
            <a:avLst/>
          </a:prstGeom>
          <a:solidFill>
            <a:schemeClr val="bg1"/>
          </a:solidFill>
          <a:ln>
            <a:solidFill>
              <a:schemeClr val="tx1"/>
            </a:solidFill>
          </a:ln>
        </p:spPr>
        <p:txBody>
          <a:bodyPr wrap="none" rtlCol="0">
            <a:spAutoFit/>
          </a:bodyPr>
          <a:lstStyle/>
          <a:p>
            <a:r>
              <a:rPr lang="en-US" dirty="0"/>
              <a:t>Prime Number</a:t>
            </a:r>
            <a:endParaRPr lang="en-GB" dirty="0"/>
          </a:p>
        </p:txBody>
      </p:sp>
      <p:sp>
        <p:nvSpPr>
          <p:cNvPr id="30" name="TextBox 29">
            <a:extLst>
              <a:ext uri="{FF2B5EF4-FFF2-40B4-BE49-F238E27FC236}">
                <a16:creationId xmlns:a16="http://schemas.microsoft.com/office/drawing/2014/main" id="{DC962BE5-B366-37FE-85F7-B822E1A354F0}"/>
              </a:ext>
            </a:extLst>
          </p:cNvPr>
          <p:cNvSpPr txBox="1"/>
          <p:nvPr/>
        </p:nvSpPr>
        <p:spPr>
          <a:xfrm>
            <a:off x="217591" y="3808827"/>
            <a:ext cx="3389604" cy="276999"/>
          </a:xfrm>
          <a:prstGeom prst="rect">
            <a:avLst/>
          </a:prstGeom>
          <a:noFill/>
        </p:spPr>
        <p:txBody>
          <a:bodyPr wrap="square" rtlCol="0">
            <a:spAutoFit/>
          </a:bodyPr>
          <a:lstStyle/>
          <a:p>
            <a:r>
              <a:rPr lang="en-GB" sz="1200" b="0" i="0" dirty="0">
                <a:solidFill>
                  <a:srgbClr val="000000"/>
                </a:solidFill>
                <a:effectLst/>
                <a:cs typeface="Calibri Light" panose="020F0302020204030204" pitchFamily="34" charset="0"/>
              </a:rPr>
              <a:t>2, 3, 5, 7 and 11 are prime numbers.</a:t>
            </a:r>
            <a:endParaRPr lang="en-US" sz="1200" dirty="0"/>
          </a:p>
        </p:txBody>
      </p:sp>
      <p:sp>
        <p:nvSpPr>
          <p:cNvPr id="31" name="TextBox 30">
            <a:extLst>
              <a:ext uri="{FF2B5EF4-FFF2-40B4-BE49-F238E27FC236}">
                <a16:creationId xmlns:a16="http://schemas.microsoft.com/office/drawing/2014/main" id="{3C2E1915-0843-3426-15A3-59988F6FD24E}"/>
              </a:ext>
            </a:extLst>
          </p:cNvPr>
          <p:cNvSpPr txBox="1"/>
          <p:nvPr/>
        </p:nvSpPr>
        <p:spPr>
          <a:xfrm>
            <a:off x="3520269" y="3835935"/>
            <a:ext cx="3097490" cy="276999"/>
          </a:xfrm>
          <a:prstGeom prst="rect">
            <a:avLst/>
          </a:prstGeom>
          <a:noFill/>
        </p:spPr>
        <p:txBody>
          <a:bodyPr wrap="square" rtlCol="0">
            <a:spAutoFit/>
          </a:bodyPr>
          <a:lstStyle/>
          <a:p>
            <a:r>
              <a:rPr lang="en-GB" sz="1200" b="0" i="0" dirty="0">
                <a:solidFill>
                  <a:srgbClr val="000000"/>
                </a:solidFill>
                <a:effectLst/>
                <a:cs typeface="Calibri Light" panose="020F0302020204030204" pitchFamily="34" charset="0"/>
              </a:rPr>
              <a:t>Note that 1 is not a prime number.</a:t>
            </a:r>
            <a:endParaRPr lang="en-US" sz="1200" dirty="0"/>
          </a:p>
        </p:txBody>
      </p:sp>
      <p:sp>
        <p:nvSpPr>
          <p:cNvPr id="32" name="TextBox 31">
            <a:extLst>
              <a:ext uri="{FF2B5EF4-FFF2-40B4-BE49-F238E27FC236}">
                <a16:creationId xmlns:a16="http://schemas.microsoft.com/office/drawing/2014/main" id="{61194D75-D6EB-61BA-5B56-50C9B7BB598C}"/>
              </a:ext>
            </a:extLst>
          </p:cNvPr>
          <p:cNvSpPr txBox="1"/>
          <p:nvPr/>
        </p:nvSpPr>
        <p:spPr>
          <a:xfrm>
            <a:off x="228352" y="2715607"/>
            <a:ext cx="3055214" cy="461665"/>
          </a:xfrm>
          <a:prstGeom prst="rect">
            <a:avLst/>
          </a:prstGeom>
          <a:noFill/>
        </p:spPr>
        <p:txBody>
          <a:bodyPr wrap="square" rtlCol="0">
            <a:spAutoFit/>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cs typeface="Calibri Light" panose="020F0302020204030204" pitchFamily="34" charset="0"/>
              </a:rPr>
              <a:t>Any integer that has two distinct factors, 1 and itself. </a:t>
            </a:r>
          </a:p>
        </p:txBody>
      </p:sp>
      <p:sp>
        <p:nvSpPr>
          <p:cNvPr id="33" name="TextBox 32">
            <a:extLst>
              <a:ext uri="{FF2B5EF4-FFF2-40B4-BE49-F238E27FC236}">
                <a16:creationId xmlns:a16="http://schemas.microsoft.com/office/drawing/2014/main" id="{A7964B6D-15C6-A764-878A-C9E4E3F60181}"/>
              </a:ext>
            </a:extLst>
          </p:cNvPr>
          <p:cNvSpPr txBox="1"/>
          <p:nvPr/>
        </p:nvSpPr>
        <p:spPr>
          <a:xfrm>
            <a:off x="3482892" y="2666198"/>
            <a:ext cx="3233709" cy="461665"/>
          </a:xfrm>
          <a:prstGeom prst="rect">
            <a:avLst/>
          </a:prstGeom>
          <a:noFill/>
        </p:spPr>
        <p:txBody>
          <a:bodyPr wrap="square" lIns="91440" tIns="45720" rIns="91440" bIns="45720" rtlCol="0" anchor="t">
            <a:spAutoFit/>
          </a:bodyPr>
          <a:lstStyle/>
          <a:p>
            <a:r>
              <a:rPr lang="en-US" sz="1200" dirty="0"/>
              <a:t>The factors are 1 and the number itself. It cannot be made by multiplying any other integers.</a:t>
            </a:r>
            <a:endParaRPr lang="en-GB" sz="1200" dirty="0"/>
          </a:p>
        </p:txBody>
      </p:sp>
      <p:sp>
        <p:nvSpPr>
          <p:cNvPr id="40" name="Slide Number Placeholder 10">
            <a:extLst>
              <a:ext uri="{FF2B5EF4-FFF2-40B4-BE49-F238E27FC236}">
                <a16:creationId xmlns:a16="http://schemas.microsoft.com/office/drawing/2014/main" id="{02C414A9-D663-FB97-A21D-033EAF728D53}"/>
              </a:ext>
            </a:extLst>
          </p:cNvPr>
          <p:cNvSpPr txBox="1">
            <a:spLocks/>
          </p:cNvSpPr>
          <p:nvPr/>
        </p:nvSpPr>
        <p:spPr>
          <a:xfrm>
            <a:off x="5384106" y="9574742"/>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F1D9CC-7119-45EC-A96C-D8C0660F3AAB}" type="slidenum">
              <a:rPr lang="en-GB" smtClean="0"/>
              <a:pPr/>
              <a:t>16</a:t>
            </a:fld>
            <a:endParaRPr lang="en-GB" dirty="0"/>
          </a:p>
        </p:txBody>
      </p:sp>
    </p:spTree>
    <p:extLst>
      <p:ext uri="{BB962C8B-B14F-4D97-AF65-F5344CB8AC3E}">
        <p14:creationId xmlns:p14="http://schemas.microsoft.com/office/powerpoint/2010/main" val="354259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87023" y="9587797"/>
            <a:ext cx="1543050" cy="527403"/>
          </a:xfrm>
        </p:spPr>
        <p:txBody>
          <a:bodyPr/>
          <a:lstStyle/>
          <a:p>
            <a:fld id="{19F1D9CC-7119-45EC-A96C-D8C0660F3AAB}" type="slidenum">
              <a:rPr lang="en-GB" smtClean="0"/>
              <a:t>17</a:t>
            </a:fld>
            <a:endParaRPr lang="en-GB" dirty="0"/>
          </a:p>
        </p:txBody>
      </p:sp>
      <p:sp>
        <p:nvSpPr>
          <p:cNvPr id="7" name="TextBox 6">
            <a:extLst>
              <a:ext uri="{FF2B5EF4-FFF2-40B4-BE49-F238E27FC236}">
                <a16:creationId xmlns:a16="http://schemas.microsoft.com/office/drawing/2014/main" id="{E2FAB71E-EE3C-3643-8408-6DCE68CFCEE2}"/>
              </a:ext>
            </a:extLst>
          </p:cNvPr>
          <p:cNvSpPr txBox="1"/>
          <p:nvPr/>
        </p:nvSpPr>
        <p:spPr>
          <a:xfrm>
            <a:off x="314333" y="92201"/>
            <a:ext cx="6308562" cy="2279727"/>
          </a:xfrm>
          <a:prstGeom prst="rect">
            <a:avLst/>
          </a:prstGeom>
          <a:noFill/>
        </p:spPr>
        <p:txBody>
          <a:bodyPr wrap="square" rtlCol="0">
            <a:spAutoFit/>
          </a:bodyPr>
          <a:lstStyle/>
          <a:p>
            <a:r>
              <a:rPr lang="en-US" sz="1200" dirty="0"/>
              <a:t>The unique </a:t>
            </a:r>
            <a:r>
              <a:rPr lang="en-US" sz="1200" dirty="0" err="1"/>
              <a:t>factorisation</a:t>
            </a:r>
            <a:r>
              <a:rPr lang="en-US" sz="1200" dirty="0"/>
              <a:t> theorem states that every integer greater than 1 is either a prime number or can be written as the product of prime numbers. This gives the prime factors of the number.</a:t>
            </a:r>
          </a:p>
          <a:p>
            <a:endParaRPr lang="en-US" sz="1200" dirty="0"/>
          </a:p>
          <a:p>
            <a:r>
              <a:rPr lang="en-US" sz="1200" dirty="0"/>
              <a:t>Consider 110. Find two numbers that, when multiplied together, give that number, for example, 2  x  55. Are they both prime? No, 55 isn’t. So take 55 and repeat the operation, to get 5 x  11. Are these both prime? Yes, so:</a:t>
            </a:r>
          </a:p>
          <a:p>
            <a:pPr>
              <a:lnSpc>
                <a:spcPct val="150000"/>
              </a:lnSpc>
            </a:pPr>
            <a:r>
              <a:rPr lang="en-US" sz="1200" b="1" dirty="0"/>
              <a:t>	110 = 2 x 5 x 11</a:t>
            </a:r>
          </a:p>
          <a:p>
            <a:pPr>
              <a:lnSpc>
                <a:spcPct val="150000"/>
              </a:lnSpc>
            </a:pPr>
            <a:r>
              <a:rPr lang="en-US" sz="1200" dirty="0"/>
              <a:t>The prime factors of 110 are 2, 5 and 11 and 110 can be written in ‘prime factorized’ form as 2 x 5 x 11</a:t>
            </a:r>
          </a:p>
          <a:p>
            <a:pPr>
              <a:lnSpc>
                <a:spcPct val="150000"/>
              </a:lnSpc>
            </a:pPr>
            <a:endParaRPr lang="en-US" sz="1200" dirty="0"/>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5275F53-E19C-4490-9915-7B74DEF85AAA}"/>
                  </a:ext>
                </a:extLst>
              </p:cNvPr>
              <p:cNvSpPr txBox="1"/>
              <p:nvPr/>
            </p:nvSpPr>
            <p:spPr>
              <a:xfrm>
                <a:off x="129716" y="6529796"/>
                <a:ext cx="3300114" cy="2785378"/>
              </a:xfrm>
              <a:prstGeom prst="rect">
                <a:avLst/>
              </a:prstGeom>
              <a:noFill/>
            </p:spPr>
            <p:txBody>
              <a:bodyPr wrap="square" rtlCol="0">
                <a:spAutoFit/>
              </a:bodyPr>
              <a:lstStyle/>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8</m:t>
                    </m:r>
                    <m:r>
                      <a:rPr lang="en-GB" sz="1400" b="0" i="0" smtClean="0">
                        <a:latin typeface="Cambria Math" panose="02040503050406030204" pitchFamily="18" charset="0"/>
                        <a:ea typeface="Cambria Math" panose="02040503050406030204" pitchFamily="18" charset="0"/>
                      </a:rPr>
                      <m:t>×8×8</m:t>
                    </m:r>
                  </m:oMath>
                </a14:m>
                <a:r>
                  <a:rPr lang="en-GB" sz="1400" b="0" dirty="0">
                    <a:ea typeface="Cambria Math" panose="02040503050406030204" pitchFamily="18" charset="0"/>
                  </a:rPr>
                  <a:t>  </a:t>
                </a: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3</m:t>
                    </m:r>
                    <m:r>
                      <a:rPr lang="en-GB" sz="1400" b="0" i="0" smtClean="0">
                        <a:latin typeface="Cambria Math" panose="02040503050406030204" pitchFamily="18" charset="0"/>
                        <a:ea typeface="Cambria Math" panose="02040503050406030204" pitchFamily="18" charset="0"/>
                      </a:rPr>
                      <m:t>×3×3×3×3</m:t>
                    </m:r>
                    <m:r>
                      <m:rPr>
                        <m:nor/>
                      </m:rPr>
                      <a:rPr lang="en-GB" sz="1400" b="0" i="0" smtClean="0">
                        <a:latin typeface="Cambria Math" panose="02040503050406030204" pitchFamily="18" charset="0"/>
                        <a:ea typeface="Cambria Math" panose="02040503050406030204" pitchFamily="18" charset="0"/>
                      </a:rPr>
                      <m:t> </m:t>
                    </m:r>
                  </m:oMath>
                </a14:m>
                <a:endParaRPr lang="en-GB" sz="1400" b="0" dirty="0">
                  <a:ea typeface="Cambria Math" panose="02040503050406030204" pitchFamily="18"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7</m:t>
                    </m:r>
                    <m:r>
                      <a:rPr lang="en-GB" sz="1400" b="0" i="0" smtClean="0">
                        <a:latin typeface="Cambria Math" panose="02040503050406030204" pitchFamily="18" charset="0"/>
                        <a:ea typeface="Cambria Math" panose="02040503050406030204" pitchFamily="18" charset="0"/>
                      </a:rPr>
                      <m:t>×7×9   </m:t>
                    </m:r>
                  </m:oMath>
                </a14:m>
                <a:r>
                  <a:rPr lang="en-GB" sz="1400" b="0" dirty="0">
                    <a:ea typeface="Cambria Math" panose="02040503050406030204" pitchFamily="18" charset="0"/>
                  </a:rPr>
                  <a:t> </a:t>
                </a:r>
                <a14:m>
                  <m:oMath xmlns:m="http://schemas.openxmlformats.org/officeDocument/2006/math">
                    <m:r>
                      <a:rPr lang="en-GB" sz="1400" b="0" i="1" smtClean="0">
                        <a:solidFill>
                          <a:srgbClr val="FF0000"/>
                        </a:solidFill>
                        <a:latin typeface="Cambria Math" panose="02040503050406030204" pitchFamily="18" charset="0"/>
                        <a:ea typeface="Cambria Math" panose="02040503050406030204" pitchFamily="18" charset="0"/>
                      </a:rPr>
                      <m:t> </m:t>
                    </m:r>
                  </m:oMath>
                </a14:m>
                <a:endParaRPr lang="en-GB" sz="1400" b="0" dirty="0">
                  <a:ea typeface="Cambria Math" panose="02040503050406030204" pitchFamily="18"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4</m:t>
                    </m:r>
                    <m:r>
                      <a:rPr lang="en-GB" sz="1400" b="0" i="0" smtClean="0">
                        <a:latin typeface="Cambria Math" panose="02040503050406030204" pitchFamily="18" charset="0"/>
                        <a:ea typeface="Cambria Math" panose="02040503050406030204" pitchFamily="18" charset="0"/>
                      </a:rPr>
                      <m:t>×4×6×6</m:t>
                    </m:r>
                    <m:r>
                      <a:rPr lang="en-GB" sz="1400" b="0" i="1" smtClean="0">
                        <a:latin typeface="Cambria Math" panose="02040503050406030204" pitchFamily="18" charset="0"/>
                        <a:ea typeface="Cambria Math" panose="02040503050406030204" pitchFamily="18" charset="0"/>
                      </a:rPr>
                      <m:t> </m:t>
                    </m:r>
                  </m:oMath>
                </a14:m>
                <a:endParaRPr lang="en-US" sz="1400" b="0" i="1" dirty="0">
                  <a:latin typeface="Cambria Math" panose="02040503050406030204" pitchFamily="18" charset="0"/>
                  <a:ea typeface="Cambria Math" panose="02040503050406030204" pitchFamily="18"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2</m:t>
                    </m:r>
                    <m:r>
                      <a:rPr lang="en-GB" sz="1400" b="0" i="0" smtClean="0">
                        <a:latin typeface="Cambria Math" panose="02040503050406030204" pitchFamily="18" charset="0"/>
                        <a:ea typeface="Cambria Math" panose="02040503050406030204" pitchFamily="18" charset="0"/>
                      </a:rPr>
                      <m:t>×2×11×11×11</m:t>
                    </m:r>
                  </m:oMath>
                </a14:m>
                <a:endParaRPr lang="en-GB" sz="1400" b="0" dirty="0">
                  <a:ea typeface="Cambria Math" panose="02040503050406030204" pitchFamily="18" charset="0"/>
                </a:endParaRPr>
              </a:p>
            </p:txBody>
          </p:sp>
        </mc:Choice>
        <mc:Fallback xmlns="">
          <p:sp>
            <p:nvSpPr>
              <p:cNvPr id="63" name="TextBox 62">
                <a:extLst>
                  <a:ext uri="{FF2B5EF4-FFF2-40B4-BE49-F238E27FC236}">
                    <a16:creationId xmlns:a16="http://schemas.microsoft.com/office/drawing/2014/main" id="{35275F53-E19C-4490-9915-7B74DEF85AAA}"/>
                  </a:ext>
                </a:extLst>
              </p:cNvPr>
              <p:cNvSpPr txBox="1">
                <a:spLocks noRot="1" noChangeAspect="1" noMove="1" noResize="1" noEditPoints="1" noAdjustHandles="1" noChangeArrowheads="1" noChangeShapeType="1" noTextEdit="1"/>
              </p:cNvSpPr>
              <p:nvPr/>
            </p:nvSpPr>
            <p:spPr>
              <a:xfrm>
                <a:off x="129716" y="6529796"/>
                <a:ext cx="3300114" cy="2785378"/>
              </a:xfrm>
              <a:prstGeom prst="rect">
                <a:avLst/>
              </a:prstGeom>
              <a:blipFill>
                <a:blip r:embed="rId16"/>
                <a:stretch>
                  <a:fillRect/>
                </a:stretch>
              </a:blipFill>
            </p:spPr>
            <p:txBody>
              <a:bodyPr/>
              <a:lstStyle/>
              <a:p>
                <a:r>
                  <a:rPr lang="en-GB">
                    <a:noFill/>
                  </a:rPr>
                  <a:t> </a:t>
                </a:r>
              </a:p>
            </p:txBody>
          </p:sp>
        </mc:Fallback>
      </mc:AlternateContent>
      <p:sp>
        <p:nvSpPr>
          <p:cNvPr id="64" name="TextBox 63"/>
          <p:cNvSpPr txBox="1"/>
          <p:nvPr/>
        </p:nvSpPr>
        <p:spPr>
          <a:xfrm>
            <a:off x="78469" y="6472278"/>
            <a:ext cx="5009816" cy="492443"/>
          </a:xfrm>
          <a:prstGeom prst="rect">
            <a:avLst/>
          </a:prstGeom>
          <a:noFill/>
        </p:spPr>
        <p:txBody>
          <a:bodyPr wrap="square" rtlCol="0">
            <a:spAutoFit/>
          </a:bodyPr>
          <a:lstStyle/>
          <a:p>
            <a:r>
              <a:rPr lang="en-GB" sz="1200" b="1" dirty="0"/>
              <a:t>4.  </a:t>
            </a:r>
            <a:r>
              <a:rPr lang="en-GB" sz="1200" dirty="0"/>
              <a:t>Write each of these in index notation.</a:t>
            </a:r>
          </a:p>
          <a:p>
            <a:endParaRPr lang="en-GB" sz="1400" dirty="0"/>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58C69B4-E809-B645-93DF-8DC41D8E99C9}"/>
                  </a:ext>
                </a:extLst>
              </p:cNvPr>
              <p:cNvSpPr txBox="1"/>
              <p:nvPr/>
            </p:nvSpPr>
            <p:spPr>
              <a:xfrm>
                <a:off x="3170461" y="6606831"/>
                <a:ext cx="2480630" cy="2789610"/>
              </a:xfrm>
              <a:prstGeom prst="rect">
                <a:avLst/>
              </a:prstGeom>
              <a:noFill/>
            </p:spPr>
            <p:txBody>
              <a:bodyPr wrap="square" rtlCol="0">
                <a:spAutoFit/>
              </a:bodyPr>
              <a:lstStyle/>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8</m:t>
                    </m:r>
                    <m:r>
                      <a:rPr lang="en-GB" sz="1400" b="0" i="0" smtClean="0">
                        <a:latin typeface="Cambria Math" panose="02040503050406030204" pitchFamily="18" charset="0"/>
                        <a:ea typeface="Cambria Math" panose="02040503050406030204" pitchFamily="18" charset="0"/>
                      </a:rPr>
                      <m:t>×8×8</m:t>
                    </m:r>
                    <m:r>
                      <a:rPr lang="en-GB" sz="1400" dirty="0">
                        <a:latin typeface="Cambria Math" panose="02040503050406030204" pitchFamily="18" charset="0"/>
                        <a:ea typeface="Cambria Math" panose="02040503050406030204" pitchFamily="18" charset="0"/>
                      </a:rPr>
                      <m:t>×</m:t>
                    </m:r>
                    <m:r>
                      <a:rPr lang="en-GB" sz="1400" b="0" i="0" dirty="0" smtClean="0">
                        <a:latin typeface="Cambria Math" panose="02040503050406030204" pitchFamily="18" charset="0"/>
                        <a:ea typeface="Cambria Math" panose="02040503050406030204" pitchFamily="18" charset="0"/>
                      </a:rPr>
                      <m:t>2</m:t>
                    </m:r>
                    <m:r>
                      <a:rPr lang="en-GB" sz="1400" b="0" i="1" dirty="0" smtClean="0">
                        <a:latin typeface="Cambria Math" panose="02040503050406030204" pitchFamily="18" charset="0"/>
                        <a:ea typeface="Cambria Math" panose="02040503050406030204" pitchFamily="18" charset="0"/>
                      </a:rPr>
                      <m:t>×2×3</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3</m:t>
                    </m:r>
                    <m:r>
                      <a:rPr lang="en-GB" sz="1400" b="0" i="0" smtClean="0">
                        <a:latin typeface="Cambria Math" panose="02040503050406030204" pitchFamily="18" charset="0"/>
                        <a:ea typeface="Cambria Math" panose="02040503050406030204" pitchFamily="18" charset="0"/>
                      </a:rPr>
                      <m:t>×5×4×2×3</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7</m:t>
                    </m:r>
                    <m:r>
                      <a:rPr lang="en-GB" sz="1400" b="0" i="0" smtClean="0">
                        <a:latin typeface="Cambria Math" panose="02040503050406030204" pitchFamily="18" charset="0"/>
                        <a:ea typeface="Cambria Math" panose="02040503050406030204" pitchFamily="18" charset="0"/>
                      </a:rPr>
                      <m:t>×7×9</m:t>
                    </m:r>
                    <m:r>
                      <a:rPr lang="en-GB" sz="1400" b="0" i="1" smtClean="0">
                        <a:latin typeface="Cambria Math" panose="02040503050406030204" pitchFamily="18" charset="0"/>
                        <a:ea typeface="Cambria Math" panose="02040503050406030204" pitchFamily="18" charset="0"/>
                      </a:rPr>
                      <m:t>×12×7×6</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3</m:t>
                    </m:r>
                    <m:r>
                      <a:rPr lang="en-GB" sz="1400" b="0" i="1" smtClean="0">
                        <a:latin typeface="Cambria Math" panose="02040503050406030204" pitchFamily="18" charset="0"/>
                        <a:ea typeface="Cambria Math" panose="02040503050406030204" pitchFamily="18" charset="0"/>
                      </a:rPr>
                      <m:t>×3×3×</m:t>
                    </m:r>
                    <m:r>
                      <a:rPr lang="en-GB" sz="1400" b="0" i="0" smtClean="0">
                        <a:latin typeface="Cambria Math" panose="02040503050406030204" pitchFamily="18" charset="0"/>
                      </a:rPr>
                      <m:t>4</m:t>
                    </m:r>
                    <m:r>
                      <a:rPr lang="en-GB" sz="1400" b="0" i="0" smtClean="0">
                        <a:latin typeface="Cambria Math" panose="02040503050406030204" pitchFamily="18" charset="0"/>
                        <a:ea typeface="Cambria Math" panose="02040503050406030204" pitchFamily="18" charset="0"/>
                      </a:rPr>
                      <m:t>×4×6×6</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5</m:t>
                    </m:r>
                    <m:r>
                      <a:rPr lang="en-GB" sz="1400" b="0" i="0" smtClean="0">
                        <a:latin typeface="Cambria Math" panose="02040503050406030204" pitchFamily="18" charset="0"/>
                        <a:ea typeface="Cambria Math" panose="02040503050406030204" pitchFamily="18" charset="0"/>
                      </a:rPr>
                      <m:t>×5×13×5×13×37</m:t>
                    </m:r>
                  </m:oMath>
                </a14:m>
                <a:endParaRPr lang="en-GB" sz="1400" dirty="0">
                  <a:latin typeface="Calibri" panose="020F0502020204030204" pitchFamily="34" charset="0"/>
                  <a:cs typeface="Calibri" panose="020F0502020204030204" pitchFamily="34" charset="0"/>
                </a:endParaRPr>
              </a:p>
            </p:txBody>
          </p:sp>
        </mc:Choice>
        <mc:Fallback xmlns="">
          <p:sp>
            <p:nvSpPr>
              <p:cNvPr id="65" name="TextBox 64">
                <a:extLst>
                  <a:ext uri="{FF2B5EF4-FFF2-40B4-BE49-F238E27FC236}">
                    <a16:creationId xmlns:a16="http://schemas.microsoft.com/office/drawing/2014/main" id="{B58C69B4-E809-B645-93DF-8DC41D8E99C9}"/>
                  </a:ext>
                </a:extLst>
              </p:cNvPr>
              <p:cNvSpPr txBox="1">
                <a:spLocks noRot="1" noChangeAspect="1" noMove="1" noResize="1" noEditPoints="1" noAdjustHandles="1" noChangeArrowheads="1" noChangeShapeType="1" noTextEdit="1"/>
              </p:cNvSpPr>
              <p:nvPr/>
            </p:nvSpPr>
            <p:spPr>
              <a:xfrm>
                <a:off x="3170461" y="6606831"/>
                <a:ext cx="2480630" cy="2789610"/>
              </a:xfrm>
              <a:prstGeom prst="rect">
                <a:avLst/>
              </a:prstGeom>
              <a:blipFill>
                <a:blip r:embed="rId17"/>
                <a:stretch>
                  <a:fillRect/>
                </a:stretch>
              </a:blipFill>
            </p:spPr>
            <p:txBody>
              <a:bodyPr/>
              <a:lstStyle/>
              <a:p>
                <a:r>
                  <a:rPr lang="en-GB">
                    <a:noFill/>
                  </a:rPr>
                  <a:t> </a:t>
                </a:r>
              </a:p>
            </p:txBody>
          </p:sp>
        </mc:Fallback>
      </mc:AlternateContent>
      <p:sp>
        <p:nvSpPr>
          <p:cNvPr id="66" name="TextBox 65">
            <a:extLst>
              <a:ext uri="{FF2B5EF4-FFF2-40B4-BE49-F238E27FC236}">
                <a16:creationId xmlns:a16="http://schemas.microsoft.com/office/drawing/2014/main" id="{47AA7DDB-9EA2-664F-A5FD-166602D41AD6}"/>
              </a:ext>
            </a:extLst>
          </p:cNvPr>
          <p:cNvSpPr txBox="1"/>
          <p:nvPr/>
        </p:nvSpPr>
        <p:spPr>
          <a:xfrm>
            <a:off x="3181847" y="6485814"/>
            <a:ext cx="3845432" cy="492443"/>
          </a:xfrm>
          <a:prstGeom prst="rect">
            <a:avLst/>
          </a:prstGeom>
          <a:noFill/>
        </p:spPr>
        <p:txBody>
          <a:bodyPr wrap="square" rtlCol="0">
            <a:spAutoFit/>
          </a:bodyPr>
          <a:lstStyle/>
          <a:p>
            <a:r>
              <a:rPr lang="en-GB" sz="1200" b="1" dirty="0"/>
              <a:t>5.   </a:t>
            </a:r>
            <a:r>
              <a:rPr lang="en-GB" sz="1200" dirty="0"/>
              <a:t>Write each of these in index notation.</a:t>
            </a:r>
          </a:p>
          <a:p>
            <a:endParaRPr lang="en-GB" sz="1400" dirty="0"/>
          </a:p>
        </p:txBody>
      </p:sp>
      <p:sp>
        <p:nvSpPr>
          <p:cNvPr id="74" name="Rectangle 73"/>
          <p:cNvSpPr/>
          <p:nvPr/>
        </p:nvSpPr>
        <p:spPr>
          <a:xfrm>
            <a:off x="5525507" y="6858717"/>
            <a:ext cx="1196463"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Rectangle 74"/>
          <p:cNvSpPr/>
          <p:nvPr/>
        </p:nvSpPr>
        <p:spPr>
          <a:xfrm>
            <a:off x="5525508" y="7359115"/>
            <a:ext cx="1191468"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p:cNvSpPr/>
          <p:nvPr/>
        </p:nvSpPr>
        <p:spPr>
          <a:xfrm>
            <a:off x="5525508" y="7953200"/>
            <a:ext cx="1197170"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76"/>
          <p:cNvSpPr/>
          <p:nvPr/>
        </p:nvSpPr>
        <p:spPr>
          <a:xfrm>
            <a:off x="5525508" y="8453598"/>
            <a:ext cx="1192175"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1967595" y="6761764"/>
            <a:ext cx="1196463"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Rectangle 80"/>
          <p:cNvSpPr/>
          <p:nvPr/>
        </p:nvSpPr>
        <p:spPr>
          <a:xfrm>
            <a:off x="1967596" y="7262162"/>
            <a:ext cx="1191468"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p:cNvSpPr/>
          <p:nvPr/>
        </p:nvSpPr>
        <p:spPr>
          <a:xfrm>
            <a:off x="1967596" y="7856247"/>
            <a:ext cx="1197170"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82"/>
          <p:cNvSpPr/>
          <p:nvPr/>
        </p:nvSpPr>
        <p:spPr>
          <a:xfrm>
            <a:off x="1967596" y="8356645"/>
            <a:ext cx="1192175"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p:cNvSpPr/>
          <p:nvPr/>
        </p:nvSpPr>
        <p:spPr>
          <a:xfrm>
            <a:off x="2103868" y="8878184"/>
            <a:ext cx="1060899"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p:cNvSpPr/>
          <p:nvPr/>
        </p:nvSpPr>
        <p:spPr>
          <a:xfrm>
            <a:off x="5643753" y="8924153"/>
            <a:ext cx="1060899"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graphicFrame>
            <p:nvGraphicFramePr>
              <p:cNvPr id="73" name="Table 72">
                <a:extLst>
                  <a:ext uri="{FF2B5EF4-FFF2-40B4-BE49-F238E27FC236}">
                    <a16:creationId xmlns:a16="http://schemas.microsoft.com/office/drawing/2014/main" id="{424CDD2A-5AA7-5182-E861-0ADE170F760B}"/>
                  </a:ext>
                </a:extLst>
              </p:cNvPr>
              <p:cNvGraphicFramePr>
                <a:graphicFrameLocks noGrp="1"/>
              </p:cNvGraphicFramePr>
              <p:nvPr>
                <p:extLst>
                  <p:ext uri="{D42A27DB-BD31-4B8C-83A1-F6EECF244321}">
                    <p14:modId xmlns:p14="http://schemas.microsoft.com/office/powerpoint/2010/main" val="1858308173"/>
                  </p:ext>
                </p:extLst>
              </p:nvPr>
            </p:nvGraphicFramePr>
            <p:xfrm>
              <a:off x="212800" y="2633519"/>
              <a:ext cx="6519240" cy="3579129"/>
            </p:xfrm>
            <a:graphic>
              <a:graphicData uri="http://schemas.openxmlformats.org/drawingml/2006/table">
                <a:tbl>
                  <a:tblPr firstRow="1" bandRow="1">
                    <a:tableStyleId>{5C22544A-7EE6-4342-B048-85BDC9FD1C3A}</a:tableStyleId>
                  </a:tblPr>
                  <a:tblGrid>
                    <a:gridCol w="2173080">
                      <a:extLst>
                        <a:ext uri="{9D8B030D-6E8A-4147-A177-3AD203B41FA5}">
                          <a16:colId xmlns:a16="http://schemas.microsoft.com/office/drawing/2014/main" val="1342049170"/>
                        </a:ext>
                      </a:extLst>
                    </a:gridCol>
                    <a:gridCol w="2173080">
                      <a:extLst>
                        <a:ext uri="{9D8B030D-6E8A-4147-A177-3AD203B41FA5}">
                          <a16:colId xmlns:a16="http://schemas.microsoft.com/office/drawing/2014/main" val="1363445951"/>
                        </a:ext>
                      </a:extLst>
                    </a:gridCol>
                    <a:gridCol w="2173080">
                      <a:extLst>
                        <a:ext uri="{9D8B030D-6E8A-4147-A177-3AD203B41FA5}">
                          <a16:colId xmlns:a16="http://schemas.microsoft.com/office/drawing/2014/main" val="1083003371"/>
                        </a:ext>
                      </a:extLst>
                    </a:gridCol>
                  </a:tblGrid>
                  <a:tr h="878670">
                    <a:tc>
                      <a:txBody>
                        <a:bodyPr/>
                        <a:lstStyle/>
                        <a:p>
                          <a:pPr algn="ctr"/>
                          <a:r>
                            <a:rPr lang="en-US" sz="1200" b="0" dirty="0">
                              <a:solidFill>
                                <a:schemeClr val="tx1"/>
                              </a:solidFill>
                            </a:rPr>
                            <a:t>Write </a:t>
                          </a:r>
                          <a:endParaRPr lang="en-GB"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2×2×2×7×7</m:t>
                                </m:r>
                              </m:oMath>
                            </m:oMathPara>
                          </a14:m>
                          <a:endParaRPr lang="en-GB" sz="1200" b="0" dirty="0">
                            <a:solidFill>
                              <a:schemeClr val="tx1"/>
                            </a:solidFill>
                          </a:endParaRPr>
                        </a:p>
                        <a:p>
                          <a:pPr algn="ctr"/>
                          <a:r>
                            <a:rPr lang="en-GB" sz="1200" b="0" dirty="0">
                              <a:solidFill>
                                <a:schemeClr val="tx1"/>
                              </a:solidFill>
                            </a:rPr>
                            <a:t> in index notation.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a:t>
                          </a:r>
                          <a:endParaRPr lang="en-GB"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2×3×3×3×11</m:t>
                                </m:r>
                              </m:oMath>
                            </m:oMathPara>
                          </a14:m>
                          <a:endParaRPr lang="en-GB" sz="1200" b="0" dirty="0">
                            <a:solidFill>
                              <a:schemeClr val="tx1"/>
                            </a:solidFill>
                          </a:endParaRPr>
                        </a:p>
                        <a:p>
                          <a:pPr algn="ctr"/>
                          <a:r>
                            <a:rPr lang="en-GB" sz="1200" b="0" dirty="0">
                              <a:solidFill>
                                <a:schemeClr val="tx1"/>
                              </a:solidFill>
                            </a:rPr>
                            <a:t> in index notation.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a:t>
                          </a:r>
                          <a:endParaRPr lang="en-GB"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3×5×5×5</m:t>
                                </m:r>
                              </m:oMath>
                            </m:oMathPara>
                          </a14:m>
                          <a:endParaRPr lang="en-GB" sz="1200" b="0" dirty="0">
                            <a:solidFill>
                              <a:schemeClr val="tx1"/>
                            </a:solidFill>
                          </a:endParaRPr>
                        </a:p>
                        <a:p>
                          <a:pPr algn="ctr"/>
                          <a:r>
                            <a:rPr lang="en-GB" sz="1200" b="0" dirty="0">
                              <a:solidFill>
                                <a:schemeClr val="tx1"/>
                              </a:solidFill>
                            </a:rPr>
                            <a:t> in index notation.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3924369"/>
                      </a:ext>
                    </a:extLst>
                  </a:tr>
                  <a:tr h="2700459">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bl>
              </a:graphicData>
            </a:graphic>
          </p:graphicFrame>
        </mc:Choice>
        <mc:Fallback xmlns="">
          <p:graphicFrame>
            <p:nvGraphicFramePr>
              <p:cNvPr id="73" name="Table 72">
                <a:extLst>
                  <a:ext uri="{FF2B5EF4-FFF2-40B4-BE49-F238E27FC236}">
                    <a16:creationId xmlns:a16="http://schemas.microsoft.com/office/drawing/2014/main" id="{424CDD2A-5AA7-5182-E861-0ADE170F760B}"/>
                  </a:ext>
                </a:extLst>
              </p:cNvPr>
              <p:cNvGraphicFramePr>
                <a:graphicFrameLocks noGrp="1"/>
              </p:cNvGraphicFramePr>
              <p:nvPr>
                <p:extLst>
                  <p:ext uri="{D42A27DB-BD31-4B8C-83A1-F6EECF244321}">
                    <p14:modId xmlns:p14="http://schemas.microsoft.com/office/powerpoint/2010/main" val="1858308173"/>
                  </p:ext>
                </p:extLst>
              </p:nvPr>
            </p:nvGraphicFramePr>
            <p:xfrm>
              <a:off x="212800" y="2633519"/>
              <a:ext cx="6519240" cy="3579129"/>
            </p:xfrm>
            <a:graphic>
              <a:graphicData uri="http://schemas.openxmlformats.org/drawingml/2006/table">
                <a:tbl>
                  <a:tblPr firstRow="1" bandRow="1">
                    <a:tableStyleId>{5C22544A-7EE6-4342-B048-85BDC9FD1C3A}</a:tableStyleId>
                  </a:tblPr>
                  <a:tblGrid>
                    <a:gridCol w="2173080">
                      <a:extLst>
                        <a:ext uri="{9D8B030D-6E8A-4147-A177-3AD203B41FA5}">
                          <a16:colId xmlns:a16="http://schemas.microsoft.com/office/drawing/2014/main" val="1342049170"/>
                        </a:ext>
                      </a:extLst>
                    </a:gridCol>
                    <a:gridCol w="2173080">
                      <a:extLst>
                        <a:ext uri="{9D8B030D-6E8A-4147-A177-3AD203B41FA5}">
                          <a16:colId xmlns:a16="http://schemas.microsoft.com/office/drawing/2014/main" val="1363445951"/>
                        </a:ext>
                      </a:extLst>
                    </a:gridCol>
                    <a:gridCol w="2173080">
                      <a:extLst>
                        <a:ext uri="{9D8B030D-6E8A-4147-A177-3AD203B41FA5}">
                          <a16:colId xmlns:a16="http://schemas.microsoft.com/office/drawing/2014/main" val="1083003371"/>
                        </a:ext>
                      </a:extLst>
                    </a:gridCol>
                  </a:tblGrid>
                  <a:tr h="87867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18"/>
                          <a:stretch>
                            <a:fillRect l="-280" t="-1389" r="-200560" b="-3097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18"/>
                          <a:stretch>
                            <a:fillRect l="-100280" t="-1389" r="-100560" b="-3097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18"/>
                          <a:stretch>
                            <a:fillRect l="-200280" t="-1389" r="-560" b="-309722"/>
                          </a:stretch>
                        </a:blipFill>
                      </a:tcPr>
                    </a:tc>
                    <a:extLst>
                      <a:ext uri="{0D108BD9-81ED-4DB2-BD59-A6C34878D82A}">
                        <a16:rowId xmlns:a16="http://schemas.microsoft.com/office/drawing/2014/main" val="2373924369"/>
                      </a:ext>
                    </a:extLst>
                  </a:tr>
                  <a:tr h="2700459">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bl>
              </a:graphicData>
            </a:graphic>
          </p:graphicFrame>
        </mc:Fallback>
      </mc:AlternateContent>
      <p:sp>
        <p:nvSpPr>
          <p:cNvPr id="78" name="TextBox 77">
            <a:extLst>
              <a:ext uri="{FF2B5EF4-FFF2-40B4-BE49-F238E27FC236}">
                <a16:creationId xmlns:a16="http://schemas.microsoft.com/office/drawing/2014/main" id="{649EEF56-D830-4CEA-0732-65F9B025E3C7}"/>
              </a:ext>
            </a:extLst>
          </p:cNvPr>
          <p:cNvSpPr txBox="1"/>
          <p:nvPr/>
        </p:nvSpPr>
        <p:spPr>
          <a:xfrm>
            <a:off x="212800" y="2358373"/>
            <a:ext cx="1240262" cy="261610"/>
          </a:xfrm>
          <a:prstGeom prst="rect">
            <a:avLst/>
          </a:prstGeom>
          <a:noFill/>
          <a:ln>
            <a:noFill/>
          </a:ln>
        </p:spPr>
        <p:txBody>
          <a:bodyPr wrap="square" rtlCol="0">
            <a:spAutoFit/>
          </a:bodyPr>
          <a:lstStyle/>
          <a:p>
            <a:r>
              <a:rPr lang="en-GB" sz="1100" b="1" i="1" dirty="0">
                <a:solidFill>
                  <a:srgbClr val="FF0000"/>
                </a:solidFill>
              </a:rPr>
              <a:t>Example 4 - I do…</a:t>
            </a:r>
          </a:p>
        </p:txBody>
      </p:sp>
      <p:sp>
        <p:nvSpPr>
          <p:cNvPr id="86" name="TextBox 85">
            <a:extLst>
              <a:ext uri="{FF2B5EF4-FFF2-40B4-BE49-F238E27FC236}">
                <a16:creationId xmlns:a16="http://schemas.microsoft.com/office/drawing/2014/main" id="{2A12B37A-26AB-525E-EE31-604EC443B9E8}"/>
              </a:ext>
            </a:extLst>
          </p:cNvPr>
          <p:cNvSpPr txBox="1"/>
          <p:nvPr/>
        </p:nvSpPr>
        <p:spPr>
          <a:xfrm>
            <a:off x="2323102" y="2358373"/>
            <a:ext cx="1404275" cy="261610"/>
          </a:xfrm>
          <a:prstGeom prst="rect">
            <a:avLst/>
          </a:prstGeom>
          <a:noFill/>
          <a:ln>
            <a:noFill/>
          </a:ln>
        </p:spPr>
        <p:txBody>
          <a:bodyPr wrap="square" rtlCol="0">
            <a:spAutoFit/>
          </a:bodyPr>
          <a:lstStyle/>
          <a:p>
            <a:r>
              <a:rPr lang="en-GB" sz="1100" b="1" i="1" dirty="0">
                <a:solidFill>
                  <a:srgbClr val="ED7D31"/>
                </a:solidFill>
              </a:rPr>
              <a:t>Example 5 - We do…</a:t>
            </a:r>
          </a:p>
        </p:txBody>
      </p:sp>
      <p:sp>
        <p:nvSpPr>
          <p:cNvPr id="87" name="TextBox 86">
            <a:extLst>
              <a:ext uri="{FF2B5EF4-FFF2-40B4-BE49-F238E27FC236}">
                <a16:creationId xmlns:a16="http://schemas.microsoft.com/office/drawing/2014/main" id="{0D965DC7-391A-3F32-C045-F380F66F9204}"/>
              </a:ext>
            </a:extLst>
          </p:cNvPr>
          <p:cNvSpPr txBox="1"/>
          <p:nvPr/>
        </p:nvSpPr>
        <p:spPr>
          <a:xfrm>
            <a:off x="4446152" y="2355940"/>
            <a:ext cx="1456759" cy="261610"/>
          </a:xfrm>
          <a:prstGeom prst="rect">
            <a:avLst/>
          </a:prstGeom>
          <a:noFill/>
          <a:ln>
            <a:noFill/>
          </a:ln>
        </p:spPr>
        <p:txBody>
          <a:bodyPr wrap="square" rtlCol="0">
            <a:spAutoFit/>
          </a:bodyPr>
          <a:lstStyle/>
          <a:p>
            <a:r>
              <a:rPr lang="en-GB" sz="1100" b="1" i="1" dirty="0">
                <a:solidFill>
                  <a:srgbClr val="00B050"/>
                </a:solidFill>
              </a:rPr>
              <a:t>Example 6 – You do…</a:t>
            </a:r>
          </a:p>
        </p:txBody>
      </p:sp>
      <p:sp>
        <p:nvSpPr>
          <p:cNvPr id="90" name="Rectangle 89">
            <a:extLst>
              <a:ext uri="{FF2B5EF4-FFF2-40B4-BE49-F238E27FC236}">
                <a16:creationId xmlns:a16="http://schemas.microsoft.com/office/drawing/2014/main" id="{72DF37EA-C787-22C3-9A37-F73A689C44A4}"/>
              </a:ext>
            </a:extLst>
          </p:cNvPr>
          <p:cNvSpPr/>
          <p:nvPr/>
        </p:nvSpPr>
        <p:spPr>
          <a:xfrm>
            <a:off x="225526" y="34049"/>
            <a:ext cx="6491449" cy="21954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8998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70857" y="9551071"/>
            <a:ext cx="1543050" cy="527403"/>
          </a:xfrm>
        </p:spPr>
        <p:txBody>
          <a:bodyPr/>
          <a:lstStyle/>
          <a:p>
            <a:fld id="{801DFC4E-6969-46AA-A5C7-ABF66C60BBE0}" type="slidenum">
              <a:rPr lang="en-GB" smtClean="0"/>
              <a:t>18</a:t>
            </a:fld>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17354892"/>
              </p:ext>
            </p:extLst>
          </p:nvPr>
        </p:nvGraphicFramePr>
        <p:xfrm>
          <a:off x="113914" y="528988"/>
          <a:ext cx="6642848" cy="4399280"/>
        </p:xfrm>
        <a:graphic>
          <a:graphicData uri="http://schemas.openxmlformats.org/drawingml/2006/table">
            <a:tbl>
              <a:tblPr firstRow="1" bandRow="1">
                <a:tableStyleId>{5C22544A-7EE6-4342-B048-85BDC9FD1C3A}</a:tableStyleId>
              </a:tblPr>
              <a:tblGrid>
                <a:gridCol w="1761566">
                  <a:extLst>
                    <a:ext uri="{9D8B030D-6E8A-4147-A177-3AD203B41FA5}">
                      <a16:colId xmlns:a16="http://schemas.microsoft.com/office/drawing/2014/main" val="1546927094"/>
                    </a:ext>
                  </a:extLst>
                </a:gridCol>
                <a:gridCol w="1706481">
                  <a:extLst>
                    <a:ext uri="{9D8B030D-6E8A-4147-A177-3AD203B41FA5}">
                      <a16:colId xmlns:a16="http://schemas.microsoft.com/office/drawing/2014/main" val="546496835"/>
                    </a:ext>
                  </a:extLst>
                </a:gridCol>
                <a:gridCol w="1559542">
                  <a:extLst>
                    <a:ext uri="{9D8B030D-6E8A-4147-A177-3AD203B41FA5}">
                      <a16:colId xmlns:a16="http://schemas.microsoft.com/office/drawing/2014/main" val="2551380773"/>
                    </a:ext>
                  </a:extLst>
                </a:gridCol>
                <a:gridCol w="1615259">
                  <a:extLst>
                    <a:ext uri="{9D8B030D-6E8A-4147-A177-3AD203B41FA5}">
                      <a16:colId xmlns:a16="http://schemas.microsoft.com/office/drawing/2014/main" val="710751018"/>
                    </a:ext>
                  </a:extLst>
                </a:gridCol>
              </a:tblGrid>
              <a:tr h="370840">
                <a:tc>
                  <a:txBody>
                    <a:bodyPr/>
                    <a:lstStyle/>
                    <a:p>
                      <a:r>
                        <a:rPr lang="en-US" sz="1200" dirty="0">
                          <a:solidFill>
                            <a:schemeClr val="tx1"/>
                          </a:solidFill>
                        </a:rPr>
                        <a:t>Steps</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24</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16</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18</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r>
                        <a:rPr lang="en-US" sz="1200" dirty="0">
                          <a:solidFill>
                            <a:schemeClr val="tx1"/>
                          </a:solidFill>
                        </a:rPr>
                        <a:t>Write down the number that is being decomposed at the top.</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r>
                        <a:rPr lang="en-US" sz="1200" dirty="0">
                          <a:solidFill>
                            <a:schemeClr val="tx1"/>
                          </a:solidFill>
                        </a:rPr>
                        <a:t>Draw 2 lines from the number and think of two factors</a:t>
                      </a:r>
                      <a:r>
                        <a:rPr lang="en-US" sz="1200" baseline="0" dirty="0">
                          <a:solidFill>
                            <a:schemeClr val="tx1"/>
                          </a:solidFill>
                        </a:rPr>
                        <a:t> of the number above which are prime</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r>
                        <a:rPr lang="en-US" sz="1200" dirty="0">
                          <a:solidFill>
                            <a:schemeClr val="tx1"/>
                          </a:solidFill>
                        </a:rPr>
                        <a:t>Draw 2 lines from the factor which was not prime and think of two factors of that new number where</a:t>
                      </a:r>
                      <a:r>
                        <a:rPr lang="en-US" sz="1200" baseline="0" dirty="0">
                          <a:solidFill>
                            <a:schemeClr val="tx1"/>
                          </a:solidFill>
                        </a:rPr>
                        <a:t> one is prime (keep repeating this step until you are left with prime numbers)</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r>
                        <a:rPr lang="en-US" sz="1200" dirty="0">
                          <a:solidFill>
                            <a:schemeClr val="tx1"/>
                          </a:solidFill>
                        </a:rPr>
                        <a:t>Circle all prime number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r>
                        <a:rPr lang="en-US" sz="1200" dirty="0">
                          <a:solidFill>
                            <a:schemeClr val="tx1"/>
                          </a:solidFill>
                        </a:rPr>
                        <a:t>Write all prime numbers as a multiplication, then put into index notation.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pSp>
        <p:nvGrpSpPr>
          <p:cNvPr id="6" name="Group 5">
            <a:extLst>
              <a:ext uri="{FF2B5EF4-FFF2-40B4-BE49-F238E27FC236}">
                <a16:creationId xmlns:a16="http://schemas.microsoft.com/office/drawing/2014/main" id="{51B9336B-82B6-4944-9473-A262496C6038}"/>
              </a:ext>
            </a:extLst>
          </p:cNvPr>
          <p:cNvGrpSpPr/>
          <p:nvPr/>
        </p:nvGrpSpPr>
        <p:grpSpPr>
          <a:xfrm>
            <a:off x="1956051" y="957284"/>
            <a:ext cx="1359603" cy="1571967"/>
            <a:chOff x="1081664" y="7157755"/>
            <a:chExt cx="1359603" cy="1571967"/>
          </a:xfrm>
        </p:grpSpPr>
        <p:sp>
          <p:nvSpPr>
            <p:cNvPr id="7" name="Rectangle 6">
              <a:extLst>
                <a:ext uri="{FF2B5EF4-FFF2-40B4-BE49-F238E27FC236}">
                  <a16:creationId xmlns:a16="http://schemas.microsoft.com/office/drawing/2014/main" id="{E7343B7C-92C2-584B-9B8F-D0E0D5572462}"/>
                </a:ext>
              </a:extLst>
            </p:cNvPr>
            <p:cNvSpPr>
              <a:spLocks noChangeAspect="1"/>
            </p:cNvSpPr>
            <p:nvPr/>
          </p:nvSpPr>
          <p:spPr>
            <a:xfrm>
              <a:off x="1709590" y="7701057"/>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25F37A3-DAB9-F346-A1EE-ECC4A82B2535}"/>
                </a:ext>
              </a:extLst>
            </p:cNvPr>
            <p:cNvSpPr txBox="1"/>
            <p:nvPr/>
          </p:nvSpPr>
          <p:spPr>
            <a:xfrm>
              <a:off x="1353560" y="7157755"/>
              <a:ext cx="341760" cy="276999"/>
            </a:xfrm>
            <a:prstGeom prst="rect">
              <a:avLst/>
            </a:prstGeom>
            <a:noFill/>
          </p:spPr>
          <p:txBody>
            <a:bodyPr wrap="none" rtlCol="0">
              <a:spAutoFit/>
            </a:bodyPr>
            <a:lstStyle/>
            <a:p>
              <a:r>
                <a:rPr lang="en-GB" sz="1200" dirty="0">
                  <a:latin typeface="Calibri" panose="020F0502020204030204" pitchFamily="34" charset="0"/>
                  <a:cs typeface="Calibri" panose="020F0502020204030204" pitchFamily="34" charset="0"/>
                </a:rPr>
                <a:t>24</a:t>
              </a:r>
            </a:p>
          </p:txBody>
        </p:sp>
        <p:cxnSp>
          <p:nvCxnSpPr>
            <p:cNvPr id="9" name="Straight Connector 8">
              <a:extLst>
                <a:ext uri="{FF2B5EF4-FFF2-40B4-BE49-F238E27FC236}">
                  <a16:creationId xmlns:a16="http://schemas.microsoft.com/office/drawing/2014/main" id="{99FBEB85-E70F-1D44-A7BE-994FF3BD7FDE}"/>
                </a:ext>
              </a:extLst>
            </p:cNvPr>
            <p:cNvCxnSpPr>
              <a:cxnSpLocks noChangeAspect="1"/>
            </p:cNvCxnSpPr>
            <p:nvPr/>
          </p:nvCxnSpPr>
          <p:spPr>
            <a:xfrm flipH="1">
              <a:off x="1236422" y="7413057"/>
              <a:ext cx="288000" cy="2880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ED3637F-504C-AC47-8045-3D18D17D9ED1}"/>
                </a:ext>
              </a:extLst>
            </p:cNvPr>
            <p:cNvCxnSpPr>
              <a:cxnSpLocks noChangeAspect="1"/>
            </p:cNvCxnSpPr>
            <p:nvPr/>
          </p:nvCxnSpPr>
          <p:spPr>
            <a:xfrm>
              <a:off x="1519283" y="7414546"/>
              <a:ext cx="288000" cy="28800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A8E86901-FED3-C44F-A3AA-8E866FD1E0EA}"/>
                </a:ext>
              </a:extLst>
            </p:cNvPr>
            <p:cNvSpPr txBox="1"/>
            <p:nvPr/>
          </p:nvSpPr>
          <p:spPr>
            <a:xfrm>
              <a:off x="1081664" y="7643889"/>
              <a:ext cx="230757" cy="276999"/>
            </a:xfrm>
            <a:prstGeom prst="rect">
              <a:avLst/>
            </a:prstGeom>
            <a:noFill/>
          </p:spPr>
          <p:txBody>
            <a:bodyPr wrap="square" rtlCol="0">
              <a:spAutoFit/>
            </a:bodyPr>
            <a:lstStyle/>
            <a:p>
              <a:r>
                <a:rPr lang="en-GB" sz="1200" dirty="0">
                  <a:latin typeface="Calibri" panose="020F0502020204030204" pitchFamily="34" charset="0"/>
                  <a:cs typeface="Calibri" panose="020F0502020204030204" pitchFamily="34" charset="0"/>
                </a:rPr>
                <a:t>2</a:t>
              </a:r>
            </a:p>
          </p:txBody>
        </p:sp>
        <p:cxnSp>
          <p:nvCxnSpPr>
            <p:cNvPr id="12" name="Straight Connector 11">
              <a:extLst>
                <a:ext uri="{FF2B5EF4-FFF2-40B4-BE49-F238E27FC236}">
                  <a16:creationId xmlns:a16="http://schemas.microsoft.com/office/drawing/2014/main" id="{6C58A53B-E950-A444-BFF8-54A7B8F307F1}"/>
                </a:ext>
              </a:extLst>
            </p:cNvPr>
            <p:cNvCxnSpPr>
              <a:cxnSpLocks noChangeAspect="1"/>
            </p:cNvCxnSpPr>
            <p:nvPr/>
          </p:nvCxnSpPr>
          <p:spPr>
            <a:xfrm flipH="1">
              <a:off x="1553414" y="7949505"/>
              <a:ext cx="288000" cy="28800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A8EF4FE-A36E-EF46-91D7-5651586EF2C2}"/>
                </a:ext>
              </a:extLst>
            </p:cNvPr>
            <p:cNvCxnSpPr>
              <a:cxnSpLocks noChangeAspect="1"/>
            </p:cNvCxnSpPr>
            <p:nvPr/>
          </p:nvCxnSpPr>
          <p:spPr>
            <a:xfrm>
              <a:off x="1836275" y="7950994"/>
              <a:ext cx="288000" cy="28800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ED30A159-6FA1-5545-9E0F-4A5FB885195C}"/>
                </a:ext>
              </a:extLst>
            </p:cNvPr>
            <p:cNvSpPr txBox="1"/>
            <p:nvPr/>
          </p:nvSpPr>
          <p:spPr>
            <a:xfrm>
              <a:off x="2017324" y="8204028"/>
              <a:ext cx="263214" cy="276999"/>
            </a:xfrm>
            <a:prstGeom prst="rect">
              <a:avLst/>
            </a:prstGeom>
            <a:noFill/>
          </p:spPr>
          <p:txBody>
            <a:bodyPr wrap="none" rtlCol="0">
              <a:spAutoFit/>
            </a:bodyPr>
            <a:lstStyle/>
            <a:p>
              <a:r>
                <a:rPr lang="en-GB" sz="1200" dirty="0">
                  <a:latin typeface="Calibri" panose="020F0502020204030204" pitchFamily="34" charset="0"/>
                  <a:cs typeface="Calibri" panose="020F0502020204030204" pitchFamily="34" charset="0"/>
                </a:rPr>
                <a:t>6</a:t>
              </a:r>
            </a:p>
          </p:txBody>
        </p:sp>
        <p:cxnSp>
          <p:nvCxnSpPr>
            <p:cNvPr id="15" name="Straight Connector 14">
              <a:extLst>
                <a:ext uri="{FF2B5EF4-FFF2-40B4-BE49-F238E27FC236}">
                  <a16:creationId xmlns:a16="http://schemas.microsoft.com/office/drawing/2014/main" id="{2AD4D6D8-5B6B-4043-9366-923B99704665}"/>
                </a:ext>
              </a:extLst>
            </p:cNvPr>
            <p:cNvCxnSpPr>
              <a:cxnSpLocks noChangeAspect="1"/>
            </p:cNvCxnSpPr>
            <p:nvPr/>
          </p:nvCxnSpPr>
          <p:spPr>
            <a:xfrm flipH="1">
              <a:off x="1870406" y="8440233"/>
              <a:ext cx="288000" cy="28800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092B560-FEC6-8D48-9C93-7A531AAD3998}"/>
                </a:ext>
              </a:extLst>
            </p:cNvPr>
            <p:cNvCxnSpPr>
              <a:cxnSpLocks noChangeAspect="1"/>
            </p:cNvCxnSpPr>
            <p:nvPr/>
          </p:nvCxnSpPr>
          <p:spPr>
            <a:xfrm>
              <a:off x="2153267" y="8441722"/>
              <a:ext cx="288000" cy="288000"/>
            </a:xfrm>
            <a:prstGeom prst="line">
              <a:avLst/>
            </a:prstGeom>
          </p:spPr>
          <p:style>
            <a:lnRef idx="1">
              <a:schemeClr val="dk1"/>
            </a:lnRef>
            <a:fillRef idx="0">
              <a:schemeClr val="dk1"/>
            </a:fillRef>
            <a:effectRef idx="0">
              <a:schemeClr val="dk1"/>
            </a:effectRef>
            <a:fontRef idx="minor">
              <a:schemeClr val="tx1"/>
            </a:fontRef>
          </p:style>
        </p:cxnSp>
      </p:grpSp>
      <p:sp>
        <p:nvSpPr>
          <p:cNvPr id="17" name="Rectangle 16">
            <a:extLst>
              <a:ext uri="{FF2B5EF4-FFF2-40B4-BE49-F238E27FC236}">
                <a16:creationId xmlns:a16="http://schemas.microsoft.com/office/drawing/2014/main" id="{E7343B7C-92C2-584B-9B8F-D0E0D5572462}"/>
              </a:ext>
            </a:extLst>
          </p:cNvPr>
          <p:cNvSpPr>
            <a:spLocks noChangeAspect="1"/>
          </p:cNvSpPr>
          <p:nvPr/>
        </p:nvSpPr>
        <p:spPr>
          <a:xfrm>
            <a:off x="3221632" y="2590604"/>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E7343B7C-92C2-584B-9B8F-D0E0D5572462}"/>
              </a:ext>
            </a:extLst>
          </p:cNvPr>
          <p:cNvSpPr>
            <a:spLocks noChangeAspect="1"/>
          </p:cNvSpPr>
          <p:nvPr/>
        </p:nvSpPr>
        <p:spPr>
          <a:xfrm>
            <a:off x="2195418" y="2099962"/>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E7343B7C-92C2-584B-9B8F-D0E0D5572462}"/>
              </a:ext>
            </a:extLst>
          </p:cNvPr>
          <p:cNvSpPr>
            <a:spLocks noChangeAspect="1"/>
          </p:cNvSpPr>
          <p:nvPr/>
        </p:nvSpPr>
        <p:spPr>
          <a:xfrm>
            <a:off x="2629455" y="2584106"/>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25F37A3-DAB9-F346-A1EE-ECC4A82B2535}"/>
                  </a:ext>
                </a:extLst>
              </p:cNvPr>
              <p:cNvSpPr txBox="1"/>
              <p:nvPr/>
            </p:nvSpPr>
            <p:spPr>
              <a:xfrm>
                <a:off x="1870623" y="3627733"/>
                <a:ext cx="548034"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cs typeface="Calibri" panose="020F0502020204030204" pitchFamily="34" charset="0"/>
                        </a:rPr>
                        <m:t>24=</m:t>
                      </m:r>
                    </m:oMath>
                  </m:oMathPara>
                </a14:m>
                <a:endParaRPr lang="en-GB" sz="1200" dirty="0">
                  <a:latin typeface="Calibri" panose="020F0502020204030204" pitchFamily="34" charset="0"/>
                  <a:cs typeface="Calibri" panose="020F0502020204030204" pitchFamily="34" charset="0"/>
                </a:endParaRPr>
              </a:p>
            </p:txBody>
          </p:sp>
        </mc:Choice>
        <mc:Fallback xmlns="">
          <p:sp>
            <p:nvSpPr>
              <p:cNvPr id="20" name="TextBox 19">
                <a:extLst>
                  <a:ext uri="{FF2B5EF4-FFF2-40B4-BE49-F238E27FC236}">
                    <a16:creationId xmlns:a16="http://schemas.microsoft.com/office/drawing/2014/main" id="{C25F37A3-DAB9-F346-A1EE-ECC4A82B2535}"/>
                  </a:ext>
                </a:extLst>
              </p:cNvPr>
              <p:cNvSpPr txBox="1">
                <a:spLocks noRot="1" noChangeAspect="1" noMove="1" noResize="1" noEditPoints="1" noAdjustHandles="1" noChangeArrowheads="1" noChangeShapeType="1" noTextEdit="1"/>
              </p:cNvSpPr>
              <p:nvPr/>
            </p:nvSpPr>
            <p:spPr>
              <a:xfrm>
                <a:off x="1870623" y="3627733"/>
                <a:ext cx="548034" cy="276999"/>
              </a:xfrm>
              <a:prstGeom prst="rect">
                <a:avLst/>
              </a:prstGeom>
              <a:blipFill>
                <a:blip r:embed="rId3"/>
                <a:stretch>
                  <a:fillRect/>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9A51866F-ED53-AC4E-8564-6E72B3879607}"/>
              </a:ext>
            </a:extLst>
          </p:cNvPr>
          <p:cNvSpPr txBox="1"/>
          <p:nvPr/>
        </p:nvSpPr>
        <p:spPr>
          <a:xfrm>
            <a:off x="1859050" y="312545"/>
            <a:ext cx="1212191" cy="261610"/>
          </a:xfrm>
          <a:prstGeom prst="rect">
            <a:avLst/>
          </a:prstGeom>
          <a:noFill/>
          <a:ln>
            <a:noFill/>
          </a:ln>
        </p:spPr>
        <p:txBody>
          <a:bodyPr wrap="none" rtlCol="0">
            <a:spAutoFit/>
          </a:bodyPr>
          <a:lstStyle/>
          <a:p>
            <a:r>
              <a:rPr lang="en-GB" sz="1100" b="1" i="1" dirty="0">
                <a:solidFill>
                  <a:srgbClr val="FF0000"/>
                </a:solidFill>
              </a:rPr>
              <a:t>Example 7 - I do…</a:t>
            </a:r>
          </a:p>
        </p:txBody>
      </p:sp>
      <p:sp>
        <p:nvSpPr>
          <p:cNvPr id="22" name="TextBox 21">
            <a:extLst>
              <a:ext uri="{FF2B5EF4-FFF2-40B4-BE49-F238E27FC236}">
                <a16:creationId xmlns:a16="http://schemas.microsoft.com/office/drawing/2014/main" id="{9EAFBD6B-07EE-754F-BD50-9E7B6A6FCB35}"/>
              </a:ext>
            </a:extLst>
          </p:cNvPr>
          <p:cNvSpPr txBox="1"/>
          <p:nvPr/>
        </p:nvSpPr>
        <p:spPr>
          <a:xfrm>
            <a:off x="3551458" y="312545"/>
            <a:ext cx="1372492" cy="261610"/>
          </a:xfrm>
          <a:prstGeom prst="rect">
            <a:avLst/>
          </a:prstGeom>
          <a:noFill/>
          <a:ln>
            <a:noFill/>
          </a:ln>
        </p:spPr>
        <p:txBody>
          <a:bodyPr wrap="none" rtlCol="0">
            <a:spAutoFit/>
          </a:bodyPr>
          <a:lstStyle/>
          <a:p>
            <a:r>
              <a:rPr lang="en-GB" sz="1100" b="1" i="1" dirty="0">
                <a:solidFill>
                  <a:srgbClr val="ED7D31"/>
                </a:solidFill>
              </a:rPr>
              <a:t>Example 8 - We do…</a:t>
            </a:r>
          </a:p>
        </p:txBody>
      </p:sp>
      <p:sp>
        <p:nvSpPr>
          <p:cNvPr id="23" name="TextBox 22">
            <a:extLst>
              <a:ext uri="{FF2B5EF4-FFF2-40B4-BE49-F238E27FC236}">
                <a16:creationId xmlns:a16="http://schemas.microsoft.com/office/drawing/2014/main" id="{341EFFFC-F3FF-B946-9686-C2E2637B29FB}"/>
              </a:ext>
            </a:extLst>
          </p:cNvPr>
          <p:cNvSpPr txBox="1"/>
          <p:nvPr/>
        </p:nvSpPr>
        <p:spPr>
          <a:xfrm>
            <a:off x="5105082" y="312545"/>
            <a:ext cx="1423788" cy="261610"/>
          </a:xfrm>
          <a:prstGeom prst="rect">
            <a:avLst/>
          </a:prstGeom>
          <a:noFill/>
          <a:ln>
            <a:noFill/>
          </a:ln>
        </p:spPr>
        <p:txBody>
          <a:bodyPr wrap="none" rtlCol="0">
            <a:spAutoFit/>
          </a:bodyPr>
          <a:lstStyle/>
          <a:p>
            <a:r>
              <a:rPr lang="en-GB" sz="1100" b="1" i="1" dirty="0">
                <a:solidFill>
                  <a:srgbClr val="00B050"/>
                </a:solidFill>
              </a:rPr>
              <a:t>Example 9 – You do…</a:t>
            </a:r>
          </a:p>
        </p:txBody>
      </p:sp>
      <p:sp>
        <p:nvSpPr>
          <p:cNvPr id="25" name="TextBox 24">
            <a:extLst>
              <a:ext uri="{FF2B5EF4-FFF2-40B4-BE49-F238E27FC236}">
                <a16:creationId xmlns:a16="http://schemas.microsoft.com/office/drawing/2014/main" id="{ED30A159-6FA1-5545-9E0F-4A5FB885195C}"/>
              </a:ext>
            </a:extLst>
          </p:cNvPr>
          <p:cNvSpPr txBox="1"/>
          <p:nvPr/>
        </p:nvSpPr>
        <p:spPr>
          <a:xfrm>
            <a:off x="2629455" y="2565529"/>
            <a:ext cx="263214"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2</a:t>
            </a:r>
            <a:endParaRPr lang="en-GB" sz="1200" dirty="0">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ED30A159-6FA1-5545-9E0F-4A5FB885195C}"/>
              </a:ext>
            </a:extLst>
          </p:cNvPr>
          <p:cNvSpPr txBox="1"/>
          <p:nvPr/>
        </p:nvSpPr>
        <p:spPr>
          <a:xfrm>
            <a:off x="2184100" y="2086433"/>
            <a:ext cx="263214"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2</a:t>
            </a:r>
            <a:endParaRPr lang="en-GB" sz="12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ED30A159-6FA1-5545-9E0F-4A5FB885195C}"/>
              </a:ext>
            </a:extLst>
          </p:cNvPr>
          <p:cNvSpPr txBox="1"/>
          <p:nvPr/>
        </p:nvSpPr>
        <p:spPr>
          <a:xfrm>
            <a:off x="3221632" y="2565529"/>
            <a:ext cx="263214"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3</a:t>
            </a:r>
            <a:endParaRPr lang="en-GB" sz="1200"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ED30A159-6FA1-5545-9E0F-4A5FB885195C}"/>
              </a:ext>
            </a:extLst>
          </p:cNvPr>
          <p:cNvSpPr txBox="1"/>
          <p:nvPr/>
        </p:nvSpPr>
        <p:spPr>
          <a:xfrm>
            <a:off x="2579288" y="1491074"/>
            <a:ext cx="341760"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12</a:t>
            </a:r>
            <a:endParaRPr lang="en-GB" sz="12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25F37A3-DAB9-F346-A1EE-ECC4A82B2535}"/>
                  </a:ext>
                </a:extLst>
              </p:cNvPr>
              <p:cNvSpPr txBox="1"/>
              <p:nvPr/>
            </p:nvSpPr>
            <p:spPr>
              <a:xfrm>
                <a:off x="1864534" y="4270748"/>
                <a:ext cx="548034"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cs typeface="Calibri" panose="020F0502020204030204" pitchFamily="34" charset="0"/>
                        </a:rPr>
                        <m:t>24=</m:t>
                      </m:r>
                    </m:oMath>
                  </m:oMathPara>
                </a14:m>
                <a:endParaRPr lang="en-GB" sz="1200" dirty="0">
                  <a:latin typeface="Calibri" panose="020F0502020204030204" pitchFamily="34" charset="0"/>
                  <a:cs typeface="Calibri" panose="020F0502020204030204" pitchFamily="34" charset="0"/>
                </a:endParaRPr>
              </a:p>
            </p:txBody>
          </p:sp>
        </mc:Choice>
        <mc:Fallback xmlns="">
          <p:sp>
            <p:nvSpPr>
              <p:cNvPr id="29" name="TextBox 28">
                <a:extLst>
                  <a:ext uri="{FF2B5EF4-FFF2-40B4-BE49-F238E27FC236}">
                    <a16:creationId xmlns:a16="http://schemas.microsoft.com/office/drawing/2014/main" id="{C25F37A3-DAB9-F346-A1EE-ECC4A82B2535}"/>
                  </a:ext>
                </a:extLst>
              </p:cNvPr>
              <p:cNvSpPr txBox="1">
                <a:spLocks noRot="1" noChangeAspect="1" noMove="1" noResize="1" noEditPoints="1" noAdjustHandles="1" noChangeArrowheads="1" noChangeShapeType="1" noTextEdit="1"/>
              </p:cNvSpPr>
              <p:nvPr/>
            </p:nvSpPr>
            <p:spPr>
              <a:xfrm>
                <a:off x="1864534" y="4270748"/>
                <a:ext cx="548034" cy="276999"/>
              </a:xfrm>
              <a:prstGeom prst="rect">
                <a:avLst/>
              </a:prstGeom>
              <a:blipFill>
                <a:blip r:embed="rId4"/>
                <a:stretch>
                  <a:fillRect/>
                </a:stretch>
              </a:blipFill>
            </p:spPr>
            <p:txBody>
              <a:bodyPr/>
              <a:lstStyle/>
              <a:p>
                <a:r>
                  <a:rPr lang="en-GB">
                    <a:noFill/>
                  </a:rPr>
                  <a:t> </a:t>
                </a:r>
              </a:p>
            </p:txBody>
          </p:sp>
        </mc:Fallback>
      </mc:AlternateContent>
      <p:sp>
        <p:nvSpPr>
          <p:cNvPr id="30" name="TextBox 29">
            <a:extLst>
              <a:ext uri="{FF2B5EF4-FFF2-40B4-BE49-F238E27FC236}">
                <a16:creationId xmlns:a16="http://schemas.microsoft.com/office/drawing/2014/main" id="{134EA751-BCDD-174F-A843-D25A6E3D7C4B}"/>
              </a:ext>
            </a:extLst>
          </p:cNvPr>
          <p:cNvSpPr txBox="1"/>
          <p:nvPr/>
        </p:nvSpPr>
        <p:spPr>
          <a:xfrm>
            <a:off x="54563" y="40617"/>
            <a:ext cx="4783554" cy="276999"/>
          </a:xfrm>
          <a:prstGeom prst="rect">
            <a:avLst/>
          </a:prstGeom>
          <a:noFill/>
        </p:spPr>
        <p:txBody>
          <a:bodyPr wrap="none" rtlCol="0">
            <a:spAutoFit/>
          </a:bodyPr>
          <a:lstStyle/>
          <a:p>
            <a:r>
              <a:rPr lang="en-GB" sz="1200" dirty="0"/>
              <a:t>Write the following numbers as products of primes using index notation:</a:t>
            </a:r>
          </a:p>
        </p:txBody>
      </p:sp>
      <p:graphicFrame>
        <p:nvGraphicFramePr>
          <p:cNvPr id="41" name="Table 40"/>
          <p:cNvGraphicFramePr>
            <a:graphicFrameLocks noGrp="1"/>
          </p:cNvGraphicFramePr>
          <p:nvPr>
            <p:extLst>
              <p:ext uri="{D42A27DB-BD31-4B8C-83A1-F6EECF244321}">
                <p14:modId xmlns:p14="http://schemas.microsoft.com/office/powerpoint/2010/main" val="542713695"/>
              </p:ext>
            </p:extLst>
          </p:nvPr>
        </p:nvGraphicFramePr>
        <p:xfrm>
          <a:off x="126603" y="5296671"/>
          <a:ext cx="6630158" cy="4300120"/>
        </p:xfrm>
        <a:graphic>
          <a:graphicData uri="http://schemas.openxmlformats.org/drawingml/2006/table">
            <a:tbl>
              <a:tblPr firstRow="1" bandRow="1">
                <a:tableStyleId>{5C22544A-7EE6-4342-B048-85BDC9FD1C3A}</a:tableStyleId>
              </a:tblPr>
              <a:tblGrid>
                <a:gridCol w="627214">
                  <a:extLst>
                    <a:ext uri="{9D8B030D-6E8A-4147-A177-3AD203B41FA5}">
                      <a16:colId xmlns:a16="http://schemas.microsoft.com/office/drawing/2014/main" val="963023530"/>
                    </a:ext>
                  </a:extLst>
                </a:gridCol>
                <a:gridCol w="833593">
                  <a:extLst>
                    <a:ext uri="{9D8B030D-6E8A-4147-A177-3AD203B41FA5}">
                      <a16:colId xmlns:a16="http://schemas.microsoft.com/office/drawing/2014/main" val="2284637055"/>
                    </a:ext>
                  </a:extLst>
                </a:gridCol>
                <a:gridCol w="3293514">
                  <a:extLst>
                    <a:ext uri="{9D8B030D-6E8A-4147-A177-3AD203B41FA5}">
                      <a16:colId xmlns:a16="http://schemas.microsoft.com/office/drawing/2014/main" val="1659450174"/>
                    </a:ext>
                  </a:extLst>
                </a:gridCol>
                <a:gridCol w="1875837">
                  <a:extLst>
                    <a:ext uri="{9D8B030D-6E8A-4147-A177-3AD203B41FA5}">
                      <a16:colId xmlns:a16="http://schemas.microsoft.com/office/drawing/2014/main" val="2456468338"/>
                    </a:ext>
                  </a:extLst>
                </a:gridCol>
              </a:tblGrid>
              <a:tr h="403546">
                <a:tc>
                  <a:txBody>
                    <a:bodyPr/>
                    <a:lstStyle/>
                    <a:p>
                      <a:pPr algn="ctr"/>
                      <a:r>
                        <a:rPr lang="en-US" sz="1200" b="0" dirty="0">
                          <a:solidFill>
                            <a:schemeClr val="tx1"/>
                          </a:solidFill>
                        </a:rPr>
                        <a:t>Q</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Number</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Prime Factor Decomposition</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Index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9904"/>
                  </a:ext>
                </a:extLst>
              </a:tr>
              <a:tr h="1298858">
                <a:tc>
                  <a:txBody>
                    <a:bodyPr/>
                    <a:lstStyle/>
                    <a:p>
                      <a:pPr algn="ctr"/>
                      <a:r>
                        <a:rPr lang="en-US" sz="1200" dirty="0">
                          <a:solidFill>
                            <a:schemeClr val="tx1"/>
                          </a:solidFill>
                        </a:rPr>
                        <a:t>a)</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8</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901811"/>
                  </a:ext>
                </a:extLst>
              </a:tr>
              <a:tr h="1298858">
                <a:tc>
                  <a:txBody>
                    <a:bodyPr/>
                    <a:lstStyle/>
                    <a:p>
                      <a:pPr algn="ctr"/>
                      <a:r>
                        <a:rPr lang="en-US" sz="1200" dirty="0">
                          <a:solidFill>
                            <a:schemeClr val="tx1"/>
                          </a:solidFill>
                        </a:rPr>
                        <a:t>b)</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12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845477"/>
                  </a:ext>
                </a:extLst>
              </a:tr>
              <a:tr h="1298858">
                <a:tc>
                  <a:txBody>
                    <a:bodyPr/>
                    <a:lstStyle/>
                    <a:p>
                      <a:pPr algn="ctr"/>
                      <a:r>
                        <a:rPr lang="en-US" sz="1200" dirty="0">
                          <a:solidFill>
                            <a:schemeClr val="tx1"/>
                          </a:solidFill>
                        </a:rPr>
                        <a:t>c)</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20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204055"/>
                  </a:ext>
                </a:extLst>
              </a:tr>
            </a:tbl>
          </a:graphicData>
        </a:graphic>
      </p:graphicFrame>
      <p:sp>
        <p:nvSpPr>
          <p:cNvPr id="42" name="Rectangle 41"/>
          <p:cNvSpPr/>
          <p:nvPr/>
        </p:nvSpPr>
        <p:spPr>
          <a:xfrm>
            <a:off x="117117" y="4972776"/>
            <a:ext cx="2747231" cy="276999"/>
          </a:xfrm>
          <a:prstGeom prst="rect">
            <a:avLst/>
          </a:prstGeom>
        </p:spPr>
        <p:txBody>
          <a:bodyPr wrap="square">
            <a:spAutoFit/>
          </a:bodyPr>
          <a:lstStyle/>
          <a:p>
            <a:r>
              <a:rPr lang="pt-BR" sz="1200" dirty="0">
                <a:latin typeface="Calibri" panose="020F0502020204030204" pitchFamily="34" charset="0"/>
                <a:cs typeface="Calibri" panose="020F0502020204030204" pitchFamily="34" charset="0"/>
              </a:rPr>
              <a:t>6. Fill in the table</a:t>
            </a:r>
          </a:p>
        </p:txBody>
      </p:sp>
    </p:spTree>
    <p:extLst>
      <p:ext uri="{BB962C8B-B14F-4D97-AF65-F5344CB8AC3E}">
        <p14:creationId xmlns:p14="http://schemas.microsoft.com/office/powerpoint/2010/main" val="3771127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84304" y="9560188"/>
            <a:ext cx="1543050" cy="527403"/>
          </a:xfrm>
        </p:spPr>
        <p:txBody>
          <a:bodyPr/>
          <a:lstStyle/>
          <a:p>
            <a:fld id="{801DFC4E-6969-46AA-A5C7-ABF66C60BBE0}" type="slidenum">
              <a:rPr lang="en-GB" smtClean="0"/>
              <a:t>19</a:t>
            </a:fld>
            <a:endParaRPr lang="en-GB"/>
          </a:p>
        </p:txBody>
      </p:sp>
      <p:graphicFrame>
        <p:nvGraphicFramePr>
          <p:cNvPr id="21" name="Table 20"/>
          <p:cNvGraphicFramePr>
            <a:graphicFrameLocks noGrp="1"/>
          </p:cNvGraphicFramePr>
          <p:nvPr>
            <p:extLst>
              <p:ext uri="{D42A27DB-BD31-4B8C-83A1-F6EECF244321}">
                <p14:modId xmlns:p14="http://schemas.microsoft.com/office/powerpoint/2010/main" val="3298035241"/>
              </p:ext>
            </p:extLst>
          </p:nvPr>
        </p:nvGraphicFramePr>
        <p:xfrm>
          <a:off x="111363" y="160792"/>
          <a:ext cx="6630158" cy="9516607"/>
        </p:xfrm>
        <a:graphic>
          <a:graphicData uri="http://schemas.openxmlformats.org/drawingml/2006/table">
            <a:tbl>
              <a:tblPr firstRow="1" bandRow="1">
                <a:tableStyleId>{5C22544A-7EE6-4342-B048-85BDC9FD1C3A}</a:tableStyleId>
              </a:tblPr>
              <a:tblGrid>
                <a:gridCol w="627214">
                  <a:extLst>
                    <a:ext uri="{9D8B030D-6E8A-4147-A177-3AD203B41FA5}">
                      <a16:colId xmlns:a16="http://schemas.microsoft.com/office/drawing/2014/main" val="963023530"/>
                    </a:ext>
                  </a:extLst>
                </a:gridCol>
                <a:gridCol w="833593">
                  <a:extLst>
                    <a:ext uri="{9D8B030D-6E8A-4147-A177-3AD203B41FA5}">
                      <a16:colId xmlns:a16="http://schemas.microsoft.com/office/drawing/2014/main" val="2284637055"/>
                    </a:ext>
                  </a:extLst>
                </a:gridCol>
                <a:gridCol w="3293514">
                  <a:extLst>
                    <a:ext uri="{9D8B030D-6E8A-4147-A177-3AD203B41FA5}">
                      <a16:colId xmlns:a16="http://schemas.microsoft.com/office/drawing/2014/main" val="1659450174"/>
                    </a:ext>
                  </a:extLst>
                </a:gridCol>
                <a:gridCol w="1875837">
                  <a:extLst>
                    <a:ext uri="{9D8B030D-6E8A-4147-A177-3AD203B41FA5}">
                      <a16:colId xmlns:a16="http://schemas.microsoft.com/office/drawing/2014/main" val="2456468338"/>
                    </a:ext>
                  </a:extLst>
                </a:gridCol>
              </a:tblGrid>
              <a:tr h="468529">
                <a:tc>
                  <a:txBody>
                    <a:bodyPr/>
                    <a:lstStyle/>
                    <a:p>
                      <a:pPr algn="ctr"/>
                      <a:r>
                        <a:rPr lang="en-US" sz="1200" dirty="0">
                          <a:solidFill>
                            <a:schemeClr val="tx1"/>
                          </a:solidFill>
                        </a:rPr>
                        <a:t>Q</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Number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Prime Factor Decomposition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Index Form</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9904"/>
                  </a:ext>
                </a:extLst>
              </a:tr>
              <a:tr h="1508013">
                <a:tc>
                  <a:txBody>
                    <a:bodyPr/>
                    <a:lstStyle/>
                    <a:p>
                      <a:pPr algn="ctr"/>
                      <a:r>
                        <a:rPr lang="en-US" sz="1200" dirty="0">
                          <a:solidFill>
                            <a:schemeClr val="tx1"/>
                          </a:solidFill>
                        </a:rPr>
                        <a:t>d)</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901811"/>
                  </a:ext>
                </a:extLst>
              </a:tr>
              <a:tr h="1508013">
                <a:tc>
                  <a:txBody>
                    <a:bodyPr/>
                    <a:lstStyle/>
                    <a:p>
                      <a:pPr algn="ctr"/>
                      <a:r>
                        <a:rPr lang="en-US" sz="1200" dirty="0">
                          <a:solidFill>
                            <a:schemeClr val="tx1"/>
                          </a:solidFill>
                        </a:rPr>
                        <a:t>e)</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30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845477"/>
                  </a:ext>
                </a:extLst>
              </a:tr>
              <a:tr h="1508013">
                <a:tc>
                  <a:txBody>
                    <a:bodyPr/>
                    <a:lstStyle/>
                    <a:p>
                      <a:pPr algn="ctr"/>
                      <a:r>
                        <a:rPr lang="en-US" sz="1200" dirty="0">
                          <a:solidFill>
                            <a:schemeClr val="tx1"/>
                          </a:solidFill>
                        </a:rPr>
                        <a:t>f)</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36</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204055"/>
                  </a:ext>
                </a:extLst>
              </a:tr>
              <a:tr h="1508013">
                <a:tc>
                  <a:txBody>
                    <a:bodyPr/>
                    <a:lstStyle/>
                    <a:p>
                      <a:pPr algn="ctr"/>
                      <a:r>
                        <a:rPr lang="en-US" sz="1200" dirty="0">
                          <a:solidFill>
                            <a:schemeClr val="tx1"/>
                          </a:solidFill>
                        </a:rPr>
                        <a:t>g)</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42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763947"/>
                  </a:ext>
                </a:extLst>
              </a:tr>
              <a:tr h="1508013">
                <a:tc>
                  <a:txBody>
                    <a:bodyPr/>
                    <a:lstStyle/>
                    <a:p>
                      <a:pPr algn="ctr"/>
                      <a:r>
                        <a:rPr lang="en-US" sz="1200" dirty="0">
                          <a:solidFill>
                            <a:schemeClr val="tx1"/>
                          </a:solidFill>
                        </a:rPr>
                        <a:t>h)</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56</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2574306"/>
                  </a:ext>
                </a:extLst>
              </a:tr>
              <a:tr h="1508013">
                <a:tc>
                  <a:txBody>
                    <a:bodyPr/>
                    <a:lstStyle/>
                    <a:p>
                      <a:pPr algn="ctr"/>
                      <a:r>
                        <a:rPr lang="en-US" sz="1200" dirty="0">
                          <a:solidFill>
                            <a:schemeClr val="tx1"/>
                          </a:solidFill>
                        </a:rPr>
                        <a:t>i)</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72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2594216"/>
                  </a:ext>
                </a:extLst>
              </a:tr>
            </a:tbl>
          </a:graphicData>
        </a:graphic>
      </p:graphicFrame>
    </p:spTree>
    <p:extLst>
      <p:ext uri="{BB962C8B-B14F-4D97-AF65-F5344CB8AC3E}">
        <p14:creationId xmlns:p14="http://schemas.microsoft.com/office/powerpoint/2010/main" val="3499626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14950" y="9536997"/>
            <a:ext cx="1543050" cy="527403"/>
          </a:xfrm>
        </p:spPr>
        <p:txBody>
          <a:bodyPr/>
          <a:lstStyle/>
          <a:p>
            <a:fld id="{801DFC4E-6969-46AA-A5C7-ABF66C60BBE0}" type="slidenum">
              <a:rPr lang="en-GB" smtClean="0"/>
              <a:t>20</a:t>
            </a:fld>
            <a:endParaRPr lang="en-GB"/>
          </a:p>
        </p:txBody>
      </p:sp>
      <p:graphicFrame>
        <p:nvGraphicFramePr>
          <p:cNvPr id="5" name="Table 4"/>
          <p:cNvGraphicFramePr>
            <a:graphicFrameLocks noGrp="1"/>
          </p:cNvGraphicFramePr>
          <p:nvPr/>
        </p:nvGraphicFramePr>
        <p:xfrm>
          <a:off x="111363" y="160792"/>
          <a:ext cx="6630158" cy="9516607"/>
        </p:xfrm>
        <a:graphic>
          <a:graphicData uri="http://schemas.openxmlformats.org/drawingml/2006/table">
            <a:tbl>
              <a:tblPr firstRow="1" bandRow="1">
                <a:tableStyleId>{5C22544A-7EE6-4342-B048-85BDC9FD1C3A}</a:tableStyleId>
              </a:tblPr>
              <a:tblGrid>
                <a:gridCol w="627214">
                  <a:extLst>
                    <a:ext uri="{9D8B030D-6E8A-4147-A177-3AD203B41FA5}">
                      <a16:colId xmlns:a16="http://schemas.microsoft.com/office/drawing/2014/main" val="963023530"/>
                    </a:ext>
                  </a:extLst>
                </a:gridCol>
                <a:gridCol w="833593">
                  <a:extLst>
                    <a:ext uri="{9D8B030D-6E8A-4147-A177-3AD203B41FA5}">
                      <a16:colId xmlns:a16="http://schemas.microsoft.com/office/drawing/2014/main" val="2284637055"/>
                    </a:ext>
                  </a:extLst>
                </a:gridCol>
                <a:gridCol w="3293514">
                  <a:extLst>
                    <a:ext uri="{9D8B030D-6E8A-4147-A177-3AD203B41FA5}">
                      <a16:colId xmlns:a16="http://schemas.microsoft.com/office/drawing/2014/main" val="1659450174"/>
                    </a:ext>
                  </a:extLst>
                </a:gridCol>
                <a:gridCol w="1875837">
                  <a:extLst>
                    <a:ext uri="{9D8B030D-6E8A-4147-A177-3AD203B41FA5}">
                      <a16:colId xmlns:a16="http://schemas.microsoft.com/office/drawing/2014/main" val="2456468338"/>
                    </a:ext>
                  </a:extLst>
                </a:gridCol>
              </a:tblGrid>
              <a:tr h="468529">
                <a:tc>
                  <a:txBody>
                    <a:bodyPr/>
                    <a:lstStyle/>
                    <a:p>
                      <a:pPr algn="ctr"/>
                      <a:r>
                        <a:rPr lang="en-US" sz="1200" dirty="0">
                          <a:solidFill>
                            <a:schemeClr val="tx1"/>
                          </a:solidFill>
                        </a:rPr>
                        <a:t>Q</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Number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Prime Factor Decomposition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Index Form</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9904"/>
                  </a:ext>
                </a:extLst>
              </a:tr>
              <a:tr h="1508013">
                <a:tc>
                  <a:txBody>
                    <a:bodyPr/>
                    <a:lstStyle/>
                    <a:p>
                      <a:pPr algn="ctr"/>
                      <a:r>
                        <a:rPr lang="en-US" sz="1200" dirty="0">
                          <a:solidFill>
                            <a:schemeClr val="tx1"/>
                          </a:solidFill>
                        </a:rPr>
                        <a:t>j)</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32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901811"/>
                  </a:ext>
                </a:extLst>
              </a:tr>
              <a:tr h="1508013">
                <a:tc>
                  <a:txBody>
                    <a:bodyPr/>
                    <a:lstStyle/>
                    <a:p>
                      <a:pPr algn="ctr"/>
                      <a:r>
                        <a:rPr lang="en-US" sz="1200" dirty="0">
                          <a:solidFill>
                            <a:schemeClr val="tx1"/>
                          </a:solidFill>
                        </a:rPr>
                        <a:t>k)</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48</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845477"/>
                  </a:ext>
                </a:extLst>
              </a:tr>
              <a:tr h="1508013">
                <a:tc>
                  <a:txBody>
                    <a:bodyPr/>
                    <a:lstStyle/>
                    <a:p>
                      <a:pPr algn="ctr"/>
                      <a:r>
                        <a:rPr lang="en-US" sz="1200" dirty="0">
                          <a:solidFill>
                            <a:schemeClr val="tx1"/>
                          </a:solidFill>
                        </a:rPr>
                        <a:t>l)</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60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204055"/>
                  </a:ext>
                </a:extLst>
              </a:tr>
              <a:tr h="1508013">
                <a:tc>
                  <a:txBody>
                    <a:bodyPr/>
                    <a:lstStyle/>
                    <a:p>
                      <a:pPr algn="ctr"/>
                      <a:r>
                        <a:rPr lang="en-US" sz="1200" dirty="0">
                          <a:solidFill>
                            <a:schemeClr val="tx1"/>
                          </a:solidFill>
                        </a:rPr>
                        <a:t>m)</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120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763947"/>
                  </a:ext>
                </a:extLst>
              </a:tr>
              <a:tr h="1508013">
                <a:tc>
                  <a:txBody>
                    <a:bodyPr/>
                    <a:lstStyle/>
                    <a:p>
                      <a:pPr algn="ctr"/>
                      <a:r>
                        <a:rPr lang="en-US" sz="1200" dirty="0">
                          <a:solidFill>
                            <a:schemeClr val="tx1"/>
                          </a:solidFill>
                        </a:rPr>
                        <a:t>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150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2574306"/>
                  </a:ext>
                </a:extLst>
              </a:tr>
              <a:tr h="1508013">
                <a:tc>
                  <a:txBody>
                    <a:bodyPr/>
                    <a:lstStyle/>
                    <a:p>
                      <a:pPr algn="ctr"/>
                      <a:r>
                        <a:rPr lang="en-US" sz="1200" dirty="0">
                          <a:solidFill>
                            <a:schemeClr val="tx1"/>
                          </a:solidFill>
                        </a:rPr>
                        <a:t>p)</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200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2594216"/>
                  </a:ext>
                </a:extLst>
              </a:tr>
            </a:tbl>
          </a:graphicData>
        </a:graphic>
      </p:graphicFrame>
    </p:spTree>
    <p:extLst>
      <p:ext uri="{BB962C8B-B14F-4D97-AF65-F5344CB8AC3E}">
        <p14:creationId xmlns:p14="http://schemas.microsoft.com/office/powerpoint/2010/main" val="602000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a:xfrm>
            <a:off x="5337666" y="9548494"/>
            <a:ext cx="1543050" cy="527403"/>
          </a:xfrm>
        </p:spPr>
        <p:txBody>
          <a:bodyPr/>
          <a:lstStyle/>
          <a:p>
            <a:fld id="{19F1D9CC-7119-45EC-A96C-D8C0660F3AAB}" type="slidenum">
              <a:rPr lang="en-GB" smtClean="0"/>
              <a:t>21</a:t>
            </a:fld>
            <a:endParaRPr lang="en-GB"/>
          </a:p>
        </p:txBody>
      </p:sp>
      <p:graphicFrame>
        <p:nvGraphicFramePr>
          <p:cNvPr id="35" name="Table 34">
            <a:extLst>
              <a:ext uri="{FF2B5EF4-FFF2-40B4-BE49-F238E27FC236}">
                <a16:creationId xmlns:a16="http://schemas.microsoft.com/office/drawing/2014/main" id="{79539E76-0F40-F83F-AD1A-A90466B8BE0C}"/>
              </a:ext>
            </a:extLst>
          </p:cNvPr>
          <p:cNvGraphicFramePr>
            <a:graphicFrameLocks noGrp="1"/>
          </p:cNvGraphicFramePr>
          <p:nvPr/>
        </p:nvGraphicFramePr>
        <p:xfrm>
          <a:off x="208466" y="5124558"/>
          <a:ext cx="6453820" cy="2194560"/>
        </p:xfrm>
        <a:graphic>
          <a:graphicData uri="http://schemas.openxmlformats.org/drawingml/2006/table">
            <a:tbl>
              <a:tblPr firstRow="1" bandRow="1">
                <a:tableStyleId>{5C22544A-7EE6-4342-B048-85BDC9FD1C3A}</a:tableStyleId>
              </a:tblPr>
              <a:tblGrid>
                <a:gridCol w="1950534">
                  <a:extLst>
                    <a:ext uri="{9D8B030D-6E8A-4147-A177-3AD203B41FA5}">
                      <a16:colId xmlns:a16="http://schemas.microsoft.com/office/drawing/2014/main" val="1546927094"/>
                    </a:ext>
                  </a:extLst>
                </a:gridCol>
                <a:gridCol w="4503286">
                  <a:extLst>
                    <a:ext uri="{9D8B030D-6E8A-4147-A177-3AD203B41FA5}">
                      <a16:colId xmlns:a16="http://schemas.microsoft.com/office/drawing/2014/main" val="546496835"/>
                    </a:ext>
                  </a:extLst>
                </a:gridCol>
              </a:tblGrid>
              <a:tr h="23498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30 and 45</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518757">
                <a:tc>
                  <a:txBody>
                    <a:bodyPr/>
                    <a:lstStyle/>
                    <a:p>
                      <a:pPr algn="ctr"/>
                      <a:r>
                        <a:rPr lang="en-US" sz="1200">
                          <a:solidFill>
                            <a:schemeClr val="tx1"/>
                          </a:solidFill>
                        </a:rPr>
                        <a:t>Find the product of primes for both numbers using factor trees.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541">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666973">
                <a:tc>
                  <a:txBody>
                    <a:bodyPr/>
                    <a:lstStyle/>
                    <a:p>
                      <a:pPr algn="ctr"/>
                      <a:r>
                        <a:rPr lang="en-US" sz="1200">
                          <a:solidFill>
                            <a:schemeClr val="tx1"/>
                          </a:solidFill>
                        </a:rPr>
                        <a:t>Place the common </a:t>
                      </a:r>
                      <a:r>
                        <a:rPr lang="en-US" sz="1200" baseline="0">
                          <a:solidFill>
                            <a:schemeClr val="tx1"/>
                          </a:solidFill>
                        </a:rPr>
                        <a:t>primes in the intersection and any others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bl>
          </a:graphicData>
        </a:graphic>
      </p:graphicFrame>
      <p:sp>
        <p:nvSpPr>
          <p:cNvPr id="36" name="TextBox 35">
            <a:extLst>
              <a:ext uri="{FF2B5EF4-FFF2-40B4-BE49-F238E27FC236}">
                <a16:creationId xmlns:a16="http://schemas.microsoft.com/office/drawing/2014/main" id="{1718FA87-137E-6005-5C04-6FDE68716F72}"/>
              </a:ext>
            </a:extLst>
          </p:cNvPr>
          <p:cNvSpPr txBox="1"/>
          <p:nvPr/>
        </p:nvSpPr>
        <p:spPr>
          <a:xfrm>
            <a:off x="172934" y="4862948"/>
            <a:ext cx="1212191" cy="261610"/>
          </a:xfrm>
          <a:prstGeom prst="rect">
            <a:avLst/>
          </a:prstGeom>
          <a:noFill/>
          <a:ln>
            <a:noFill/>
          </a:ln>
        </p:spPr>
        <p:txBody>
          <a:bodyPr wrap="none" rtlCol="0">
            <a:spAutoFit/>
          </a:bodyPr>
          <a:lstStyle/>
          <a:p>
            <a:r>
              <a:rPr lang="en-GB" sz="1100" b="1" i="1">
                <a:solidFill>
                  <a:srgbClr val="FF0000"/>
                </a:solidFill>
              </a:rPr>
              <a:t>Example 1 - I do…</a:t>
            </a:r>
          </a:p>
        </p:txBody>
      </p:sp>
      <p:sp>
        <p:nvSpPr>
          <p:cNvPr id="37" name="Rectangle 36">
            <a:extLst>
              <a:ext uri="{FF2B5EF4-FFF2-40B4-BE49-F238E27FC236}">
                <a16:creationId xmlns:a16="http://schemas.microsoft.com/office/drawing/2014/main" id="{53EAFC39-C74A-E0B3-0585-DC407C7A7BB0}"/>
              </a:ext>
            </a:extLst>
          </p:cNvPr>
          <p:cNvSpPr/>
          <p:nvPr/>
        </p:nvSpPr>
        <p:spPr>
          <a:xfrm>
            <a:off x="134101" y="4718528"/>
            <a:ext cx="6826865"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Find the prime factor decomposition of the following numbers, and put these into the Venn Diagrams</a:t>
            </a:r>
          </a:p>
        </p:txBody>
      </p:sp>
      <p:graphicFrame>
        <p:nvGraphicFramePr>
          <p:cNvPr id="43" name="Table 42">
            <a:extLst>
              <a:ext uri="{FF2B5EF4-FFF2-40B4-BE49-F238E27FC236}">
                <a16:creationId xmlns:a16="http://schemas.microsoft.com/office/drawing/2014/main" id="{72D0C3BF-7E5F-9726-3EC0-B70C5EED94D1}"/>
              </a:ext>
            </a:extLst>
          </p:cNvPr>
          <p:cNvGraphicFramePr>
            <a:graphicFrameLocks noGrp="1"/>
          </p:cNvGraphicFramePr>
          <p:nvPr/>
        </p:nvGraphicFramePr>
        <p:xfrm>
          <a:off x="195714" y="7577175"/>
          <a:ext cx="6453820" cy="2194560"/>
        </p:xfrm>
        <a:graphic>
          <a:graphicData uri="http://schemas.openxmlformats.org/drawingml/2006/table">
            <a:tbl>
              <a:tblPr firstRow="1" bandRow="1">
                <a:tableStyleId>{5C22544A-7EE6-4342-B048-85BDC9FD1C3A}</a:tableStyleId>
              </a:tblPr>
              <a:tblGrid>
                <a:gridCol w="1950534">
                  <a:extLst>
                    <a:ext uri="{9D8B030D-6E8A-4147-A177-3AD203B41FA5}">
                      <a16:colId xmlns:a16="http://schemas.microsoft.com/office/drawing/2014/main" val="1546927094"/>
                    </a:ext>
                  </a:extLst>
                </a:gridCol>
                <a:gridCol w="4503286">
                  <a:extLst>
                    <a:ext uri="{9D8B030D-6E8A-4147-A177-3AD203B41FA5}">
                      <a16:colId xmlns:a16="http://schemas.microsoft.com/office/drawing/2014/main" val="546496835"/>
                    </a:ext>
                  </a:extLst>
                </a:gridCol>
              </a:tblGrid>
              <a:tr h="23498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24 and 40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518757">
                <a:tc>
                  <a:txBody>
                    <a:bodyPr/>
                    <a:lstStyle/>
                    <a:p>
                      <a:pPr algn="ctr"/>
                      <a:r>
                        <a:rPr lang="en-US" sz="1200">
                          <a:solidFill>
                            <a:schemeClr val="tx1"/>
                          </a:solidFill>
                        </a:rPr>
                        <a:t>Find the product of primes for both numbers using factor trees.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541">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666973">
                <a:tc>
                  <a:txBody>
                    <a:bodyPr/>
                    <a:lstStyle/>
                    <a:p>
                      <a:pPr algn="ctr"/>
                      <a:r>
                        <a:rPr lang="en-US" sz="1200">
                          <a:solidFill>
                            <a:schemeClr val="tx1"/>
                          </a:solidFill>
                        </a:rPr>
                        <a:t>Place the common </a:t>
                      </a:r>
                      <a:r>
                        <a:rPr lang="en-US" sz="1200" baseline="0">
                          <a:solidFill>
                            <a:schemeClr val="tx1"/>
                          </a:solidFill>
                        </a:rPr>
                        <a:t>primes in the intersection and any others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bl>
          </a:graphicData>
        </a:graphic>
      </p:graphicFrame>
      <p:sp>
        <p:nvSpPr>
          <p:cNvPr id="44" name="TextBox 43">
            <a:extLst>
              <a:ext uri="{FF2B5EF4-FFF2-40B4-BE49-F238E27FC236}">
                <a16:creationId xmlns:a16="http://schemas.microsoft.com/office/drawing/2014/main" id="{610B2312-FC2B-0A9A-6505-2336CB709F25}"/>
              </a:ext>
            </a:extLst>
          </p:cNvPr>
          <p:cNvSpPr txBox="1"/>
          <p:nvPr/>
        </p:nvSpPr>
        <p:spPr>
          <a:xfrm>
            <a:off x="160182" y="7315565"/>
            <a:ext cx="1372492" cy="261610"/>
          </a:xfrm>
          <a:prstGeom prst="rect">
            <a:avLst/>
          </a:prstGeom>
          <a:noFill/>
          <a:ln>
            <a:noFill/>
          </a:ln>
        </p:spPr>
        <p:txBody>
          <a:bodyPr wrap="none" rtlCol="0">
            <a:spAutoFit/>
          </a:bodyPr>
          <a:lstStyle/>
          <a:p>
            <a:r>
              <a:rPr lang="en-GB" sz="1100" b="1" i="1">
                <a:solidFill>
                  <a:srgbClr val="FB9D05"/>
                </a:solidFill>
              </a:rPr>
              <a:t>Example 2 - We do…</a:t>
            </a:r>
          </a:p>
        </p:txBody>
      </p:sp>
      <p:pic>
        <p:nvPicPr>
          <p:cNvPr id="46" name="Picture 2" descr="Venn Diagram: Definition, Types and What It's Used For ...">
            <a:extLst>
              <a:ext uri="{FF2B5EF4-FFF2-40B4-BE49-F238E27FC236}">
                <a16:creationId xmlns:a16="http://schemas.microsoft.com/office/drawing/2014/main" id="{A1F66B56-C4D2-4EF5-0CE0-D24201BCD98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32824" y="5835697"/>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Venn Diagram: Definition, Types and What It's Used For ...">
            <a:extLst>
              <a:ext uri="{FF2B5EF4-FFF2-40B4-BE49-F238E27FC236}">
                <a16:creationId xmlns:a16="http://schemas.microsoft.com/office/drawing/2014/main" id="{5D362C6F-49F8-4CC3-33B1-6225F24E561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36052" y="8381172"/>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D92475BE-3014-F865-6192-AF01FE8D429F}"/>
              </a:ext>
            </a:extLst>
          </p:cNvPr>
          <p:cNvSpPr txBox="1"/>
          <p:nvPr/>
        </p:nvSpPr>
        <p:spPr>
          <a:xfrm>
            <a:off x="4232824" y="5745449"/>
            <a:ext cx="2353529" cy="307777"/>
          </a:xfrm>
          <a:prstGeom prst="rect">
            <a:avLst/>
          </a:prstGeom>
          <a:noFill/>
        </p:spPr>
        <p:txBody>
          <a:bodyPr wrap="none" rtlCol="0">
            <a:spAutoFit/>
          </a:bodyPr>
          <a:lstStyle/>
          <a:p>
            <a:r>
              <a:rPr lang="en-US" sz="1400"/>
              <a:t>30                                             45</a:t>
            </a:r>
            <a:endParaRPr lang="en-GB" sz="1400"/>
          </a:p>
        </p:txBody>
      </p:sp>
      <p:sp>
        <p:nvSpPr>
          <p:cNvPr id="49" name="TextBox 48">
            <a:extLst>
              <a:ext uri="{FF2B5EF4-FFF2-40B4-BE49-F238E27FC236}">
                <a16:creationId xmlns:a16="http://schemas.microsoft.com/office/drawing/2014/main" id="{B7AFEF42-4EB1-34E7-E08D-AE37D630FC01}"/>
              </a:ext>
            </a:extLst>
          </p:cNvPr>
          <p:cNvSpPr txBox="1"/>
          <p:nvPr/>
        </p:nvSpPr>
        <p:spPr>
          <a:xfrm>
            <a:off x="4232824" y="8279917"/>
            <a:ext cx="2313454" cy="307777"/>
          </a:xfrm>
          <a:prstGeom prst="rect">
            <a:avLst/>
          </a:prstGeom>
          <a:noFill/>
        </p:spPr>
        <p:txBody>
          <a:bodyPr wrap="none" rtlCol="0">
            <a:spAutoFit/>
          </a:bodyPr>
          <a:lstStyle/>
          <a:p>
            <a:r>
              <a:rPr lang="en-US" sz="1400"/>
              <a:t>24                                            40</a:t>
            </a:r>
            <a:endParaRPr lang="en-GB" sz="1400"/>
          </a:p>
        </p:txBody>
      </p:sp>
      <p:sp>
        <p:nvSpPr>
          <p:cNvPr id="13" name="TextBox 12">
            <a:extLst>
              <a:ext uri="{FF2B5EF4-FFF2-40B4-BE49-F238E27FC236}">
                <a16:creationId xmlns:a16="http://schemas.microsoft.com/office/drawing/2014/main" id="{62B52E22-EBDA-77EA-E191-9F7F39222E40}"/>
              </a:ext>
            </a:extLst>
          </p:cNvPr>
          <p:cNvSpPr txBox="1"/>
          <p:nvPr/>
        </p:nvSpPr>
        <p:spPr>
          <a:xfrm>
            <a:off x="5181772" y="638640"/>
            <a:ext cx="1526794" cy="1015663"/>
          </a:xfrm>
          <a:prstGeom prst="rect">
            <a:avLst/>
          </a:prstGeom>
          <a:noFill/>
          <a:ln w="12700">
            <a:solidFill>
              <a:schemeClr val="tx1"/>
            </a:solidFill>
          </a:ln>
        </p:spPr>
        <p:txBody>
          <a:bodyPr wrap="square" rtlCol="0">
            <a:spAutoFit/>
          </a:bodyPr>
          <a:lstStyle/>
          <a:p>
            <a:r>
              <a:rPr lang="en-US" sz="1200" b="1" u="sng"/>
              <a:t>Keywords:</a:t>
            </a:r>
            <a:endParaRPr lang="en-US" sz="1200"/>
          </a:p>
          <a:p>
            <a:pPr marL="285750" indent="-285750">
              <a:buFont typeface=".AppleSystemUIFont" charset="-120"/>
              <a:buChar char="-"/>
            </a:pPr>
            <a:r>
              <a:rPr lang="en-US" sz="1200"/>
              <a:t>Prime decomposition</a:t>
            </a:r>
          </a:p>
          <a:p>
            <a:pPr marL="285750" indent="-285750">
              <a:buFont typeface=".AppleSystemUIFont" charset="-120"/>
              <a:buChar char="-"/>
            </a:pPr>
            <a:r>
              <a:rPr lang="en-US" sz="1200"/>
              <a:t>Common factor</a:t>
            </a:r>
          </a:p>
          <a:p>
            <a:pPr marL="285750" indent="-285750">
              <a:buFont typeface=".AppleSystemUIFont" charset="-120"/>
              <a:buChar char="-"/>
            </a:pPr>
            <a:r>
              <a:rPr lang="en-US" sz="1200"/>
              <a:t>Venn Diagram</a:t>
            </a:r>
          </a:p>
        </p:txBody>
      </p:sp>
      <p:sp>
        <p:nvSpPr>
          <p:cNvPr id="14" name="Rectangle 13">
            <a:extLst>
              <a:ext uri="{FF2B5EF4-FFF2-40B4-BE49-F238E27FC236}">
                <a16:creationId xmlns:a16="http://schemas.microsoft.com/office/drawing/2014/main" id="{406B238E-AD86-359D-6A47-5E13FA3FA46C}"/>
              </a:ext>
            </a:extLst>
          </p:cNvPr>
          <p:cNvSpPr/>
          <p:nvPr/>
        </p:nvSpPr>
        <p:spPr>
          <a:xfrm>
            <a:off x="71334" y="279906"/>
            <a:ext cx="6728829" cy="140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15" name="Rectangle 14">
            <a:extLst>
              <a:ext uri="{FF2B5EF4-FFF2-40B4-BE49-F238E27FC236}">
                <a16:creationId xmlns:a16="http://schemas.microsoft.com/office/drawing/2014/main" id="{14742A08-84CB-9496-D3E5-A0A9C89F369A}"/>
              </a:ext>
            </a:extLst>
          </p:cNvPr>
          <p:cNvSpPr/>
          <p:nvPr/>
        </p:nvSpPr>
        <p:spPr>
          <a:xfrm>
            <a:off x="-18288" y="-27421"/>
            <a:ext cx="6912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5 (Crossover) – HCF and LCM with Prime Decomposition</a:t>
            </a:r>
          </a:p>
        </p:txBody>
      </p:sp>
      <p:sp>
        <p:nvSpPr>
          <p:cNvPr id="16" name="TextBox 15">
            <a:extLst>
              <a:ext uri="{FF2B5EF4-FFF2-40B4-BE49-F238E27FC236}">
                <a16:creationId xmlns:a16="http://schemas.microsoft.com/office/drawing/2014/main" id="{78663FFF-A96F-A23C-DF12-BB48B4B7E666}"/>
              </a:ext>
            </a:extLst>
          </p:cNvPr>
          <p:cNvSpPr txBox="1"/>
          <p:nvPr/>
        </p:nvSpPr>
        <p:spPr>
          <a:xfrm>
            <a:off x="45300" y="637785"/>
            <a:ext cx="1149390" cy="307777"/>
          </a:xfrm>
          <a:prstGeom prst="rect">
            <a:avLst/>
          </a:prstGeom>
          <a:noFill/>
        </p:spPr>
        <p:txBody>
          <a:bodyPr wrap="square" rtlCol="0">
            <a:spAutoFit/>
          </a:bodyPr>
          <a:lstStyle/>
          <a:p>
            <a:r>
              <a:rPr lang="en-GB" sz="1400" b="1"/>
              <a:t>Objectives: </a:t>
            </a:r>
          </a:p>
        </p:txBody>
      </p:sp>
      <p:sp>
        <p:nvSpPr>
          <p:cNvPr id="18" name="TextBox 17">
            <a:extLst>
              <a:ext uri="{FF2B5EF4-FFF2-40B4-BE49-F238E27FC236}">
                <a16:creationId xmlns:a16="http://schemas.microsoft.com/office/drawing/2014/main" id="{026AF1F5-3361-DCA0-25E0-41147948B6E9}"/>
              </a:ext>
            </a:extLst>
          </p:cNvPr>
          <p:cNvSpPr txBox="1"/>
          <p:nvPr/>
        </p:nvSpPr>
        <p:spPr>
          <a:xfrm>
            <a:off x="160182" y="304043"/>
            <a:ext cx="6540511" cy="307777"/>
          </a:xfrm>
          <a:prstGeom prst="rect">
            <a:avLst/>
          </a:prstGeom>
          <a:noFill/>
          <a:ln>
            <a:solidFill>
              <a:schemeClr val="tx1"/>
            </a:solidFill>
          </a:ln>
        </p:spPr>
        <p:txBody>
          <a:bodyPr wrap="square" rtlCol="0">
            <a:spAutoFit/>
          </a:bodyPr>
          <a:lstStyle/>
          <a:p>
            <a:pPr algn="ctr"/>
            <a:r>
              <a:rPr lang="en-GB" sz="1400"/>
              <a:t>Learning outcome: To use prime decomposition to find the HCF and LCM</a:t>
            </a:r>
          </a:p>
        </p:txBody>
      </p:sp>
      <p:sp>
        <p:nvSpPr>
          <p:cNvPr id="21" name="TextBox 20">
            <a:extLst>
              <a:ext uri="{FF2B5EF4-FFF2-40B4-BE49-F238E27FC236}">
                <a16:creationId xmlns:a16="http://schemas.microsoft.com/office/drawing/2014/main" id="{45CA0252-8513-F273-24D8-BD8071D49B5B}"/>
              </a:ext>
            </a:extLst>
          </p:cNvPr>
          <p:cNvSpPr txBox="1"/>
          <p:nvPr/>
        </p:nvSpPr>
        <p:spPr>
          <a:xfrm>
            <a:off x="362085" y="892448"/>
            <a:ext cx="4528936" cy="830997"/>
          </a:xfrm>
          <a:prstGeom prst="rect">
            <a:avLst/>
          </a:prstGeom>
          <a:noFill/>
        </p:spPr>
        <p:txBody>
          <a:bodyPr wrap="square" rtlCol="0">
            <a:spAutoFit/>
          </a:bodyPr>
          <a:lstStyle/>
          <a:p>
            <a:pPr marL="342900" indent="-342900">
              <a:buFont typeface="+mj-lt"/>
              <a:buAutoNum type="arabicPeriod"/>
              <a:defRPr/>
            </a:pPr>
            <a:r>
              <a:rPr lang="en-GB" sz="1200">
                <a:latin typeface="Calibri" panose="020F0502020204030204" pitchFamily="34" charset="0"/>
                <a:cs typeface="Calibri" panose="020F0502020204030204" pitchFamily="34" charset="0"/>
              </a:rPr>
              <a:t>To find the prime decomposition of numbers</a:t>
            </a:r>
          </a:p>
          <a:p>
            <a:pPr marL="342900" indent="-342900">
              <a:buFont typeface="+mj-lt"/>
              <a:buAutoNum type="arabicPeriod"/>
              <a:defRPr/>
            </a:pPr>
            <a:r>
              <a:rPr lang="en-GB" sz="1200">
                <a:latin typeface="Calibri" panose="020F0502020204030204" pitchFamily="34" charset="0"/>
                <a:cs typeface="Calibri" panose="020F0502020204030204" pitchFamily="34" charset="0"/>
              </a:rPr>
              <a:t>To identify common factors and put these in Venn Diagrams</a:t>
            </a:r>
          </a:p>
          <a:p>
            <a:pPr marL="342900" indent="-342900">
              <a:buFont typeface="+mj-lt"/>
              <a:buAutoNum type="arabicPeriod"/>
              <a:defRPr/>
            </a:pPr>
            <a:r>
              <a:rPr lang="en-GB" sz="1200">
                <a:latin typeface="Calibri" panose="020F0502020204030204" pitchFamily="34" charset="0"/>
                <a:cs typeface="Calibri" panose="020F0502020204030204" pitchFamily="34" charset="0"/>
              </a:rPr>
              <a:t>To use these Venn Diagrams to find the HCF and LCM</a:t>
            </a:r>
          </a:p>
          <a:p>
            <a:pPr>
              <a:defRPr/>
            </a:pPr>
            <a:endParaRPr lang="en-GB" sz="1200"/>
          </a:p>
        </p:txBody>
      </p:sp>
      <p:graphicFrame>
        <p:nvGraphicFramePr>
          <p:cNvPr id="22" name="Table 21">
            <a:extLst>
              <a:ext uri="{FF2B5EF4-FFF2-40B4-BE49-F238E27FC236}">
                <a16:creationId xmlns:a16="http://schemas.microsoft.com/office/drawing/2014/main" id="{84CB4E66-035E-8466-94DA-72FF2183879C}"/>
              </a:ext>
            </a:extLst>
          </p:cNvPr>
          <p:cNvGraphicFramePr>
            <a:graphicFrameLocks noGrp="1"/>
          </p:cNvGraphicFramePr>
          <p:nvPr/>
        </p:nvGraphicFramePr>
        <p:xfrm>
          <a:off x="1175220" y="3108449"/>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a:solidFill>
                            <a:schemeClr val="bg1"/>
                          </a:solidFill>
                          <a:effectLst/>
                        </a:rPr>
                        <a:t>6</a:t>
                      </a:r>
                      <a:r>
                        <a:rPr lang="en-GB" sz="1050" baseline="30000">
                          <a:solidFill>
                            <a:schemeClr val="bg1"/>
                          </a:solidFill>
                          <a:effectLst/>
                        </a:rPr>
                        <a:t>4</a:t>
                      </a:r>
                      <a:r>
                        <a:rPr lang="en-GB" sz="1050">
                          <a:solidFill>
                            <a:schemeClr val="bg1"/>
                          </a:solidFill>
                          <a:effectLst/>
                        </a:rPr>
                        <a:t> = 6 × 6 × 6 × 6</a:t>
                      </a:r>
                    </a:p>
                  </a:txBody>
                  <a:tcPr marL="95250">
                    <a:lnL>
                      <a:noFill/>
                    </a:lnL>
                    <a:lnR>
                      <a:noFill/>
                    </a:lnR>
                    <a:lnT>
                      <a:noFill/>
                    </a:lnT>
                    <a:lnB>
                      <a:noFill/>
                    </a:lnB>
                    <a:noFill/>
                  </a:tcPr>
                </a:tc>
                <a:tc>
                  <a:txBody>
                    <a:bodyPr/>
                    <a:lstStyle/>
                    <a:p>
                      <a:pPr algn="l"/>
                      <a:r>
                        <a:rPr lang="en-GB" sz="105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a:solidFill>
                            <a:schemeClr val="bg1"/>
                          </a:solidFill>
                          <a:effectLst/>
                        </a:rPr>
                        <a:t>7</a:t>
                      </a:r>
                      <a:r>
                        <a:rPr lang="en-GB" sz="1050" baseline="30000">
                          <a:solidFill>
                            <a:schemeClr val="bg1"/>
                          </a:solidFill>
                          <a:effectLst/>
                        </a:rPr>
                        <a:t>3</a:t>
                      </a:r>
                      <a:r>
                        <a:rPr lang="en-GB" sz="1050">
                          <a:solidFill>
                            <a:schemeClr val="bg1"/>
                          </a:solidFill>
                          <a:effectLst/>
                        </a:rPr>
                        <a:t> = 7 × 7 × 7</a:t>
                      </a:r>
                    </a:p>
                  </a:txBody>
                  <a:tcPr marL="95250">
                    <a:lnL>
                      <a:noFill/>
                    </a:lnL>
                    <a:lnR>
                      <a:noFill/>
                    </a:lnR>
                    <a:lnT>
                      <a:noFill/>
                    </a:lnT>
                    <a:lnB>
                      <a:noFill/>
                    </a:lnB>
                    <a:noFill/>
                  </a:tcPr>
                </a:tc>
                <a:tc>
                  <a:txBody>
                    <a:bodyPr/>
                    <a:lstStyle/>
                    <a:p>
                      <a:endParaRPr lang="en-GB" sz="105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cxnSp>
        <p:nvCxnSpPr>
          <p:cNvPr id="23" name="Straight Connector 22">
            <a:extLst>
              <a:ext uri="{FF2B5EF4-FFF2-40B4-BE49-F238E27FC236}">
                <a16:creationId xmlns:a16="http://schemas.microsoft.com/office/drawing/2014/main" id="{EDFE76CF-934F-CABE-D390-EDCD6678CBE8}"/>
              </a:ext>
            </a:extLst>
          </p:cNvPr>
          <p:cNvCxnSpPr/>
          <p:nvPr/>
        </p:nvCxnSpPr>
        <p:spPr>
          <a:xfrm flipV="1">
            <a:off x="957957" y="4291524"/>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C2969F3B-641B-819B-DDE2-E4E5E0AB508E}"/>
              </a:ext>
            </a:extLst>
          </p:cNvPr>
          <p:cNvSpPr/>
          <p:nvPr/>
        </p:nvSpPr>
        <p:spPr>
          <a:xfrm>
            <a:off x="78751" y="2338470"/>
            <a:ext cx="6728829" cy="20939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 name="Straight Connector 24">
            <a:extLst>
              <a:ext uri="{FF2B5EF4-FFF2-40B4-BE49-F238E27FC236}">
                <a16:creationId xmlns:a16="http://schemas.microsoft.com/office/drawing/2014/main" id="{EDE4437B-7D98-C9AC-545A-013FEAE4CC5B}"/>
              </a:ext>
            </a:extLst>
          </p:cNvPr>
          <p:cNvCxnSpPr>
            <a:cxnSpLocks/>
          </p:cNvCxnSpPr>
          <p:nvPr/>
        </p:nvCxnSpPr>
        <p:spPr>
          <a:xfrm>
            <a:off x="73290" y="3190977"/>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750FC3A8-A1D6-616D-BFDD-EDF416CA463E}"/>
              </a:ext>
            </a:extLst>
          </p:cNvPr>
          <p:cNvCxnSpPr>
            <a:cxnSpLocks/>
            <a:stCxn id="24" idx="2"/>
            <a:endCxn id="24" idx="0"/>
          </p:cNvCxnSpPr>
          <p:nvPr/>
        </p:nvCxnSpPr>
        <p:spPr>
          <a:xfrm flipV="1">
            <a:off x="3443166" y="2338470"/>
            <a:ext cx="0" cy="209393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24C07601-20BA-3A3B-B46D-D10EA84BAEF4}"/>
              </a:ext>
            </a:extLst>
          </p:cNvPr>
          <p:cNvSpPr txBox="1"/>
          <p:nvPr/>
        </p:nvSpPr>
        <p:spPr>
          <a:xfrm>
            <a:off x="45300" y="2297576"/>
            <a:ext cx="824713" cy="276999"/>
          </a:xfrm>
          <a:prstGeom prst="rect">
            <a:avLst/>
          </a:prstGeom>
          <a:noFill/>
        </p:spPr>
        <p:txBody>
          <a:bodyPr wrap="none" rtlCol="0">
            <a:spAutoFit/>
          </a:bodyPr>
          <a:lstStyle/>
          <a:p>
            <a:r>
              <a:rPr lang="en-US" sz="1200" b="1"/>
              <a:t>Definition</a:t>
            </a:r>
          </a:p>
        </p:txBody>
      </p:sp>
      <p:sp>
        <p:nvSpPr>
          <p:cNvPr id="39" name="TextBox 38">
            <a:extLst>
              <a:ext uri="{FF2B5EF4-FFF2-40B4-BE49-F238E27FC236}">
                <a16:creationId xmlns:a16="http://schemas.microsoft.com/office/drawing/2014/main" id="{14E0CF54-5D11-F6C6-ECDC-33634F40ED4D}"/>
              </a:ext>
            </a:extLst>
          </p:cNvPr>
          <p:cNvSpPr txBox="1"/>
          <p:nvPr/>
        </p:nvSpPr>
        <p:spPr>
          <a:xfrm>
            <a:off x="5717519" y="2342831"/>
            <a:ext cx="1112228" cy="276999"/>
          </a:xfrm>
          <a:prstGeom prst="rect">
            <a:avLst/>
          </a:prstGeom>
          <a:noFill/>
        </p:spPr>
        <p:txBody>
          <a:bodyPr wrap="none" rtlCol="0">
            <a:spAutoFit/>
          </a:bodyPr>
          <a:lstStyle/>
          <a:p>
            <a:r>
              <a:rPr lang="en-US" sz="1200" b="1"/>
              <a:t>Characteristics</a:t>
            </a:r>
            <a:endParaRPr lang="en-GB" sz="1200" b="1"/>
          </a:p>
        </p:txBody>
      </p:sp>
      <p:sp>
        <p:nvSpPr>
          <p:cNvPr id="40" name="TextBox 39">
            <a:extLst>
              <a:ext uri="{FF2B5EF4-FFF2-40B4-BE49-F238E27FC236}">
                <a16:creationId xmlns:a16="http://schemas.microsoft.com/office/drawing/2014/main" id="{C1EFFD01-D2F7-DF22-A00A-A2DB92FF7543}"/>
              </a:ext>
            </a:extLst>
          </p:cNvPr>
          <p:cNvSpPr txBox="1"/>
          <p:nvPr/>
        </p:nvSpPr>
        <p:spPr>
          <a:xfrm>
            <a:off x="73290" y="3188195"/>
            <a:ext cx="788164" cy="276999"/>
          </a:xfrm>
          <a:prstGeom prst="rect">
            <a:avLst/>
          </a:prstGeom>
          <a:noFill/>
        </p:spPr>
        <p:txBody>
          <a:bodyPr wrap="none" rtlCol="0">
            <a:spAutoFit/>
          </a:bodyPr>
          <a:lstStyle/>
          <a:p>
            <a:r>
              <a:rPr lang="en-US" sz="1200" b="1"/>
              <a:t>Examples</a:t>
            </a:r>
            <a:endParaRPr lang="en-GB" sz="1200" b="1"/>
          </a:p>
        </p:txBody>
      </p:sp>
      <p:sp>
        <p:nvSpPr>
          <p:cNvPr id="41" name="TextBox 40">
            <a:extLst>
              <a:ext uri="{FF2B5EF4-FFF2-40B4-BE49-F238E27FC236}">
                <a16:creationId xmlns:a16="http://schemas.microsoft.com/office/drawing/2014/main" id="{E6C48B0E-D898-535E-D309-460411C0BECE}"/>
              </a:ext>
            </a:extLst>
          </p:cNvPr>
          <p:cNvSpPr txBox="1"/>
          <p:nvPr/>
        </p:nvSpPr>
        <p:spPr>
          <a:xfrm>
            <a:off x="5691187" y="3190720"/>
            <a:ext cx="1170641" cy="276999"/>
          </a:xfrm>
          <a:prstGeom prst="rect">
            <a:avLst/>
          </a:prstGeom>
          <a:noFill/>
        </p:spPr>
        <p:txBody>
          <a:bodyPr wrap="none" rtlCol="0">
            <a:spAutoFit/>
          </a:bodyPr>
          <a:lstStyle/>
          <a:p>
            <a:r>
              <a:rPr lang="en-US" sz="1200" b="1"/>
              <a:t>Non - Examples</a:t>
            </a:r>
            <a:endParaRPr lang="en-GB" sz="1200" b="1"/>
          </a:p>
        </p:txBody>
      </p:sp>
      <p:sp>
        <p:nvSpPr>
          <p:cNvPr id="45" name="TextBox 44">
            <a:extLst>
              <a:ext uri="{FF2B5EF4-FFF2-40B4-BE49-F238E27FC236}">
                <a16:creationId xmlns:a16="http://schemas.microsoft.com/office/drawing/2014/main" id="{F1DA7BF0-9672-A384-37D4-3F1BCF4F6327}"/>
              </a:ext>
            </a:extLst>
          </p:cNvPr>
          <p:cNvSpPr txBox="1"/>
          <p:nvPr/>
        </p:nvSpPr>
        <p:spPr>
          <a:xfrm>
            <a:off x="149585" y="2543975"/>
            <a:ext cx="3055214" cy="646331"/>
          </a:xfrm>
          <a:prstGeom prst="rect">
            <a:avLst/>
          </a:prstGeom>
          <a:noFill/>
        </p:spPr>
        <p:txBody>
          <a:bodyPr wrap="square" rtlCol="0">
            <a:spAutoFit/>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a:solidFill>
                  <a:srgbClr val="111111"/>
                </a:solidFill>
                <a:effectLst/>
                <a:latin typeface="SourceSansPro"/>
              </a:rPr>
              <a:t>A Venn diagram is a diagram that uses overlapping circles to show the relationship between two or more sets.</a:t>
            </a:r>
            <a:endParaRPr lang="en-GB" sz="1200" b="0" i="0">
              <a:solidFill>
                <a:srgbClr val="000000"/>
              </a:solidFill>
              <a:effectLst/>
              <a:cs typeface="Calibri Light" panose="020F0302020204030204" pitchFamily="34" charset="0"/>
            </a:endParaRPr>
          </a:p>
        </p:txBody>
      </p:sp>
      <p:sp>
        <p:nvSpPr>
          <p:cNvPr id="50" name="TextBox 49">
            <a:extLst>
              <a:ext uri="{FF2B5EF4-FFF2-40B4-BE49-F238E27FC236}">
                <a16:creationId xmlns:a16="http://schemas.microsoft.com/office/drawing/2014/main" id="{6CF940DA-D1DA-0BB2-B186-F8A00C248095}"/>
              </a:ext>
            </a:extLst>
          </p:cNvPr>
          <p:cNvSpPr txBox="1"/>
          <p:nvPr/>
        </p:nvSpPr>
        <p:spPr>
          <a:xfrm>
            <a:off x="3481150" y="2496675"/>
            <a:ext cx="3233709" cy="646331"/>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200"/>
              <a:t>Each circle represents one set</a:t>
            </a:r>
          </a:p>
          <a:p>
            <a:pPr marL="171450" indent="-171450">
              <a:buFont typeface="Arial" panose="020B0604020202020204" pitchFamily="34" charset="0"/>
              <a:buChar char="•"/>
            </a:pPr>
            <a:r>
              <a:rPr lang="en-US" sz="1200"/>
              <a:t>The intersection represents the common </a:t>
            </a:r>
          </a:p>
          <a:p>
            <a:r>
              <a:rPr lang="en-US" sz="1200"/>
              <a:t>                         elements of sets </a:t>
            </a:r>
            <a:endParaRPr lang="en-GB" sz="1200"/>
          </a:p>
        </p:txBody>
      </p:sp>
      <p:pic>
        <p:nvPicPr>
          <p:cNvPr id="51" name="Picture 2" descr="Venn Diagrams Free Printable Graphic Organizers | Student Handouts">
            <a:extLst>
              <a:ext uri="{FF2B5EF4-FFF2-40B4-BE49-F238E27FC236}">
                <a16:creationId xmlns:a16="http://schemas.microsoft.com/office/drawing/2014/main" id="{940DB8CD-8053-FF3F-7729-9B8E36EF3D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5850" y="3467496"/>
            <a:ext cx="1245006" cy="83749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Venn diagram chart vector template three circle 7224783 Vector Art at  Vecteezy">
            <a:extLst>
              <a:ext uri="{FF2B5EF4-FFF2-40B4-BE49-F238E27FC236}">
                <a16:creationId xmlns:a16="http://schemas.microsoft.com/office/drawing/2014/main" id="{717FC550-5EB1-CA8B-0051-9E60DFF8E9B7}"/>
              </a:ext>
            </a:extLst>
          </p:cNvPr>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1626124" y="3332638"/>
            <a:ext cx="1248211" cy="104017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 descr="Pie Chart - Examples, Formula, Definition, Making">
            <a:extLst>
              <a:ext uri="{FF2B5EF4-FFF2-40B4-BE49-F238E27FC236}">
                <a16:creationId xmlns:a16="http://schemas.microsoft.com/office/drawing/2014/main" id="{ECD98290-74C7-02B6-F283-B14989519DB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19079" y="3210876"/>
            <a:ext cx="1011101" cy="1078742"/>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53">
            <a:extLst>
              <a:ext uri="{FF2B5EF4-FFF2-40B4-BE49-F238E27FC236}">
                <a16:creationId xmlns:a16="http://schemas.microsoft.com/office/drawing/2014/main" id="{DC8D5581-1AEB-4D11-ADFC-5F8B2533EF55}"/>
              </a:ext>
            </a:extLst>
          </p:cNvPr>
          <p:cNvSpPr/>
          <p:nvPr/>
        </p:nvSpPr>
        <p:spPr>
          <a:xfrm>
            <a:off x="79207" y="4503973"/>
            <a:ext cx="2616596" cy="261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Using </a:t>
            </a:r>
            <a:r>
              <a:rPr lang="en-US" sz="1200" err="1">
                <a:solidFill>
                  <a:schemeClr val="bg1"/>
                </a:solidFill>
              </a:rPr>
              <a:t>Venns</a:t>
            </a:r>
            <a:endParaRPr lang="en-GB" sz="1200">
              <a:solidFill>
                <a:srgbClr val="FF0000"/>
              </a:solidFill>
            </a:endParaRPr>
          </a:p>
        </p:txBody>
      </p:sp>
      <p:sp>
        <p:nvSpPr>
          <p:cNvPr id="42" name="TextBox 41">
            <a:extLst>
              <a:ext uri="{FF2B5EF4-FFF2-40B4-BE49-F238E27FC236}">
                <a16:creationId xmlns:a16="http://schemas.microsoft.com/office/drawing/2014/main" id="{E227B2AF-C06B-17E6-32A8-08201C2A31CA}"/>
              </a:ext>
            </a:extLst>
          </p:cNvPr>
          <p:cNvSpPr txBox="1"/>
          <p:nvPr/>
        </p:nvSpPr>
        <p:spPr>
          <a:xfrm>
            <a:off x="2679299" y="3051249"/>
            <a:ext cx="1502142" cy="369332"/>
          </a:xfrm>
          <a:prstGeom prst="rect">
            <a:avLst/>
          </a:prstGeom>
          <a:solidFill>
            <a:schemeClr val="bg1"/>
          </a:solidFill>
          <a:ln>
            <a:solidFill>
              <a:schemeClr val="tx1"/>
            </a:solidFill>
          </a:ln>
        </p:spPr>
        <p:txBody>
          <a:bodyPr wrap="none" rtlCol="0">
            <a:spAutoFit/>
          </a:bodyPr>
          <a:lstStyle/>
          <a:p>
            <a:r>
              <a:rPr lang="en-US"/>
              <a:t>Venn Diagram</a:t>
            </a:r>
            <a:endParaRPr lang="en-GB"/>
          </a:p>
        </p:txBody>
      </p:sp>
      <p:sp>
        <p:nvSpPr>
          <p:cNvPr id="6" name="Rectangle 5">
            <a:extLst>
              <a:ext uri="{FF2B5EF4-FFF2-40B4-BE49-F238E27FC236}">
                <a16:creationId xmlns:a16="http://schemas.microsoft.com/office/drawing/2014/main" id="{4D78C8E3-9C47-CF68-ABB7-B337CBB7C7E7}"/>
              </a:ext>
            </a:extLst>
          </p:cNvPr>
          <p:cNvSpPr/>
          <p:nvPr/>
        </p:nvSpPr>
        <p:spPr>
          <a:xfrm>
            <a:off x="80085" y="1724547"/>
            <a:ext cx="6720078" cy="5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7" name="TextBox 6">
            <a:extLst>
              <a:ext uri="{FF2B5EF4-FFF2-40B4-BE49-F238E27FC236}">
                <a16:creationId xmlns:a16="http://schemas.microsoft.com/office/drawing/2014/main" id="{0BBD7C63-6DD4-B1BD-1F43-9CACFF11C36A}"/>
              </a:ext>
            </a:extLst>
          </p:cNvPr>
          <p:cNvSpPr txBox="1"/>
          <p:nvPr/>
        </p:nvSpPr>
        <p:spPr>
          <a:xfrm>
            <a:off x="36994" y="1687901"/>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a:ln>
                  <a:noFill/>
                </a:ln>
                <a:solidFill>
                  <a:sysClr val="windowText" lastClr="000000"/>
                </a:solidFill>
                <a:effectLst/>
                <a:uLnTx/>
                <a:uFillTx/>
                <a:latin typeface="Calibri" panose="020F0502020204030204"/>
                <a:ea typeface="+mn-ea"/>
                <a:cs typeface="+mn-cs"/>
              </a:rPr>
              <a:t>Introduction – Read and annotate: </a:t>
            </a:r>
          </a:p>
        </p:txBody>
      </p:sp>
      <p:sp>
        <p:nvSpPr>
          <p:cNvPr id="8" name="TextBox 7">
            <a:extLst>
              <a:ext uri="{FF2B5EF4-FFF2-40B4-BE49-F238E27FC236}">
                <a16:creationId xmlns:a16="http://schemas.microsoft.com/office/drawing/2014/main" id="{6C0124F0-BFC4-AF0C-B3B9-66E01F1FC798}"/>
              </a:ext>
            </a:extLst>
          </p:cNvPr>
          <p:cNvSpPr txBox="1"/>
          <p:nvPr/>
        </p:nvSpPr>
        <p:spPr>
          <a:xfrm>
            <a:off x="57837" y="1854006"/>
            <a:ext cx="6783309" cy="461665"/>
          </a:xfrm>
          <a:prstGeom prst="rect">
            <a:avLst/>
          </a:prstGeom>
          <a:noFill/>
        </p:spPr>
        <p:txBody>
          <a:bodyPr wrap="square">
            <a:spAutoFit/>
          </a:bodyPr>
          <a:lstStyle/>
          <a:p>
            <a:pPr marL="228600" indent="-228600">
              <a:buAutoNum type="arabicPeriod"/>
            </a:pPr>
            <a:r>
              <a:rPr lang="en-GB" sz="1200"/>
              <a:t>T</a:t>
            </a:r>
            <a:r>
              <a:rPr lang="en-US" sz="1200"/>
              <a:t>his subtopic combines your existing knowledge of HCF and LCM with prime factor decomposition. You</a:t>
            </a:r>
          </a:p>
          <a:p>
            <a:pPr marL="228600" indent="-228600">
              <a:buAutoNum type="arabicPeriod"/>
            </a:pPr>
            <a:r>
              <a:rPr lang="en-US" sz="1200"/>
              <a:t>will learn how to use Venn diagrams to calculate the HCF and LCM.</a:t>
            </a:r>
          </a:p>
        </p:txBody>
      </p:sp>
    </p:spTree>
    <p:extLst>
      <p:ext uri="{BB962C8B-B14F-4D97-AF65-F5344CB8AC3E}">
        <p14:creationId xmlns:p14="http://schemas.microsoft.com/office/powerpoint/2010/main" val="3656622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9DCC4B-ABEC-B1A5-ED17-6CFE270F526B}"/>
              </a:ext>
            </a:extLst>
          </p:cNvPr>
          <p:cNvSpPr>
            <a:spLocks noGrp="1"/>
          </p:cNvSpPr>
          <p:nvPr>
            <p:ph type="sldNum" sz="quarter" idx="12"/>
          </p:nvPr>
        </p:nvSpPr>
        <p:spPr>
          <a:xfrm>
            <a:off x="5261919" y="9429370"/>
            <a:ext cx="1543050" cy="527403"/>
          </a:xfrm>
        </p:spPr>
        <p:txBody>
          <a:bodyPr/>
          <a:lstStyle/>
          <a:p>
            <a:fld id="{19F1D9CC-7119-45EC-A96C-D8C0660F3AAB}" type="slidenum">
              <a:rPr lang="en-GB" smtClean="0"/>
              <a:t>22</a:t>
            </a:fld>
            <a:endParaRPr lang="en-GB"/>
          </a:p>
        </p:txBody>
      </p:sp>
      <p:graphicFrame>
        <p:nvGraphicFramePr>
          <p:cNvPr id="3" name="Table 2">
            <a:extLst>
              <a:ext uri="{FF2B5EF4-FFF2-40B4-BE49-F238E27FC236}">
                <a16:creationId xmlns:a16="http://schemas.microsoft.com/office/drawing/2014/main" id="{7822D171-AC3A-285B-EE05-AC40459CD0DF}"/>
              </a:ext>
            </a:extLst>
          </p:cNvPr>
          <p:cNvGraphicFramePr>
            <a:graphicFrameLocks noGrp="1"/>
          </p:cNvGraphicFramePr>
          <p:nvPr/>
        </p:nvGraphicFramePr>
        <p:xfrm>
          <a:off x="208466" y="335581"/>
          <a:ext cx="6453820" cy="2194560"/>
        </p:xfrm>
        <a:graphic>
          <a:graphicData uri="http://schemas.openxmlformats.org/drawingml/2006/table">
            <a:tbl>
              <a:tblPr firstRow="1" bandRow="1">
                <a:tableStyleId>{5C22544A-7EE6-4342-B048-85BDC9FD1C3A}</a:tableStyleId>
              </a:tblPr>
              <a:tblGrid>
                <a:gridCol w="1950534">
                  <a:extLst>
                    <a:ext uri="{9D8B030D-6E8A-4147-A177-3AD203B41FA5}">
                      <a16:colId xmlns:a16="http://schemas.microsoft.com/office/drawing/2014/main" val="1546927094"/>
                    </a:ext>
                  </a:extLst>
                </a:gridCol>
                <a:gridCol w="4503286">
                  <a:extLst>
                    <a:ext uri="{9D8B030D-6E8A-4147-A177-3AD203B41FA5}">
                      <a16:colId xmlns:a16="http://schemas.microsoft.com/office/drawing/2014/main" val="546496835"/>
                    </a:ext>
                  </a:extLst>
                </a:gridCol>
              </a:tblGrid>
              <a:tr h="23498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28 and 60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518757">
                <a:tc>
                  <a:txBody>
                    <a:bodyPr/>
                    <a:lstStyle/>
                    <a:p>
                      <a:pPr algn="ctr"/>
                      <a:r>
                        <a:rPr lang="en-US" sz="1200">
                          <a:solidFill>
                            <a:schemeClr val="tx1"/>
                          </a:solidFill>
                        </a:rPr>
                        <a:t>Find the product of primes for both numbers using factor trees.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541">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666973">
                <a:tc>
                  <a:txBody>
                    <a:bodyPr/>
                    <a:lstStyle/>
                    <a:p>
                      <a:pPr algn="ctr"/>
                      <a:r>
                        <a:rPr lang="en-US" sz="1200">
                          <a:solidFill>
                            <a:schemeClr val="tx1"/>
                          </a:solidFill>
                        </a:rPr>
                        <a:t>Place the common </a:t>
                      </a:r>
                      <a:r>
                        <a:rPr lang="en-US" sz="1200" baseline="0">
                          <a:solidFill>
                            <a:schemeClr val="tx1"/>
                          </a:solidFill>
                        </a:rPr>
                        <a:t>primes in the intersection and any others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bl>
          </a:graphicData>
        </a:graphic>
      </p:graphicFrame>
      <p:sp>
        <p:nvSpPr>
          <p:cNvPr id="4" name="TextBox 3">
            <a:extLst>
              <a:ext uri="{FF2B5EF4-FFF2-40B4-BE49-F238E27FC236}">
                <a16:creationId xmlns:a16="http://schemas.microsoft.com/office/drawing/2014/main" id="{AEEB7E4B-1140-1EEB-4DE6-DA161059CF15}"/>
              </a:ext>
            </a:extLst>
          </p:cNvPr>
          <p:cNvSpPr txBox="1"/>
          <p:nvPr/>
        </p:nvSpPr>
        <p:spPr>
          <a:xfrm>
            <a:off x="172934" y="73971"/>
            <a:ext cx="1396536" cy="261610"/>
          </a:xfrm>
          <a:prstGeom prst="rect">
            <a:avLst/>
          </a:prstGeom>
          <a:noFill/>
          <a:ln>
            <a:noFill/>
          </a:ln>
        </p:spPr>
        <p:txBody>
          <a:bodyPr wrap="none" rtlCol="0">
            <a:spAutoFit/>
          </a:bodyPr>
          <a:lstStyle/>
          <a:p>
            <a:r>
              <a:rPr lang="en-GB" sz="1100" b="1" i="1">
                <a:solidFill>
                  <a:srgbClr val="00B050"/>
                </a:solidFill>
              </a:rPr>
              <a:t>Example 3 - You do…</a:t>
            </a:r>
          </a:p>
        </p:txBody>
      </p:sp>
      <p:pic>
        <p:nvPicPr>
          <p:cNvPr id="5" name="Picture 2" descr="Venn Diagram: Definition, Types and What It's Used For ...">
            <a:extLst>
              <a:ext uri="{FF2B5EF4-FFF2-40B4-BE49-F238E27FC236}">
                <a16:creationId xmlns:a16="http://schemas.microsoft.com/office/drawing/2014/main" id="{E56F01AD-C8E4-6E6C-DD4D-AE5A8069534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232824" y="1046720"/>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6C92655-C3BD-FCED-53DA-9E4CD2FC06D3}"/>
              </a:ext>
            </a:extLst>
          </p:cNvPr>
          <p:cNvSpPr txBox="1"/>
          <p:nvPr/>
        </p:nvSpPr>
        <p:spPr>
          <a:xfrm>
            <a:off x="4232824" y="956472"/>
            <a:ext cx="2313454" cy="307777"/>
          </a:xfrm>
          <a:prstGeom prst="rect">
            <a:avLst/>
          </a:prstGeom>
          <a:noFill/>
        </p:spPr>
        <p:txBody>
          <a:bodyPr wrap="none" rtlCol="0">
            <a:spAutoFit/>
          </a:bodyPr>
          <a:lstStyle/>
          <a:p>
            <a:r>
              <a:rPr lang="en-US" sz="1400"/>
              <a:t>28                                            60</a:t>
            </a:r>
            <a:endParaRPr lang="en-GB" sz="1400"/>
          </a:p>
        </p:txBody>
      </p:sp>
      <p:sp>
        <p:nvSpPr>
          <p:cNvPr id="8" name="TextBox 7">
            <a:extLst>
              <a:ext uri="{FF2B5EF4-FFF2-40B4-BE49-F238E27FC236}">
                <a16:creationId xmlns:a16="http://schemas.microsoft.com/office/drawing/2014/main" id="{4E57E226-17E1-02F6-EFC0-544BBB5BF16C}"/>
              </a:ext>
            </a:extLst>
          </p:cNvPr>
          <p:cNvSpPr txBox="1"/>
          <p:nvPr/>
        </p:nvSpPr>
        <p:spPr>
          <a:xfrm>
            <a:off x="1848282" y="2632087"/>
            <a:ext cx="4929504" cy="646331"/>
          </a:xfrm>
          <a:prstGeom prst="rect">
            <a:avLst/>
          </a:prstGeom>
          <a:noFill/>
        </p:spPr>
        <p:txBody>
          <a:bodyPr wrap="square" rtlCol="0">
            <a:spAutoFit/>
          </a:bodyPr>
          <a:lstStyle/>
          <a:p>
            <a:r>
              <a:rPr lang="en-US" sz="1200" b="1"/>
              <a:t>1. </a:t>
            </a:r>
            <a:r>
              <a:rPr lang="pt-BR" sz="1200">
                <a:latin typeface="Calibri" panose="020F0502020204030204" pitchFamily="34" charset="0"/>
                <a:cs typeface="Calibri" panose="020F0502020204030204" pitchFamily="34" charset="0"/>
              </a:rPr>
              <a:t>Find the prime factor decomposition of the following numbers, and put these into the Venn Diagrams</a:t>
            </a:r>
          </a:p>
          <a:p>
            <a:endParaRPr lang="en-GB" sz="1200"/>
          </a:p>
        </p:txBody>
      </p:sp>
      <p:graphicFrame>
        <p:nvGraphicFramePr>
          <p:cNvPr id="10" name="Table 9">
            <a:extLst>
              <a:ext uri="{FF2B5EF4-FFF2-40B4-BE49-F238E27FC236}">
                <a16:creationId xmlns:a16="http://schemas.microsoft.com/office/drawing/2014/main" id="{C5CCE30E-1A15-2E88-B908-D8BAFC04E870}"/>
              </a:ext>
            </a:extLst>
          </p:cNvPr>
          <p:cNvGraphicFramePr>
            <a:graphicFrameLocks noGrp="1"/>
          </p:cNvGraphicFramePr>
          <p:nvPr/>
        </p:nvGraphicFramePr>
        <p:xfrm>
          <a:off x="208466" y="3202691"/>
          <a:ext cx="6453820" cy="6403028"/>
        </p:xfrm>
        <a:graphic>
          <a:graphicData uri="http://schemas.openxmlformats.org/drawingml/2006/table">
            <a:tbl>
              <a:tblPr firstRow="1" bandRow="1">
                <a:tableStyleId>{5940675A-B579-460E-94D1-54222C63F5DA}</a:tableStyleId>
              </a:tblPr>
              <a:tblGrid>
                <a:gridCol w="6453820">
                  <a:extLst>
                    <a:ext uri="{9D8B030D-6E8A-4147-A177-3AD203B41FA5}">
                      <a16:colId xmlns:a16="http://schemas.microsoft.com/office/drawing/2014/main" val="1286917398"/>
                    </a:ext>
                  </a:extLst>
                </a:gridCol>
              </a:tblGrid>
              <a:tr h="1600757">
                <a:tc>
                  <a:txBody>
                    <a:bodyPr/>
                    <a:lstStyle/>
                    <a:p>
                      <a:r>
                        <a:rPr lang="en-US" sz="1200"/>
                        <a:t>a) 40 and 50</a:t>
                      </a:r>
                      <a:endParaRPr lang="en-GB" sz="1200"/>
                    </a:p>
                  </a:txBody>
                  <a:tcPr/>
                </a:tc>
                <a:extLst>
                  <a:ext uri="{0D108BD9-81ED-4DB2-BD59-A6C34878D82A}">
                    <a16:rowId xmlns:a16="http://schemas.microsoft.com/office/drawing/2014/main" val="1987203306"/>
                  </a:ext>
                </a:extLst>
              </a:tr>
              <a:tr h="1600757">
                <a:tc>
                  <a:txBody>
                    <a:bodyPr/>
                    <a:lstStyle/>
                    <a:p>
                      <a:r>
                        <a:rPr lang="en-US" sz="1200"/>
                        <a:t>b) 36 and 45</a:t>
                      </a:r>
                      <a:endParaRPr lang="en-GB" sz="1200"/>
                    </a:p>
                  </a:txBody>
                  <a:tcPr/>
                </a:tc>
                <a:extLst>
                  <a:ext uri="{0D108BD9-81ED-4DB2-BD59-A6C34878D82A}">
                    <a16:rowId xmlns:a16="http://schemas.microsoft.com/office/drawing/2014/main" val="260989195"/>
                  </a:ext>
                </a:extLst>
              </a:tr>
              <a:tr h="1600757">
                <a:tc>
                  <a:txBody>
                    <a:bodyPr/>
                    <a:lstStyle/>
                    <a:p>
                      <a:r>
                        <a:rPr lang="en-US" sz="1200"/>
                        <a:t>c) 18 and 24</a:t>
                      </a:r>
                      <a:endParaRPr lang="en-GB" sz="1200"/>
                    </a:p>
                  </a:txBody>
                  <a:tcPr/>
                </a:tc>
                <a:extLst>
                  <a:ext uri="{0D108BD9-81ED-4DB2-BD59-A6C34878D82A}">
                    <a16:rowId xmlns:a16="http://schemas.microsoft.com/office/drawing/2014/main" val="2008085060"/>
                  </a:ext>
                </a:extLst>
              </a:tr>
              <a:tr h="1600757">
                <a:tc>
                  <a:txBody>
                    <a:bodyPr/>
                    <a:lstStyle/>
                    <a:p>
                      <a:r>
                        <a:rPr lang="en-US" sz="1200"/>
                        <a:t>d) 28 and 42</a:t>
                      </a:r>
                      <a:endParaRPr lang="en-GB" sz="1200"/>
                    </a:p>
                  </a:txBody>
                  <a:tcPr/>
                </a:tc>
                <a:extLst>
                  <a:ext uri="{0D108BD9-81ED-4DB2-BD59-A6C34878D82A}">
                    <a16:rowId xmlns:a16="http://schemas.microsoft.com/office/drawing/2014/main" val="1689116071"/>
                  </a:ext>
                </a:extLst>
              </a:tr>
            </a:tbl>
          </a:graphicData>
        </a:graphic>
      </p:graphicFrame>
      <p:pic>
        <p:nvPicPr>
          <p:cNvPr id="11" name="Picture 2" descr="Venn Diagram: Definition, Types and What It's Used For ...">
            <a:extLst>
              <a:ext uri="{FF2B5EF4-FFF2-40B4-BE49-F238E27FC236}">
                <a16:creationId xmlns:a16="http://schemas.microsoft.com/office/drawing/2014/main" id="{2DB694F8-DB48-A7F5-39FD-D8F47D2E139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19955" y="3377523"/>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Venn Diagram: Definition, Types and What It's Used For ...">
            <a:extLst>
              <a:ext uri="{FF2B5EF4-FFF2-40B4-BE49-F238E27FC236}">
                <a16:creationId xmlns:a16="http://schemas.microsoft.com/office/drawing/2014/main" id="{A84D66A9-3C39-F3E3-102A-10956453D60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29730" y="4951705"/>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Venn Diagram: Definition, Types and What It's Used For ...">
            <a:extLst>
              <a:ext uri="{FF2B5EF4-FFF2-40B4-BE49-F238E27FC236}">
                <a16:creationId xmlns:a16="http://schemas.microsoft.com/office/drawing/2014/main" id="{EEA03E9B-3692-CF86-CB44-D600C49F672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19955" y="6603707"/>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Venn Diagram: Definition, Types and What It's Used For ...">
            <a:extLst>
              <a:ext uri="{FF2B5EF4-FFF2-40B4-BE49-F238E27FC236}">
                <a16:creationId xmlns:a16="http://schemas.microsoft.com/office/drawing/2014/main" id="{62311FB0-E082-08F4-ACBA-EF81F79A800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29730" y="8177889"/>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D3A0233-6863-71F2-294E-F35C6528EC7D}"/>
              </a:ext>
            </a:extLst>
          </p:cNvPr>
          <p:cNvSpPr txBox="1"/>
          <p:nvPr/>
        </p:nvSpPr>
        <p:spPr>
          <a:xfrm>
            <a:off x="172934" y="2679190"/>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806530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E3E63A-3155-4BF8-882B-7F72A9798E00}"/>
              </a:ext>
            </a:extLst>
          </p:cNvPr>
          <p:cNvSpPr>
            <a:spLocks noGrp="1"/>
          </p:cNvSpPr>
          <p:nvPr>
            <p:ph type="sldNum" sz="quarter" idx="12"/>
          </p:nvPr>
        </p:nvSpPr>
        <p:spPr>
          <a:xfrm>
            <a:off x="5271479" y="9473227"/>
            <a:ext cx="1543050" cy="527403"/>
          </a:xfrm>
        </p:spPr>
        <p:txBody>
          <a:bodyPr/>
          <a:lstStyle/>
          <a:p>
            <a:fld id="{19F1D9CC-7119-45EC-A96C-D8C0660F3AAB}" type="slidenum">
              <a:rPr lang="en-GB" smtClean="0"/>
              <a:t>23</a:t>
            </a:fld>
            <a:endParaRPr lang="en-GB"/>
          </a:p>
        </p:txBody>
      </p:sp>
      <p:sp>
        <p:nvSpPr>
          <p:cNvPr id="4" name="TextBox 3">
            <a:extLst>
              <a:ext uri="{FF2B5EF4-FFF2-40B4-BE49-F238E27FC236}">
                <a16:creationId xmlns:a16="http://schemas.microsoft.com/office/drawing/2014/main" id="{ECA2CC8E-3598-4692-B354-28AF031AAB0A}"/>
              </a:ext>
            </a:extLst>
          </p:cNvPr>
          <p:cNvSpPr txBox="1"/>
          <p:nvPr/>
        </p:nvSpPr>
        <p:spPr>
          <a:xfrm>
            <a:off x="23269" y="43677"/>
            <a:ext cx="6766998" cy="1384995"/>
          </a:xfrm>
          <a:prstGeom prst="rect">
            <a:avLst/>
          </a:prstGeom>
          <a:noFill/>
        </p:spPr>
        <p:txBody>
          <a:bodyPr wrap="square" rtlCol="0">
            <a:spAutoFit/>
          </a:bodyPr>
          <a:lstStyle/>
          <a:p>
            <a:r>
              <a:rPr lang="en-GB" sz="1200"/>
              <a:t>As you already know, the HCF (highest common factor) is the largest factor of two numbers. </a:t>
            </a:r>
          </a:p>
          <a:p>
            <a:r>
              <a:rPr lang="en-GB" sz="1200"/>
              <a:t>Up until now, we have had to list all the factors of each number, and then looked through to find common factors. This works well for small numbers, but large numbers with lots of factors can make this process very difficult.</a:t>
            </a:r>
          </a:p>
          <a:p>
            <a:r>
              <a:rPr lang="en-GB" sz="1200"/>
              <a:t>We have used Venn diagrams to organise the prime factors. It is useful to do this to help us find the HCF and LCM of two or more numbers. </a:t>
            </a:r>
          </a:p>
          <a:p>
            <a:r>
              <a:rPr lang="en-GB" sz="1200"/>
              <a:t>The HCF can be found in the </a:t>
            </a:r>
            <a:r>
              <a:rPr lang="en-GB" sz="1200" b="1" u="sng"/>
              <a:t>intersection</a:t>
            </a:r>
            <a:r>
              <a:rPr lang="en-GB" sz="1200"/>
              <a:t> of the two numbers: </a:t>
            </a:r>
          </a:p>
        </p:txBody>
      </p:sp>
      <p:pic>
        <p:nvPicPr>
          <p:cNvPr id="6" name="Picture 5">
            <a:extLst>
              <a:ext uri="{FF2B5EF4-FFF2-40B4-BE49-F238E27FC236}">
                <a16:creationId xmlns:a16="http://schemas.microsoft.com/office/drawing/2014/main" id="{12EA9F4D-BD3E-41BA-B8C7-FCF85ED08D0F}"/>
              </a:ext>
            </a:extLst>
          </p:cNvPr>
          <p:cNvPicPr>
            <a:picLocks noChangeAspect="1"/>
          </p:cNvPicPr>
          <p:nvPr/>
        </p:nvPicPr>
        <p:blipFill>
          <a:blip r:embed="rId2"/>
          <a:stretch>
            <a:fillRect/>
          </a:stretch>
        </p:blipFill>
        <p:spPr>
          <a:xfrm>
            <a:off x="4367693" y="1136930"/>
            <a:ext cx="2260967" cy="1349659"/>
          </a:xfrm>
          <a:prstGeom prst="rect">
            <a:avLst/>
          </a:prstGeom>
        </p:spPr>
      </p:pic>
      <p:sp>
        <p:nvSpPr>
          <p:cNvPr id="7" name="TextBox 6">
            <a:extLst>
              <a:ext uri="{FF2B5EF4-FFF2-40B4-BE49-F238E27FC236}">
                <a16:creationId xmlns:a16="http://schemas.microsoft.com/office/drawing/2014/main" id="{04C9A52D-C7A0-466F-A1EF-0864349DF197}"/>
              </a:ext>
            </a:extLst>
          </p:cNvPr>
          <p:cNvSpPr txBox="1"/>
          <p:nvPr/>
        </p:nvSpPr>
        <p:spPr>
          <a:xfrm>
            <a:off x="74838" y="1662169"/>
            <a:ext cx="5423338" cy="276999"/>
          </a:xfrm>
          <a:prstGeom prst="rect">
            <a:avLst/>
          </a:prstGeom>
          <a:noFill/>
        </p:spPr>
        <p:txBody>
          <a:bodyPr wrap="square" rtlCol="0">
            <a:spAutoFit/>
          </a:bodyPr>
          <a:lstStyle/>
          <a:p>
            <a:r>
              <a:rPr lang="en-GB" sz="1200"/>
              <a:t>To find the HCF we multiply the numbers in the intersection. </a:t>
            </a:r>
          </a:p>
        </p:txBody>
      </p:sp>
      <p:graphicFrame>
        <p:nvGraphicFramePr>
          <p:cNvPr id="2" name="Table 1">
            <a:extLst>
              <a:ext uri="{FF2B5EF4-FFF2-40B4-BE49-F238E27FC236}">
                <a16:creationId xmlns:a16="http://schemas.microsoft.com/office/drawing/2014/main" id="{9694E502-56CC-1738-609D-9B62F00F1134}"/>
              </a:ext>
            </a:extLst>
          </p:cNvPr>
          <p:cNvGraphicFramePr>
            <a:graphicFrameLocks noGrp="1"/>
          </p:cNvGraphicFramePr>
          <p:nvPr/>
        </p:nvGraphicFramePr>
        <p:xfrm>
          <a:off x="62027" y="2620165"/>
          <a:ext cx="6689482" cy="3233467"/>
        </p:xfrm>
        <a:graphic>
          <a:graphicData uri="http://schemas.openxmlformats.org/drawingml/2006/table">
            <a:tbl>
              <a:tblPr firstRow="1" bandRow="1">
                <a:tableStyleId>{5C22544A-7EE6-4342-B048-85BDC9FD1C3A}</a:tableStyleId>
              </a:tblPr>
              <a:tblGrid>
                <a:gridCol w="1358971">
                  <a:extLst>
                    <a:ext uri="{9D8B030D-6E8A-4147-A177-3AD203B41FA5}">
                      <a16:colId xmlns:a16="http://schemas.microsoft.com/office/drawing/2014/main" val="1568142362"/>
                    </a:ext>
                  </a:extLst>
                </a:gridCol>
                <a:gridCol w="1776837">
                  <a:extLst>
                    <a:ext uri="{9D8B030D-6E8A-4147-A177-3AD203B41FA5}">
                      <a16:colId xmlns:a16="http://schemas.microsoft.com/office/drawing/2014/main" val="3551711160"/>
                    </a:ext>
                  </a:extLst>
                </a:gridCol>
                <a:gridCol w="1776837">
                  <a:extLst>
                    <a:ext uri="{9D8B030D-6E8A-4147-A177-3AD203B41FA5}">
                      <a16:colId xmlns:a16="http://schemas.microsoft.com/office/drawing/2014/main" val="1712497518"/>
                    </a:ext>
                  </a:extLst>
                </a:gridCol>
                <a:gridCol w="1776837">
                  <a:extLst>
                    <a:ext uri="{9D8B030D-6E8A-4147-A177-3AD203B41FA5}">
                      <a16:colId xmlns:a16="http://schemas.microsoft.com/office/drawing/2014/main" val="886122921"/>
                    </a:ext>
                  </a:extLst>
                </a:gridCol>
              </a:tblGrid>
              <a:tr h="0">
                <a:tc>
                  <a:txBody>
                    <a:bodyPr/>
                    <a:lstStyle/>
                    <a:p>
                      <a:endParaRPr lang="en-GB" sz="12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91923">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Find the HCF of 60 and 72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70 and 84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32 and 48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267224">
                <a:tc>
                  <a:txBody>
                    <a:bodyPr/>
                    <a:lstStyle/>
                    <a:p>
                      <a:pPr marL="0" indent="0" algn="l">
                        <a:buNone/>
                      </a:pPr>
                      <a:r>
                        <a:rPr lang="en-GB" sz="1200"/>
                        <a:t>1) Highlight the intersection of the Venn Diagram</a:t>
                      </a:r>
                    </a:p>
                    <a:p>
                      <a:pPr marL="0" indent="0" algn="l">
                        <a:buNone/>
                      </a:pPr>
                      <a:endParaRPr lang="en-GB" sz="1200"/>
                    </a:p>
                    <a:p>
                      <a:pPr marL="0" indent="0" algn="l">
                        <a:buNone/>
                      </a:pPr>
                      <a:r>
                        <a:rPr lang="en-GB" sz="1200"/>
                        <a:t>2) Multiply the numbers in the intersection to find the HCF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pic>
        <p:nvPicPr>
          <p:cNvPr id="5" name="Picture 4">
            <a:extLst>
              <a:ext uri="{FF2B5EF4-FFF2-40B4-BE49-F238E27FC236}">
                <a16:creationId xmlns:a16="http://schemas.microsoft.com/office/drawing/2014/main" id="{6B813210-8028-43A5-AFE1-3AC25CB656C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t="35665" b="34992"/>
          <a:stretch/>
        </p:blipFill>
        <p:spPr>
          <a:xfrm>
            <a:off x="3282167" y="3642652"/>
            <a:ext cx="1676634" cy="933651"/>
          </a:xfrm>
          <a:prstGeom prst="rect">
            <a:avLst/>
          </a:prstGeom>
        </p:spPr>
      </p:pic>
      <p:pic>
        <p:nvPicPr>
          <p:cNvPr id="8" name="Picture 7">
            <a:extLst>
              <a:ext uri="{FF2B5EF4-FFF2-40B4-BE49-F238E27FC236}">
                <a16:creationId xmlns:a16="http://schemas.microsoft.com/office/drawing/2014/main" id="{BD5C5FFD-BF43-2511-1919-0763B44077F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t="71247"/>
          <a:stretch/>
        </p:blipFill>
        <p:spPr>
          <a:xfrm>
            <a:off x="5059635" y="3642652"/>
            <a:ext cx="1676634" cy="914854"/>
          </a:xfrm>
          <a:prstGeom prst="rect">
            <a:avLst/>
          </a:prstGeom>
        </p:spPr>
      </p:pic>
      <p:pic>
        <p:nvPicPr>
          <p:cNvPr id="9" name="Picture 8">
            <a:extLst>
              <a:ext uri="{FF2B5EF4-FFF2-40B4-BE49-F238E27FC236}">
                <a16:creationId xmlns:a16="http://schemas.microsoft.com/office/drawing/2014/main" id="{8FD8C8AC-4A43-4B9E-BA70-08A6DAA3CE2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b="68407"/>
          <a:stretch/>
        </p:blipFill>
        <p:spPr>
          <a:xfrm>
            <a:off x="1489459" y="3642652"/>
            <a:ext cx="1676634" cy="1005228"/>
          </a:xfrm>
          <a:prstGeom prst="rect">
            <a:avLst/>
          </a:prstGeom>
        </p:spPr>
      </p:pic>
      <p:sp>
        <p:nvSpPr>
          <p:cNvPr id="10" name="TextBox 9">
            <a:extLst>
              <a:ext uri="{FF2B5EF4-FFF2-40B4-BE49-F238E27FC236}">
                <a16:creationId xmlns:a16="http://schemas.microsoft.com/office/drawing/2014/main" id="{62BE1889-184F-5FCC-69BD-1A8AD636571F}"/>
              </a:ext>
            </a:extLst>
          </p:cNvPr>
          <p:cNvSpPr txBox="1"/>
          <p:nvPr/>
        </p:nvSpPr>
        <p:spPr>
          <a:xfrm>
            <a:off x="1489459" y="3607316"/>
            <a:ext cx="5323893" cy="276999"/>
          </a:xfrm>
          <a:prstGeom prst="rect">
            <a:avLst/>
          </a:prstGeom>
          <a:noFill/>
        </p:spPr>
        <p:txBody>
          <a:bodyPr wrap="none" rtlCol="0">
            <a:spAutoFit/>
          </a:bodyPr>
          <a:lstStyle/>
          <a:p>
            <a:r>
              <a:rPr lang="en-US" sz="1200"/>
              <a:t>60                                 72        70                                    84      32                                    48</a:t>
            </a:r>
            <a:endParaRPr lang="en-GB" sz="1200"/>
          </a:p>
        </p:txBody>
      </p:sp>
      <p:sp>
        <p:nvSpPr>
          <p:cNvPr id="11" name="Rectangle 10">
            <a:extLst>
              <a:ext uri="{FF2B5EF4-FFF2-40B4-BE49-F238E27FC236}">
                <a16:creationId xmlns:a16="http://schemas.microsoft.com/office/drawing/2014/main" id="{D5600E3F-1C54-E681-91B9-462BA92BEFE2}"/>
              </a:ext>
            </a:extLst>
          </p:cNvPr>
          <p:cNvSpPr/>
          <p:nvPr/>
        </p:nvSpPr>
        <p:spPr>
          <a:xfrm>
            <a:off x="1818301" y="5914977"/>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2. </a:t>
            </a:r>
            <a:r>
              <a:rPr lang="pt-BR" sz="1200">
                <a:latin typeface="Calibri" panose="020F0502020204030204" pitchFamily="34" charset="0"/>
                <a:cs typeface="Calibri" panose="020F0502020204030204" pitchFamily="34" charset="0"/>
              </a:rPr>
              <a:t>Calculate the Highest Common Factor of the following pairs of numbers.</a:t>
            </a:r>
          </a:p>
        </p:txBody>
      </p:sp>
      <p:sp>
        <p:nvSpPr>
          <p:cNvPr id="13" name="Rectangle 12">
            <a:extLst>
              <a:ext uri="{FF2B5EF4-FFF2-40B4-BE49-F238E27FC236}">
                <a16:creationId xmlns:a16="http://schemas.microsoft.com/office/drawing/2014/main" id="{44A543AC-2ECD-79D6-8009-9F0AE36CB038}"/>
              </a:ext>
            </a:extLst>
          </p:cNvPr>
          <p:cNvSpPr/>
          <p:nvPr/>
        </p:nvSpPr>
        <p:spPr>
          <a:xfrm>
            <a:off x="102453" y="624110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45 and 75</a:t>
            </a:r>
          </a:p>
        </p:txBody>
      </p:sp>
      <p:graphicFrame>
        <p:nvGraphicFramePr>
          <p:cNvPr id="14" name="Table 13">
            <a:extLst>
              <a:ext uri="{FF2B5EF4-FFF2-40B4-BE49-F238E27FC236}">
                <a16:creationId xmlns:a16="http://schemas.microsoft.com/office/drawing/2014/main" id="{F535388E-6B06-90A5-D875-4BD53B7DEB7B}"/>
              </a:ext>
            </a:extLst>
          </p:cNvPr>
          <p:cNvGraphicFramePr>
            <a:graphicFrameLocks noGrp="1"/>
          </p:cNvGraphicFramePr>
          <p:nvPr/>
        </p:nvGraphicFramePr>
        <p:xfrm>
          <a:off x="96103" y="6518106"/>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5" name="Table 14">
            <a:extLst>
              <a:ext uri="{FF2B5EF4-FFF2-40B4-BE49-F238E27FC236}">
                <a16:creationId xmlns:a16="http://schemas.microsoft.com/office/drawing/2014/main" id="{BEF03208-D126-4476-DAF2-EFBA340ACB68}"/>
              </a:ext>
            </a:extLst>
          </p:cNvPr>
          <p:cNvGraphicFramePr>
            <a:graphicFrameLocks noGrp="1"/>
          </p:cNvGraphicFramePr>
          <p:nvPr/>
        </p:nvGraphicFramePr>
        <p:xfrm>
          <a:off x="3538734" y="6518106"/>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16" name="Rectangle 15">
            <a:extLst>
              <a:ext uri="{FF2B5EF4-FFF2-40B4-BE49-F238E27FC236}">
                <a16:creationId xmlns:a16="http://schemas.microsoft.com/office/drawing/2014/main" id="{AA7F830B-5196-0F4C-F310-BC811281800E}"/>
              </a:ext>
            </a:extLst>
          </p:cNvPr>
          <p:cNvSpPr/>
          <p:nvPr/>
        </p:nvSpPr>
        <p:spPr>
          <a:xfrm>
            <a:off x="3545084" y="625082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28 and 35</a:t>
            </a:r>
          </a:p>
        </p:txBody>
      </p:sp>
      <p:pic>
        <p:nvPicPr>
          <p:cNvPr id="17" name="Picture 2" descr="Venn Diagram: Definition, Types and What It's Used For ...">
            <a:extLst>
              <a:ext uri="{FF2B5EF4-FFF2-40B4-BE49-F238E27FC236}">
                <a16:creationId xmlns:a16="http://schemas.microsoft.com/office/drawing/2014/main" id="{9B833FB9-4C03-C62D-E172-5CA6CB2A5A53}"/>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288183" y="6647588"/>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9E6C1893-83AA-91A4-78F1-80F8E57E7C5F}"/>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3703146" y="6620503"/>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78237399-1502-D977-C159-A8013170F857}"/>
              </a:ext>
            </a:extLst>
          </p:cNvPr>
          <p:cNvSpPr/>
          <p:nvPr/>
        </p:nvSpPr>
        <p:spPr>
          <a:xfrm>
            <a:off x="85519" y="794227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12 and 72</a:t>
            </a:r>
          </a:p>
        </p:txBody>
      </p:sp>
      <p:graphicFrame>
        <p:nvGraphicFramePr>
          <p:cNvPr id="20" name="Table 19">
            <a:extLst>
              <a:ext uri="{FF2B5EF4-FFF2-40B4-BE49-F238E27FC236}">
                <a16:creationId xmlns:a16="http://schemas.microsoft.com/office/drawing/2014/main" id="{69EACB2D-2835-178E-1AD9-432E8268D310}"/>
              </a:ext>
            </a:extLst>
          </p:cNvPr>
          <p:cNvGraphicFramePr>
            <a:graphicFrameLocks noGrp="1"/>
          </p:cNvGraphicFramePr>
          <p:nvPr/>
        </p:nvGraphicFramePr>
        <p:xfrm>
          <a:off x="85519" y="8219269"/>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1" name="Table 20">
            <a:extLst>
              <a:ext uri="{FF2B5EF4-FFF2-40B4-BE49-F238E27FC236}">
                <a16:creationId xmlns:a16="http://schemas.microsoft.com/office/drawing/2014/main" id="{B5DA284B-5E23-9D65-EBE5-D2D10CA29BE7}"/>
              </a:ext>
            </a:extLst>
          </p:cNvPr>
          <p:cNvGraphicFramePr>
            <a:graphicFrameLocks noGrp="1"/>
          </p:cNvGraphicFramePr>
          <p:nvPr/>
        </p:nvGraphicFramePr>
        <p:xfrm>
          <a:off x="3528150" y="8219269"/>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2" name="Rectangle 21">
            <a:extLst>
              <a:ext uri="{FF2B5EF4-FFF2-40B4-BE49-F238E27FC236}">
                <a16:creationId xmlns:a16="http://schemas.microsoft.com/office/drawing/2014/main" id="{AD35DA6D-311C-D864-1B8C-A03B451F82A5}"/>
              </a:ext>
            </a:extLst>
          </p:cNvPr>
          <p:cNvSpPr/>
          <p:nvPr/>
        </p:nvSpPr>
        <p:spPr>
          <a:xfrm>
            <a:off x="3528150" y="795198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36 and 52</a:t>
            </a:r>
          </a:p>
        </p:txBody>
      </p:sp>
      <p:sp>
        <p:nvSpPr>
          <p:cNvPr id="25" name="TextBox 24">
            <a:extLst>
              <a:ext uri="{FF2B5EF4-FFF2-40B4-BE49-F238E27FC236}">
                <a16:creationId xmlns:a16="http://schemas.microsoft.com/office/drawing/2014/main" id="{9869AB5E-62A9-B937-6D97-3AD04022A618}"/>
              </a:ext>
            </a:extLst>
          </p:cNvPr>
          <p:cNvSpPr txBox="1"/>
          <p:nvPr/>
        </p:nvSpPr>
        <p:spPr>
          <a:xfrm>
            <a:off x="584982" y="6853081"/>
            <a:ext cx="263214" cy="276999"/>
          </a:xfrm>
          <a:prstGeom prst="rect">
            <a:avLst/>
          </a:prstGeom>
          <a:noFill/>
        </p:spPr>
        <p:txBody>
          <a:bodyPr wrap="none" rtlCol="0">
            <a:spAutoFit/>
          </a:bodyPr>
          <a:lstStyle/>
          <a:p>
            <a:r>
              <a:rPr lang="en-US" sz="1200"/>
              <a:t>3</a:t>
            </a:r>
            <a:endParaRPr lang="en-GB" sz="1200"/>
          </a:p>
        </p:txBody>
      </p:sp>
      <p:sp>
        <p:nvSpPr>
          <p:cNvPr id="26" name="TextBox 25">
            <a:extLst>
              <a:ext uri="{FF2B5EF4-FFF2-40B4-BE49-F238E27FC236}">
                <a16:creationId xmlns:a16="http://schemas.microsoft.com/office/drawing/2014/main" id="{CE766F3D-9CCF-CFE5-0131-CF464C9A2020}"/>
              </a:ext>
            </a:extLst>
          </p:cNvPr>
          <p:cNvSpPr txBox="1"/>
          <p:nvPr/>
        </p:nvSpPr>
        <p:spPr>
          <a:xfrm>
            <a:off x="1029153" y="6924201"/>
            <a:ext cx="263214" cy="276999"/>
          </a:xfrm>
          <a:prstGeom prst="rect">
            <a:avLst/>
          </a:prstGeom>
          <a:noFill/>
        </p:spPr>
        <p:txBody>
          <a:bodyPr wrap="none" rtlCol="0">
            <a:spAutoFit/>
          </a:bodyPr>
          <a:lstStyle/>
          <a:p>
            <a:r>
              <a:rPr lang="en-US" sz="1200"/>
              <a:t>3</a:t>
            </a:r>
            <a:endParaRPr lang="en-GB" sz="1200"/>
          </a:p>
        </p:txBody>
      </p:sp>
      <p:sp>
        <p:nvSpPr>
          <p:cNvPr id="27" name="TextBox 26">
            <a:extLst>
              <a:ext uri="{FF2B5EF4-FFF2-40B4-BE49-F238E27FC236}">
                <a16:creationId xmlns:a16="http://schemas.microsoft.com/office/drawing/2014/main" id="{1C989037-3B8E-8E53-9C45-A0FE31D60579}"/>
              </a:ext>
            </a:extLst>
          </p:cNvPr>
          <p:cNvSpPr txBox="1"/>
          <p:nvPr/>
        </p:nvSpPr>
        <p:spPr>
          <a:xfrm>
            <a:off x="1030541" y="7133499"/>
            <a:ext cx="263214" cy="276999"/>
          </a:xfrm>
          <a:prstGeom prst="rect">
            <a:avLst/>
          </a:prstGeom>
          <a:noFill/>
        </p:spPr>
        <p:txBody>
          <a:bodyPr wrap="none" rtlCol="0">
            <a:spAutoFit/>
          </a:bodyPr>
          <a:lstStyle/>
          <a:p>
            <a:r>
              <a:rPr lang="en-US" sz="1200"/>
              <a:t>5</a:t>
            </a:r>
            <a:endParaRPr lang="en-GB" sz="1200"/>
          </a:p>
        </p:txBody>
      </p:sp>
      <p:sp>
        <p:nvSpPr>
          <p:cNvPr id="28" name="TextBox 27">
            <a:extLst>
              <a:ext uri="{FF2B5EF4-FFF2-40B4-BE49-F238E27FC236}">
                <a16:creationId xmlns:a16="http://schemas.microsoft.com/office/drawing/2014/main" id="{98207C7C-F02C-0636-C0FC-3FDD6E11DF18}"/>
              </a:ext>
            </a:extLst>
          </p:cNvPr>
          <p:cNvSpPr txBox="1"/>
          <p:nvPr/>
        </p:nvSpPr>
        <p:spPr>
          <a:xfrm>
            <a:off x="1457559" y="6871448"/>
            <a:ext cx="263214" cy="276999"/>
          </a:xfrm>
          <a:prstGeom prst="rect">
            <a:avLst/>
          </a:prstGeom>
          <a:noFill/>
        </p:spPr>
        <p:txBody>
          <a:bodyPr wrap="none" rtlCol="0">
            <a:spAutoFit/>
          </a:bodyPr>
          <a:lstStyle/>
          <a:p>
            <a:r>
              <a:rPr lang="en-US" sz="1200"/>
              <a:t>5</a:t>
            </a:r>
            <a:endParaRPr lang="en-GB" sz="1200"/>
          </a:p>
        </p:txBody>
      </p:sp>
      <p:sp>
        <p:nvSpPr>
          <p:cNvPr id="29" name="TextBox 28">
            <a:extLst>
              <a:ext uri="{FF2B5EF4-FFF2-40B4-BE49-F238E27FC236}">
                <a16:creationId xmlns:a16="http://schemas.microsoft.com/office/drawing/2014/main" id="{1CD8906A-6029-805E-48CA-9D7F96A6065B}"/>
              </a:ext>
            </a:extLst>
          </p:cNvPr>
          <p:cNvSpPr txBox="1"/>
          <p:nvPr/>
        </p:nvSpPr>
        <p:spPr>
          <a:xfrm>
            <a:off x="291520" y="6560007"/>
            <a:ext cx="1838965" cy="276999"/>
          </a:xfrm>
          <a:prstGeom prst="rect">
            <a:avLst/>
          </a:prstGeom>
          <a:noFill/>
        </p:spPr>
        <p:txBody>
          <a:bodyPr wrap="none" rtlCol="0">
            <a:spAutoFit/>
          </a:bodyPr>
          <a:lstStyle/>
          <a:p>
            <a:r>
              <a:rPr lang="en-US" sz="1200"/>
              <a:t>45                                     75</a:t>
            </a:r>
            <a:endParaRPr lang="en-GB" sz="1200"/>
          </a:p>
        </p:txBody>
      </p:sp>
      <p:sp>
        <p:nvSpPr>
          <p:cNvPr id="30" name="TextBox 29">
            <a:extLst>
              <a:ext uri="{FF2B5EF4-FFF2-40B4-BE49-F238E27FC236}">
                <a16:creationId xmlns:a16="http://schemas.microsoft.com/office/drawing/2014/main" id="{01D3C95A-0E49-F6CB-E838-FC433DBBBA5B}"/>
              </a:ext>
            </a:extLst>
          </p:cNvPr>
          <p:cNvSpPr txBox="1"/>
          <p:nvPr/>
        </p:nvSpPr>
        <p:spPr>
          <a:xfrm>
            <a:off x="3959845" y="6801380"/>
            <a:ext cx="263214" cy="276999"/>
          </a:xfrm>
          <a:prstGeom prst="rect">
            <a:avLst/>
          </a:prstGeom>
          <a:noFill/>
        </p:spPr>
        <p:txBody>
          <a:bodyPr wrap="none" rtlCol="0">
            <a:spAutoFit/>
          </a:bodyPr>
          <a:lstStyle/>
          <a:p>
            <a:r>
              <a:rPr lang="en-US" sz="1200"/>
              <a:t>2</a:t>
            </a:r>
            <a:endParaRPr lang="en-GB" sz="1200"/>
          </a:p>
        </p:txBody>
      </p:sp>
      <p:sp>
        <p:nvSpPr>
          <p:cNvPr id="31" name="TextBox 30">
            <a:extLst>
              <a:ext uri="{FF2B5EF4-FFF2-40B4-BE49-F238E27FC236}">
                <a16:creationId xmlns:a16="http://schemas.microsoft.com/office/drawing/2014/main" id="{B0B8B49D-2214-C8D6-92D7-1939DC8D9ECC}"/>
              </a:ext>
            </a:extLst>
          </p:cNvPr>
          <p:cNvSpPr txBox="1"/>
          <p:nvPr/>
        </p:nvSpPr>
        <p:spPr>
          <a:xfrm>
            <a:off x="3976748" y="7138748"/>
            <a:ext cx="263214" cy="276999"/>
          </a:xfrm>
          <a:prstGeom prst="rect">
            <a:avLst/>
          </a:prstGeom>
          <a:noFill/>
        </p:spPr>
        <p:txBody>
          <a:bodyPr wrap="none" rtlCol="0">
            <a:spAutoFit/>
          </a:bodyPr>
          <a:lstStyle/>
          <a:p>
            <a:r>
              <a:rPr lang="en-US" sz="1200"/>
              <a:t>2</a:t>
            </a:r>
            <a:endParaRPr lang="en-GB" sz="1200"/>
          </a:p>
        </p:txBody>
      </p:sp>
      <p:sp>
        <p:nvSpPr>
          <p:cNvPr id="32" name="TextBox 31">
            <a:extLst>
              <a:ext uri="{FF2B5EF4-FFF2-40B4-BE49-F238E27FC236}">
                <a16:creationId xmlns:a16="http://schemas.microsoft.com/office/drawing/2014/main" id="{CC90D8CF-2164-D9B7-2D01-CFABCCA76517}"/>
              </a:ext>
            </a:extLst>
          </p:cNvPr>
          <p:cNvSpPr txBox="1"/>
          <p:nvPr/>
        </p:nvSpPr>
        <p:spPr>
          <a:xfrm>
            <a:off x="4440858" y="6933480"/>
            <a:ext cx="263214" cy="276999"/>
          </a:xfrm>
          <a:prstGeom prst="rect">
            <a:avLst/>
          </a:prstGeom>
          <a:noFill/>
        </p:spPr>
        <p:txBody>
          <a:bodyPr wrap="none" rtlCol="0">
            <a:spAutoFit/>
          </a:bodyPr>
          <a:lstStyle/>
          <a:p>
            <a:r>
              <a:rPr lang="en-US" sz="1200"/>
              <a:t>7</a:t>
            </a:r>
            <a:endParaRPr lang="en-GB" sz="1200"/>
          </a:p>
        </p:txBody>
      </p:sp>
      <p:sp>
        <p:nvSpPr>
          <p:cNvPr id="33" name="TextBox 32">
            <a:extLst>
              <a:ext uri="{FF2B5EF4-FFF2-40B4-BE49-F238E27FC236}">
                <a16:creationId xmlns:a16="http://schemas.microsoft.com/office/drawing/2014/main" id="{E7538D86-E44B-BB51-3562-EC31F6D7AA90}"/>
              </a:ext>
            </a:extLst>
          </p:cNvPr>
          <p:cNvSpPr txBox="1"/>
          <p:nvPr/>
        </p:nvSpPr>
        <p:spPr>
          <a:xfrm>
            <a:off x="4832422" y="6819747"/>
            <a:ext cx="263214" cy="276999"/>
          </a:xfrm>
          <a:prstGeom prst="rect">
            <a:avLst/>
          </a:prstGeom>
          <a:noFill/>
        </p:spPr>
        <p:txBody>
          <a:bodyPr wrap="none" rtlCol="0">
            <a:spAutoFit/>
          </a:bodyPr>
          <a:lstStyle/>
          <a:p>
            <a:r>
              <a:rPr lang="en-US" sz="1200"/>
              <a:t>5</a:t>
            </a:r>
            <a:endParaRPr lang="en-GB" sz="1200"/>
          </a:p>
        </p:txBody>
      </p:sp>
      <p:sp>
        <p:nvSpPr>
          <p:cNvPr id="34" name="TextBox 33">
            <a:extLst>
              <a:ext uri="{FF2B5EF4-FFF2-40B4-BE49-F238E27FC236}">
                <a16:creationId xmlns:a16="http://schemas.microsoft.com/office/drawing/2014/main" id="{267C7194-E087-96D6-801D-C492D5826ECB}"/>
              </a:ext>
            </a:extLst>
          </p:cNvPr>
          <p:cNvSpPr txBox="1"/>
          <p:nvPr/>
        </p:nvSpPr>
        <p:spPr>
          <a:xfrm>
            <a:off x="3666383" y="6508306"/>
            <a:ext cx="1803699" cy="276999"/>
          </a:xfrm>
          <a:prstGeom prst="rect">
            <a:avLst/>
          </a:prstGeom>
          <a:noFill/>
        </p:spPr>
        <p:txBody>
          <a:bodyPr wrap="none" rtlCol="0">
            <a:spAutoFit/>
          </a:bodyPr>
          <a:lstStyle/>
          <a:p>
            <a:r>
              <a:rPr lang="en-US" sz="1200"/>
              <a:t>28                                     35</a:t>
            </a:r>
            <a:endParaRPr lang="en-GB" sz="1200"/>
          </a:p>
        </p:txBody>
      </p:sp>
      <p:pic>
        <p:nvPicPr>
          <p:cNvPr id="35" name="Picture 2" descr="Venn Diagram: Definition, Types and What It's Used For ...">
            <a:extLst>
              <a:ext uri="{FF2B5EF4-FFF2-40B4-BE49-F238E27FC236}">
                <a16:creationId xmlns:a16="http://schemas.microsoft.com/office/drawing/2014/main" id="{9253513F-FB28-5363-7BDB-AA35B03F2E7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156576" y="8398313"/>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Venn Diagram: Definition, Types and What It's Used For ...">
            <a:extLst>
              <a:ext uri="{FF2B5EF4-FFF2-40B4-BE49-F238E27FC236}">
                <a16:creationId xmlns:a16="http://schemas.microsoft.com/office/drawing/2014/main" id="{D71DEB47-BB02-C985-1BE0-2640A641F07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3571539" y="8371228"/>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985FAF58-B71F-5FA1-12DC-8F1DBE27BBB6}"/>
              </a:ext>
            </a:extLst>
          </p:cNvPr>
          <p:cNvSpPr txBox="1"/>
          <p:nvPr/>
        </p:nvSpPr>
        <p:spPr>
          <a:xfrm>
            <a:off x="897546" y="8599116"/>
            <a:ext cx="263214" cy="461665"/>
          </a:xfrm>
          <a:prstGeom prst="rect">
            <a:avLst/>
          </a:prstGeom>
          <a:noFill/>
        </p:spPr>
        <p:txBody>
          <a:bodyPr wrap="none" rtlCol="0">
            <a:spAutoFit/>
          </a:bodyPr>
          <a:lstStyle/>
          <a:p>
            <a:r>
              <a:rPr lang="en-US" sz="1200"/>
              <a:t>2</a:t>
            </a:r>
          </a:p>
          <a:p>
            <a:r>
              <a:rPr lang="en-US" sz="1200"/>
              <a:t>2</a:t>
            </a:r>
            <a:endParaRPr lang="en-GB" sz="1200"/>
          </a:p>
        </p:txBody>
      </p:sp>
      <p:sp>
        <p:nvSpPr>
          <p:cNvPr id="39" name="TextBox 38">
            <a:extLst>
              <a:ext uri="{FF2B5EF4-FFF2-40B4-BE49-F238E27FC236}">
                <a16:creationId xmlns:a16="http://schemas.microsoft.com/office/drawing/2014/main" id="{4D989215-0B3D-2C56-7ACA-D25F5DEFCF63}"/>
              </a:ext>
            </a:extLst>
          </p:cNvPr>
          <p:cNvSpPr txBox="1"/>
          <p:nvPr/>
        </p:nvSpPr>
        <p:spPr>
          <a:xfrm>
            <a:off x="913820" y="8958276"/>
            <a:ext cx="263214" cy="276999"/>
          </a:xfrm>
          <a:prstGeom prst="rect">
            <a:avLst/>
          </a:prstGeom>
          <a:noFill/>
        </p:spPr>
        <p:txBody>
          <a:bodyPr wrap="none" rtlCol="0">
            <a:spAutoFit/>
          </a:bodyPr>
          <a:lstStyle/>
          <a:p>
            <a:r>
              <a:rPr lang="en-US" sz="1200"/>
              <a:t>3</a:t>
            </a:r>
            <a:endParaRPr lang="en-GB" sz="1200"/>
          </a:p>
        </p:txBody>
      </p:sp>
      <p:sp>
        <p:nvSpPr>
          <p:cNvPr id="40" name="TextBox 39">
            <a:extLst>
              <a:ext uri="{FF2B5EF4-FFF2-40B4-BE49-F238E27FC236}">
                <a16:creationId xmlns:a16="http://schemas.microsoft.com/office/drawing/2014/main" id="{F732A60C-57F2-5842-4562-628B1D2221EA}"/>
              </a:ext>
            </a:extLst>
          </p:cNvPr>
          <p:cNvSpPr txBox="1"/>
          <p:nvPr/>
        </p:nvSpPr>
        <p:spPr>
          <a:xfrm>
            <a:off x="1325952" y="8622173"/>
            <a:ext cx="263214" cy="646331"/>
          </a:xfrm>
          <a:prstGeom prst="rect">
            <a:avLst/>
          </a:prstGeom>
          <a:noFill/>
        </p:spPr>
        <p:txBody>
          <a:bodyPr wrap="none" rtlCol="0">
            <a:spAutoFit/>
          </a:bodyPr>
          <a:lstStyle/>
          <a:p>
            <a:r>
              <a:rPr lang="en-US" sz="1200"/>
              <a:t>2</a:t>
            </a:r>
          </a:p>
          <a:p>
            <a:endParaRPr lang="en-US" sz="1200"/>
          </a:p>
          <a:p>
            <a:r>
              <a:rPr lang="en-US" sz="1200"/>
              <a:t>3</a:t>
            </a:r>
            <a:endParaRPr lang="en-GB" sz="1200"/>
          </a:p>
        </p:txBody>
      </p:sp>
      <p:sp>
        <p:nvSpPr>
          <p:cNvPr id="41" name="TextBox 40">
            <a:extLst>
              <a:ext uri="{FF2B5EF4-FFF2-40B4-BE49-F238E27FC236}">
                <a16:creationId xmlns:a16="http://schemas.microsoft.com/office/drawing/2014/main" id="{6425E4DA-B6F6-AEFB-8895-0E094E25907C}"/>
              </a:ext>
            </a:extLst>
          </p:cNvPr>
          <p:cNvSpPr txBox="1"/>
          <p:nvPr/>
        </p:nvSpPr>
        <p:spPr>
          <a:xfrm>
            <a:off x="159913" y="8310732"/>
            <a:ext cx="1803699" cy="276999"/>
          </a:xfrm>
          <a:prstGeom prst="rect">
            <a:avLst/>
          </a:prstGeom>
          <a:noFill/>
        </p:spPr>
        <p:txBody>
          <a:bodyPr wrap="none" rtlCol="0">
            <a:spAutoFit/>
          </a:bodyPr>
          <a:lstStyle/>
          <a:p>
            <a:r>
              <a:rPr lang="en-US" sz="1200"/>
              <a:t>12                                     72</a:t>
            </a:r>
            <a:endParaRPr lang="en-GB" sz="1200"/>
          </a:p>
        </p:txBody>
      </p:sp>
      <p:sp>
        <p:nvSpPr>
          <p:cNvPr id="42" name="TextBox 41">
            <a:extLst>
              <a:ext uri="{FF2B5EF4-FFF2-40B4-BE49-F238E27FC236}">
                <a16:creationId xmlns:a16="http://schemas.microsoft.com/office/drawing/2014/main" id="{A170FB1C-BDC0-A94A-E304-D714C77CB90F}"/>
              </a:ext>
            </a:extLst>
          </p:cNvPr>
          <p:cNvSpPr txBox="1"/>
          <p:nvPr/>
        </p:nvSpPr>
        <p:spPr>
          <a:xfrm>
            <a:off x="3828238" y="8552105"/>
            <a:ext cx="263214" cy="276999"/>
          </a:xfrm>
          <a:prstGeom prst="rect">
            <a:avLst/>
          </a:prstGeom>
          <a:noFill/>
        </p:spPr>
        <p:txBody>
          <a:bodyPr wrap="none" rtlCol="0">
            <a:spAutoFit/>
          </a:bodyPr>
          <a:lstStyle/>
          <a:p>
            <a:r>
              <a:rPr lang="en-US" sz="1200"/>
              <a:t>3</a:t>
            </a:r>
            <a:endParaRPr lang="en-GB" sz="1200"/>
          </a:p>
        </p:txBody>
      </p:sp>
      <p:sp>
        <p:nvSpPr>
          <p:cNvPr id="43" name="TextBox 42">
            <a:extLst>
              <a:ext uri="{FF2B5EF4-FFF2-40B4-BE49-F238E27FC236}">
                <a16:creationId xmlns:a16="http://schemas.microsoft.com/office/drawing/2014/main" id="{3788177B-ED31-ECEB-F30E-B2618563C56B}"/>
              </a:ext>
            </a:extLst>
          </p:cNvPr>
          <p:cNvSpPr txBox="1"/>
          <p:nvPr/>
        </p:nvSpPr>
        <p:spPr>
          <a:xfrm>
            <a:off x="3845141" y="8889473"/>
            <a:ext cx="263214" cy="276999"/>
          </a:xfrm>
          <a:prstGeom prst="rect">
            <a:avLst/>
          </a:prstGeom>
          <a:noFill/>
        </p:spPr>
        <p:txBody>
          <a:bodyPr wrap="none" rtlCol="0">
            <a:spAutoFit/>
          </a:bodyPr>
          <a:lstStyle/>
          <a:p>
            <a:r>
              <a:rPr lang="en-US" sz="1200"/>
              <a:t>3</a:t>
            </a:r>
            <a:endParaRPr lang="en-GB" sz="1200"/>
          </a:p>
        </p:txBody>
      </p:sp>
      <p:sp>
        <p:nvSpPr>
          <p:cNvPr id="44" name="TextBox 43">
            <a:extLst>
              <a:ext uri="{FF2B5EF4-FFF2-40B4-BE49-F238E27FC236}">
                <a16:creationId xmlns:a16="http://schemas.microsoft.com/office/drawing/2014/main" id="{5FDD70AC-5AD9-27DE-319A-5A47B1E208C8}"/>
              </a:ext>
            </a:extLst>
          </p:cNvPr>
          <p:cNvSpPr txBox="1"/>
          <p:nvPr/>
        </p:nvSpPr>
        <p:spPr>
          <a:xfrm>
            <a:off x="4309251" y="8684205"/>
            <a:ext cx="263214" cy="461665"/>
          </a:xfrm>
          <a:prstGeom prst="rect">
            <a:avLst/>
          </a:prstGeom>
          <a:noFill/>
        </p:spPr>
        <p:txBody>
          <a:bodyPr wrap="none" rtlCol="0">
            <a:spAutoFit/>
          </a:bodyPr>
          <a:lstStyle/>
          <a:p>
            <a:r>
              <a:rPr lang="en-US" sz="1200"/>
              <a:t>2</a:t>
            </a:r>
            <a:endParaRPr lang="en-GB" sz="1200"/>
          </a:p>
          <a:p>
            <a:r>
              <a:rPr lang="en-GB" sz="1200"/>
              <a:t>2</a:t>
            </a:r>
            <a:endParaRPr lang="en-US" sz="1200"/>
          </a:p>
        </p:txBody>
      </p:sp>
      <p:sp>
        <p:nvSpPr>
          <p:cNvPr id="45" name="TextBox 44">
            <a:extLst>
              <a:ext uri="{FF2B5EF4-FFF2-40B4-BE49-F238E27FC236}">
                <a16:creationId xmlns:a16="http://schemas.microsoft.com/office/drawing/2014/main" id="{3B14685A-35FA-BD7C-E914-81CD91B56703}"/>
              </a:ext>
            </a:extLst>
          </p:cNvPr>
          <p:cNvSpPr txBox="1"/>
          <p:nvPr/>
        </p:nvSpPr>
        <p:spPr>
          <a:xfrm>
            <a:off x="4700815" y="8570472"/>
            <a:ext cx="341760" cy="276999"/>
          </a:xfrm>
          <a:prstGeom prst="rect">
            <a:avLst/>
          </a:prstGeom>
          <a:noFill/>
        </p:spPr>
        <p:txBody>
          <a:bodyPr wrap="none" rtlCol="0">
            <a:spAutoFit/>
          </a:bodyPr>
          <a:lstStyle/>
          <a:p>
            <a:r>
              <a:rPr lang="en-US" sz="1200"/>
              <a:t>13</a:t>
            </a:r>
            <a:endParaRPr lang="en-GB" sz="1200"/>
          </a:p>
        </p:txBody>
      </p:sp>
      <p:sp>
        <p:nvSpPr>
          <p:cNvPr id="46" name="TextBox 45">
            <a:extLst>
              <a:ext uri="{FF2B5EF4-FFF2-40B4-BE49-F238E27FC236}">
                <a16:creationId xmlns:a16="http://schemas.microsoft.com/office/drawing/2014/main" id="{4E2C4153-7B78-2E23-B1D5-FFB44DAFAB71}"/>
              </a:ext>
            </a:extLst>
          </p:cNvPr>
          <p:cNvSpPr txBox="1"/>
          <p:nvPr/>
        </p:nvSpPr>
        <p:spPr>
          <a:xfrm>
            <a:off x="3534776" y="8259031"/>
            <a:ext cx="1803699" cy="276999"/>
          </a:xfrm>
          <a:prstGeom prst="rect">
            <a:avLst/>
          </a:prstGeom>
          <a:noFill/>
        </p:spPr>
        <p:txBody>
          <a:bodyPr wrap="none" rtlCol="0">
            <a:spAutoFit/>
          </a:bodyPr>
          <a:lstStyle/>
          <a:p>
            <a:r>
              <a:rPr lang="en-US" sz="1200"/>
              <a:t>36                                     52</a:t>
            </a:r>
            <a:endParaRPr lang="en-GB" sz="1200"/>
          </a:p>
        </p:txBody>
      </p:sp>
      <p:sp>
        <p:nvSpPr>
          <p:cNvPr id="49" name="Rectangle 48">
            <a:extLst>
              <a:ext uri="{FF2B5EF4-FFF2-40B4-BE49-F238E27FC236}">
                <a16:creationId xmlns:a16="http://schemas.microsoft.com/office/drawing/2014/main" id="{E6325D4C-08B7-5564-096E-25430E345053}"/>
              </a:ext>
            </a:extLst>
          </p:cNvPr>
          <p:cNvSpPr/>
          <p:nvPr/>
        </p:nvSpPr>
        <p:spPr>
          <a:xfrm>
            <a:off x="62027" y="2242525"/>
            <a:ext cx="2616596" cy="261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Highest Common Factor</a:t>
            </a:r>
            <a:endParaRPr lang="en-GB" sz="1200">
              <a:solidFill>
                <a:srgbClr val="FF0000"/>
              </a:solidFill>
            </a:endParaRPr>
          </a:p>
        </p:txBody>
      </p:sp>
      <p:sp>
        <p:nvSpPr>
          <p:cNvPr id="50" name="TextBox 49">
            <a:extLst>
              <a:ext uri="{FF2B5EF4-FFF2-40B4-BE49-F238E27FC236}">
                <a16:creationId xmlns:a16="http://schemas.microsoft.com/office/drawing/2014/main" id="{9D2943D6-F57B-CC0F-9505-329636EDA008}"/>
              </a:ext>
            </a:extLst>
          </p:cNvPr>
          <p:cNvSpPr txBox="1"/>
          <p:nvPr/>
        </p:nvSpPr>
        <p:spPr>
          <a:xfrm>
            <a:off x="85519" y="5922207"/>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1251629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nvGraphicFramePr>
        <p:xfrm>
          <a:off x="282220" y="516159"/>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30 and 45</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a:t>
                      </a:r>
                      <a:r>
                        <a:rPr lang="en-US" sz="1200" baseline="0">
                          <a:solidFill>
                            <a:schemeClr val="tx1"/>
                          </a:solidFill>
                        </a:rPr>
                        <a:t> the numbers in the INTERSECTION (middle)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highest common factor</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sp>
        <p:nvSpPr>
          <p:cNvPr id="23" name="TextBox 22">
            <a:extLst>
              <a:ext uri="{FF2B5EF4-FFF2-40B4-BE49-F238E27FC236}">
                <a16:creationId xmlns:a16="http://schemas.microsoft.com/office/drawing/2014/main" id="{9A51866F-ED53-AC4E-8564-6E72B3879607}"/>
              </a:ext>
            </a:extLst>
          </p:cNvPr>
          <p:cNvSpPr txBox="1"/>
          <p:nvPr/>
        </p:nvSpPr>
        <p:spPr>
          <a:xfrm>
            <a:off x="251027" y="304926"/>
            <a:ext cx="1212191" cy="261610"/>
          </a:xfrm>
          <a:prstGeom prst="rect">
            <a:avLst/>
          </a:prstGeom>
          <a:noFill/>
          <a:ln>
            <a:noFill/>
          </a:ln>
        </p:spPr>
        <p:txBody>
          <a:bodyPr wrap="none" rtlCol="0">
            <a:spAutoFit/>
          </a:bodyPr>
          <a:lstStyle/>
          <a:p>
            <a:r>
              <a:rPr lang="en-GB" sz="1100" b="1" i="1">
                <a:solidFill>
                  <a:srgbClr val="FF0000"/>
                </a:solidFill>
              </a:rPr>
              <a:t>Example 7 - I do…</a:t>
            </a:r>
          </a:p>
        </p:txBody>
      </p:sp>
      <p:sp>
        <p:nvSpPr>
          <p:cNvPr id="24" name="TextBox 23">
            <a:extLst>
              <a:ext uri="{FF2B5EF4-FFF2-40B4-BE49-F238E27FC236}">
                <a16:creationId xmlns:a16="http://schemas.microsoft.com/office/drawing/2014/main" id="{9EAFBD6B-07EE-754F-BD50-9E7B6A6FCB35}"/>
              </a:ext>
            </a:extLst>
          </p:cNvPr>
          <p:cNvSpPr txBox="1"/>
          <p:nvPr/>
        </p:nvSpPr>
        <p:spPr>
          <a:xfrm>
            <a:off x="251027" y="3401832"/>
            <a:ext cx="1372492" cy="261610"/>
          </a:xfrm>
          <a:prstGeom prst="rect">
            <a:avLst/>
          </a:prstGeom>
          <a:noFill/>
          <a:ln>
            <a:noFill/>
          </a:ln>
        </p:spPr>
        <p:txBody>
          <a:bodyPr wrap="none" rtlCol="0">
            <a:spAutoFit/>
          </a:bodyPr>
          <a:lstStyle/>
          <a:p>
            <a:r>
              <a:rPr lang="en-GB" sz="1100" b="1" i="1">
                <a:solidFill>
                  <a:srgbClr val="ED7D31"/>
                </a:solidFill>
              </a:rPr>
              <a:t>Example 8 - We do…</a:t>
            </a:r>
          </a:p>
        </p:txBody>
      </p:sp>
      <p:sp>
        <p:nvSpPr>
          <p:cNvPr id="25" name="TextBox 24">
            <a:extLst>
              <a:ext uri="{FF2B5EF4-FFF2-40B4-BE49-F238E27FC236}">
                <a16:creationId xmlns:a16="http://schemas.microsoft.com/office/drawing/2014/main" id="{341EFFFC-F3FF-B946-9686-C2E2637B29FB}"/>
              </a:ext>
            </a:extLst>
          </p:cNvPr>
          <p:cNvSpPr txBox="1"/>
          <p:nvPr/>
        </p:nvSpPr>
        <p:spPr>
          <a:xfrm>
            <a:off x="251027" y="6544525"/>
            <a:ext cx="1423788" cy="261610"/>
          </a:xfrm>
          <a:prstGeom prst="rect">
            <a:avLst/>
          </a:prstGeom>
          <a:noFill/>
          <a:ln>
            <a:noFill/>
          </a:ln>
        </p:spPr>
        <p:txBody>
          <a:bodyPr wrap="none" rtlCol="0">
            <a:spAutoFit/>
          </a:bodyPr>
          <a:lstStyle/>
          <a:p>
            <a:r>
              <a:rPr lang="en-GB" sz="1100" b="1" i="1">
                <a:solidFill>
                  <a:srgbClr val="00B050"/>
                </a:solidFill>
              </a:rPr>
              <a:t>Example 9 – You do…</a:t>
            </a:r>
          </a:p>
        </p:txBody>
      </p:sp>
      <p:sp>
        <p:nvSpPr>
          <p:cNvPr id="31" name="Rectangle 30"/>
          <p:cNvSpPr/>
          <p:nvPr/>
        </p:nvSpPr>
        <p:spPr>
          <a:xfrm>
            <a:off x="38819" y="76378"/>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Find the Highest Common Factor of the following pairs of numbers.</a:t>
            </a:r>
            <a:endParaRPr lang="pt-BR" sz="1200">
              <a:latin typeface="Calibri" panose="020F0502020204030204" pitchFamily="34" charset="0"/>
              <a:cs typeface="Calibri" panose="020F0502020204030204" pitchFamily="34" charset="0"/>
            </a:endParaRPr>
          </a:p>
        </p:txBody>
      </p:sp>
      <p:graphicFrame>
        <p:nvGraphicFramePr>
          <p:cNvPr id="34" name="Table 33"/>
          <p:cNvGraphicFramePr>
            <a:graphicFrameLocks noGrp="1"/>
          </p:cNvGraphicFramePr>
          <p:nvPr/>
        </p:nvGraphicFramePr>
        <p:xfrm>
          <a:off x="282220" y="3631904"/>
          <a:ext cx="6278465" cy="2839720"/>
        </p:xfrm>
        <a:graphic>
          <a:graphicData uri="http://schemas.openxmlformats.org/drawingml/2006/table">
            <a:tbl>
              <a:tblPr firstRow="1" bandRow="1">
                <a:tableStyleId>{5C22544A-7EE6-4342-B048-85BDC9FD1C3A}</a:tableStyleId>
              </a:tblPr>
              <a:tblGrid>
                <a:gridCol w="2494847">
                  <a:extLst>
                    <a:ext uri="{9D8B030D-6E8A-4147-A177-3AD203B41FA5}">
                      <a16:colId xmlns:a16="http://schemas.microsoft.com/office/drawing/2014/main" val="1546927094"/>
                    </a:ext>
                  </a:extLst>
                </a:gridCol>
                <a:gridCol w="3783618">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24 and 40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a:t>
                      </a:r>
                      <a:r>
                        <a:rPr lang="en-US" sz="1200" baseline="0">
                          <a:solidFill>
                            <a:schemeClr val="tx1"/>
                          </a:solidFill>
                        </a:rPr>
                        <a:t> the numbers in the INTERSECTION (middle)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highest common factor</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aphicFrame>
        <p:nvGraphicFramePr>
          <p:cNvPr id="35" name="Table 34"/>
          <p:cNvGraphicFramePr>
            <a:graphicFrameLocks noGrp="1"/>
          </p:cNvGraphicFramePr>
          <p:nvPr/>
        </p:nvGraphicFramePr>
        <p:xfrm>
          <a:off x="282220" y="6763147"/>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28 and 60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a:t>
                      </a:r>
                      <a:r>
                        <a:rPr lang="en-US" sz="1200" baseline="0">
                          <a:solidFill>
                            <a:schemeClr val="tx1"/>
                          </a:solidFill>
                        </a:rPr>
                        <a:t> the numbers in the INTERSECTION (middle)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highest common factor</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sp>
        <p:nvSpPr>
          <p:cNvPr id="60" name="Slide Number Placeholder 3"/>
          <p:cNvSpPr>
            <a:spLocks noGrp="1"/>
          </p:cNvSpPr>
          <p:nvPr>
            <p:ph type="sldNum" sz="quarter" idx="12"/>
          </p:nvPr>
        </p:nvSpPr>
        <p:spPr>
          <a:xfrm>
            <a:off x="5314172" y="9517573"/>
            <a:ext cx="1543050" cy="527403"/>
          </a:xfrm>
        </p:spPr>
        <p:txBody>
          <a:bodyPr/>
          <a:lstStyle/>
          <a:p>
            <a:fld id="{801DFC4E-6969-46AA-A5C7-ABF66C60BBE0}" type="slidenum">
              <a:rPr lang="en-GB" smtClean="0"/>
              <a:t>24</a:t>
            </a:fld>
            <a:endParaRPr lang="en-GB"/>
          </a:p>
        </p:txBody>
      </p:sp>
      <p:pic>
        <p:nvPicPr>
          <p:cNvPr id="64" name="Picture 2" descr="Venn Diagram: Definition, Types and What It's Used For ..."/>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5161287"/>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p:cNvSpPr txBox="1"/>
          <p:nvPr/>
        </p:nvSpPr>
        <p:spPr>
          <a:xfrm>
            <a:off x="4763362" y="4917816"/>
            <a:ext cx="355601" cy="276999"/>
          </a:xfrm>
          <a:prstGeom prst="rect">
            <a:avLst/>
          </a:prstGeom>
          <a:noFill/>
        </p:spPr>
        <p:txBody>
          <a:bodyPr wrap="square" rtlCol="0">
            <a:spAutoFit/>
          </a:bodyPr>
          <a:lstStyle/>
          <a:p>
            <a:r>
              <a:rPr lang="en-US" sz="1200"/>
              <a:t>24</a:t>
            </a:r>
            <a:endParaRPr lang="en-GB" sz="1200"/>
          </a:p>
        </p:txBody>
      </p:sp>
      <p:sp>
        <p:nvSpPr>
          <p:cNvPr id="66" name="TextBox 65"/>
          <p:cNvSpPr txBox="1"/>
          <p:nvPr/>
        </p:nvSpPr>
        <p:spPr>
          <a:xfrm>
            <a:off x="5708477" y="4908887"/>
            <a:ext cx="355601" cy="276999"/>
          </a:xfrm>
          <a:prstGeom prst="rect">
            <a:avLst/>
          </a:prstGeom>
          <a:noFill/>
        </p:spPr>
        <p:txBody>
          <a:bodyPr wrap="square" rtlCol="0">
            <a:spAutoFit/>
          </a:bodyPr>
          <a:lstStyle/>
          <a:p>
            <a:r>
              <a:rPr lang="en-US" sz="1200"/>
              <a:t>40</a:t>
            </a:r>
            <a:endParaRPr lang="en-GB" sz="1200"/>
          </a:p>
        </p:txBody>
      </p:sp>
      <p:pic>
        <p:nvPicPr>
          <p:cNvPr id="67" name="Picture 2" descr="Venn Diagram: Definition, Types and What It's Used For ..."/>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8242157"/>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p:cNvSpPr txBox="1"/>
          <p:nvPr/>
        </p:nvSpPr>
        <p:spPr>
          <a:xfrm>
            <a:off x="4763362" y="7998686"/>
            <a:ext cx="355601" cy="276999"/>
          </a:xfrm>
          <a:prstGeom prst="rect">
            <a:avLst/>
          </a:prstGeom>
          <a:noFill/>
        </p:spPr>
        <p:txBody>
          <a:bodyPr wrap="square" rtlCol="0">
            <a:spAutoFit/>
          </a:bodyPr>
          <a:lstStyle/>
          <a:p>
            <a:r>
              <a:rPr lang="en-US" sz="1200"/>
              <a:t>28</a:t>
            </a:r>
            <a:endParaRPr lang="en-GB" sz="1200"/>
          </a:p>
        </p:txBody>
      </p:sp>
      <p:sp>
        <p:nvSpPr>
          <p:cNvPr id="69" name="TextBox 68"/>
          <p:cNvSpPr txBox="1"/>
          <p:nvPr/>
        </p:nvSpPr>
        <p:spPr>
          <a:xfrm>
            <a:off x="5708477" y="7989757"/>
            <a:ext cx="355601" cy="276999"/>
          </a:xfrm>
          <a:prstGeom prst="rect">
            <a:avLst/>
          </a:prstGeom>
          <a:noFill/>
        </p:spPr>
        <p:txBody>
          <a:bodyPr wrap="square" rtlCol="0">
            <a:spAutoFit/>
          </a:bodyPr>
          <a:lstStyle/>
          <a:p>
            <a:r>
              <a:rPr lang="en-US" sz="1200"/>
              <a:t>60</a:t>
            </a:r>
            <a:endParaRPr lang="en-GB" sz="1200"/>
          </a:p>
        </p:txBody>
      </p:sp>
      <p:pic>
        <p:nvPicPr>
          <p:cNvPr id="2" name="Picture 2" descr="Venn Diagram: Definition, Types and What It's Used For ...">
            <a:extLst>
              <a:ext uri="{FF2B5EF4-FFF2-40B4-BE49-F238E27FC236}">
                <a16:creationId xmlns:a16="http://schemas.microsoft.com/office/drawing/2014/main" id="{FC47EA65-B33C-209C-2C04-AC96F1EA9E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32824" y="1995206"/>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5E222CC-733F-452C-E6E1-05A21A49ED71}"/>
              </a:ext>
            </a:extLst>
          </p:cNvPr>
          <p:cNvSpPr txBox="1"/>
          <p:nvPr/>
        </p:nvSpPr>
        <p:spPr>
          <a:xfrm>
            <a:off x="4232824" y="1904958"/>
            <a:ext cx="2353529" cy="307777"/>
          </a:xfrm>
          <a:prstGeom prst="rect">
            <a:avLst/>
          </a:prstGeom>
          <a:noFill/>
        </p:spPr>
        <p:txBody>
          <a:bodyPr wrap="none" rtlCol="0">
            <a:spAutoFit/>
          </a:bodyPr>
          <a:lstStyle/>
          <a:p>
            <a:r>
              <a:rPr lang="en-US" sz="1400"/>
              <a:t>30                                             45</a:t>
            </a:r>
            <a:endParaRPr lang="en-GB" sz="1400"/>
          </a:p>
        </p:txBody>
      </p:sp>
    </p:spTree>
    <p:extLst>
      <p:ext uri="{BB962C8B-B14F-4D97-AF65-F5344CB8AC3E}">
        <p14:creationId xmlns:p14="http://schemas.microsoft.com/office/powerpoint/2010/main" val="1618587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818301" y="58928"/>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3. </a:t>
            </a:r>
            <a:r>
              <a:rPr lang="pt-BR" sz="1200">
                <a:latin typeface="Calibri" panose="020F0502020204030204" pitchFamily="34" charset="0"/>
                <a:cs typeface="Calibri" panose="020F0502020204030204" pitchFamily="34" charset="0"/>
              </a:rPr>
              <a:t>Calculate the Highest Common Factor of the following pairs of numbers.</a:t>
            </a:r>
          </a:p>
        </p:txBody>
      </p:sp>
      <p:sp>
        <p:nvSpPr>
          <p:cNvPr id="9" name="Rectangle 8"/>
          <p:cNvSpPr/>
          <p:nvPr/>
        </p:nvSpPr>
        <p:spPr>
          <a:xfrm>
            <a:off x="102453" y="333444"/>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40 and 50</a:t>
            </a:r>
          </a:p>
        </p:txBody>
      </p:sp>
      <p:graphicFrame>
        <p:nvGraphicFramePr>
          <p:cNvPr id="10" name="Table 9"/>
          <p:cNvGraphicFramePr>
            <a:graphicFrameLocks noGrp="1"/>
          </p:cNvGraphicFramePr>
          <p:nvPr/>
        </p:nvGraphicFramePr>
        <p:xfrm>
          <a:off x="102453"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p:cNvGraphicFramePr>
            <a:graphicFrameLocks noGrp="1"/>
          </p:cNvGraphicFramePr>
          <p:nvPr/>
        </p:nvGraphicFramePr>
        <p:xfrm>
          <a:off x="3545084"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p:cNvSpPr/>
          <p:nvPr/>
        </p:nvSpPr>
        <p:spPr>
          <a:xfrm>
            <a:off x="102453" y="346754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18 and 24</a:t>
            </a:r>
          </a:p>
        </p:txBody>
      </p:sp>
      <p:graphicFrame>
        <p:nvGraphicFramePr>
          <p:cNvPr id="21" name="Table 20"/>
          <p:cNvGraphicFramePr>
            <a:graphicFrameLocks noGrp="1"/>
          </p:cNvGraphicFramePr>
          <p:nvPr/>
        </p:nvGraphicFramePr>
        <p:xfrm>
          <a:off x="102453"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p:cNvGraphicFramePr>
            <a:graphicFrameLocks noGrp="1"/>
          </p:cNvGraphicFramePr>
          <p:nvPr/>
        </p:nvGraphicFramePr>
        <p:xfrm>
          <a:off x="3545084"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p:cNvSpPr/>
          <p:nvPr/>
        </p:nvSpPr>
        <p:spPr>
          <a:xfrm>
            <a:off x="102453"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e) 60 and 72</a:t>
            </a:r>
          </a:p>
        </p:txBody>
      </p:sp>
      <p:graphicFrame>
        <p:nvGraphicFramePr>
          <p:cNvPr id="24" name="Table 23"/>
          <p:cNvGraphicFramePr>
            <a:graphicFrameLocks noGrp="1"/>
          </p:cNvGraphicFramePr>
          <p:nvPr/>
        </p:nvGraphicFramePr>
        <p:xfrm>
          <a:off x="102453"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p:cNvGraphicFramePr>
            <a:graphicFrameLocks noGrp="1"/>
          </p:cNvGraphicFramePr>
          <p:nvPr/>
        </p:nvGraphicFramePr>
        <p:xfrm>
          <a:off x="3545084"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p:cNvSpPr>
            <a:spLocks noGrp="1"/>
          </p:cNvSpPr>
          <p:nvPr>
            <p:ph type="sldNum" sz="quarter" idx="12"/>
          </p:nvPr>
        </p:nvSpPr>
        <p:spPr>
          <a:xfrm>
            <a:off x="5314172" y="9548569"/>
            <a:ext cx="1543050" cy="527403"/>
          </a:xfrm>
        </p:spPr>
        <p:txBody>
          <a:bodyPr/>
          <a:lstStyle/>
          <a:p>
            <a:fld id="{801DFC4E-6969-46AA-A5C7-ABF66C60BBE0}" type="slidenum">
              <a:rPr lang="en-GB" smtClean="0"/>
              <a:t>25</a:t>
            </a:fld>
            <a:endParaRPr lang="en-GB"/>
          </a:p>
        </p:txBody>
      </p:sp>
      <p:sp>
        <p:nvSpPr>
          <p:cNvPr id="28" name="Rectangle 27"/>
          <p:cNvSpPr/>
          <p:nvPr/>
        </p:nvSpPr>
        <p:spPr>
          <a:xfrm>
            <a:off x="3545084" y="34315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36 and 45</a:t>
            </a:r>
          </a:p>
        </p:txBody>
      </p:sp>
      <p:sp>
        <p:nvSpPr>
          <p:cNvPr id="29" name="Rectangle 28"/>
          <p:cNvSpPr/>
          <p:nvPr/>
        </p:nvSpPr>
        <p:spPr>
          <a:xfrm>
            <a:off x="3545084" y="347848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28 and 42</a:t>
            </a:r>
          </a:p>
        </p:txBody>
      </p:sp>
      <p:sp>
        <p:nvSpPr>
          <p:cNvPr id="30" name="Rectangle 29"/>
          <p:cNvSpPr/>
          <p:nvPr/>
        </p:nvSpPr>
        <p:spPr>
          <a:xfrm>
            <a:off x="3476197"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f) 70 and 84</a:t>
            </a:r>
          </a:p>
        </p:txBody>
      </p:sp>
      <p:pic>
        <p:nvPicPr>
          <p:cNvPr id="17"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96561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93852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9E607FB3-53A0-A0D0-ACB6-4965A6394414}"/>
              </a:ext>
            </a:extLst>
          </p:cNvPr>
          <p:cNvSpPr txBox="1"/>
          <p:nvPr/>
        </p:nvSpPr>
        <p:spPr>
          <a:xfrm>
            <a:off x="85519" y="66158"/>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1674874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771E7-6A36-2018-1647-B89B9EC4D15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7654316-6673-FC69-B80C-4C45D6B5FA82}"/>
              </a:ext>
            </a:extLst>
          </p:cNvPr>
          <p:cNvSpPr/>
          <p:nvPr/>
        </p:nvSpPr>
        <p:spPr>
          <a:xfrm>
            <a:off x="102453" y="119439"/>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g) 32 and 48</a:t>
            </a:r>
          </a:p>
        </p:txBody>
      </p:sp>
      <p:graphicFrame>
        <p:nvGraphicFramePr>
          <p:cNvPr id="10" name="Table 9">
            <a:extLst>
              <a:ext uri="{FF2B5EF4-FFF2-40B4-BE49-F238E27FC236}">
                <a16:creationId xmlns:a16="http://schemas.microsoft.com/office/drawing/2014/main" id="{8F3C7177-97FA-F2F3-C7E0-2549D2B1D497}"/>
              </a:ext>
            </a:extLst>
          </p:cNvPr>
          <p:cNvGraphicFramePr>
            <a:graphicFrameLocks noGrp="1"/>
          </p:cNvGraphicFramePr>
          <p:nvPr/>
        </p:nvGraphicFramePr>
        <p:xfrm>
          <a:off x="102453"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a:extLst>
              <a:ext uri="{FF2B5EF4-FFF2-40B4-BE49-F238E27FC236}">
                <a16:creationId xmlns:a16="http://schemas.microsoft.com/office/drawing/2014/main" id="{93099FA9-B924-1606-3B16-534EF3D34356}"/>
              </a:ext>
            </a:extLst>
          </p:cNvPr>
          <p:cNvGraphicFramePr>
            <a:graphicFrameLocks noGrp="1"/>
          </p:cNvGraphicFramePr>
          <p:nvPr/>
        </p:nvGraphicFramePr>
        <p:xfrm>
          <a:off x="3545084"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a:extLst>
              <a:ext uri="{FF2B5EF4-FFF2-40B4-BE49-F238E27FC236}">
                <a16:creationId xmlns:a16="http://schemas.microsoft.com/office/drawing/2014/main" id="{94130977-BEF1-0B48-1EED-D578084C0846}"/>
              </a:ext>
            </a:extLst>
          </p:cNvPr>
          <p:cNvSpPr/>
          <p:nvPr/>
        </p:nvSpPr>
        <p:spPr>
          <a:xfrm>
            <a:off x="102453" y="325354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i) 64 and 100</a:t>
            </a:r>
          </a:p>
        </p:txBody>
      </p:sp>
      <p:graphicFrame>
        <p:nvGraphicFramePr>
          <p:cNvPr id="21" name="Table 20">
            <a:extLst>
              <a:ext uri="{FF2B5EF4-FFF2-40B4-BE49-F238E27FC236}">
                <a16:creationId xmlns:a16="http://schemas.microsoft.com/office/drawing/2014/main" id="{359D0245-79E9-4005-A00C-CAFAAF0BF71F}"/>
              </a:ext>
            </a:extLst>
          </p:cNvPr>
          <p:cNvGraphicFramePr>
            <a:graphicFrameLocks noGrp="1"/>
          </p:cNvGraphicFramePr>
          <p:nvPr/>
        </p:nvGraphicFramePr>
        <p:xfrm>
          <a:off x="102453"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a:extLst>
              <a:ext uri="{FF2B5EF4-FFF2-40B4-BE49-F238E27FC236}">
                <a16:creationId xmlns:a16="http://schemas.microsoft.com/office/drawing/2014/main" id="{50699C8A-0FD1-3166-2231-10A0B922C68F}"/>
              </a:ext>
            </a:extLst>
          </p:cNvPr>
          <p:cNvGraphicFramePr>
            <a:graphicFrameLocks noGrp="1"/>
          </p:cNvGraphicFramePr>
          <p:nvPr/>
        </p:nvGraphicFramePr>
        <p:xfrm>
          <a:off x="3545084"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a:extLst>
              <a:ext uri="{FF2B5EF4-FFF2-40B4-BE49-F238E27FC236}">
                <a16:creationId xmlns:a16="http://schemas.microsoft.com/office/drawing/2014/main" id="{670E806C-A2C3-0155-D258-F1B8499020FE}"/>
              </a:ext>
            </a:extLst>
          </p:cNvPr>
          <p:cNvSpPr/>
          <p:nvPr/>
        </p:nvSpPr>
        <p:spPr>
          <a:xfrm>
            <a:off x="102453"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k) 72 and 108</a:t>
            </a:r>
          </a:p>
        </p:txBody>
      </p:sp>
      <p:graphicFrame>
        <p:nvGraphicFramePr>
          <p:cNvPr id="24" name="Table 23">
            <a:extLst>
              <a:ext uri="{FF2B5EF4-FFF2-40B4-BE49-F238E27FC236}">
                <a16:creationId xmlns:a16="http://schemas.microsoft.com/office/drawing/2014/main" id="{CC94AA1C-72FE-CFED-5574-469515583C2B}"/>
              </a:ext>
            </a:extLst>
          </p:cNvPr>
          <p:cNvGraphicFramePr>
            <a:graphicFrameLocks noGrp="1"/>
          </p:cNvGraphicFramePr>
          <p:nvPr/>
        </p:nvGraphicFramePr>
        <p:xfrm>
          <a:off x="102453"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a:extLst>
              <a:ext uri="{FF2B5EF4-FFF2-40B4-BE49-F238E27FC236}">
                <a16:creationId xmlns:a16="http://schemas.microsoft.com/office/drawing/2014/main" id="{6DF91D3F-3326-0F13-A366-F698A65DA757}"/>
              </a:ext>
            </a:extLst>
          </p:cNvPr>
          <p:cNvGraphicFramePr>
            <a:graphicFrameLocks noGrp="1"/>
          </p:cNvGraphicFramePr>
          <p:nvPr/>
        </p:nvGraphicFramePr>
        <p:xfrm>
          <a:off x="3545084"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a:extLst>
              <a:ext uri="{FF2B5EF4-FFF2-40B4-BE49-F238E27FC236}">
                <a16:creationId xmlns:a16="http://schemas.microsoft.com/office/drawing/2014/main" id="{4598FB34-82B3-28A9-DF6C-A18D2E84D317}"/>
              </a:ext>
            </a:extLst>
          </p:cNvPr>
          <p:cNvSpPr>
            <a:spLocks noGrp="1"/>
          </p:cNvSpPr>
          <p:nvPr>
            <p:ph type="sldNum" sz="quarter" idx="12"/>
          </p:nvPr>
        </p:nvSpPr>
        <p:spPr>
          <a:xfrm>
            <a:off x="5314172" y="9548569"/>
            <a:ext cx="1543050" cy="527403"/>
          </a:xfrm>
        </p:spPr>
        <p:txBody>
          <a:bodyPr/>
          <a:lstStyle/>
          <a:p>
            <a:fld id="{801DFC4E-6969-46AA-A5C7-ABF66C60BBE0}" type="slidenum">
              <a:rPr lang="en-GB" smtClean="0"/>
              <a:t>26</a:t>
            </a:fld>
            <a:endParaRPr lang="en-GB"/>
          </a:p>
        </p:txBody>
      </p:sp>
      <p:sp>
        <p:nvSpPr>
          <p:cNvPr id="28" name="Rectangle 27">
            <a:extLst>
              <a:ext uri="{FF2B5EF4-FFF2-40B4-BE49-F238E27FC236}">
                <a16:creationId xmlns:a16="http://schemas.microsoft.com/office/drawing/2014/main" id="{6177CD82-F9EF-6052-0B63-C42063B835CC}"/>
              </a:ext>
            </a:extLst>
          </p:cNvPr>
          <p:cNvSpPr/>
          <p:nvPr/>
        </p:nvSpPr>
        <p:spPr>
          <a:xfrm>
            <a:off x="3545084" y="129152"/>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h) 27 and 54</a:t>
            </a:r>
          </a:p>
        </p:txBody>
      </p:sp>
      <p:sp>
        <p:nvSpPr>
          <p:cNvPr id="29" name="Rectangle 28">
            <a:extLst>
              <a:ext uri="{FF2B5EF4-FFF2-40B4-BE49-F238E27FC236}">
                <a16:creationId xmlns:a16="http://schemas.microsoft.com/office/drawing/2014/main" id="{8E452BBB-0C1E-65FB-04BA-7172BCB22FAB}"/>
              </a:ext>
            </a:extLst>
          </p:cNvPr>
          <p:cNvSpPr/>
          <p:nvPr/>
        </p:nvSpPr>
        <p:spPr>
          <a:xfrm>
            <a:off x="3545084" y="326448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j) 144 and 180</a:t>
            </a:r>
          </a:p>
        </p:txBody>
      </p:sp>
      <p:sp>
        <p:nvSpPr>
          <p:cNvPr id="30" name="Rectangle 29">
            <a:extLst>
              <a:ext uri="{FF2B5EF4-FFF2-40B4-BE49-F238E27FC236}">
                <a16:creationId xmlns:a16="http://schemas.microsoft.com/office/drawing/2014/main" id="{04DAC0CA-D438-3A8A-FB94-EF600A03BA81}"/>
              </a:ext>
            </a:extLst>
          </p:cNvPr>
          <p:cNvSpPr/>
          <p:nvPr/>
        </p:nvSpPr>
        <p:spPr>
          <a:xfrm>
            <a:off x="3476197"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l) 144 and 168</a:t>
            </a:r>
          </a:p>
        </p:txBody>
      </p:sp>
      <p:pic>
        <p:nvPicPr>
          <p:cNvPr id="17" name="Picture 2" descr="Venn Diagram: Definition, Types and What It's Used For ...">
            <a:extLst>
              <a:ext uri="{FF2B5EF4-FFF2-40B4-BE49-F238E27FC236}">
                <a16:creationId xmlns:a16="http://schemas.microsoft.com/office/drawing/2014/main" id="{0BE38279-750A-F862-980D-BF91AA948F3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75160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CFDB2740-8AB4-D9F2-A07B-E251A2C83A0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72452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a:extLst>
              <a:ext uri="{FF2B5EF4-FFF2-40B4-BE49-F238E27FC236}">
                <a16:creationId xmlns:a16="http://schemas.microsoft.com/office/drawing/2014/main" id="{9D209C67-96CD-CF1D-BB42-AFD2FA1A888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a:extLst>
              <a:ext uri="{FF2B5EF4-FFF2-40B4-BE49-F238E27FC236}">
                <a16:creationId xmlns:a16="http://schemas.microsoft.com/office/drawing/2014/main" id="{1E29BE7E-B320-2067-D044-9DEF66B98D9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a:extLst>
              <a:ext uri="{FF2B5EF4-FFF2-40B4-BE49-F238E27FC236}">
                <a16:creationId xmlns:a16="http://schemas.microsoft.com/office/drawing/2014/main" id="{B6D88DFF-0633-A9B4-30B7-DA0D3304160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a:extLst>
              <a:ext uri="{FF2B5EF4-FFF2-40B4-BE49-F238E27FC236}">
                <a16:creationId xmlns:a16="http://schemas.microsoft.com/office/drawing/2014/main" id="{4901DFE6-BD6B-12CE-5508-E559C9862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631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19E81-4155-9712-EA67-580E6C5F5BF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EAAB6F-2884-52F8-001B-A386ED6EDA24}"/>
              </a:ext>
            </a:extLst>
          </p:cNvPr>
          <p:cNvSpPr>
            <a:spLocks noGrp="1"/>
          </p:cNvSpPr>
          <p:nvPr>
            <p:ph type="sldNum" sz="quarter" idx="12"/>
          </p:nvPr>
        </p:nvSpPr>
        <p:spPr>
          <a:xfrm>
            <a:off x="5271479" y="9473227"/>
            <a:ext cx="1543050" cy="527403"/>
          </a:xfrm>
        </p:spPr>
        <p:txBody>
          <a:bodyPr/>
          <a:lstStyle/>
          <a:p>
            <a:fld id="{19F1D9CC-7119-45EC-A96C-D8C0660F3AAB}" type="slidenum">
              <a:rPr lang="en-GB" smtClean="0"/>
              <a:t>27</a:t>
            </a:fld>
            <a:endParaRPr lang="en-GB"/>
          </a:p>
        </p:txBody>
      </p:sp>
      <p:sp>
        <p:nvSpPr>
          <p:cNvPr id="4" name="TextBox 3">
            <a:extLst>
              <a:ext uri="{FF2B5EF4-FFF2-40B4-BE49-F238E27FC236}">
                <a16:creationId xmlns:a16="http://schemas.microsoft.com/office/drawing/2014/main" id="{D0DC0185-D129-4C54-1229-AFF7383F86E3}"/>
              </a:ext>
            </a:extLst>
          </p:cNvPr>
          <p:cNvSpPr txBox="1"/>
          <p:nvPr/>
        </p:nvSpPr>
        <p:spPr>
          <a:xfrm>
            <a:off x="24241" y="356301"/>
            <a:ext cx="6766998" cy="461665"/>
          </a:xfrm>
          <a:prstGeom prst="rect">
            <a:avLst/>
          </a:prstGeom>
          <a:noFill/>
        </p:spPr>
        <p:txBody>
          <a:bodyPr wrap="square" rtlCol="0">
            <a:spAutoFit/>
          </a:bodyPr>
          <a:lstStyle/>
          <a:p>
            <a:r>
              <a:rPr lang="en-GB" sz="1200" dirty="0"/>
              <a:t>In a similar way, we can also use Venn diagrams to find the LCM of two or more numbers. </a:t>
            </a:r>
          </a:p>
          <a:p>
            <a:r>
              <a:rPr lang="en-GB" sz="1200" dirty="0"/>
              <a:t>The LCM can be found in the </a:t>
            </a:r>
            <a:r>
              <a:rPr lang="en-GB" sz="1200" b="1" u="sng" dirty="0"/>
              <a:t>union</a:t>
            </a:r>
            <a:r>
              <a:rPr lang="en-GB" sz="1200" dirty="0"/>
              <a:t> of the two numbers: </a:t>
            </a:r>
          </a:p>
        </p:txBody>
      </p:sp>
      <p:sp>
        <p:nvSpPr>
          <p:cNvPr id="7" name="TextBox 6">
            <a:extLst>
              <a:ext uri="{FF2B5EF4-FFF2-40B4-BE49-F238E27FC236}">
                <a16:creationId xmlns:a16="http://schemas.microsoft.com/office/drawing/2014/main" id="{F743FA2E-2EAD-2932-FDCE-FFF10A101BA6}"/>
              </a:ext>
            </a:extLst>
          </p:cNvPr>
          <p:cNvSpPr txBox="1"/>
          <p:nvPr/>
        </p:nvSpPr>
        <p:spPr>
          <a:xfrm>
            <a:off x="27813" y="890486"/>
            <a:ext cx="5423338" cy="276999"/>
          </a:xfrm>
          <a:prstGeom prst="rect">
            <a:avLst/>
          </a:prstGeom>
          <a:noFill/>
        </p:spPr>
        <p:txBody>
          <a:bodyPr wrap="square" rtlCol="0">
            <a:spAutoFit/>
          </a:bodyPr>
          <a:lstStyle/>
          <a:p>
            <a:r>
              <a:rPr lang="en-GB" sz="1200" dirty="0"/>
              <a:t>To find the LCM we </a:t>
            </a:r>
            <a:r>
              <a:rPr lang="en-GB" sz="1200" b="1" dirty="0"/>
              <a:t>multiply the numbers in the union</a:t>
            </a:r>
            <a:r>
              <a:rPr lang="en-GB" sz="1200" dirty="0"/>
              <a:t>. </a:t>
            </a:r>
          </a:p>
        </p:txBody>
      </p:sp>
      <p:graphicFrame>
        <p:nvGraphicFramePr>
          <p:cNvPr id="2" name="Table 1">
            <a:extLst>
              <a:ext uri="{FF2B5EF4-FFF2-40B4-BE49-F238E27FC236}">
                <a16:creationId xmlns:a16="http://schemas.microsoft.com/office/drawing/2014/main" id="{C78DD2AF-961F-F161-0A21-E878D05D954B}"/>
              </a:ext>
            </a:extLst>
          </p:cNvPr>
          <p:cNvGraphicFramePr>
            <a:graphicFrameLocks noGrp="1"/>
          </p:cNvGraphicFramePr>
          <p:nvPr/>
        </p:nvGraphicFramePr>
        <p:xfrm>
          <a:off x="82310" y="1597272"/>
          <a:ext cx="6689482" cy="3233467"/>
        </p:xfrm>
        <a:graphic>
          <a:graphicData uri="http://schemas.openxmlformats.org/drawingml/2006/table">
            <a:tbl>
              <a:tblPr firstRow="1" bandRow="1">
                <a:tableStyleId>{5C22544A-7EE6-4342-B048-85BDC9FD1C3A}</a:tableStyleId>
              </a:tblPr>
              <a:tblGrid>
                <a:gridCol w="1358971">
                  <a:extLst>
                    <a:ext uri="{9D8B030D-6E8A-4147-A177-3AD203B41FA5}">
                      <a16:colId xmlns:a16="http://schemas.microsoft.com/office/drawing/2014/main" val="1568142362"/>
                    </a:ext>
                  </a:extLst>
                </a:gridCol>
                <a:gridCol w="1776837">
                  <a:extLst>
                    <a:ext uri="{9D8B030D-6E8A-4147-A177-3AD203B41FA5}">
                      <a16:colId xmlns:a16="http://schemas.microsoft.com/office/drawing/2014/main" val="3551711160"/>
                    </a:ext>
                  </a:extLst>
                </a:gridCol>
                <a:gridCol w="1776837">
                  <a:extLst>
                    <a:ext uri="{9D8B030D-6E8A-4147-A177-3AD203B41FA5}">
                      <a16:colId xmlns:a16="http://schemas.microsoft.com/office/drawing/2014/main" val="1712497518"/>
                    </a:ext>
                  </a:extLst>
                </a:gridCol>
                <a:gridCol w="1776837">
                  <a:extLst>
                    <a:ext uri="{9D8B030D-6E8A-4147-A177-3AD203B41FA5}">
                      <a16:colId xmlns:a16="http://schemas.microsoft.com/office/drawing/2014/main" val="886122921"/>
                    </a:ext>
                  </a:extLst>
                </a:gridCol>
              </a:tblGrid>
              <a:tr h="0">
                <a:tc>
                  <a:txBody>
                    <a:bodyPr/>
                    <a:lstStyle/>
                    <a:p>
                      <a:endParaRPr lang="en-GB" sz="12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FF0000"/>
                          </a:solidFill>
                        </a:rPr>
                        <a:t>Example 10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chemeClr val="accent2"/>
                          </a:solidFill>
                        </a:rPr>
                        <a:t>Example 11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00B050"/>
                          </a:solidFill>
                        </a:rPr>
                        <a:t>Example 12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91923">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Find the HCF of 60 and 72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70 and 84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32 and 48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267224">
                <a:tc>
                  <a:txBody>
                    <a:bodyPr/>
                    <a:lstStyle/>
                    <a:p>
                      <a:pPr marL="0" indent="0" algn="l">
                        <a:buNone/>
                      </a:pPr>
                      <a:r>
                        <a:rPr lang="en-GB" sz="1200"/>
                        <a:t>1) Highlight the intersection of the Venn Diagram</a:t>
                      </a:r>
                    </a:p>
                    <a:p>
                      <a:pPr marL="0" indent="0" algn="l">
                        <a:buNone/>
                      </a:pPr>
                      <a:endParaRPr lang="en-GB" sz="1200"/>
                    </a:p>
                    <a:p>
                      <a:pPr marL="0" indent="0" algn="l">
                        <a:buNone/>
                      </a:pPr>
                      <a:r>
                        <a:rPr lang="en-GB" sz="1200"/>
                        <a:t>2) Multiply the numbers in the intersection to find the HCF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pic>
        <p:nvPicPr>
          <p:cNvPr id="5" name="Picture 4">
            <a:extLst>
              <a:ext uri="{FF2B5EF4-FFF2-40B4-BE49-F238E27FC236}">
                <a16:creationId xmlns:a16="http://schemas.microsoft.com/office/drawing/2014/main" id="{5A2D7D59-52B5-2579-3B02-6827105BB76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t="35665" b="34992"/>
          <a:stretch/>
        </p:blipFill>
        <p:spPr>
          <a:xfrm>
            <a:off x="3302450" y="2619759"/>
            <a:ext cx="1676634" cy="933651"/>
          </a:xfrm>
          <a:prstGeom prst="rect">
            <a:avLst/>
          </a:prstGeom>
        </p:spPr>
      </p:pic>
      <p:pic>
        <p:nvPicPr>
          <p:cNvPr id="8" name="Picture 7">
            <a:extLst>
              <a:ext uri="{FF2B5EF4-FFF2-40B4-BE49-F238E27FC236}">
                <a16:creationId xmlns:a16="http://schemas.microsoft.com/office/drawing/2014/main" id="{238CA901-620F-53EA-837E-6AAAE4EDEB3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t="71247"/>
          <a:stretch/>
        </p:blipFill>
        <p:spPr>
          <a:xfrm>
            <a:off x="5079918" y="2619759"/>
            <a:ext cx="1676634" cy="914854"/>
          </a:xfrm>
          <a:prstGeom prst="rect">
            <a:avLst/>
          </a:prstGeom>
        </p:spPr>
      </p:pic>
      <p:pic>
        <p:nvPicPr>
          <p:cNvPr id="9" name="Picture 8">
            <a:extLst>
              <a:ext uri="{FF2B5EF4-FFF2-40B4-BE49-F238E27FC236}">
                <a16:creationId xmlns:a16="http://schemas.microsoft.com/office/drawing/2014/main" id="{6A329D39-0F23-7C80-AAA2-ACD414CB785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b="68407"/>
          <a:stretch/>
        </p:blipFill>
        <p:spPr>
          <a:xfrm>
            <a:off x="1509742" y="2619759"/>
            <a:ext cx="1676634" cy="1005228"/>
          </a:xfrm>
          <a:prstGeom prst="rect">
            <a:avLst/>
          </a:prstGeom>
        </p:spPr>
      </p:pic>
      <p:sp>
        <p:nvSpPr>
          <p:cNvPr id="10" name="TextBox 9">
            <a:extLst>
              <a:ext uri="{FF2B5EF4-FFF2-40B4-BE49-F238E27FC236}">
                <a16:creationId xmlns:a16="http://schemas.microsoft.com/office/drawing/2014/main" id="{0B9C240B-3F88-0066-20CE-9042B772A80A}"/>
              </a:ext>
            </a:extLst>
          </p:cNvPr>
          <p:cNvSpPr txBox="1"/>
          <p:nvPr/>
        </p:nvSpPr>
        <p:spPr>
          <a:xfrm>
            <a:off x="1509742" y="2584423"/>
            <a:ext cx="5323893" cy="276999"/>
          </a:xfrm>
          <a:prstGeom prst="rect">
            <a:avLst/>
          </a:prstGeom>
          <a:noFill/>
        </p:spPr>
        <p:txBody>
          <a:bodyPr wrap="none" rtlCol="0">
            <a:spAutoFit/>
          </a:bodyPr>
          <a:lstStyle/>
          <a:p>
            <a:r>
              <a:rPr lang="en-US" sz="1200"/>
              <a:t>60                                 72        70                                    84      32                                    48</a:t>
            </a:r>
            <a:endParaRPr lang="en-GB" sz="1200"/>
          </a:p>
        </p:txBody>
      </p:sp>
      <p:sp>
        <p:nvSpPr>
          <p:cNvPr id="11" name="Rectangle 10">
            <a:extLst>
              <a:ext uri="{FF2B5EF4-FFF2-40B4-BE49-F238E27FC236}">
                <a16:creationId xmlns:a16="http://schemas.microsoft.com/office/drawing/2014/main" id="{B3C57B49-09B3-83EB-E860-507D19A12F27}"/>
              </a:ext>
            </a:extLst>
          </p:cNvPr>
          <p:cNvSpPr/>
          <p:nvPr/>
        </p:nvSpPr>
        <p:spPr>
          <a:xfrm>
            <a:off x="1848332" y="4895180"/>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6. </a:t>
            </a:r>
            <a:r>
              <a:rPr lang="pt-BR" sz="1200">
                <a:latin typeface="Calibri" panose="020F0502020204030204" pitchFamily="34" charset="0"/>
                <a:cs typeface="Calibri" panose="020F0502020204030204" pitchFamily="34" charset="0"/>
              </a:rPr>
              <a:t>Calculate the Highest Common Factor of the following pairs of numbers.</a:t>
            </a:r>
          </a:p>
        </p:txBody>
      </p:sp>
      <p:sp>
        <p:nvSpPr>
          <p:cNvPr id="13" name="Rectangle 12">
            <a:extLst>
              <a:ext uri="{FF2B5EF4-FFF2-40B4-BE49-F238E27FC236}">
                <a16:creationId xmlns:a16="http://schemas.microsoft.com/office/drawing/2014/main" id="{AF84BE3D-03CE-4928-C7E3-0D9BCBB4CA54}"/>
              </a:ext>
            </a:extLst>
          </p:cNvPr>
          <p:cNvSpPr/>
          <p:nvPr/>
        </p:nvSpPr>
        <p:spPr>
          <a:xfrm>
            <a:off x="132484" y="522131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45 and 75</a:t>
            </a:r>
          </a:p>
        </p:txBody>
      </p:sp>
      <p:graphicFrame>
        <p:nvGraphicFramePr>
          <p:cNvPr id="14" name="Table 13">
            <a:extLst>
              <a:ext uri="{FF2B5EF4-FFF2-40B4-BE49-F238E27FC236}">
                <a16:creationId xmlns:a16="http://schemas.microsoft.com/office/drawing/2014/main" id="{3C2D18D5-B7D5-56FD-C392-F7AD0E574A9C}"/>
              </a:ext>
            </a:extLst>
          </p:cNvPr>
          <p:cNvGraphicFramePr>
            <a:graphicFrameLocks noGrp="1"/>
          </p:cNvGraphicFramePr>
          <p:nvPr/>
        </p:nvGraphicFramePr>
        <p:xfrm>
          <a:off x="126134" y="5498309"/>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5" name="Table 14">
            <a:extLst>
              <a:ext uri="{FF2B5EF4-FFF2-40B4-BE49-F238E27FC236}">
                <a16:creationId xmlns:a16="http://schemas.microsoft.com/office/drawing/2014/main" id="{7AAB530A-1C30-8B5D-FD58-91E1B88D6E9F}"/>
              </a:ext>
            </a:extLst>
          </p:cNvPr>
          <p:cNvGraphicFramePr>
            <a:graphicFrameLocks noGrp="1"/>
          </p:cNvGraphicFramePr>
          <p:nvPr/>
        </p:nvGraphicFramePr>
        <p:xfrm>
          <a:off x="3568765" y="5498309"/>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16" name="Rectangle 15">
            <a:extLst>
              <a:ext uri="{FF2B5EF4-FFF2-40B4-BE49-F238E27FC236}">
                <a16:creationId xmlns:a16="http://schemas.microsoft.com/office/drawing/2014/main" id="{26D38BA4-0F73-6452-2C4D-1292989427DA}"/>
              </a:ext>
            </a:extLst>
          </p:cNvPr>
          <p:cNvSpPr/>
          <p:nvPr/>
        </p:nvSpPr>
        <p:spPr>
          <a:xfrm>
            <a:off x="3575115" y="523102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28 and 35</a:t>
            </a:r>
          </a:p>
        </p:txBody>
      </p:sp>
      <p:pic>
        <p:nvPicPr>
          <p:cNvPr id="17" name="Picture 2" descr="Venn Diagram: Definition, Types and What It's Used For ...">
            <a:extLst>
              <a:ext uri="{FF2B5EF4-FFF2-40B4-BE49-F238E27FC236}">
                <a16:creationId xmlns:a16="http://schemas.microsoft.com/office/drawing/2014/main" id="{348B0229-F79C-6724-FB41-E66089B18BE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318214" y="5627791"/>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07809F53-34FF-A1B9-FA7E-FDBC7551141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3733177" y="5600706"/>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87487602-B7FA-15EB-86B0-2D9952F48157}"/>
              </a:ext>
            </a:extLst>
          </p:cNvPr>
          <p:cNvSpPr/>
          <p:nvPr/>
        </p:nvSpPr>
        <p:spPr>
          <a:xfrm>
            <a:off x="115550" y="7449414"/>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12 and 72</a:t>
            </a:r>
          </a:p>
        </p:txBody>
      </p:sp>
      <p:graphicFrame>
        <p:nvGraphicFramePr>
          <p:cNvPr id="20" name="Table 19">
            <a:extLst>
              <a:ext uri="{FF2B5EF4-FFF2-40B4-BE49-F238E27FC236}">
                <a16:creationId xmlns:a16="http://schemas.microsoft.com/office/drawing/2014/main" id="{49F48B2C-7BF5-74A1-264F-F683FFBCA893}"/>
              </a:ext>
            </a:extLst>
          </p:cNvPr>
          <p:cNvGraphicFramePr>
            <a:graphicFrameLocks noGrp="1"/>
          </p:cNvGraphicFramePr>
          <p:nvPr/>
        </p:nvGraphicFramePr>
        <p:xfrm>
          <a:off x="115550" y="7726413"/>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1" name="Table 20">
            <a:extLst>
              <a:ext uri="{FF2B5EF4-FFF2-40B4-BE49-F238E27FC236}">
                <a16:creationId xmlns:a16="http://schemas.microsoft.com/office/drawing/2014/main" id="{CB17F6C5-374E-F25A-F741-006CE912C915}"/>
              </a:ext>
            </a:extLst>
          </p:cNvPr>
          <p:cNvGraphicFramePr>
            <a:graphicFrameLocks noGrp="1"/>
          </p:cNvGraphicFramePr>
          <p:nvPr/>
        </p:nvGraphicFramePr>
        <p:xfrm>
          <a:off x="3558181" y="7726413"/>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2" name="Rectangle 21">
            <a:extLst>
              <a:ext uri="{FF2B5EF4-FFF2-40B4-BE49-F238E27FC236}">
                <a16:creationId xmlns:a16="http://schemas.microsoft.com/office/drawing/2014/main" id="{41A5349A-5E3E-1886-0256-FE316029EDDA}"/>
              </a:ext>
            </a:extLst>
          </p:cNvPr>
          <p:cNvSpPr/>
          <p:nvPr/>
        </p:nvSpPr>
        <p:spPr>
          <a:xfrm>
            <a:off x="3558181" y="745912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36 and 52</a:t>
            </a:r>
          </a:p>
        </p:txBody>
      </p:sp>
      <p:sp>
        <p:nvSpPr>
          <p:cNvPr id="25" name="TextBox 24">
            <a:extLst>
              <a:ext uri="{FF2B5EF4-FFF2-40B4-BE49-F238E27FC236}">
                <a16:creationId xmlns:a16="http://schemas.microsoft.com/office/drawing/2014/main" id="{EC049181-420C-7C06-183B-7CF94E99A287}"/>
              </a:ext>
            </a:extLst>
          </p:cNvPr>
          <p:cNvSpPr txBox="1"/>
          <p:nvPr/>
        </p:nvSpPr>
        <p:spPr>
          <a:xfrm>
            <a:off x="615013" y="5833284"/>
            <a:ext cx="263214" cy="276999"/>
          </a:xfrm>
          <a:prstGeom prst="rect">
            <a:avLst/>
          </a:prstGeom>
          <a:noFill/>
        </p:spPr>
        <p:txBody>
          <a:bodyPr wrap="none" rtlCol="0">
            <a:spAutoFit/>
          </a:bodyPr>
          <a:lstStyle/>
          <a:p>
            <a:r>
              <a:rPr lang="en-US" sz="1200"/>
              <a:t>3</a:t>
            </a:r>
            <a:endParaRPr lang="en-GB" sz="1200"/>
          </a:p>
        </p:txBody>
      </p:sp>
      <p:sp>
        <p:nvSpPr>
          <p:cNvPr id="26" name="TextBox 25">
            <a:extLst>
              <a:ext uri="{FF2B5EF4-FFF2-40B4-BE49-F238E27FC236}">
                <a16:creationId xmlns:a16="http://schemas.microsoft.com/office/drawing/2014/main" id="{C8437D69-8AE7-C40E-6FC7-5C24E6A5539B}"/>
              </a:ext>
            </a:extLst>
          </p:cNvPr>
          <p:cNvSpPr txBox="1"/>
          <p:nvPr/>
        </p:nvSpPr>
        <p:spPr>
          <a:xfrm>
            <a:off x="1059184" y="5904404"/>
            <a:ext cx="263214" cy="276999"/>
          </a:xfrm>
          <a:prstGeom prst="rect">
            <a:avLst/>
          </a:prstGeom>
          <a:noFill/>
        </p:spPr>
        <p:txBody>
          <a:bodyPr wrap="none" rtlCol="0">
            <a:spAutoFit/>
          </a:bodyPr>
          <a:lstStyle/>
          <a:p>
            <a:r>
              <a:rPr lang="en-US" sz="1200"/>
              <a:t>3</a:t>
            </a:r>
            <a:endParaRPr lang="en-GB" sz="1200"/>
          </a:p>
        </p:txBody>
      </p:sp>
      <p:sp>
        <p:nvSpPr>
          <p:cNvPr id="27" name="TextBox 26">
            <a:extLst>
              <a:ext uri="{FF2B5EF4-FFF2-40B4-BE49-F238E27FC236}">
                <a16:creationId xmlns:a16="http://schemas.microsoft.com/office/drawing/2014/main" id="{69DD49BF-4D1F-B17D-593E-F9DFD71CE5AD}"/>
              </a:ext>
            </a:extLst>
          </p:cNvPr>
          <p:cNvSpPr txBox="1"/>
          <p:nvPr/>
        </p:nvSpPr>
        <p:spPr>
          <a:xfrm>
            <a:off x="1060572" y="6113702"/>
            <a:ext cx="263214" cy="276999"/>
          </a:xfrm>
          <a:prstGeom prst="rect">
            <a:avLst/>
          </a:prstGeom>
          <a:noFill/>
        </p:spPr>
        <p:txBody>
          <a:bodyPr wrap="none" rtlCol="0">
            <a:spAutoFit/>
          </a:bodyPr>
          <a:lstStyle/>
          <a:p>
            <a:r>
              <a:rPr lang="en-US" sz="1200"/>
              <a:t>5</a:t>
            </a:r>
            <a:endParaRPr lang="en-GB" sz="1200"/>
          </a:p>
        </p:txBody>
      </p:sp>
      <p:sp>
        <p:nvSpPr>
          <p:cNvPr id="28" name="TextBox 27">
            <a:extLst>
              <a:ext uri="{FF2B5EF4-FFF2-40B4-BE49-F238E27FC236}">
                <a16:creationId xmlns:a16="http://schemas.microsoft.com/office/drawing/2014/main" id="{ABAC2BCA-D4E0-2AC6-CC68-6DE0AB951F2C}"/>
              </a:ext>
            </a:extLst>
          </p:cNvPr>
          <p:cNvSpPr txBox="1"/>
          <p:nvPr/>
        </p:nvSpPr>
        <p:spPr>
          <a:xfrm>
            <a:off x="1487590" y="5851651"/>
            <a:ext cx="263214" cy="276999"/>
          </a:xfrm>
          <a:prstGeom prst="rect">
            <a:avLst/>
          </a:prstGeom>
          <a:noFill/>
        </p:spPr>
        <p:txBody>
          <a:bodyPr wrap="none" rtlCol="0">
            <a:spAutoFit/>
          </a:bodyPr>
          <a:lstStyle/>
          <a:p>
            <a:r>
              <a:rPr lang="en-US" sz="1200"/>
              <a:t>5</a:t>
            </a:r>
            <a:endParaRPr lang="en-GB" sz="1200"/>
          </a:p>
        </p:txBody>
      </p:sp>
      <p:sp>
        <p:nvSpPr>
          <p:cNvPr id="29" name="TextBox 28">
            <a:extLst>
              <a:ext uri="{FF2B5EF4-FFF2-40B4-BE49-F238E27FC236}">
                <a16:creationId xmlns:a16="http://schemas.microsoft.com/office/drawing/2014/main" id="{5EBBC4A0-5DCB-C854-F344-0E18EC7F3CC7}"/>
              </a:ext>
            </a:extLst>
          </p:cNvPr>
          <p:cNvSpPr txBox="1"/>
          <p:nvPr/>
        </p:nvSpPr>
        <p:spPr>
          <a:xfrm>
            <a:off x="321551" y="5540210"/>
            <a:ext cx="1838965" cy="276999"/>
          </a:xfrm>
          <a:prstGeom prst="rect">
            <a:avLst/>
          </a:prstGeom>
          <a:noFill/>
        </p:spPr>
        <p:txBody>
          <a:bodyPr wrap="none" rtlCol="0">
            <a:spAutoFit/>
          </a:bodyPr>
          <a:lstStyle/>
          <a:p>
            <a:r>
              <a:rPr lang="en-US" sz="1200"/>
              <a:t>45                                     75</a:t>
            </a:r>
            <a:endParaRPr lang="en-GB" sz="1200"/>
          </a:p>
        </p:txBody>
      </p:sp>
      <p:sp>
        <p:nvSpPr>
          <p:cNvPr id="30" name="TextBox 29">
            <a:extLst>
              <a:ext uri="{FF2B5EF4-FFF2-40B4-BE49-F238E27FC236}">
                <a16:creationId xmlns:a16="http://schemas.microsoft.com/office/drawing/2014/main" id="{8AB28AE1-9519-B8D2-A51D-C43BA34AA035}"/>
              </a:ext>
            </a:extLst>
          </p:cNvPr>
          <p:cNvSpPr txBox="1"/>
          <p:nvPr/>
        </p:nvSpPr>
        <p:spPr>
          <a:xfrm>
            <a:off x="3989876" y="5781583"/>
            <a:ext cx="263214" cy="276999"/>
          </a:xfrm>
          <a:prstGeom prst="rect">
            <a:avLst/>
          </a:prstGeom>
          <a:noFill/>
        </p:spPr>
        <p:txBody>
          <a:bodyPr wrap="none" rtlCol="0">
            <a:spAutoFit/>
          </a:bodyPr>
          <a:lstStyle/>
          <a:p>
            <a:r>
              <a:rPr lang="en-US" sz="1200"/>
              <a:t>2</a:t>
            </a:r>
            <a:endParaRPr lang="en-GB" sz="1200"/>
          </a:p>
        </p:txBody>
      </p:sp>
      <p:sp>
        <p:nvSpPr>
          <p:cNvPr id="31" name="TextBox 30">
            <a:extLst>
              <a:ext uri="{FF2B5EF4-FFF2-40B4-BE49-F238E27FC236}">
                <a16:creationId xmlns:a16="http://schemas.microsoft.com/office/drawing/2014/main" id="{E4869CD1-C7F6-F259-09B4-538296456927}"/>
              </a:ext>
            </a:extLst>
          </p:cNvPr>
          <p:cNvSpPr txBox="1"/>
          <p:nvPr/>
        </p:nvSpPr>
        <p:spPr>
          <a:xfrm>
            <a:off x="4006779" y="6118951"/>
            <a:ext cx="263214" cy="276999"/>
          </a:xfrm>
          <a:prstGeom prst="rect">
            <a:avLst/>
          </a:prstGeom>
          <a:noFill/>
        </p:spPr>
        <p:txBody>
          <a:bodyPr wrap="none" rtlCol="0">
            <a:spAutoFit/>
          </a:bodyPr>
          <a:lstStyle/>
          <a:p>
            <a:r>
              <a:rPr lang="en-US" sz="1200"/>
              <a:t>2</a:t>
            </a:r>
            <a:endParaRPr lang="en-GB" sz="1200"/>
          </a:p>
        </p:txBody>
      </p:sp>
      <p:sp>
        <p:nvSpPr>
          <p:cNvPr id="32" name="TextBox 31">
            <a:extLst>
              <a:ext uri="{FF2B5EF4-FFF2-40B4-BE49-F238E27FC236}">
                <a16:creationId xmlns:a16="http://schemas.microsoft.com/office/drawing/2014/main" id="{C8D54C3E-12F2-548B-010E-ACFABE5A726D}"/>
              </a:ext>
            </a:extLst>
          </p:cNvPr>
          <p:cNvSpPr txBox="1"/>
          <p:nvPr/>
        </p:nvSpPr>
        <p:spPr>
          <a:xfrm>
            <a:off x="4470889" y="5913683"/>
            <a:ext cx="263214" cy="276999"/>
          </a:xfrm>
          <a:prstGeom prst="rect">
            <a:avLst/>
          </a:prstGeom>
          <a:noFill/>
        </p:spPr>
        <p:txBody>
          <a:bodyPr wrap="none" rtlCol="0">
            <a:spAutoFit/>
          </a:bodyPr>
          <a:lstStyle/>
          <a:p>
            <a:r>
              <a:rPr lang="en-US" sz="1200"/>
              <a:t>7</a:t>
            </a:r>
            <a:endParaRPr lang="en-GB" sz="1200"/>
          </a:p>
        </p:txBody>
      </p:sp>
      <p:sp>
        <p:nvSpPr>
          <p:cNvPr id="33" name="TextBox 32">
            <a:extLst>
              <a:ext uri="{FF2B5EF4-FFF2-40B4-BE49-F238E27FC236}">
                <a16:creationId xmlns:a16="http://schemas.microsoft.com/office/drawing/2014/main" id="{6F4C037E-6965-A721-E274-19F7ED8DF653}"/>
              </a:ext>
            </a:extLst>
          </p:cNvPr>
          <p:cNvSpPr txBox="1"/>
          <p:nvPr/>
        </p:nvSpPr>
        <p:spPr>
          <a:xfrm>
            <a:off x="4862453" y="5799950"/>
            <a:ext cx="263214" cy="276999"/>
          </a:xfrm>
          <a:prstGeom prst="rect">
            <a:avLst/>
          </a:prstGeom>
          <a:noFill/>
        </p:spPr>
        <p:txBody>
          <a:bodyPr wrap="none" rtlCol="0">
            <a:spAutoFit/>
          </a:bodyPr>
          <a:lstStyle/>
          <a:p>
            <a:r>
              <a:rPr lang="en-US" sz="1200"/>
              <a:t>5</a:t>
            </a:r>
            <a:endParaRPr lang="en-GB" sz="1200"/>
          </a:p>
        </p:txBody>
      </p:sp>
      <p:sp>
        <p:nvSpPr>
          <p:cNvPr id="34" name="TextBox 33">
            <a:extLst>
              <a:ext uri="{FF2B5EF4-FFF2-40B4-BE49-F238E27FC236}">
                <a16:creationId xmlns:a16="http://schemas.microsoft.com/office/drawing/2014/main" id="{A911B7B7-6DCE-7365-4D2C-7BC0461E0DB8}"/>
              </a:ext>
            </a:extLst>
          </p:cNvPr>
          <p:cNvSpPr txBox="1"/>
          <p:nvPr/>
        </p:nvSpPr>
        <p:spPr>
          <a:xfrm>
            <a:off x="3696414" y="5488509"/>
            <a:ext cx="1803699" cy="276999"/>
          </a:xfrm>
          <a:prstGeom prst="rect">
            <a:avLst/>
          </a:prstGeom>
          <a:noFill/>
        </p:spPr>
        <p:txBody>
          <a:bodyPr wrap="none" rtlCol="0">
            <a:spAutoFit/>
          </a:bodyPr>
          <a:lstStyle/>
          <a:p>
            <a:r>
              <a:rPr lang="en-US" sz="1200"/>
              <a:t>28                                     35</a:t>
            </a:r>
            <a:endParaRPr lang="en-GB" sz="1200"/>
          </a:p>
        </p:txBody>
      </p:sp>
      <p:pic>
        <p:nvPicPr>
          <p:cNvPr id="35" name="Picture 2" descr="Venn Diagram: Definition, Types and What It's Used For ...">
            <a:extLst>
              <a:ext uri="{FF2B5EF4-FFF2-40B4-BE49-F238E27FC236}">
                <a16:creationId xmlns:a16="http://schemas.microsoft.com/office/drawing/2014/main" id="{3FB49EC5-4DEB-3A00-8402-56925C366B2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186607" y="7905457"/>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Venn Diagram: Definition, Types and What It's Used For ...">
            <a:extLst>
              <a:ext uri="{FF2B5EF4-FFF2-40B4-BE49-F238E27FC236}">
                <a16:creationId xmlns:a16="http://schemas.microsoft.com/office/drawing/2014/main" id="{E835AE44-95E2-E7AF-C24B-9F5AEBFBC82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3601570" y="7878372"/>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C7CE5EDB-AAFD-5A3F-047B-59FB85C4D4D5}"/>
              </a:ext>
            </a:extLst>
          </p:cNvPr>
          <p:cNvSpPr txBox="1"/>
          <p:nvPr/>
        </p:nvSpPr>
        <p:spPr>
          <a:xfrm>
            <a:off x="927577" y="8106260"/>
            <a:ext cx="263214" cy="461665"/>
          </a:xfrm>
          <a:prstGeom prst="rect">
            <a:avLst/>
          </a:prstGeom>
          <a:noFill/>
        </p:spPr>
        <p:txBody>
          <a:bodyPr wrap="none" rtlCol="0">
            <a:spAutoFit/>
          </a:bodyPr>
          <a:lstStyle/>
          <a:p>
            <a:r>
              <a:rPr lang="en-US" sz="1200"/>
              <a:t>2</a:t>
            </a:r>
          </a:p>
          <a:p>
            <a:r>
              <a:rPr lang="en-US" sz="1200"/>
              <a:t>2</a:t>
            </a:r>
            <a:endParaRPr lang="en-GB" sz="1200"/>
          </a:p>
        </p:txBody>
      </p:sp>
      <p:sp>
        <p:nvSpPr>
          <p:cNvPr id="39" name="TextBox 38">
            <a:extLst>
              <a:ext uri="{FF2B5EF4-FFF2-40B4-BE49-F238E27FC236}">
                <a16:creationId xmlns:a16="http://schemas.microsoft.com/office/drawing/2014/main" id="{B504C8A5-B0B0-E4D7-3A11-5C11FF27A488}"/>
              </a:ext>
            </a:extLst>
          </p:cNvPr>
          <p:cNvSpPr txBox="1"/>
          <p:nvPr/>
        </p:nvSpPr>
        <p:spPr>
          <a:xfrm>
            <a:off x="943851" y="8465420"/>
            <a:ext cx="263214" cy="276999"/>
          </a:xfrm>
          <a:prstGeom prst="rect">
            <a:avLst/>
          </a:prstGeom>
          <a:noFill/>
        </p:spPr>
        <p:txBody>
          <a:bodyPr wrap="none" rtlCol="0">
            <a:spAutoFit/>
          </a:bodyPr>
          <a:lstStyle/>
          <a:p>
            <a:r>
              <a:rPr lang="en-US" sz="1200"/>
              <a:t>3</a:t>
            </a:r>
            <a:endParaRPr lang="en-GB" sz="1200"/>
          </a:p>
        </p:txBody>
      </p:sp>
      <p:sp>
        <p:nvSpPr>
          <p:cNvPr id="40" name="TextBox 39">
            <a:extLst>
              <a:ext uri="{FF2B5EF4-FFF2-40B4-BE49-F238E27FC236}">
                <a16:creationId xmlns:a16="http://schemas.microsoft.com/office/drawing/2014/main" id="{61A6A727-602B-A5B9-C5F5-8BD98F02CEE6}"/>
              </a:ext>
            </a:extLst>
          </p:cNvPr>
          <p:cNvSpPr txBox="1"/>
          <p:nvPr/>
        </p:nvSpPr>
        <p:spPr>
          <a:xfrm>
            <a:off x="1355983" y="8129317"/>
            <a:ext cx="263214" cy="646331"/>
          </a:xfrm>
          <a:prstGeom prst="rect">
            <a:avLst/>
          </a:prstGeom>
          <a:noFill/>
        </p:spPr>
        <p:txBody>
          <a:bodyPr wrap="none" rtlCol="0">
            <a:spAutoFit/>
          </a:bodyPr>
          <a:lstStyle/>
          <a:p>
            <a:r>
              <a:rPr lang="en-US" sz="1200"/>
              <a:t>2</a:t>
            </a:r>
          </a:p>
          <a:p>
            <a:endParaRPr lang="en-US" sz="1200"/>
          </a:p>
          <a:p>
            <a:r>
              <a:rPr lang="en-US" sz="1200"/>
              <a:t>3</a:t>
            </a:r>
            <a:endParaRPr lang="en-GB" sz="1200"/>
          </a:p>
        </p:txBody>
      </p:sp>
      <p:sp>
        <p:nvSpPr>
          <p:cNvPr id="41" name="TextBox 40">
            <a:extLst>
              <a:ext uri="{FF2B5EF4-FFF2-40B4-BE49-F238E27FC236}">
                <a16:creationId xmlns:a16="http://schemas.microsoft.com/office/drawing/2014/main" id="{E1CDC20A-FDB4-9DC4-A4A7-016579A06BE5}"/>
              </a:ext>
            </a:extLst>
          </p:cNvPr>
          <p:cNvSpPr txBox="1"/>
          <p:nvPr/>
        </p:nvSpPr>
        <p:spPr>
          <a:xfrm>
            <a:off x="189944" y="7817876"/>
            <a:ext cx="1803699" cy="276999"/>
          </a:xfrm>
          <a:prstGeom prst="rect">
            <a:avLst/>
          </a:prstGeom>
          <a:noFill/>
        </p:spPr>
        <p:txBody>
          <a:bodyPr wrap="none" rtlCol="0">
            <a:spAutoFit/>
          </a:bodyPr>
          <a:lstStyle/>
          <a:p>
            <a:r>
              <a:rPr lang="en-US" sz="1200"/>
              <a:t>12                                     72</a:t>
            </a:r>
            <a:endParaRPr lang="en-GB" sz="1200"/>
          </a:p>
        </p:txBody>
      </p:sp>
      <p:sp>
        <p:nvSpPr>
          <p:cNvPr id="42" name="TextBox 41">
            <a:extLst>
              <a:ext uri="{FF2B5EF4-FFF2-40B4-BE49-F238E27FC236}">
                <a16:creationId xmlns:a16="http://schemas.microsoft.com/office/drawing/2014/main" id="{22CA7443-4335-664F-6443-803F46854680}"/>
              </a:ext>
            </a:extLst>
          </p:cNvPr>
          <p:cNvSpPr txBox="1"/>
          <p:nvPr/>
        </p:nvSpPr>
        <p:spPr>
          <a:xfrm>
            <a:off x="3858269" y="8059249"/>
            <a:ext cx="263214" cy="276999"/>
          </a:xfrm>
          <a:prstGeom prst="rect">
            <a:avLst/>
          </a:prstGeom>
          <a:noFill/>
        </p:spPr>
        <p:txBody>
          <a:bodyPr wrap="none" rtlCol="0">
            <a:spAutoFit/>
          </a:bodyPr>
          <a:lstStyle/>
          <a:p>
            <a:r>
              <a:rPr lang="en-US" sz="1200"/>
              <a:t>3</a:t>
            </a:r>
            <a:endParaRPr lang="en-GB" sz="1200"/>
          </a:p>
        </p:txBody>
      </p:sp>
      <p:sp>
        <p:nvSpPr>
          <p:cNvPr id="43" name="TextBox 42">
            <a:extLst>
              <a:ext uri="{FF2B5EF4-FFF2-40B4-BE49-F238E27FC236}">
                <a16:creationId xmlns:a16="http://schemas.microsoft.com/office/drawing/2014/main" id="{1E7AA9C6-05FD-998B-7AD0-A497E11FBB61}"/>
              </a:ext>
            </a:extLst>
          </p:cNvPr>
          <p:cNvSpPr txBox="1"/>
          <p:nvPr/>
        </p:nvSpPr>
        <p:spPr>
          <a:xfrm>
            <a:off x="3875172" y="8396617"/>
            <a:ext cx="263214" cy="276999"/>
          </a:xfrm>
          <a:prstGeom prst="rect">
            <a:avLst/>
          </a:prstGeom>
          <a:noFill/>
        </p:spPr>
        <p:txBody>
          <a:bodyPr wrap="none" rtlCol="0">
            <a:spAutoFit/>
          </a:bodyPr>
          <a:lstStyle/>
          <a:p>
            <a:r>
              <a:rPr lang="en-US" sz="1200"/>
              <a:t>3</a:t>
            </a:r>
            <a:endParaRPr lang="en-GB" sz="1200"/>
          </a:p>
        </p:txBody>
      </p:sp>
      <p:sp>
        <p:nvSpPr>
          <p:cNvPr id="44" name="TextBox 43">
            <a:extLst>
              <a:ext uri="{FF2B5EF4-FFF2-40B4-BE49-F238E27FC236}">
                <a16:creationId xmlns:a16="http://schemas.microsoft.com/office/drawing/2014/main" id="{F7471394-AB2B-2455-5242-1458D6CBC52F}"/>
              </a:ext>
            </a:extLst>
          </p:cNvPr>
          <p:cNvSpPr txBox="1"/>
          <p:nvPr/>
        </p:nvSpPr>
        <p:spPr>
          <a:xfrm>
            <a:off x="4339282" y="8191349"/>
            <a:ext cx="263214" cy="461665"/>
          </a:xfrm>
          <a:prstGeom prst="rect">
            <a:avLst/>
          </a:prstGeom>
          <a:noFill/>
        </p:spPr>
        <p:txBody>
          <a:bodyPr wrap="none" rtlCol="0">
            <a:spAutoFit/>
          </a:bodyPr>
          <a:lstStyle/>
          <a:p>
            <a:r>
              <a:rPr lang="en-US" sz="1200"/>
              <a:t>2</a:t>
            </a:r>
            <a:endParaRPr lang="en-GB" sz="1200"/>
          </a:p>
          <a:p>
            <a:r>
              <a:rPr lang="en-GB" sz="1200"/>
              <a:t>2</a:t>
            </a:r>
            <a:endParaRPr lang="en-US" sz="1200"/>
          </a:p>
        </p:txBody>
      </p:sp>
      <p:sp>
        <p:nvSpPr>
          <p:cNvPr id="45" name="TextBox 44">
            <a:extLst>
              <a:ext uri="{FF2B5EF4-FFF2-40B4-BE49-F238E27FC236}">
                <a16:creationId xmlns:a16="http://schemas.microsoft.com/office/drawing/2014/main" id="{6D82FFA3-8F81-0A0F-9EC0-606761CF4BFC}"/>
              </a:ext>
            </a:extLst>
          </p:cNvPr>
          <p:cNvSpPr txBox="1"/>
          <p:nvPr/>
        </p:nvSpPr>
        <p:spPr>
          <a:xfrm>
            <a:off x="4730846" y="8077616"/>
            <a:ext cx="341760" cy="276999"/>
          </a:xfrm>
          <a:prstGeom prst="rect">
            <a:avLst/>
          </a:prstGeom>
          <a:noFill/>
        </p:spPr>
        <p:txBody>
          <a:bodyPr wrap="none" rtlCol="0">
            <a:spAutoFit/>
          </a:bodyPr>
          <a:lstStyle/>
          <a:p>
            <a:r>
              <a:rPr lang="en-US" sz="1200"/>
              <a:t>13</a:t>
            </a:r>
            <a:endParaRPr lang="en-GB" sz="1200"/>
          </a:p>
        </p:txBody>
      </p:sp>
      <p:sp>
        <p:nvSpPr>
          <p:cNvPr id="46" name="TextBox 45">
            <a:extLst>
              <a:ext uri="{FF2B5EF4-FFF2-40B4-BE49-F238E27FC236}">
                <a16:creationId xmlns:a16="http://schemas.microsoft.com/office/drawing/2014/main" id="{9ED3A320-55AB-832B-0132-02F1C5E94BD3}"/>
              </a:ext>
            </a:extLst>
          </p:cNvPr>
          <p:cNvSpPr txBox="1"/>
          <p:nvPr/>
        </p:nvSpPr>
        <p:spPr>
          <a:xfrm>
            <a:off x="3564807" y="7766175"/>
            <a:ext cx="1803699" cy="276999"/>
          </a:xfrm>
          <a:prstGeom prst="rect">
            <a:avLst/>
          </a:prstGeom>
          <a:noFill/>
        </p:spPr>
        <p:txBody>
          <a:bodyPr wrap="none" rtlCol="0">
            <a:spAutoFit/>
          </a:bodyPr>
          <a:lstStyle/>
          <a:p>
            <a:r>
              <a:rPr lang="en-US" sz="1200"/>
              <a:t>36                                     52</a:t>
            </a:r>
            <a:endParaRPr lang="en-GB" sz="1200"/>
          </a:p>
        </p:txBody>
      </p:sp>
      <p:pic>
        <p:nvPicPr>
          <p:cNvPr id="1026" name="Picture 2">
            <a:extLst>
              <a:ext uri="{FF2B5EF4-FFF2-40B4-BE49-F238E27FC236}">
                <a16:creationId xmlns:a16="http://schemas.microsoft.com/office/drawing/2014/main" id="{7D58DB79-5E40-4AB9-B25B-7FFED516DF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4060" y="723643"/>
            <a:ext cx="1400220" cy="8257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5918D5-11C9-11E8-1A9A-5553D06AC765}"/>
              </a:ext>
            </a:extLst>
          </p:cNvPr>
          <p:cNvSpPr txBox="1"/>
          <p:nvPr/>
        </p:nvSpPr>
        <p:spPr>
          <a:xfrm>
            <a:off x="82310" y="4888189"/>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
        <p:nvSpPr>
          <p:cNvPr id="12" name="TextBox 11">
            <a:extLst>
              <a:ext uri="{FF2B5EF4-FFF2-40B4-BE49-F238E27FC236}">
                <a16:creationId xmlns:a16="http://schemas.microsoft.com/office/drawing/2014/main" id="{D43C410C-C239-7573-9C2B-255F5B577194}"/>
              </a:ext>
            </a:extLst>
          </p:cNvPr>
          <p:cNvSpPr txBox="1"/>
          <p:nvPr/>
        </p:nvSpPr>
        <p:spPr>
          <a:xfrm>
            <a:off x="0" y="30193"/>
            <a:ext cx="3429000" cy="276999"/>
          </a:xfrm>
          <a:prstGeom prst="rect">
            <a:avLst/>
          </a:prstGeom>
          <a:solidFill>
            <a:srgbClr val="0070C0"/>
          </a:solidFill>
          <a:ln w="19050">
            <a:noFill/>
          </a:ln>
        </p:spPr>
        <p:txBody>
          <a:bodyPr wrap="square" rtlCol="0">
            <a:spAutoFit/>
          </a:bodyPr>
          <a:lstStyle/>
          <a:p>
            <a:r>
              <a:rPr lang="en-US" sz="1200" dirty="0">
                <a:solidFill>
                  <a:schemeClr val="bg1"/>
                </a:solidFill>
              </a:rPr>
              <a:t>Finding the LCM by Prime </a:t>
            </a:r>
            <a:r>
              <a:rPr lang="en-US" sz="1200" dirty="0" err="1">
                <a:solidFill>
                  <a:schemeClr val="bg1"/>
                </a:solidFill>
              </a:rPr>
              <a:t>Factorisation</a:t>
            </a:r>
            <a:endParaRPr lang="en-GB" sz="1200" dirty="0">
              <a:solidFill>
                <a:schemeClr val="bg1"/>
              </a:solidFill>
            </a:endParaRPr>
          </a:p>
        </p:txBody>
      </p:sp>
    </p:spTree>
    <p:extLst>
      <p:ext uri="{BB962C8B-B14F-4D97-AF65-F5344CB8AC3E}">
        <p14:creationId xmlns:p14="http://schemas.microsoft.com/office/powerpoint/2010/main" val="32540951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10D1B-52A0-8F0E-C391-AA2A7AB17C97}"/>
            </a:ext>
          </a:extLst>
        </p:cNvPr>
        <p:cNvGrpSpPr/>
        <p:nvPr/>
      </p:nvGrpSpPr>
      <p:grpSpPr>
        <a:xfrm>
          <a:off x="0" y="0"/>
          <a:ext cx="0" cy="0"/>
          <a:chOff x="0" y="0"/>
          <a:chExt cx="0" cy="0"/>
        </a:xfrm>
      </p:grpSpPr>
      <p:pic>
        <p:nvPicPr>
          <p:cNvPr id="56" name="Picture 2" descr="Venn Diagram: Definition, Types and What It's Used For ...">
            <a:extLst>
              <a:ext uri="{FF2B5EF4-FFF2-40B4-BE49-F238E27FC236}">
                <a16:creationId xmlns:a16="http://schemas.microsoft.com/office/drawing/2014/main" id="{714F1947-6998-1572-C4FD-10E1A5864F7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1" y="2200109"/>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Venn Diagram: Definition, Types and What It's Used For ...">
            <a:extLst>
              <a:ext uri="{FF2B5EF4-FFF2-40B4-BE49-F238E27FC236}">
                <a16:creationId xmlns:a16="http://schemas.microsoft.com/office/drawing/2014/main" id="{02557E93-06C8-CEE6-D95E-2BBA8EBCEA7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8413613"/>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Venn Diagram: Definition, Types and What It's Used For ...">
            <a:extLst>
              <a:ext uri="{FF2B5EF4-FFF2-40B4-BE49-F238E27FC236}">
                <a16:creationId xmlns:a16="http://schemas.microsoft.com/office/drawing/2014/main" id="{3848F42B-B24E-B706-1120-D5A5C82F522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5332743"/>
            <a:ext cx="2283927" cy="12902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8" name="Table 47">
            <a:extLst>
              <a:ext uri="{FF2B5EF4-FFF2-40B4-BE49-F238E27FC236}">
                <a16:creationId xmlns:a16="http://schemas.microsoft.com/office/drawing/2014/main" id="{C929A987-0183-8DBC-9E02-9EC8FFF10365}"/>
              </a:ext>
            </a:extLst>
          </p:cNvPr>
          <p:cNvGraphicFramePr>
            <a:graphicFrameLocks noGrp="1"/>
          </p:cNvGraphicFramePr>
          <p:nvPr/>
        </p:nvGraphicFramePr>
        <p:xfrm>
          <a:off x="282220" y="687615"/>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18</a:t>
                      </a:r>
                      <a:r>
                        <a:rPr lang="en-US" sz="1200" b="1" baseline="0">
                          <a:solidFill>
                            <a:schemeClr val="tx1"/>
                          </a:solidFill>
                        </a:rPr>
                        <a:t> and 45</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 ALL numbers in the Venn</a:t>
                      </a:r>
                      <a:r>
                        <a:rPr lang="en-US" sz="1200" baseline="0">
                          <a:solidFill>
                            <a:schemeClr val="tx1"/>
                          </a:solidFill>
                        </a:rPr>
                        <a:t>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lowest common multiple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aphicFrame>
        <p:nvGraphicFramePr>
          <p:cNvPr id="53" name="Table 52">
            <a:extLst>
              <a:ext uri="{FF2B5EF4-FFF2-40B4-BE49-F238E27FC236}">
                <a16:creationId xmlns:a16="http://schemas.microsoft.com/office/drawing/2014/main" id="{D0A437AD-436F-6FD7-2BF4-43BD424F9FDE}"/>
              </a:ext>
            </a:extLst>
          </p:cNvPr>
          <p:cNvGraphicFramePr>
            <a:graphicFrameLocks noGrp="1"/>
          </p:cNvGraphicFramePr>
          <p:nvPr/>
        </p:nvGraphicFramePr>
        <p:xfrm>
          <a:off x="282220" y="3803360"/>
          <a:ext cx="6278465" cy="2839720"/>
        </p:xfrm>
        <a:graphic>
          <a:graphicData uri="http://schemas.openxmlformats.org/drawingml/2006/table">
            <a:tbl>
              <a:tblPr firstRow="1" bandRow="1">
                <a:tableStyleId>{5C22544A-7EE6-4342-B048-85BDC9FD1C3A}</a:tableStyleId>
              </a:tblPr>
              <a:tblGrid>
                <a:gridCol w="2494847">
                  <a:extLst>
                    <a:ext uri="{9D8B030D-6E8A-4147-A177-3AD203B41FA5}">
                      <a16:colId xmlns:a16="http://schemas.microsoft.com/office/drawing/2014/main" val="1546927094"/>
                    </a:ext>
                  </a:extLst>
                </a:gridCol>
                <a:gridCol w="3783618">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24 and 40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 ALL numbers in the Venn</a:t>
                      </a:r>
                      <a:r>
                        <a:rPr lang="en-US" sz="1200" baseline="0">
                          <a:solidFill>
                            <a:schemeClr val="tx1"/>
                          </a:solidFill>
                        </a:rPr>
                        <a:t>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lowest common multiple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aphicFrame>
        <p:nvGraphicFramePr>
          <p:cNvPr id="54" name="Table 53">
            <a:extLst>
              <a:ext uri="{FF2B5EF4-FFF2-40B4-BE49-F238E27FC236}">
                <a16:creationId xmlns:a16="http://schemas.microsoft.com/office/drawing/2014/main" id="{74FA943A-2228-5C28-E302-F7A0BD483B86}"/>
              </a:ext>
            </a:extLst>
          </p:cNvPr>
          <p:cNvGraphicFramePr>
            <a:graphicFrameLocks noGrp="1"/>
          </p:cNvGraphicFramePr>
          <p:nvPr/>
        </p:nvGraphicFramePr>
        <p:xfrm>
          <a:off x="282220" y="6934603"/>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28 and 60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 ALL numbers in the Venn</a:t>
                      </a:r>
                      <a:r>
                        <a:rPr lang="en-US" sz="1200" baseline="0">
                          <a:solidFill>
                            <a:schemeClr val="tx1"/>
                          </a:solidFill>
                        </a:rPr>
                        <a:t>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lowest common multiple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sp>
        <p:nvSpPr>
          <p:cNvPr id="60" name="Slide Number Placeholder 3">
            <a:extLst>
              <a:ext uri="{FF2B5EF4-FFF2-40B4-BE49-F238E27FC236}">
                <a16:creationId xmlns:a16="http://schemas.microsoft.com/office/drawing/2014/main" id="{4ACE6057-6873-7F87-9982-CB4ECDCD6EB8}"/>
              </a:ext>
            </a:extLst>
          </p:cNvPr>
          <p:cNvSpPr>
            <a:spLocks noGrp="1"/>
          </p:cNvSpPr>
          <p:nvPr>
            <p:ph type="sldNum" sz="quarter" idx="12"/>
          </p:nvPr>
        </p:nvSpPr>
        <p:spPr>
          <a:xfrm>
            <a:off x="5314172" y="9517573"/>
            <a:ext cx="1543050" cy="527403"/>
          </a:xfrm>
        </p:spPr>
        <p:txBody>
          <a:bodyPr/>
          <a:lstStyle/>
          <a:p>
            <a:fld id="{801DFC4E-6969-46AA-A5C7-ABF66C60BBE0}" type="slidenum">
              <a:rPr lang="en-GB" smtClean="0"/>
              <a:t>28</a:t>
            </a:fld>
            <a:endParaRPr lang="en-GB"/>
          </a:p>
        </p:txBody>
      </p:sp>
      <p:sp>
        <p:nvSpPr>
          <p:cNvPr id="6" name="TextBox 5">
            <a:extLst>
              <a:ext uri="{FF2B5EF4-FFF2-40B4-BE49-F238E27FC236}">
                <a16:creationId xmlns:a16="http://schemas.microsoft.com/office/drawing/2014/main" id="{AABEABC8-3EC8-83DC-4246-EB38033598F4}"/>
              </a:ext>
            </a:extLst>
          </p:cNvPr>
          <p:cNvSpPr txBox="1"/>
          <p:nvPr/>
        </p:nvSpPr>
        <p:spPr>
          <a:xfrm>
            <a:off x="5237362" y="2346538"/>
            <a:ext cx="301686" cy="369332"/>
          </a:xfrm>
          <a:prstGeom prst="rect">
            <a:avLst/>
          </a:prstGeom>
          <a:noFill/>
        </p:spPr>
        <p:txBody>
          <a:bodyPr wrap="none" rtlCol="0">
            <a:spAutoFit/>
          </a:bodyPr>
          <a:lstStyle/>
          <a:p>
            <a:r>
              <a:rPr lang="en-US">
                <a:solidFill>
                  <a:srgbClr val="FF0000"/>
                </a:solidFill>
              </a:rPr>
              <a:t>3</a:t>
            </a:r>
            <a:endParaRPr lang="en-GB">
              <a:solidFill>
                <a:srgbClr val="FF0000"/>
              </a:solidFill>
            </a:endParaRPr>
          </a:p>
        </p:txBody>
      </p:sp>
      <p:sp>
        <p:nvSpPr>
          <p:cNvPr id="49" name="TextBox 48">
            <a:extLst>
              <a:ext uri="{FF2B5EF4-FFF2-40B4-BE49-F238E27FC236}">
                <a16:creationId xmlns:a16="http://schemas.microsoft.com/office/drawing/2014/main" id="{CFA7F501-B1D1-1716-9781-574E05D541A7}"/>
              </a:ext>
            </a:extLst>
          </p:cNvPr>
          <p:cNvSpPr txBox="1"/>
          <p:nvPr/>
        </p:nvSpPr>
        <p:spPr>
          <a:xfrm>
            <a:off x="251027" y="426278"/>
            <a:ext cx="1284326" cy="261610"/>
          </a:xfrm>
          <a:prstGeom prst="rect">
            <a:avLst/>
          </a:prstGeom>
          <a:noFill/>
          <a:ln>
            <a:noFill/>
          </a:ln>
        </p:spPr>
        <p:txBody>
          <a:bodyPr wrap="none" rtlCol="0">
            <a:spAutoFit/>
          </a:bodyPr>
          <a:lstStyle/>
          <a:p>
            <a:r>
              <a:rPr lang="en-GB" sz="1100" b="1" i="1">
                <a:solidFill>
                  <a:srgbClr val="FF0000"/>
                </a:solidFill>
              </a:rPr>
              <a:t>Example 13 - I do…</a:t>
            </a:r>
          </a:p>
        </p:txBody>
      </p:sp>
      <p:sp>
        <p:nvSpPr>
          <p:cNvPr id="50" name="TextBox 49">
            <a:extLst>
              <a:ext uri="{FF2B5EF4-FFF2-40B4-BE49-F238E27FC236}">
                <a16:creationId xmlns:a16="http://schemas.microsoft.com/office/drawing/2014/main" id="{D28E5089-8189-6360-ECAA-724EEED668F4}"/>
              </a:ext>
            </a:extLst>
          </p:cNvPr>
          <p:cNvSpPr txBox="1"/>
          <p:nvPr/>
        </p:nvSpPr>
        <p:spPr>
          <a:xfrm>
            <a:off x="265368" y="3545742"/>
            <a:ext cx="1444626" cy="261610"/>
          </a:xfrm>
          <a:prstGeom prst="rect">
            <a:avLst/>
          </a:prstGeom>
          <a:noFill/>
          <a:ln>
            <a:noFill/>
          </a:ln>
        </p:spPr>
        <p:txBody>
          <a:bodyPr wrap="none" rtlCol="0">
            <a:spAutoFit/>
          </a:bodyPr>
          <a:lstStyle/>
          <a:p>
            <a:r>
              <a:rPr lang="en-GB" sz="1100" b="1" i="1">
                <a:solidFill>
                  <a:srgbClr val="ED7D31"/>
                </a:solidFill>
              </a:rPr>
              <a:t>Example 14 - We do…</a:t>
            </a:r>
          </a:p>
        </p:txBody>
      </p:sp>
      <p:sp>
        <p:nvSpPr>
          <p:cNvPr id="51" name="TextBox 50">
            <a:extLst>
              <a:ext uri="{FF2B5EF4-FFF2-40B4-BE49-F238E27FC236}">
                <a16:creationId xmlns:a16="http://schemas.microsoft.com/office/drawing/2014/main" id="{44C6F5F4-F390-017D-CE2C-975CC04575D5}"/>
              </a:ext>
            </a:extLst>
          </p:cNvPr>
          <p:cNvSpPr txBox="1"/>
          <p:nvPr/>
        </p:nvSpPr>
        <p:spPr>
          <a:xfrm>
            <a:off x="297315" y="6672993"/>
            <a:ext cx="1495922" cy="261610"/>
          </a:xfrm>
          <a:prstGeom prst="rect">
            <a:avLst/>
          </a:prstGeom>
          <a:noFill/>
          <a:ln>
            <a:noFill/>
          </a:ln>
        </p:spPr>
        <p:txBody>
          <a:bodyPr wrap="none" rtlCol="0">
            <a:spAutoFit/>
          </a:bodyPr>
          <a:lstStyle/>
          <a:p>
            <a:r>
              <a:rPr lang="en-GB" sz="1100" b="1" i="1">
                <a:solidFill>
                  <a:srgbClr val="00B050"/>
                </a:solidFill>
              </a:rPr>
              <a:t>Example 15 – You do…</a:t>
            </a:r>
          </a:p>
        </p:txBody>
      </p:sp>
      <p:sp>
        <p:nvSpPr>
          <p:cNvPr id="52" name="Rectangle 51">
            <a:extLst>
              <a:ext uri="{FF2B5EF4-FFF2-40B4-BE49-F238E27FC236}">
                <a16:creationId xmlns:a16="http://schemas.microsoft.com/office/drawing/2014/main" id="{271CE033-08C1-785D-B182-49AD8FB4A69D}"/>
              </a:ext>
            </a:extLst>
          </p:cNvPr>
          <p:cNvSpPr/>
          <p:nvPr/>
        </p:nvSpPr>
        <p:spPr>
          <a:xfrm>
            <a:off x="1709994" y="404846"/>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Find Lowest Common Multiple of the following pairs of numbers.</a:t>
            </a:r>
            <a:endParaRPr lang="pt-BR" sz="1200">
              <a:latin typeface="Calibri" panose="020F0502020204030204" pitchFamily="34" charset="0"/>
              <a:cs typeface="Calibri" panose="020F0502020204030204" pitchFamily="34" charset="0"/>
            </a:endParaRPr>
          </a:p>
        </p:txBody>
      </p:sp>
      <p:sp>
        <p:nvSpPr>
          <p:cNvPr id="55" name="Slide Number Placeholder 3">
            <a:extLst>
              <a:ext uri="{FF2B5EF4-FFF2-40B4-BE49-F238E27FC236}">
                <a16:creationId xmlns:a16="http://schemas.microsoft.com/office/drawing/2014/main" id="{FCBF507B-7590-8866-80B5-BECCC1AE46D9}"/>
              </a:ext>
            </a:extLst>
          </p:cNvPr>
          <p:cNvSpPr txBox="1">
            <a:spLocks/>
          </p:cNvSpPr>
          <p:nvPr/>
        </p:nvSpPr>
        <p:spPr>
          <a:xfrm>
            <a:off x="5300662" y="9493366"/>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01DFC4E-6969-46AA-A5C7-ABF66C60BBE0}" type="slidenum">
              <a:rPr lang="en-GB" smtClean="0"/>
              <a:pPr/>
              <a:t>28</a:t>
            </a:fld>
            <a:endParaRPr lang="en-GB"/>
          </a:p>
        </p:txBody>
      </p:sp>
      <p:sp>
        <p:nvSpPr>
          <p:cNvPr id="58" name="TextBox 57">
            <a:extLst>
              <a:ext uri="{FF2B5EF4-FFF2-40B4-BE49-F238E27FC236}">
                <a16:creationId xmlns:a16="http://schemas.microsoft.com/office/drawing/2014/main" id="{3AB1CBE6-D2D9-B8D1-3EFC-DA1842AA8C56}"/>
              </a:ext>
            </a:extLst>
          </p:cNvPr>
          <p:cNvSpPr txBox="1"/>
          <p:nvPr/>
        </p:nvSpPr>
        <p:spPr>
          <a:xfrm>
            <a:off x="4756825" y="1994643"/>
            <a:ext cx="355601" cy="276999"/>
          </a:xfrm>
          <a:prstGeom prst="rect">
            <a:avLst/>
          </a:prstGeom>
          <a:noFill/>
        </p:spPr>
        <p:txBody>
          <a:bodyPr wrap="square" rtlCol="0">
            <a:spAutoFit/>
          </a:bodyPr>
          <a:lstStyle/>
          <a:p>
            <a:r>
              <a:rPr lang="en-US" sz="1200"/>
              <a:t>18</a:t>
            </a:r>
            <a:endParaRPr lang="en-GB" sz="1200"/>
          </a:p>
        </p:txBody>
      </p:sp>
      <p:sp>
        <p:nvSpPr>
          <p:cNvPr id="59" name="TextBox 58">
            <a:extLst>
              <a:ext uri="{FF2B5EF4-FFF2-40B4-BE49-F238E27FC236}">
                <a16:creationId xmlns:a16="http://schemas.microsoft.com/office/drawing/2014/main" id="{DF048FC6-4E48-35CE-B917-711BEA8B4052}"/>
              </a:ext>
            </a:extLst>
          </p:cNvPr>
          <p:cNvSpPr txBox="1"/>
          <p:nvPr/>
        </p:nvSpPr>
        <p:spPr>
          <a:xfrm>
            <a:off x="5701940" y="1979403"/>
            <a:ext cx="355601" cy="276999"/>
          </a:xfrm>
          <a:prstGeom prst="rect">
            <a:avLst/>
          </a:prstGeom>
          <a:noFill/>
        </p:spPr>
        <p:txBody>
          <a:bodyPr wrap="square" rtlCol="0">
            <a:spAutoFit/>
          </a:bodyPr>
          <a:lstStyle/>
          <a:p>
            <a:r>
              <a:rPr lang="en-US" sz="1200"/>
              <a:t>45</a:t>
            </a:r>
            <a:endParaRPr lang="en-GB" sz="1200"/>
          </a:p>
        </p:txBody>
      </p:sp>
      <p:sp>
        <p:nvSpPr>
          <p:cNvPr id="70" name="TextBox 69">
            <a:extLst>
              <a:ext uri="{FF2B5EF4-FFF2-40B4-BE49-F238E27FC236}">
                <a16:creationId xmlns:a16="http://schemas.microsoft.com/office/drawing/2014/main" id="{6475B11C-3AB9-A985-5BAD-404134B365C3}"/>
              </a:ext>
            </a:extLst>
          </p:cNvPr>
          <p:cNvSpPr txBox="1"/>
          <p:nvPr/>
        </p:nvSpPr>
        <p:spPr>
          <a:xfrm>
            <a:off x="4777703" y="5061726"/>
            <a:ext cx="355601" cy="276999"/>
          </a:xfrm>
          <a:prstGeom prst="rect">
            <a:avLst/>
          </a:prstGeom>
          <a:noFill/>
        </p:spPr>
        <p:txBody>
          <a:bodyPr wrap="square" rtlCol="0">
            <a:spAutoFit/>
          </a:bodyPr>
          <a:lstStyle/>
          <a:p>
            <a:r>
              <a:rPr lang="en-US" sz="1200"/>
              <a:t>24</a:t>
            </a:r>
            <a:endParaRPr lang="en-GB" sz="1200"/>
          </a:p>
        </p:txBody>
      </p:sp>
      <p:sp>
        <p:nvSpPr>
          <p:cNvPr id="71" name="TextBox 70">
            <a:extLst>
              <a:ext uri="{FF2B5EF4-FFF2-40B4-BE49-F238E27FC236}">
                <a16:creationId xmlns:a16="http://schemas.microsoft.com/office/drawing/2014/main" id="{95CB0677-7CA0-944E-2F9B-94B9E01465CB}"/>
              </a:ext>
            </a:extLst>
          </p:cNvPr>
          <p:cNvSpPr txBox="1"/>
          <p:nvPr/>
        </p:nvSpPr>
        <p:spPr>
          <a:xfrm>
            <a:off x="5708477" y="5080343"/>
            <a:ext cx="355601" cy="276999"/>
          </a:xfrm>
          <a:prstGeom prst="rect">
            <a:avLst/>
          </a:prstGeom>
          <a:noFill/>
        </p:spPr>
        <p:txBody>
          <a:bodyPr wrap="square" rtlCol="0">
            <a:spAutoFit/>
          </a:bodyPr>
          <a:lstStyle/>
          <a:p>
            <a:r>
              <a:rPr lang="en-US" sz="1200"/>
              <a:t>40</a:t>
            </a:r>
            <a:endParaRPr lang="en-GB" sz="1200"/>
          </a:p>
        </p:txBody>
      </p:sp>
      <p:sp>
        <p:nvSpPr>
          <p:cNvPr id="73" name="TextBox 72">
            <a:extLst>
              <a:ext uri="{FF2B5EF4-FFF2-40B4-BE49-F238E27FC236}">
                <a16:creationId xmlns:a16="http://schemas.microsoft.com/office/drawing/2014/main" id="{97C1F408-D9E9-5017-4F6C-3F6F365E969D}"/>
              </a:ext>
            </a:extLst>
          </p:cNvPr>
          <p:cNvSpPr txBox="1"/>
          <p:nvPr/>
        </p:nvSpPr>
        <p:spPr>
          <a:xfrm>
            <a:off x="4763362" y="8170142"/>
            <a:ext cx="355601" cy="276999"/>
          </a:xfrm>
          <a:prstGeom prst="rect">
            <a:avLst/>
          </a:prstGeom>
          <a:noFill/>
        </p:spPr>
        <p:txBody>
          <a:bodyPr wrap="square" rtlCol="0">
            <a:spAutoFit/>
          </a:bodyPr>
          <a:lstStyle/>
          <a:p>
            <a:r>
              <a:rPr lang="en-US" sz="1200"/>
              <a:t>28</a:t>
            </a:r>
            <a:endParaRPr lang="en-GB" sz="1200"/>
          </a:p>
        </p:txBody>
      </p:sp>
      <p:sp>
        <p:nvSpPr>
          <p:cNvPr id="74" name="TextBox 73">
            <a:extLst>
              <a:ext uri="{FF2B5EF4-FFF2-40B4-BE49-F238E27FC236}">
                <a16:creationId xmlns:a16="http://schemas.microsoft.com/office/drawing/2014/main" id="{F7C632DA-3B28-94A4-B316-129D188ABCDB}"/>
              </a:ext>
            </a:extLst>
          </p:cNvPr>
          <p:cNvSpPr txBox="1"/>
          <p:nvPr/>
        </p:nvSpPr>
        <p:spPr>
          <a:xfrm>
            <a:off x="5708477" y="8161213"/>
            <a:ext cx="355601" cy="276999"/>
          </a:xfrm>
          <a:prstGeom prst="rect">
            <a:avLst/>
          </a:prstGeom>
          <a:noFill/>
        </p:spPr>
        <p:txBody>
          <a:bodyPr wrap="square" rtlCol="0">
            <a:spAutoFit/>
          </a:bodyPr>
          <a:lstStyle/>
          <a:p>
            <a:r>
              <a:rPr lang="en-US" sz="1200"/>
              <a:t>60</a:t>
            </a:r>
            <a:endParaRPr lang="en-GB" sz="1200"/>
          </a:p>
        </p:txBody>
      </p:sp>
      <p:sp>
        <p:nvSpPr>
          <p:cNvPr id="75" name="Rectangle 74">
            <a:extLst>
              <a:ext uri="{FF2B5EF4-FFF2-40B4-BE49-F238E27FC236}">
                <a16:creationId xmlns:a16="http://schemas.microsoft.com/office/drawing/2014/main" id="{C7174DE8-9B65-1E64-D40A-E77B648320F0}"/>
              </a:ext>
            </a:extLst>
          </p:cNvPr>
          <p:cNvSpPr/>
          <p:nvPr/>
        </p:nvSpPr>
        <p:spPr>
          <a:xfrm>
            <a:off x="297315" y="143237"/>
            <a:ext cx="2616596" cy="261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Lowest Common Multiple</a:t>
            </a:r>
            <a:endParaRPr lang="en-GB" sz="1200">
              <a:solidFill>
                <a:srgbClr val="FF0000"/>
              </a:solidFill>
            </a:endParaRPr>
          </a:p>
        </p:txBody>
      </p:sp>
    </p:spTree>
    <p:extLst>
      <p:ext uri="{BB962C8B-B14F-4D97-AF65-F5344CB8AC3E}">
        <p14:creationId xmlns:p14="http://schemas.microsoft.com/office/powerpoint/2010/main" val="325519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B070D-D61E-3786-C005-E140F2D4A7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4BC190A-B0EE-2A06-2542-0E19FAC8EF3F}"/>
              </a:ext>
            </a:extLst>
          </p:cNvPr>
          <p:cNvSpPr/>
          <p:nvPr/>
        </p:nvSpPr>
        <p:spPr>
          <a:xfrm>
            <a:off x="1592145" y="72664"/>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7. </a:t>
            </a:r>
            <a:r>
              <a:rPr lang="pt-BR" sz="1200">
                <a:latin typeface="Calibri" panose="020F0502020204030204" pitchFamily="34" charset="0"/>
                <a:cs typeface="Calibri" panose="020F0502020204030204" pitchFamily="34" charset="0"/>
              </a:rPr>
              <a:t>Calculate the Lowest Common Multiple of the following pairs of numbers.</a:t>
            </a:r>
          </a:p>
        </p:txBody>
      </p:sp>
      <p:sp>
        <p:nvSpPr>
          <p:cNvPr id="9" name="Rectangle 8">
            <a:extLst>
              <a:ext uri="{FF2B5EF4-FFF2-40B4-BE49-F238E27FC236}">
                <a16:creationId xmlns:a16="http://schemas.microsoft.com/office/drawing/2014/main" id="{75FB56E0-F93F-66DB-2F3B-438DDA028598}"/>
              </a:ext>
            </a:extLst>
          </p:cNvPr>
          <p:cNvSpPr/>
          <p:nvPr/>
        </p:nvSpPr>
        <p:spPr>
          <a:xfrm>
            <a:off x="102453" y="333444"/>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40 and 50</a:t>
            </a:r>
          </a:p>
        </p:txBody>
      </p:sp>
      <p:graphicFrame>
        <p:nvGraphicFramePr>
          <p:cNvPr id="10" name="Table 9">
            <a:extLst>
              <a:ext uri="{FF2B5EF4-FFF2-40B4-BE49-F238E27FC236}">
                <a16:creationId xmlns:a16="http://schemas.microsoft.com/office/drawing/2014/main" id="{D93EA01D-65D2-1676-96F7-BB0553C4CF06}"/>
              </a:ext>
            </a:extLst>
          </p:cNvPr>
          <p:cNvGraphicFramePr>
            <a:graphicFrameLocks noGrp="1"/>
          </p:cNvGraphicFramePr>
          <p:nvPr/>
        </p:nvGraphicFramePr>
        <p:xfrm>
          <a:off x="102453"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a:extLst>
              <a:ext uri="{FF2B5EF4-FFF2-40B4-BE49-F238E27FC236}">
                <a16:creationId xmlns:a16="http://schemas.microsoft.com/office/drawing/2014/main" id="{26637743-006F-BEB4-9219-6C7A2E8650B0}"/>
              </a:ext>
            </a:extLst>
          </p:cNvPr>
          <p:cNvGraphicFramePr>
            <a:graphicFrameLocks noGrp="1"/>
          </p:cNvGraphicFramePr>
          <p:nvPr/>
        </p:nvGraphicFramePr>
        <p:xfrm>
          <a:off x="3545084"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a:extLst>
              <a:ext uri="{FF2B5EF4-FFF2-40B4-BE49-F238E27FC236}">
                <a16:creationId xmlns:a16="http://schemas.microsoft.com/office/drawing/2014/main" id="{2D6508CF-16DD-75A3-05DE-8FB83AAC077C}"/>
              </a:ext>
            </a:extLst>
          </p:cNvPr>
          <p:cNvSpPr/>
          <p:nvPr/>
        </p:nvSpPr>
        <p:spPr>
          <a:xfrm>
            <a:off x="102453" y="346754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18 and 24</a:t>
            </a:r>
          </a:p>
        </p:txBody>
      </p:sp>
      <p:graphicFrame>
        <p:nvGraphicFramePr>
          <p:cNvPr id="21" name="Table 20">
            <a:extLst>
              <a:ext uri="{FF2B5EF4-FFF2-40B4-BE49-F238E27FC236}">
                <a16:creationId xmlns:a16="http://schemas.microsoft.com/office/drawing/2014/main" id="{79A8FD70-A84D-B454-CC0E-3935571193E5}"/>
              </a:ext>
            </a:extLst>
          </p:cNvPr>
          <p:cNvGraphicFramePr>
            <a:graphicFrameLocks noGrp="1"/>
          </p:cNvGraphicFramePr>
          <p:nvPr/>
        </p:nvGraphicFramePr>
        <p:xfrm>
          <a:off x="102453"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a:extLst>
              <a:ext uri="{FF2B5EF4-FFF2-40B4-BE49-F238E27FC236}">
                <a16:creationId xmlns:a16="http://schemas.microsoft.com/office/drawing/2014/main" id="{5AF015A9-F330-BD96-7051-18A2CF04F5FD}"/>
              </a:ext>
            </a:extLst>
          </p:cNvPr>
          <p:cNvGraphicFramePr>
            <a:graphicFrameLocks noGrp="1"/>
          </p:cNvGraphicFramePr>
          <p:nvPr/>
        </p:nvGraphicFramePr>
        <p:xfrm>
          <a:off x="3545084"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a:extLst>
              <a:ext uri="{FF2B5EF4-FFF2-40B4-BE49-F238E27FC236}">
                <a16:creationId xmlns:a16="http://schemas.microsoft.com/office/drawing/2014/main" id="{9AC0412A-714F-0E27-855A-EFD6E307584E}"/>
              </a:ext>
            </a:extLst>
          </p:cNvPr>
          <p:cNvSpPr/>
          <p:nvPr/>
        </p:nvSpPr>
        <p:spPr>
          <a:xfrm>
            <a:off x="102453"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e) 60 and 72</a:t>
            </a:r>
          </a:p>
        </p:txBody>
      </p:sp>
      <p:graphicFrame>
        <p:nvGraphicFramePr>
          <p:cNvPr id="24" name="Table 23">
            <a:extLst>
              <a:ext uri="{FF2B5EF4-FFF2-40B4-BE49-F238E27FC236}">
                <a16:creationId xmlns:a16="http://schemas.microsoft.com/office/drawing/2014/main" id="{7012680B-5746-DDF4-9091-BABD1C3043AD}"/>
              </a:ext>
            </a:extLst>
          </p:cNvPr>
          <p:cNvGraphicFramePr>
            <a:graphicFrameLocks noGrp="1"/>
          </p:cNvGraphicFramePr>
          <p:nvPr/>
        </p:nvGraphicFramePr>
        <p:xfrm>
          <a:off x="102453"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a:extLst>
              <a:ext uri="{FF2B5EF4-FFF2-40B4-BE49-F238E27FC236}">
                <a16:creationId xmlns:a16="http://schemas.microsoft.com/office/drawing/2014/main" id="{91E48BFE-9460-471A-6537-2B6D57EB38F7}"/>
              </a:ext>
            </a:extLst>
          </p:cNvPr>
          <p:cNvGraphicFramePr>
            <a:graphicFrameLocks noGrp="1"/>
          </p:cNvGraphicFramePr>
          <p:nvPr/>
        </p:nvGraphicFramePr>
        <p:xfrm>
          <a:off x="3545084"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a:extLst>
              <a:ext uri="{FF2B5EF4-FFF2-40B4-BE49-F238E27FC236}">
                <a16:creationId xmlns:a16="http://schemas.microsoft.com/office/drawing/2014/main" id="{18599EA4-401B-6FE0-9340-1433C279CCC4}"/>
              </a:ext>
            </a:extLst>
          </p:cNvPr>
          <p:cNvSpPr>
            <a:spLocks noGrp="1"/>
          </p:cNvSpPr>
          <p:nvPr>
            <p:ph type="sldNum" sz="quarter" idx="12"/>
          </p:nvPr>
        </p:nvSpPr>
        <p:spPr>
          <a:xfrm>
            <a:off x="5314172" y="9548569"/>
            <a:ext cx="1543050" cy="527403"/>
          </a:xfrm>
        </p:spPr>
        <p:txBody>
          <a:bodyPr/>
          <a:lstStyle/>
          <a:p>
            <a:fld id="{801DFC4E-6969-46AA-A5C7-ABF66C60BBE0}" type="slidenum">
              <a:rPr lang="en-GB" smtClean="0"/>
              <a:t>29</a:t>
            </a:fld>
            <a:endParaRPr lang="en-GB"/>
          </a:p>
        </p:txBody>
      </p:sp>
      <p:sp>
        <p:nvSpPr>
          <p:cNvPr id="28" name="Rectangle 27">
            <a:extLst>
              <a:ext uri="{FF2B5EF4-FFF2-40B4-BE49-F238E27FC236}">
                <a16:creationId xmlns:a16="http://schemas.microsoft.com/office/drawing/2014/main" id="{C4E7CFF7-B72D-D63E-672B-3673366E8722}"/>
              </a:ext>
            </a:extLst>
          </p:cNvPr>
          <p:cNvSpPr/>
          <p:nvPr/>
        </p:nvSpPr>
        <p:spPr>
          <a:xfrm>
            <a:off x="3545084" y="34315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36 and 45</a:t>
            </a:r>
          </a:p>
        </p:txBody>
      </p:sp>
      <p:sp>
        <p:nvSpPr>
          <p:cNvPr id="29" name="Rectangle 28">
            <a:extLst>
              <a:ext uri="{FF2B5EF4-FFF2-40B4-BE49-F238E27FC236}">
                <a16:creationId xmlns:a16="http://schemas.microsoft.com/office/drawing/2014/main" id="{F3BE2929-2ADC-CAE1-A643-FCA789B7F57F}"/>
              </a:ext>
            </a:extLst>
          </p:cNvPr>
          <p:cNvSpPr/>
          <p:nvPr/>
        </p:nvSpPr>
        <p:spPr>
          <a:xfrm>
            <a:off x="3545084" y="347848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28 and 42</a:t>
            </a:r>
          </a:p>
        </p:txBody>
      </p:sp>
      <p:sp>
        <p:nvSpPr>
          <p:cNvPr id="30" name="Rectangle 29">
            <a:extLst>
              <a:ext uri="{FF2B5EF4-FFF2-40B4-BE49-F238E27FC236}">
                <a16:creationId xmlns:a16="http://schemas.microsoft.com/office/drawing/2014/main" id="{A03572B6-AC40-C106-2154-C7BD63BB3984}"/>
              </a:ext>
            </a:extLst>
          </p:cNvPr>
          <p:cNvSpPr/>
          <p:nvPr/>
        </p:nvSpPr>
        <p:spPr>
          <a:xfrm>
            <a:off x="3476197"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f) 70 and 84</a:t>
            </a:r>
          </a:p>
        </p:txBody>
      </p:sp>
      <p:pic>
        <p:nvPicPr>
          <p:cNvPr id="17" name="Picture 2" descr="Venn Diagram: Definition, Types and What It's Used For ...">
            <a:extLst>
              <a:ext uri="{FF2B5EF4-FFF2-40B4-BE49-F238E27FC236}">
                <a16:creationId xmlns:a16="http://schemas.microsoft.com/office/drawing/2014/main" id="{1C788312-9FFA-45FD-462B-2771D4E872E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96561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72FB90CF-D514-A9FE-E819-C0A1807266A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93852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a:extLst>
              <a:ext uri="{FF2B5EF4-FFF2-40B4-BE49-F238E27FC236}">
                <a16:creationId xmlns:a16="http://schemas.microsoft.com/office/drawing/2014/main" id="{14F81E67-ACB9-8523-2039-7B87BD1C996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a:extLst>
              <a:ext uri="{FF2B5EF4-FFF2-40B4-BE49-F238E27FC236}">
                <a16:creationId xmlns:a16="http://schemas.microsoft.com/office/drawing/2014/main" id="{3EBDD584-D51F-29D9-B92C-F8161B321D0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a:extLst>
              <a:ext uri="{FF2B5EF4-FFF2-40B4-BE49-F238E27FC236}">
                <a16:creationId xmlns:a16="http://schemas.microsoft.com/office/drawing/2014/main" id="{C8F5B210-6F7B-42AA-2B41-81F919160C0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a:extLst>
              <a:ext uri="{FF2B5EF4-FFF2-40B4-BE49-F238E27FC236}">
                <a16:creationId xmlns:a16="http://schemas.microsoft.com/office/drawing/2014/main" id="{5BB14D3A-074A-772F-7F79-5B4517B0B32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CAEF95A7-2779-191B-5CCC-D3DE7FD7B8CD}"/>
              </a:ext>
            </a:extLst>
          </p:cNvPr>
          <p:cNvSpPr txBox="1"/>
          <p:nvPr/>
        </p:nvSpPr>
        <p:spPr>
          <a:xfrm>
            <a:off x="88138" y="78896"/>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1850562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099CF-1BD3-1652-7CEA-4D6990430B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51A533B-1BD1-AD33-83FF-F1D0E13DD127}"/>
              </a:ext>
            </a:extLst>
          </p:cNvPr>
          <p:cNvSpPr/>
          <p:nvPr/>
        </p:nvSpPr>
        <p:spPr>
          <a:xfrm>
            <a:off x="102453" y="119439"/>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g) 32 and 48</a:t>
            </a:r>
          </a:p>
        </p:txBody>
      </p:sp>
      <p:graphicFrame>
        <p:nvGraphicFramePr>
          <p:cNvPr id="10" name="Table 9">
            <a:extLst>
              <a:ext uri="{FF2B5EF4-FFF2-40B4-BE49-F238E27FC236}">
                <a16:creationId xmlns:a16="http://schemas.microsoft.com/office/drawing/2014/main" id="{D98FE7E4-0D77-1BED-3AA1-A938CAC743DC}"/>
              </a:ext>
            </a:extLst>
          </p:cNvPr>
          <p:cNvGraphicFramePr>
            <a:graphicFrameLocks noGrp="1"/>
          </p:cNvGraphicFramePr>
          <p:nvPr/>
        </p:nvGraphicFramePr>
        <p:xfrm>
          <a:off x="102453"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a:extLst>
              <a:ext uri="{FF2B5EF4-FFF2-40B4-BE49-F238E27FC236}">
                <a16:creationId xmlns:a16="http://schemas.microsoft.com/office/drawing/2014/main" id="{77C7ACCF-8D25-B885-56A6-41CA2C1E4D84}"/>
              </a:ext>
            </a:extLst>
          </p:cNvPr>
          <p:cNvGraphicFramePr>
            <a:graphicFrameLocks noGrp="1"/>
          </p:cNvGraphicFramePr>
          <p:nvPr/>
        </p:nvGraphicFramePr>
        <p:xfrm>
          <a:off x="3545084"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a:extLst>
              <a:ext uri="{FF2B5EF4-FFF2-40B4-BE49-F238E27FC236}">
                <a16:creationId xmlns:a16="http://schemas.microsoft.com/office/drawing/2014/main" id="{36ED63EA-9356-EE88-5436-A4DF86AB1377}"/>
              </a:ext>
            </a:extLst>
          </p:cNvPr>
          <p:cNvSpPr/>
          <p:nvPr/>
        </p:nvSpPr>
        <p:spPr>
          <a:xfrm>
            <a:off x="102453" y="325354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i) 64 and 100</a:t>
            </a:r>
          </a:p>
        </p:txBody>
      </p:sp>
      <p:graphicFrame>
        <p:nvGraphicFramePr>
          <p:cNvPr id="21" name="Table 20">
            <a:extLst>
              <a:ext uri="{FF2B5EF4-FFF2-40B4-BE49-F238E27FC236}">
                <a16:creationId xmlns:a16="http://schemas.microsoft.com/office/drawing/2014/main" id="{BAE73F80-FA96-5EBD-4CB6-673EF15C5D67}"/>
              </a:ext>
            </a:extLst>
          </p:cNvPr>
          <p:cNvGraphicFramePr>
            <a:graphicFrameLocks noGrp="1"/>
          </p:cNvGraphicFramePr>
          <p:nvPr/>
        </p:nvGraphicFramePr>
        <p:xfrm>
          <a:off x="102453"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a:extLst>
              <a:ext uri="{FF2B5EF4-FFF2-40B4-BE49-F238E27FC236}">
                <a16:creationId xmlns:a16="http://schemas.microsoft.com/office/drawing/2014/main" id="{365CA249-7B61-DC35-0AFE-3A962074B8B0}"/>
              </a:ext>
            </a:extLst>
          </p:cNvPr>
          <p:cNvGraphicFramePr>
            <a:graphicFrameLocks noGrp="1"/>
          </p:cNvGraphicFramePr>
          <p:nvPr/>
        </p:nvGraphicFramePr>
        <p:xfrm>
          <a:off x="3545084"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a:extLst>
              <a:ext uri="{FF2B5EF4-FFF2-40B4-BE49-F238E27FC236}">
                <a16:creationId xmlns:a16="http://schemas.microsoft.com/office/drawing/2014/main" id="{07F2526B-CD33-22BF-8B37-777277E192A7}"/>
              </a:ext>
            </a:extLst>
          </p:cNvPr>
          <p:cNvSpPr/>
          <p:nvPr/>
        </p:nvSpPr>
        <p:spPr>
          <a:xfrm>
            <a:off x="102453"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k) 72 and 108</a:t>
            </a:r>
          </a:p>
        </p:txBody>
      </p:sp>
      <p:graphicFrame>
        <p:nvGraphicFramePr>
          <p:cNvPr id="24" name="Table 23">
            <a:extLst>
              <a:ext uri="{FF2B5EF4-FFF2-40B4-BE49-F238E27FC236}">
                <a16:creationId xmlns:a16="http://schemas.microsoft.com/office/drawing/2014/main" id="{240D02DD-D142-6021-E8F9-4C23ADE0C777}"/>
              </a:ext>
            </a:extLst>
          </p:cNvPr>
          <p:cNvGraphicFramePr>
            <a:graphicFrameLocks noGrp="1"/>
          </p:cNvGraphicFramePr>
          <p:nvPr/>
        </p:nvGraphicFramePr>
        <p:xfrm>
          <a:off x="102453"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a:extLst>
              <a:ext uri="{FF2B5EF4-FFF2-40B4-BE49-F238E27FC236}">
                <a16:creationId xmlns:a16="http://schemas.microsoft.com/office/drawing/2014/main" id="{9C2B8948-BE77-8BBC-A9B8-728F0DA13D3B}"/>
              </a:ext>
            </a:extLst>
          </p:cNvPr>
          <p:cNvGraphicFramePr>
            <a:graphicFrameLocks noGrp="1"/>
          </p:cNvGraphicFramePr>
          <p:nvPr/>
        </p:nvGraphicFramePr>
        <p:xfrm>
          <a:off x="3545084"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a:extLst>
              <a:ext uri="{FF2B5EF4-FFF2-40B4-BE49-F238E27FC236}">
                <a16:creationId xmlns:a16="http://schemas.microsoft.com/office/drawing/2014/main" id="{9A40371B-D219-4B12-E576-B0AC616A81A3}"/>
              </a:ext>
            </a:extLst>
          </p:cNvPr>
          <p:cNvSpPr>
            <a:spLocks noGrp="1"/>
          </p:cNvSpPr>
          <p:nvPr>
            <p:ph type="sldNum" sz="quarter" idx="12"/>
          </p:nvPr>
        </p:nvSpPr>
        <p:spPr>
          <a:xfrm>
            <a:off x="5314172" y="9548569"/>
            <a:ext cx="1543050" cy="527403"/>
          </a:xfrm>
        </p:spPr>
        <p:txBody>
          <a:bodyPr/>
          <a:lstStyle/>
          <a:p>
            <a:fld id="{801DFC4E-6969-46AA-A5C7-ABF66C60BBE0}" type="slidenum">
              <a:rPr lang="en-GB" smtClean="0"/>
              <a:t>30</a:t>
            </a:fld>
            <a:endParaRPr lang="en-GB"/>
          </a:p>
        </p:txBody>
      </p:sp>
      <p:sp>
        <p:nvSpPr>
          <p:cNvPr id="28" name="Rectangle 27">
            <a:extLst>
              <a:ext uri="{FF2B5EF4-FFF2-40B4-BE49-F238E27FC236}">
                <a16:creationId xmlns:a16="http://schemas.microsoft.com/office/drawing/2014/main" id="{80DC342D-C4CD-33F3-9D80-A9C04CF0B284}"/>
              </a:ext>
            </a:extLst>
          </p:cNvPr>
          <p:cNvSpPr/>
          <p:nvPr/>
        </p:nvSpPr>
        <p:spPr>
          <a:xfrm>
            <a:off x="3545084" y="129152"/>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h) 27 and 54</a:t>
            </a:r>
          </a:p>
        </p:txBody>
      </p:sp>
      <p:sp>
        <p:nvSpPr>
          <p:cNvPr id="29" name="Rectangle 28">
            <a:extLst>
              <a:ext uri="{FF2B5EF4-FFF2-40B4-BE49-F238E27FC236}">
                <a16:creationId xmlns:a16="http://schemas.microsoft.com/office/drawing/2014/main" id="{5D70170D-FF33-3AB9-28CA-7A3A6CC36282}"/>
              </a:ext>
            </a:extLst>
          </p:cNvPr>
          <p:cNvSpPr/>
          <p:nvPr/>
        </p:nvSpPr>
        <p:spPr>
          <a:xfrm>
            <a:off x="3545084" y="326448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j) 144 and 180</a:t>
            </a:r>
          </a:p>
        </p:txBody>
      </p:sp>
      <p:sp>
        <p:nvSpPr>
          <p:cNvPr id="30" name="Rectangle 29">
            <a:extLst>
              <a:ext uri="{FF2B5EF4-FFF2-40B4-BE49-F238E27FC236}">
                <a16:creationId xmlns:a16="http://schemas.microsoft.com/office/drawing/2014/main" id="{9DDBE7F0-B314-64EE-1A5A-152A0ED5FD59}"/>
              </a:ext>
            </a:extLst>
          </p:cNvPr>
          <p:cNvSpPr/>
          <p:nvPr/>
        </p:nvSpPr>
        <p:spPr>
          <a:xfrm>
            <a:off x="3476197"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l) 144 and 168</a:t>
            </a:r>
          </a:p>
        </p:txBody>
      </p:sp>
      <p:pic>
        <p:nvPicPr>
          <p:cNvPr id="17" name="Picture 2" descr="Venn Diagram: Definition, Types and What It's Used For ...">
            <a:extLst>
              <a:ext uri="{FF2B5EF4-FFF2-40B4-BE49-F238E27FC236}">
                <a16:creationId xmlns:a16="http://schemas.microsoft.com/office/drawing/2014/main" id="{30DCD6A1-84BF-18D4-12B1-B7CF27FDB04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75160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DF094B39-24A8-1890-02F1-6980E3E7AC6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72452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a:extLst>
              <a:ext uri="{FF2B5EF4-FFF2-40B4-BE49-F238E27FC236}">
                <a16:creationId xmlns:a16="http://schemas.microsoft.com/office/drawing/2014/main" id="{A614174B-AA25-B718-E8E3-C1FD105E7A6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a:extLst>
              <a:ext uri="{FF2B5EF4-FFF2-40B4-BE49-F238E27FC236}">
                <a16:creationId xmlns:a16="http://schemas.microsoft.com/office/drawing/2014/main" id="{325A67FC-1927-065D-BE1E-3C4338DC497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a:extLst>
              <a:ext uri="{FF2B5EF4-FFF2-40B4-BE49-F238E27FC236}">
                <a16:creationId xmlns:a16="http://schemas.microsoft.com/office/drawing/2014/main" id="{93AEC2F6-2DE1-E23D-F0CE-8233371191F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a:extLst>
              <a:ext uri="{FF2B5EF4-FFF2-40B4-BE49-F238E27FC236}">
                <a16:creationId xmlns:a16="http://schemas.microsoft.com/office/drawing/2014/main" id="{3A426333-9C3A-AE79-E55E-2A6ADA743D6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714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398B6E-9937-0D17-2ACF-9589CA499F4A}"/>
              </a:ext>
            </a:extLst>
          </p:cNvPr>
          <p:cNvSpPr>
            <a:spLocks noGrp="1"/>
          </p:cNvSpPr>
          <p:nvPr>
            <p:ph type="sldNum" sz="quarter" idx="12"/>
          </p:nvPr>
        </p:nvSpPr>
        <p:spPr/>
        <p:txBody>
          <a:bodyPr/>
          <a:lstStyle/>
          <a:p>
            <a:fld id="{19F1D9CC-7119-45EC-A96C-D8C0660F3AAB}" type="slidenum">
              <a:rPr lang="en-GB" smtClean="0"/>
              <a:t>31</a:t>
            </a:fld>
            <a:endParaRPr lang="en-GB"/>
          </a:p>
        </p:txBody>
      </p:sp>
      <p:sp>
        <p:nvSpPr>
          <p:cNvPr id="3" name="Rectangle 2">
            <a:extLst>
              <a:ext uri="{FF2B5EF4-FFF2-40B4-BE49-F238E27FC236}">
                <a16:creationId xmlns:a16="http://schemas.microsoft.com/office/drawing/2014/main" id="{5F2BE597-BD2D-F2ED-2B37-D2048537463B}"/>
              </a:ext>
            </a:extLst>
          </p:cNvPr>
          <p:cNvSpPr/>
          <p:nvPr/>
        </p:nvSpPr>
        <p:spPr>
          <a:xfrm>
            <a:off x="0" y="0"/>
            <a:ext cx="6858000" cy="29191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bg1"/>
                </a:solidFill>
              </a:rPr>
              <a:t>GCSE Past Paper Questions</a:t>
            </a:r>
          </a:p>
        </p:txBody>
      </p:sp>
      <p:pic>
        <p:nvPicPr>
          <p:cNvPr id="5" name="Picture 4" descr="A paper with text on it&#10;&#10;AI-generated content may be incorrect.">
            <a:extLst>
              <a:ext uri="{FF2B5EF4-FFF2-40B4-BE49-F238E27FC236}">
                <a16:creationId xmlns:a16="http://schemas.microsoft.com/office/drawing/2014/main" id="{7593534B-C05C-858B-9515-050C3CFEAC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416" y="389303"/>
            <a:ext cx="6636550" cy="8454071"/>
          </a:xfrm>
          <a:prstGeom prst="rect">
            <a:avLst/>
          </a:prstGeom>
        </p:spPr>
      </p:pic>
    </p:spTree>
    <p:extLst>
      <p:ext uri="{BB962C8B-B14F-4D97-AF65-F5344CB8AC3E}">
        <p14:creationId xmlns:p14="http://schemas.microsoft.com/office/powerpoint/2010/main" val="1035247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565567-D2FC-D14E-9774-426D674FB6FF}"/>
              </a:ext>
            </a:extLst>
          </p:cNvPr>
          <p:cNvSpPr>
            <a:spLocks noGrp="1"/>
          </p:cNvSpPr>
          <p:nvPr>
            <p:ph type="sldNum" sz="quarter" idx="12"/>
          </p:nvPr>
        </p:nvSpPr>
        <p:spPr/>
        <p:txBody>
          <a:bodyPr/>
          <a:lstStyle/>
          <a:p>
            <a:fld id="{19F1D9CC-7119-45EC-A96C-D8C0660F3AAB}" type="slidenum">
              <a:rPr lang="en-GB" smtClean="0"/>
              <a:t>32</a:t>
            </a:fld>
            <a:endParaRPr lang="en-GB"/>
          </a:p>
        </p:txBody>
      </p:sp>
      <p:pic>
        <p:nvPicPr>
          <p:cNvPr id="4" name="Picture 3" descr="A paper with text on it&#10;&#10;AI-generated content may be incorrect.">
            <a:extLst>
              <a:ext uri="{FF2B5EF4-FFF2-40B4-BE49-F238E27FC236}">
                <a16:creationId xmlns:a16="http://schemas.microsoft.com/office/drawing/2014/main" id="{0454E6E2-735B-5093-5950-013214A38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788" y="69599"/>
            <a:ext cx="6491031" cy="8635990"/>
          </a:xfrm>
          <a:prstGeom prst="rect">
            <a:avLst/>
          </a:prstGeom>
        </p:spPr>
      </p:pic>
    </p:spTree>
    <p:extLst>
      <p:ext uri="{BB962C8B-B14F-4D97-AF65-F5344CB8AC3E}">
        <p14:creationId xmlns:p14="http://schemas.microsoft.com/office/powerpoint/2010/main" val="3795775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29AE79-4434-086A-4DD6-3F80E00E5807}"/>
              </a:ext>
            </a:extLst>
          </p:cNvPr>
          <p:cNvSpPr>
            <a:spLocks noGrp="1"/>
          </p:cNvSpPr>
          <p:nvPr>
            <p:ph type="sldNum" sz="quarter" idx="12"/>
          </p:nvPr>
        </p:nvSpPr>
        <p:spPr/>
        <p:txBody>
          <a:bodyPr/>
          <a:lstStyle/>
          <a:p>
            <a:fld id="{19F1D9CC-7119-45EC-A96C-D8C0660F3AAB}" type="slidenum">
              <a:rPr lang="en-GB" smtClean="0"/>
              <a:t>33</a:t>
            </a:fld>
            <a:endParaRPr lang="en-GB"/>
          </a:p>
        </p:txBody>
      </p:sp>
      <p:pic>
        <p:nvPicPr>
          <p:cNvPr id="4" name="Picture 3" descr="A paper with text on it&#10;&#10;AI-generated content may be incorrect.">
            <a:extLst>
              <a:ext uri="{FF2B5EF4-FFF2-40B4-BE49-F238E27FC236}">
                <a16:creationId xmlns:a16="http://schemas.microsoft.com/office/drawing/2014/main" id="{FA6819C6-9B5E-BDEC-D133-D0BF03B22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113" y="197200"/>
            <a:ext cx="6355773" cy="8668967"/>
          </a:xfrm>
          <a:prstGeom prst="rect">
            <a:avLst/>
          </a:prstGeom>
        </p:spPr>
      </p:pic>
    </p:spTree>
    <p:extLst>
      <p:ext uri="{BB962C8B-B14F-4D97-AF65-F5344CB8AC3E}">
        <p14:creationId xmlns:p14="http://schemas.microsoft.com/office/powerpoint/2010/main" val="2068686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832326-E562-FABE-0D22-95B0C5424757}"/>
              </a:ext>
            </a:extLst>
          </p:cNvPr>
          <p:cNvSpPr>
            <a:spLocks noGrp="1"/>
          </p:cNvSpPr>
          <p:nvPr>
            <p:ph type="sldNum" sz="quarter" idx="12"/>
          </p:nvPr>
        </p:nvSpPr>
        <p:spPr/>
        <p:txBody>
          <a:bodyPr/>
          <a:lstStyle/>
          <a:p>
            <a:fld id="{19F1D9CC-7119-45EC-A96C-D8C0660F3AAB}" type="slidenum">
              <a:rPr lang="en-GB" smtClean="0"/>
              <a:t>34</a:t>
            </a:fld>
            <a:endParaRPr lang="en-GB"/>
          </a:p>
        </p:txBody>
      </p:sp>
      <p:pic>
        <p:nvPicPr>
          <p:cNvPr id="4" name="Picture 3" descr="A paper with text on it&#10;&#10;AI-generated content may be incorrect.">
            <a:extLst>
              <a:ext uri="{FF2B5EF4-FFF2-40B4-BE49-F238E27FC236}">
                <a16:creationId xmlns:a16="http://schemas.microsoft.com/office/drawing/2014/main" id="{A6819F5F-925A-365C-1DAC-B0E777119E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594" y="99079"/>
            <a:ext cx="6424268" cy="8806926"/>
          </a:xfrm>
          <a:prstGeom prst="rect">
            <a:avLst/>
          </a:prstGeom>
        </p:spPr>
      </p:pic>
    </p:spTree>
    <p:extLst>
      <p:ext uri="{BB962C8B-B14F-4D97-AF65-F5344CB8AC3E}">
        <p14:creationId xmlns:p14="http://schemas.microsoft.com/office/powerpoint/2010/main" val="3862930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12463-96C4-8E6E-48A7-CF585DDD67B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5B689B-51C9-BEF3-6FFC-9E3945343110}"/>
              </a:ext>
            </a:extLst>
          </p:cNvPr>
          <p:cNvSpPr>
            <a:spLocks noGrp="1"/>
          </p:cNvSpPr>
          <p:nvPr>
            <p:ph type="sldNum" sz="quarter" idx="12"/>
          </p:nvPr>
        </p:nvSpPr>
        <p:spPr/>
        <p:txBody>
          <a:bodyPr/>
          <a:lstStyle/>
          <a:p>
            <a:fld id="{19F1D9CC-7119-45EC-A96C-D8C0660F3AAB}" type="slidenum">
              <a:rPr lang="en-GB" smtClean="0"/>
              <a:t>35</a:t>
            </a:fld>
            <a:endParaRPr lang="en-GB"/>
          </a:p>
        </p:txBody>
      </p:sp>
      <p:pic>
        <p:nvPicPr>
          <p:cNvPr id="4" name="Picture 3" descr="A paper with text on it&#10;&#10;AI-generated content may be incorrect.">
            <a:extLst>
              <a:ext uri="{FF2B5EF4-FFF2-40B4-BE49-F238E27FC236}">
                <a16:creationId xmlns:a16="http://schemas.microsoft.com/office/drawing/2014/main" id="{3DD79F89-24CD-8214-ECE5-3B5CFDEBEB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470" y="253757"/>
            <a:ext cx="6542862" cy="8376675"/>
          </a:xfrm>
          <a:prstGeom prst="rect">
            <a:avLst/>
          </a:prstGeom>
        </p:spPr>
      </p:pic>
    </p:spTree>
    <p:extLst>
      <p:ext uri="{BB962C8B-B14F-4D97-AF65-F5344CB8AC3E}">
        <p14:creationId xmlns:p14="http://schemas.microsoft.com/office/powerpoint/2010/main" val="11529981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e238da7da78697d1fe4891d3ac25b45a">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372ff361b2b60b6ed47f8a13d178c3d7"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6D76E5-7287-49DC-AF93-B1F4EB3F8258}">
  <ds:schemaRefs>
    <ds:schemaRef ds:uri="http://schemas.microsoft.com/office/2006/documentManagement/types"/>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 ds:uri="608ebbb4-e88b-4c99-b506-21d9362781c6"/>
    <ds:schemaRef ds:uri="e30b71df-48f4-4db7-95c3-a9033c265cb9"/>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608CC0EE-6BD2-49A5-B9D5-849A50B03AF3}">
  <ds:schemaRefs>
    <ds:schemaRef ds:uri="http://schemas.microsoft.com/sharepoint/v3/contenttype/forms"/>
  </ds:schemaRefs>
</ds:datastoreItem>
</file>

<file path=customXml/itemProps3.xml><?xml version="1.0" encoding="utf-8"?>
<ds:datastoreItem xmlns:ds="http://schemas.openxmlformats.org/officeDocument/2006/customXml" ds:itemID="{DED10041-88F5-4824-9EDE-C2ABD6FCD4B0}"/>
</file>

<file path=docProps/app.xml><?xml version="1.0" encoding="utf-8"?>
<Properties xmlns="http://schemas.openxmlformats.org/officeDocument/2006/extended-properties" xmlns:vt="http://schemas.openxmlformats.org/officeDocument/2006/docPropsVTypes">
  <Template>Office Theme</Template>
  <TotalTime>0</TotalTime>
  <Words>5293</Words>
  <Application>Microsoft Office PowerPoint</Application>
  <PresentationFormat>A4 Paper (210x297 mm)</PresentationFormat>
  <Paragraphs>791</Paragraphs>
  <Slides>35</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.AppleSystemUIFont</vt:lpstr>
      <vt:lpstr>Arial</vt:lpstr>
      <vt:lpstr>Calibri</vt:lpstr>
      <vt:lpstr>Calibri Light</vt:lpstr>
      <vt:lpstr>Cambria Math</vt:lpstr>
      <vt:lpstr>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Wasiq Razaq (Astrea Academy Sheffield)</dc:creator>
  <cp:lastModifiedBy>Adam Brown (Astrea Central)</cp:lastModifiedBy>
  <cp:revision>8</cp:revision>
  <cp:lastPrinted>2021-07-09T14:20:41Z</cp:lastPrinted>
  <dcterms:created xsi:type="dcterms:W3CDTF">2020-02-27T07:22:26Z</dcterms:created>
  <dcterms:modified xsi:type="dcterms:W3CDTF">2025-10-02T11:03:47Z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Order">
    <vt:r8>12500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ies>
</file>