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589" r:id="rId5"/>
    <p:sldId id="1238" r:id="rId6"/>
    <p:sldId id="1239" r:id="rId7"/>
    <p:sldId id="1240" r:id="rId8"/>
    <p:sldId id="1241" r:id="rId9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siq Razaq (Staff, Astrea Academy Sheffield)" initials="WR(AAS" lastIdx="17" clrIdx="0">
    <p:extLst>
      <p:ext uri="{19B8F6BF-5375-455C-9EA6-DF929625EA0E}">
        <p15:presenceInfo xmlns:p15="http://schemas.microsoft.com/office/powerpoint/2012/main" userId="S::wasiq.razaq@astreasheffield.org::159e9762-73e0-4ac1-a5d5-3ca02db9f4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2341"/>
    <a:srgbClr val="FF01B3"/>
    <a:srgbClr val="C4A000"/>
    <a:srgbClr val="8F5902"/>
    <a:srgbClr val="0000FF"/>
    <a:srgbClr val="B0B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247" autoAdjust="0"/>
  </p:normalViewPr>
  <p:slideViewPr>
    <p:cSldViewPr snapToGrid="0">
      <p:cViewPr varScale="1">
        <p:scale>
          <a:sx n="44" d="100"/>
          <a:sy n="44" d="100"/>
        </p:scale>
        <p:origin x="2232" y="20"/>
      </p:cViewPr>
      <p:guideLst>
        <p:guide orient="horz" pos="3120"/>
        <p:guide pos="218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17048B92-B435-406A-9714-30AD69C7F7B2}"/>
    <pc:docChg chg="delSld">
      <pc:chgData name="Adam Brown (Astrea Central)" userId="e4577f1c-a0ea-4eef-9851-9bdbe8619e58" providerId="ADAL" clId="{17048B92-B435-406A-9714-30AD69C7F7B2}" dt="2025-10-02T09:34:06.369" v="1" actId="47"/>
      <pc:docMkLst>
        <pc:docMk/>
      </pc:docMkLst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962425829" sldId="26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800071420" sldId="26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896114032" sldId="26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62385358" sldId="27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345233513" sldId="29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798923889" sldId="30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848312339" sldId="30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748859554" sldId="30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425293585" sldId="31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886251300" sldId="31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476577565" sldId="319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441728355" sldId="386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669769063" sldId="387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505183128" sldId="39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275730419" sldId="39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871142808" sldId="39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987130587" sldId="39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618906114" sldId="39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689078840" sldId="396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125050129" sldId="397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163301936" sldId="39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4190285265" sldId="399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698607653" sldId="40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871156449" sldId="40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103105370" sldId="410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606562861" sldId="41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644135722" sldId="42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320072963" sldId="58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617582283" sldId="60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257912426" sldId="60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303306997" sldId="609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253914428" sldId="610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079907743" sldId="62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364163814" sldId="627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464929012" sldId="630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603023560" sldId="63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204484103" sldId="637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87071802" sldId="63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289636600" sldId="639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786138704" sldId="68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063541273" sldId="690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060183457" sldId="71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471605190" sldId="73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7642667" sldId="73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836024213" sldId="73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139679624" sldId="74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781943068" sldId="74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207505457" sldId="760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793727284" sldId="76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794686062" sldId="76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221249120" sldId="76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443557328" sldId="76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306284463" sldId="77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267743658" sldId="77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065678312" sldId="77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96736249" sldId="77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539647579" sldId="77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791333903" sldId="776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557147136" sldId="777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727354984" sldId="77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808451644" sldId="779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645148543" sldId="781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767224884" sldId="78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441230580" sldId="78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171972462" sldId="78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749046522" sldId="78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670830453" sldId="786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4152920570" sldId="787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5408998" sldId="788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547202211" sldId="789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155165873" sldId="790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723355695" sldId="123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367264850" sldId="123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632875335" sldId="123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672177246" sldId="1235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096346053" sldId="1236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1132490060" sldId="1237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2217879506" sldId="1242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3953004801" sldId="1243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718419551" sldId="1244"/>
        </pc:sldMkLst>
      </pc:sldChg>
      <pc:sldChg chg="del">
        <pc:chgData name="Adam Brown (Astrea Central)" userId="e4577f1c-a0ea-4eef-9851-9bdbe8619e58" providerId="ADAL" clId="{17048B92-B435-406A-9714-30AD69C7F7B2}" dt="2025-10-02T09:33:58.155" v="0" actId="47"/>
        <pc:sldMkLst>
          <pc:docMk/>
          <pc:sldMk cId="868366235" sldId="1245"/>
        </pc:sldMkLst>
      </pc:sldChg>
      <pc:sldChg chg="del">
        <pc:chgData name="Adam Brown (Astrea Central)" userId="e4577f1c-a0ea-4eef-9851-9bdbe8619e58" providerId="ADAL" clId="{17048B92-B435-406A-9714-30AD69C7F7B2}" dt="2025-10-02T09:34:06.369" v="1" actId="47"/>
        <pc:sldMkLst>
          <pc:docMk/>
          <pc:sldMk cId="2730425560" sldId="1246"/>
        </pc:sldMkLst>
      </pc:sldChg>
      <pc:sldChg chg="del">
        <pc:chgData name="Adam Brown (Astrea Central)" userId="e4577f1c-a0ea-4eef-9851-9bdbe8619e58" providerId="ADAL" clId="{17048B92-B435-406A-9714-30AD69C7F7B2}" dt="2025-10-02T09:34:06.369" v="1" actId="47"/>
        <pc:sldMkLst>
          <pc:docMk/>
          <pc:sldMk cId="1575759774" sldId="1247"/>
        </pc:sldMkLst>
      </pc:sldChg>
      <pc:sldChg chg="del">
        <pc:chgData name="Adam Brown (Astrea Central)" userId="e4577f1c-a0ea-4eef-9851-9bdbe8619e58" providerId="ADAL" clId="{17048B92-B435-406A-9714-30AD69C7F7B2}" dt="2025-10-02T09:34:06.369" v="1" actId="47"/>
        <pc:sldMkLst>
          <pc:docMk/>
          <pc:sldMk cId="2482332410" sldId="1248"/>
        </pc:sldMkLst>
      </pc:sldChg>
      <pc:sldChg chg="del">
        <pc:chgData name="Adam Brown (Astrea Central)" userId="e4577f1c-a0ea-4eef-9851-9bdbe8619e58" providerId="ADAL" clId="{17048B92-B435-406A-9714-30AD69C7F7B2}" dt="2025-10-02T09:34:06.369" v="1" actId="47"/>
        <pc:sldMkLst>
          <pc:docMk/>
          <pc:sldMk cId="2544976946" sldId="1249"/>
        </pc:sldMkLst>
      </pc:sldChg>
      <pc:sldChg chg="del">
        <pc:chgData name="Adam Brown (Astrea Central)" userId="e4577f1c-a0ea-4eef-9851-9bdbe8619e58" providerId="ADAL" clId="{17048B92-B435-406A-9714-30AD69C7F7B2}" dt="2025-10-02T09:34:06.369" v="1" actId="47"/>
        <pc:sldMkLst>
          <pc:docMk/>
          <pc:sldMk cId="3137427550" sldId="1250"/>
        </pc:sldMkLst>
      </pc:sldChg>
    </pc:docChg>
  </pc:docChgLst>
  <pc:docChgLst>
    <pc:chgData name="Adam Brown (Astrea Central)" userId="e4577f1c-a0ea-4eef-9851-9bdbe8619e58" providerId="ADAL" clId="{1C8439A8-903A-4D86-AA3D-7CAC932555EB}"/>
    <pc:docChg chg="undo custSel addSld delSld modSld">
      <pc:chgData name="Adam Brown (Astrea Central)" userId="e4577f1c-a0ea-4eef-9851-9bdbe8619e58" providerId="ADAL" clId="{1C8439A8-903A-4D86-AA3D-7CAC932555EB}" dt="2025-09-11T10:46:13.947" v="1327" actId="478"/>
      <pc:docMkLst>
        <pc:docMk/>
      </pc:docMkLst>
      <pc:sldChg chg="delSp add del mod">
        <pc:chgData name="Adam Brown (Astrea Central)" userId="e4577f1c-a0ea-4eef-9851-9bdbe8619e58" providerId="ADAL" clId="{1C8439A8-903A-4D86-AA3D-7CAC932555EB}" dt="2025-09-11T10:44:28.264" v="1285" actId="478"/>
        <pc:sldMkLst>
          <pc:docMk/>
          <pc:sldMk cId="962425829" sldId="263"/>
        </pc:sldMkLst>
      </pc:sldChg>
      <pc:sldChg chg="delSp mod">
        <pc:chgData name="Adam Brown (Astrea Central)" userId="e4577f1c-a0ea-4eef-9851-9bdbe8619e58" providerId="ADAL" clId="{1C8439A8-903A-4D86-AA3D-7CAC932555EB}" dt="2025-09-11T10:44:41.699" v="1289" actId="478"/>
        <pc:sldMkLst>
          <pc:docMk/>
          <pc:sldMk cId="1800071420" sldId="264"/>
        </pc:sldMkLst>
      </pc:sldChg>
      <pc:sldChg chg="delSp mod">
        <pc:chgData name="Adam Brown (Astrea Central)" userId="e4577f1c-a0ea-4eef-9851-9bdbe8619e58" providerId="ADAL" clId="{1C8439A8-903A-4D86-AA3D-7CAC932555EB}" dt="2025-09-11T10:45:49.612" v="1315" actId="478"/>
        <pc:sldMkLst>
          <pc:docMk/>
          <pc:sldMk cId="1896114032" sldId="268"/>
        </pc:sldMkLst>
      </pc:sldChg>
      <pc:sldChg chg="delSp mod">
        <pc:chgData name="Adam Brown (Astrea Central)" userId="e4577f1c-a0ea-4eef-9851-9bdbe8619e58" providerId="ADAL" clId="{1C8439A8-903A-4D86-AA3D-7CAC932555EB}" dt="2025-09-11T10:24:21.293" v="293" actId="478"/>
        <pc:sldMkLst>
          <pc:docMk/>
          <pc:sldMk cId="262385358" sldId="271"/>
        </pc:sldMkLst>
      </pc:sldChg>
      <pc:sldChg chg="addSp delSp modSp mod">
        <pc:chgData name="Adam Brown (Astrea Central)" userId="e4577f1c-a0ea-4eef-9851-9bdbe8619e58" providerId="ADAL" clId="{1C8439A8-903A-4D86-AA3D-7CAC932555EB}" dt="2025-09-11T10:23:01.019" v="259" actId="478"/>
        <pc:sldMkLst>
          <pc:docMk/>
          <pc:sldMk cId="2345233513" sldId="298"/>
        </pc:sldMkLst>
      </pc:sldChg>
      <pc:sldChg chg="delSp mod">
        <pc:chgData name="Adam Brown (Astrea Central)" userId="e4577f1c-a0ea-4eef-9851-9bdbe8619e58" providerId="ADAL" clId="{1C8439A8-903A-4D86-AA3D-7CAC932555EB}" dt="2025-09-11T10:23:35.974" v="275" actId="478"/>
        <pc:sldMkLst>
          <pc:docMk/>
          <pc:sldMk cId="2798923889" sldId="301"/>
        </pc:sldMkLst>
      </pc:sldChg>
      <pc:sldChg chg="addSp delSp mod">
        <pc:chgData name="Adam Brown (Astrea Central)" userId="e4577f1c-a0ea-4eef-9851-9bdbe8619e58" providerId="ADAL" clId="{1C8439A8-903A-4D86-AA3D-7CAC932555EB}" dt="2025-09-11T10:24:01.907" v="284" actId="478"/>
        <pc:sldMkLst>
          <pc:docMk/>
          <pc:sldMk cId="3848312339" sldId="304"/>
        </pc:sldMkLst>
      </pc:sldChg>
      <pc:sldChg chg="addSp delSp mod">
        <pc:chgData name="Adam Brown (Astrea Central)" userId="e4577f1c-a0ea-4eef-9851-9bdbe8619e58" providerId="ADAL" clId="{1C8439A8-903A-4D86-AA3D-7CAC932555EB}" dt="2025-09-11T10:25:35.133" v="337" actId="478"/>
        <pc:sldMkLst>
          <pc:docMk/>
          <pc:sldMk cId="2748859554" sldId="308"/>
        </pc:sldMkLst>
      </pc:sldChg>
      <pc:sldChg chg="delSp mod">
        <pc:chgData name="Adam Brown (Astrea Central)" userId="e4577f1c-a0ea-4eef-9851-9bdbe8619e58" providerId="ADAL" clId="{1C8439A8-903A-4D86-AA3D-7CAC932555EB}" dt="2025-09-11T10:28:54.491" v="446" actId="478"/>
        <pc:sldMkLst>
          <pc:docMk/>
          <pc:sldMk cId="425293585" sldId="311"/>
        </pc:sldMkLst>
      </pc:sldChg>
      <pc:sldChg chg="addSp delSp mod">
        <pc:chgData name="Adam Brown (Astrea Central)" userId="e4577f1c-a0ea-4eef-9851-9bdbe8619e58" providerId="ADAL" clId="{1C8439A8-903A-4D86-AA3D-7CAC932555EB}" dt="2025-09-11T10:31:32.536" v="556" actId="478"/>
        <pc:sldMkLst>
          <pc:docMk/>
          <pc:sldMk cId="886251300" sldId="318"/>
        </pc:sldMkLst>
      </pc:sldChg>
      <pc:sldChg chg="delSp mod">
        <pc:chgData name="Adam Brown (Astrea Central)" userId="e4577f1c-a0ea-4eef-9851-9bdbe8619e58" providerId="ADAL" clId="{1C8439A8-903A-4D86-AA3D-7CAC932555EB}" dt="2025-09-11T10:31:42.580" v="564" actId="478"/>
        <pc:sldMkLst>
          <pc:docMk/>
          <pc:sldMk cId="1476577565" sldId="319"/>
        </pc:sldMkLst>
      </pc:sldChg>
      <pc:sldChg chg="delSp modSp mod">
        <pc:chgData name="Adam Brown (Astrea Central)" userId="e4577f1c-a0ea-4eef-9851-9bdbe8619e58" providerId="ADAL" clId="{1C8439A8-903A-4D86-AA3D-7CAC932555EB}" dt="2025-09-11T10:19:43.608" v="124" actId="478"/>
        <pc:sldMkLst>
          <pc:docMk/>
          <pc:sldMk cId="3441728355" sldId="386"/>
        </pc:sldMkLst>
      </pc:sldChg>
      <pc:sldChg chg="delSp modSp mod">
        <pc:chgData name="Adam Brown (Astrea Central)" userId="e4577f1c-a0ea-4eef-9851-9bdbe8619e58" providerId="ADAL" clId="{1C8439A8-903A-4D86-AA3D-7CAC932555EB}" dt="2025-09-11T10:20:55.915" v="155" actId="478"/>
        <pc:sldMkLst>
          <pc:docMk/>
          <pc:sldMk cId="2669769063" sldId="387"/>
        </pc:sldMkLst>
      </pc:sldChg>
      <pc:sldChg chg="addSp delSp mod">
        <pc:chgData name="Adam Brown (Astrea Central)" userId="e4577f1c-a0ea-4eef-9851-9bdbe8619e58" providerId="ADAL" clId="{1C8439A8-903A-4D86-AA3D-7CAC932555EB}" dt="2025-09-11T10:26:42.685" v="377" actId="478"/>
        <pc:sldMkLst>
          <pc:docMk/>
          <pc:sldMk cId="505183128" sldId="391"/>
        </pc:sldMkLst>
      </pc:sldChg>
      <pc:sldChg chg="modSp mod">
        <pc:chgData name="Adam Brown (Astrea Central)" userId="e4577f1c-a0ea-4eef-9851-9bdbe8619e58" providerId="ADAL" clId="{1C8439A8-903A-4D86-AA3D-7CAC932555EB}" dt="2025-09-11T10:35:33.300" v="845" actId="20577"/>
        <pc:sldMkLst>
          <pc:docMk/>
          <pc:sldMk cId="2275730419" sldId="392"/>
        </pc:sldMkLst>
      </pc:sldChg>
      <pc:sldChg chg="modSp mod">
        <pc:chgData name="Adam Brown (Astrea Central)" userId="e4577f1c-a0ea-4eef-9851-9bdbe8619e58" providerId="ADAL" clId="{1C8439A8-903A-4D86-AA3D-7CAC932555EB}" dt="2025-09-11T10:34:55.949" v="778" actId="20577"/>
        <pc:sldMkLst>
          <pc:docMk/>
          <pc:sldMk cId="2871142808" sldId="393"/>
        </pc:sldMkLst>
      </pc:sldChg>
      <pc:sldChg chg="delSp modSp mod">
        <pc:chgData name="Adam Brown (Astrea Central)" userId="e4577f1c-a0ea-4eef-9851-9bdbe8619e58" providerId="ADAL" clId="{1C8439A8-903A-4D86-AA3D-7CAC932555EB}" dt="2025-09-11T10:35:56.619" v="865" actId="20577"/>
        <pc:sldMkLst>
          <pc:docMk/>
          <pc:sldMk cId="3987130587" sldId="394"/>
        </pc:sldMkLst>
      </pc:sldChg>
      <pc:sldChg chg="delSp modSp mod">
        <pc:chgData name="Adam Brown (Astrea Central)" userId="e4577f1c-a0ea-4eef-9851-9bdbe8619e58" providerId="ADAL" clId="{1C8439A8-903A-4D86-AA3D-7CAC932555EB}" dt="2025-09-11T10:36:07.260" v="870" actId="20577"/>
        <pc:sldMkLst>
          <pc:docMk/>
          <pc:sldMk cId="3618906114" sldId="395"/>
        </pc:sldMkLst>
      </pc:sldChg>
      <pc:sldChg chg="modSp mod">
        <pc:chgData name="Adam Brown (Astrea Central)" userId="e4577f1c-a0ea-4eef-9851-9bdbe8619e58" providerId="ADAL" clId="{1C8439A8-903A-4D86-AA3D-7CAC932555EB}" dt="2025-09-11T10:35:22.071" v="823" actId="20577"/>
        <pc:sldMkLst>
          <pc:docMk/>
          <pc:sldMk cId="689078840" sldId="396"/>
        </pc:sldMkLst>
      </pc:sldChg>
      <pc:sldChg chg="modSp mod">
        <pc:chgData name="Adam Brown (Astrea Central)" userId="e4577f1c-a0ea-4eef-9851-9bdbe8619e58" providerId="ADAL" clId="{1C8439A8-903A-4D86-AA3D-7CAC932555EB}" dt="2025-09-11T10:35:05.336" v="796" actId="20577"/>
        <pc:sldMkLst>
          <pc:docMk/>
          <pc:sldMk cId="3125050129" sldId="397"/>
        </pc:sldMkLst>
      </pc:sldChg>
      <pc:sldChg chg="modSp mod">
        <pc:chgData name="Adam Brown (Astrea Central)" userId="e4577f1c-a0ea-4eef-9851-9bdbe8619e58" providerId="ADAL" clId="{1C8439A8-903A-4D86-AA3D-7CAC932555EB}" dt="2025-09-11T10:33:51.310" v="675" actId="20577"/>
        <pc:sldMkLst>
          <pc:docMk/>
          <pc:sldMk cId="2163301936" sldId="398"/>
        </pc:sldMkLst>
      </pc:sldChg>
      <pc:sldChg chg="addSp delSp modSp mod">
        <pc:chgData name="Adam Brown (Astrea Central)" userId="e4577f1c-a0ea-4eef-9851-9bdbe8619e58" providerId="ADAL" clId="{1C8439A8-903A-4D86-AA3D-7CAC932555EB}" dt="2025-09-11T10:34:15.975" v="698" actId="6549"/>
        <pc:sldMkLst>
          <pc:docMk/>
          <pc:sldMk cId="4190285265" sldId="399"/>
        </pc:sldMkLst>
      </pc:sldChg>
      <pc:sldChg chg="delSp mod">
        <pc:chgData name="Adam Brown (Astrea Central)" userId="e4577f1c-a0ea-4eef-9851-9bdbe8619e58" providerId="ADAL" clId="{1C8439A8-903A-4D86-AA3D-7CAC932555EB}" dt="2025-09-11T10:32:41.256" v="610" actId="478"/>
        <pc:sldMkLst>
          <pc:docMk/>
          <pc:sldMk cId="3698607653" sldId="403"/>
        </pc:sldMkLst>
      </pc:sldChg>
      <pc:sldChg chg="delSp modSp mod">
        <pc:chgData name="Adam Brown (Astrea Central)" userId="e4577f1c-a0ea-4eef-9851-9bdbe8619e58" providerId="ADAL" clId="{1C8439A8-903A-4D86-AA3D-7CAC932555EB}" dt="2025-09-11T10:16:33.727" v="30" actId="478"/>
        <pc:sldMkLst>
          <pc:docMk/>
          <pc:sldMk cId="871156449" sldId="408"/>
        </pc:sldMkLst>
      </pc:sldChg>
      <pc:sldChg chg="modSp mod">
        <pc:chgData name="Adam Brown (Astrea Central)" userId="e4577f1c-a0ea-4eef-9851-9bdbe8619e58" providerId="ADAL" clId="{1C8439A8-903A-4D86-AA3D-7CAC932555EB}" dt="2025-09-11T10:16:44.724" v="35" actId="20577"/>
        <pc:sldMkLst>
          <pc:docMk/>
          <pc:sldMk cId="2103105370" sldId="410"/>
        </pc:sldMkLst>
      </pc:sldChg>
      <pc:sldChg chg="delSp modSp mod">
        <pc:chgData name="Adam Brown (Astrea Central)" userId="e4577f1c-a0ea-4eef-9851-9bdbe8619e58" providerId="ADAL" clId="{1C8439A8-903A-4D86-AA3D-7CAC932555EB}" dt="2025-09-11T10:45:33.682" v="1307" actId="478"/>
        <pc:sldMkLst>
          <pc:docMk/>
          <pc:sldMk cId="1606562861" sldId="414"/>
        </pc:sldMkLst>
      </pc:sldChg>
      <pc:sldChg chg="delSp mod">
        <pc:chgData name="Adam Brown (Astrea Central)" userId="e4577f1c-a0ea-4eef-9851-9bdbe8619e58" providerId="ADAL" clId="{1C8439A8-903A-4D86-AA3D-7CAC932555EB}" dt="2025-09-11T10:30:59.685" v="543" actId="478"/>
        <pc:sldMkLst>
          <pc:docMk/>
          <pc:sldMk cId="644135722" sldId="423"/>
        </pc:sldMkLst>
      </pc:sldChg>
      <pc:sldChg chg="delSp modSp mod">
        <pc:chgData name="Adam Brown (Astrea Central)" userId="e4577f1c-a0ea-4eef-9851-9bdbe8619e58" providerId="ADAL" clId="{1C8439A8-903A-4D86-AA3D-7CAC932555EB}" dt="2025-09-11T10:33:25.274" v="636" actId="478"/>
        <pc:sldMkLst>
          <pc:docMk/>
          <pc:sldMk cId="3320072963" sldId="584"/>
        </pc:sldMkLst>
      </pc:sldChg>
      <pc:sldChg chg="delSp mod">
        <pc:chgData name="Adam Brown (Astrea Central)" userId="e4577f1c-a0ea-4eef-9851-9bdbe8619e58" providerId="ADAL" clId="{1C8439A8-903A-4D86-AA3D-7CAC932555EB}" dt="2025-09-11T10:15:20.424" v="3" actId="478"/>
        <pc:sldMkLst>
          <pc:docMk/>
          <pc:sldMk cId="3303306997" sldId="609"/>
        </pc:sldMkLst>
      </pc:sldChg>
      <pc:sldChg chg="delSp mod">
        <pc:chgData name="Adam Brown (Astrea Central)" userId="e4577f1c-a0ea-4eef-9851-9bdbe8619e58" providerId="ADAL" clId="{1C8439A8-903A-4D86-AA3D-7CAC932555EB}" dt="2025-09-11T10:15:29.362" v="6" actId="478"/>
        <pc:sldMkLst>
          <pc:docMk/>
          <pc:sldMk cId="3253914428" sldId="610"/>
        </pc:sldMkLst>
      </pc:sldChg>
      <pc:sldChg chg="modSp mod">
        <pc:chgData name="Adam Brown (Astrea Central)" userId="e4577f1c-a0ea-4eef-9851-9bdbe8619e58" providerId="ADAL" clId="{1C8439A8-903A-4D86-AA3D-7CAC932555EB}" dt="2025-09-11T10:33:09.442" v="625" actId="6549"/>
        <pc:sldMkLst>
          <pc:docMk/>
          <pc:sldMk cId="2079907743" sldId="623"/>
        </pc:sldMkLst>
      </pc:sldChg>
      <pc:sldChg chg="modSp mod">
        <pc:chgData name="Adam Brown (Astrea Central)" userId="e4577f1c-a0ea-4eef-9851-9bdbe8619e58" providerId="ADAL" clId="{1C8439A8-903A-4D86-AA3D-7CAC932555EB}" dt="2025-09-11T10:36:21.766" v="895" actId="20577"/>
        <pc:sldMkLst>
          <pc:docMk/>
          <pc:sldMk cId="1364163814" sldId="627"/>
        </pc:sldMkLst>
      </pc:sldChg>
      <pc:sldChg chg="modSp mod">
        <pc:chgData name="Adam Brown (Astrea Central)" userId="e4577f1c-a0ea-4eef-9851-9bdbe8619e58" providerId="ADAL" clId="{1C8439A8-903A-4D86-AA3D-7CAC932555EB}" dt="2025-09-11T10:37:26.478" v="991" actId="20577"/>
        <pc:sldMkLst>
          <pc:docMk/>
          <pc:sldMk cId="2464929012" sldId="630"/>
        </pc:sldMkLst>
      </pc:sldChg>
      <pc:sldChg chg="addSp delSp modSp mod">
        <pc:chgData name="Adam Brown (Astrea Central)" userId="e4577f1c-a0ea-4eef-9851-9bdbe8619e58" providerId="ADAL" clId="{1C8439A8-903A-4D86-AA3D-7CAC932555EB}" dt="2025-09-11T10:43:08.412" v="1217" actId="20577"/>
        <pc:sldMkLst>
          <pc:docMk/>
          <pc:sldMk cId="2603023560" sldId="635"/>
        </pc:sldMkLst>
      </pc:sldChg>
      <pc:sldChg chg="delSp modSp mod">
        <pc:chgData name="Adam Brown (Astrea Central)" userId="e4577f1c-a0ea-4eef-9851-9bdbe8619e58" providerId="ADAL" clId="{1C8439A8-903A-4D86-AA3D-7CAC932555EB}" dt="2025-09-11T10:37:54.755" v="1007" actId="6549"/>
        <pc:sldMkLst>
          <pc:docMk/>
          <pc:sldMk cId="1204484103" sldId="637"/>
        </pc:sldMkLst>
      </pc:sldChg>
      <pc:sldChg chg="modSp mod">
        <pc:chgData name="Adam Brown (Astrea Central)" userId="e4577f1c-a0ea-4eef-9851-9bdbe8619e58" providerId="ADAL" clId="{1C8439A8-903A-4D86-AA3D-7CAC932555EB}" dt="2025-09-11T10:17:37.867" v="86" actId="20577"/>
        <pc:sldMkLst>
          <pc:docMk/>
          <pc:sldMk cId="387071802" sldId="638"/>
        </pc:sldMkLst>
      </pc:sldChg>
      <pc:sldChg chg="delSp modSp mod">
        <pc:chgData name="Adam Brown (Astrea Central)" userId="e4577f1c-a0ea-4eef-9851-9bdbe8619e58" providerId="ADAL" clId="{1C8439A8-903A-4D86-AA3D-7CAC932555EB}" dt="2025-09-11T10:18:06.230" v="96" actId="478"/>
        <pc:sldMkLst>
          <pc:docMk/>
          <pc:sldMk cId="1289636600" sldId="639"/>
        </pc:sldMkLst>
      </pc:sldChg>
      <pc:sldChg chg="addSp delSp modSp mod">
        <pc:chgData name="Adam Brown (Astrea Central)" userId="e4577f1c-a0ea-4eef-9851-9bdbe8619e58" providerId="ADAL" clId="{1C8439A8-903A-4D86-AA3D-7CAC932555EB}" dt="2025-09-11T10:41:19.475" v="1127" actId="20577"/>
        <pc:sldMkLst>
          <pc:docMk/>
          <pc:sldMk cId="786138704" sldId="688"/>
        </pc:sldMkLst>
      </pc:sldChg>
      <pc:sldChg chg="modSp mod">
        <pc:chgData name="Adam Brown (Astrea Central)" userId="e4577f1c-a0ea-4eef-9851-9bdbe8619e58" providerId="ADAL" clId="{1C8439A8-903A-4D86-AA3D-7CAC932555EB}" dt="2025-09-11T10:44:18.066" v="1282" actId="20577"/>
        <pc:sldMkLst>
          <pc:docMk/>
          <pc:sldMk cId="3063541273" sldId="690"/>
        </pc:sldMkLst>
      </pc:sldChg>
      <pc:sldChg chg="delSp modSp mod">
        <pc:chgData name="Adam Brown (Astrea Central)" userId="e4577f1c-a0ea-4eef-9851-9bdbe8619e58" providerId="ADAL" clId="{1C8439A8-903A-4D86-AA3D-7CAC932555EB}" dt="2025-09-11T10:38:51.869" v="1035" actId="6549"/>
        <pc:sldMkLst>
          <pc:docMk/>
          <pc:sldMk cId="2060183457" sldId="718"/>
        </pc:sldMkLst>
      </pc:sldChg>
      <pc:sldChg chg="delSp mod">
        <pc:chgData name="Adam Brown (Astrea Central)" userId="e4577f1c-a0ea-4eef-9851-9bdbe8619e58" providerId="ADAL" clId="{1C8439A8-903A-4D86-AA3D-7CAC932555EB}" dt="2025-09-11T10:44:49.731" v="1292" actId="478"/>
        <pc:sldMkLst>
          <pc:docMk/>
          <pc:sldMk cId="471605190" sldId="731"/>
        </pc:sldMkLst>
      </pc:sldChg>
      <pc:sldChg chg="delSp mod">
        <pc:chgData name="Adam Brown (Astrea Central)" userId="e4577f1c-a0ea-4eef-9851-9bdbe8619e58" providerId="ADAL" clId="{1C8439A8-903A-4D86-AA3D-7CAC932555EB}" dt="2025-09-11T10:45:00.854" v="1297" actId="478"/>
        <pc:sldMkLst>
          <pc:docMk/>
          <pc:sldMk cId="37642667" sldId="732"/>
        </pc:sldMkLst>
      </pc:sldChg>
      <pc:sldChg chg="delSp modSp mod">
        <pc:chgData name="Adam Brown (Astrea Central)" userId="e4577f1c-a0ea-4eef-9851-9bdbe8619e58" providerId="ADAL" clId="{1C8439A8-903A-4D86-AA3D-7CAC932555EB}" dt="2025-09-11T10:45:11.079" v="1302" actId="478"/>
        <pc:sldMkLst>
          <pc:docMk/>
          <pc:sldMk cId="2836024213" sldId="734"/>
        </pc:sldMkLst>
      </pc:sldChg>
      <pc:sldChg chg="delSp modSp mod">
        <pc:chgData name="Adam Brown (Astrea Central)" userId="e4577f1c-a0ea-4eef-9851-9bdbe8619e58" providerId="ADAL" clId="{1C8439A8-903A-4D86-AA3D-7CAC932555EB}" dt="2025-09-11T10:38:13.160" v="1013" actId="6549"/>
        <pc:sldMkLst>
          <pc:docMk/>
          <pc:sldMk cId="1139679624" sldId="742"/>
        </pc:sldMkLst>
      </pc:sldChg>
      <pc:sldChg chg="modSp">
        <pc:chgData name="Adam Brown (Astrea Central)" userId="e4577f1c-a0ea-4eef-9851-9bdbe8619e58" providerId="ADAL" clId="{1C8439A8-903A-4D86-AA3D-7CAC932555EB}" dt="2025-09-11T10:40:27.287" v="1089" actId="20577"/>
        <pc:sldMkLst>
          <pc:docMk/>
          <pc:sldMk cId="2781943068" sldId="745"/>
        </pc:sldMkLst>
      </pc:sldChg>
      <pc:sldChg chg="delSp modSp mod">
        <pc:chgData name="Adam Brown (Astrea Central)" userId="e4577f1c-a0ea-4eef-9851-9bdbe8619e58" providerId="ADAL" clId="{1C8439A8-903A-4D86-AA3D-7CAC932555EB}" dt="2025-09-11T10:15:37.865" v="10" actId="478"/>
        <pc:sldMkLst>
          <pc:docMk/>
          <pc:sldMk cId="2207505457" sldId="760"/>
        </pc:sldMkLst>
      </pc:sldChg>
      <pc:sldChg chg="delSp mod">
        <pc:chgData name="Adam Brown (Astrea Central)" userId="e4577f1c-a0ea-4eef-9851-9bdbe8619e58" providerId="ADAL" clId="{1C8439A8-903A-4D86-AA3D-7CAC932555EB}" dt="2025-09-11T10:15:51.146" v="15" actId="478"/>
        <pc:sldMkLst>
          <pc:docMk/>
          <pc:sldMk cId="2793727284" sldId="761"/>
        </pc:sldMkLst>
      </pc:sldChg>
      <pc:sldChg chg="delSp mod">
        <pc:chgData name="Adam Brown (Astrea Central)" userId="e4577f1c-a0ea-4eef-9851-9bdbe8619e58" providerId="ADAL" clId="{1C8439A8-903A-4D86-AA3D-7CAC932555EB}" dt="2025-09-11T10:16:00.702" v="16" actId="478"/>
        <pc:sldMkLst>
          <pc:docMk/>
          <pc:sldMk cId="794686062" sldId="762"/>
        </pc:sldMkLst>
      </pc:sldChg>
      <pc:sldChg chg="modSp mod">
        <pc:chgData name="Adam Brown (Astrea Central)" userId="e4577f1c-a0ea-4eef-9851-9bdbe8619e58" providerId="ADAL" clId="{1C8439A8-903A-4D86-AA3D-7CAC932555EB}" dt="2025-09-11T10:16:50.543" v="38" actId="20577"/>
        <pc:sldMkLst>
          <pc:docMk/>
          <pc:sldMk cId="1221249120" sldId="763"/>
        </pc:sldMkLst>
      </pc:sldChg>
      <pc:sldChg chg="modSp mod">
        <pc:chgData name="Adam Brown (Astrea Central)" userId="e4577f1c-a0ea-4eef-9851-9bdbe8619e58" providerId="ADAL" clId="{1C8439A8-903A-4D86-AA3D-7CAC932555EB}" dt="2025-09-11T10:16:59.744" v="41" actId="6549"/>
        <pc:sldMkLst>
          <pc:docMk/>
          <pc:sldMk cId="3443557328" sldId="765"/>
        </pc:sldMkLst>
      </pc:sldChg>
      <pc:sldChg chg="delSp modSp mod">
        <pc:chgData name="Adam Brown (Astrea Central)" userId="e4577f1c-a0ea-4eef-9851-9bdbe8619e58" providerId="ADAL" clId="{1C8439A8-903A-4D86-AA3D-7CAC932555EB}" dt="2025-09-11T10:19:32.142" v="116" actId="20577"/>
        <pc:sldMkLst>
          <pc:docMk/>
          <pc:sldMk cId="3306284463" sldId="771"/>
        </pc:sldMkLst>
      </pc:sldChg>
      <pc:sldChg chg="modSp mod">
        <pc:chgData name="Adam Brown (Astrea Central)" userId="e4577f1c-a0ea-4eef-9851-9bdbe8619e58" providerId="ADAL" clId="{1C8439A8-903A-4D86-AA3D-7CAC932555EB}" dt="2025-09-11T10:34:22.174" v="704" actId="20577"/>
        <pc:sldMkLst>
          <pc:docMk/>
          <pc:sldMk cId="1267743658" sldId="772"/>
        </pc:sldMkLst>
      </pc:sldChg>
      <pc:sldChg chg="modSp mod">
        <pc:chgData name="Adam Brown (Astrea Central)" userId="e4577f1c-a0ea-4eef-9851-9bdbe8619e58" providerId="ADAL" clId="{1C8439A8-903A-4D86-AA3D-7CAC932555EB}" dt="2025-09-11T10:34:37.507" v="736" actId="20577"/>
        <pc:sldMkLst>
          <pc:docMk/>
          <pc:sldMk cId="3065678312" sldId="773"/>
        </pc:sldMkLst>
      </pc:sldChg>
      <pc:sldChg chg="modSp mod">
        <pc:chgData name="Adam Brown (Astrea Central)" userId="e4577f1c-a0ea-4eef-9851-9bdbe8619e58" providerId="ADAL" clId="{1C8439A8-903A-4D86-AA3D-7CAC932555EB}" dt="2025-09-11T10:43:57.858" v="1274" actId="20577"/>
        <pc:sldMkLst>
          <pc:docMk/>
          <pc:sldMk cId="396736249" sldId="774"/>
        </pc:sldMkLst>
      </pc:sldChg>
      <pc:sldChg chg="modSp mod">
        <pc:chgData name="Adam Brown (Astrea Central)" userId="e4577f1c-a0ea-4eef-9851-9bdbe8619e58" providerId="ADAL" clId="{1C8439A8-903A-4D86-AA3D-7CAC932555EB}" dt="2025-09-11T10:36:42.060" v="935" actId="20577"/>
        <pc:sldMkLst>
          <pc:docMk/>
          <pc:sldMk cId="1539647579" sldId="775"/>
        </pc:sldMkLst>
      </pc:sldChg>
      <pc:sldChg chg="modSp mod">
        <pc:chgData name="Adam Brown (Astrea Central)" userId="e4577f1c-a0ea-4eef-9851-9bdbe8619e58" providerId="ADAL" clId="{1C8439A8-903A-4D86-AA3D-7CAC932555EB}" dt="2025-09-11T10:36:51.833" v="946" actId="6549"/>
        <pc:sldMkLst>
          <pc:docMk/>
          <pc:sldMk cId="791333903" sldId="776"/>
        </pc:sldMkLst>
      </pc:sldChg>
      <pc:sldChg chg="modSp mod">
        <pc:chgData name="Adam Brown (Astrea Central)" userId="e4577f1c-a0ea-4eef-9851-9bdbe8619e58" providerId="ADAL" clId="{1C8439A8-903A-4D86-AA3D-7CAC932555EB}" dt="2025-09-11T10:36:58.676" v="949" actId="6549"/>
        <pc:sldMkLst>
          <pc:docMk/>
          <pc:sldMk cId="2557147136" sldId="777"/>
        </pc:sldMkLst>
      </pc:sldChg>
      <pc:sldChg chg="modSp mod">
        <pc:chgData name="Adam Brown (Astrea Central)" userId="e4577f1c-a0ea-4eef-9851-9bdbe8619e58" providerId="ADAL" clId="{1C8439A8-903A-4D86-AA3D-7CAC932555EB}" dt="2025-09-11T10:37:14.796" v="978" actId="20577"/>
        <pc:sldMkLst>
          <pc:docMk/>
          <pc:sldMk cId="1727354984" sldId="778"/>
        </pc:sldMkLst>
      </pc:sldChg>
      <pc:sldChg chg="delSp mod">
        <pc:chgData name="Adam Brown (Astrea Central)" userId="e4577f1c-a0ea-4eef-9851-9bdbe8619e58" providerId="ADAL" clId="{1C8439A8-903A-4D86-AA3D-7CAC932555EB}" dt="2025-09-11T10:16:10.277" v="20" actId="478"/>
        <pc:sldMkLst>
          <pc:docMk/>
          <pc:sldMk cId="808451644" sldId="779"/>
        </pc:sldMkLst>
      </pc:sldChg>
      <pc:sldChg chg="delSp modSp mod">
        <pc:chgData name="Adam Brown (Astrea Central)" userId="e4577f1c-a0ea-4eef-9851-9bdbe8619e58" providerId="ADAL" clId="{1C8439A8-903A-4D86-AA3D-7CAC932555EB}" dt="2025-09-11T10:16:20.496" v="24" actId="478"/>
        <pc:sldMkLst>
          <pc:docMk/>
          <pc:sldMk cId="645148543" sldId="781"/>
        </pc:sldMkLst>
      </pc:sldChg>
      <pc:sldChg chg="addSp delSp modSp mod">
        <pc:chgData name="Adam Brown (Astrea Central)" userId="e4577f1c-a0ea-4eef-9851-9bdbe8619e58" providerId="ADAL" clId="{1C8439A8-903A-4D86-AA3D-7CAC932555EB}" dt="2025-09-11T10:22:07.171" v="233" actId="478"/>
        <pc:sldMkLst>
          <pc:docMk/>
          <pc:sldMk cId="767224884" sldId="782"/>
        </pc:sldMkLst>
      </pc:sldChg>
      <pc:sldChg chg="addSp delSp mod">
        <pc:chgData name="Adam Brown (Astrea Central)" userId="e4577f1c-a0ea-4eef-9851-9bdbe8619e58" providerId="ADAL" clId="{1C8439A8-903A-4D86-AA3D-7CAC932555EB}" dt="2025-09-11T10:28:01.448" v="408" actId="478"/>
        <pc:sldMkLst>
          <pc:docMk/>
          <pc:sldMk cId="1441230580" sldId="783"/>
        </pc:sldMkLst>
      </pc:sldChg>
      <pc:sldChg chg="delSp mod">
        <pc:chgData name="Adam Brown (Astrea Central)" userId="e4577f1c-a0ea-4eef-9851-9bdbe8619e58" providerId="ADAL" clId="{1C8439A8-903A-4D86-AA3D-7CAC932555EB}" dt="2025-09-11T10:29:34.711" v="482" actId="478"/>
        <pc:sldMkLst>
          <pc:docMk/>
          <pc:sldMk cId="2171972462" sldId="784"/>
        </pc:sldMkLst>
      </pc:sldChg>
      <pc:sldChg chg="delSp mod">
        <pc:chgData name="Adam Brown (Astrea Central)" userId="e4577f1c-a0ea-4eef-9851-9bdbe8619e58" providerId="ADAL" clId="{1C8439A8-903A-4D86-AA3D-7CAC932555EB}" dt="2025-09-11T10:30:05.846" v="509" actId="478"/>
        <pc:sldMkLst>
          <pc:docMk/>
          <pc:sldMk cId="749046522" sldId="785"/>
        </pc:sldMkLst>
      </pc:sldChg>
      <pc:sldChg chg="delSp mod">
        <pc:chgData name="Adam Brown (Astrea Central)" userId="e4577f1c-a0ea-4eef-9851-9bdbe8619e58" providerId="ADAL" clId="{1C8439A8-903A-4D86-AA3D-7CAC932555EB}" dt="2025-09-11T10:30:28.982" v="524" actId="478"/>
        <pc:sldMkLst>
          <pc:docMk/>
          <pc:sldMk cId="3670830453" sldId="786"/>
        </pc:sldMkLst>
      </pc:sldChg>
      <pc:sldChg chg="delSp mod">
        <pc:chgData name="Adam Brown (Astrea Central)" userId="e4577f1c-a0ea-4eef-9851-9bdbe8619e58" providerId="ADAL" clId="{1C8439A8-903A-4D86-AA3D-7CAC932555EB}" dt="2025-09-11T10:30:40.184" v="530" actId="478"/>
        <pc:sldMkLst>
          <pc:docMk/>
          <pc:sldMk cId="4152920570" sldId="787"/>
        </pc:sldMkLst>
      </pc:sldChg>
      <pc:sldChg chg="delSp mod">
        <pc:chgData name="Adam Brown (Astrea Central)" userId="e4577f1c-a0ea-4eef-9851-9bdbe8619e58" providerId="ADAL" clId="{1C8439A8-903A-4D86-AA3D-7CAC932555EB}" dt="2025-09-11T10:31:57.015" v="575" actId="478"/>
        <pc:sldMkLst>
          <pc:docMk/>
          <pc:sldMk cId="15408998" sldId="788"/>
        </pc:sldMkLst>
      </pc:sldChg>
      <pc:sldChg chg="delSp mod">
        <pc:chgData name="Adam Brown (Astrea Central)" userId="e4577f1c-a0ea-4eef-9851-9bdbe8619e58" providerId="ADAL" clId="{1C8439A8-903A-4D86-AA3D-7CAC932555EB}" dt="2025-09-11T10:32:16.649" v="593" actId="478"/>
        <pc:sldMkLst>
          <pc:docMk/>
          <pc:sldMk cId="3547202211" sldId="789"/>
        </pc:sldMkLst>
      </pc:sldChg>
      <pc:sldChg chg="delSp mod">
        <pc:chgData name="Adam Brown (Astrea Central)" userId="e4577f1c-a0ea-4eef-9851-9bdbe8619e58" providerId="ADAL" clId="{1C8439A8-903A-4D86-AA3D-7CAC932555EB}" dt="2025-09-11T10:32:32.034" v="604" actId="478"/>
        <pc:sldMkLst>
          <pc:docMk/>
          <pc:sldMk cId="1155165873" sldId="790"/>
        </pc:sldMkLst>
      </pc:sldChg>
      <pc:sldChg chg="delSp modSp mod">
        <pc:chgData name="Adam Brown (Astrea Central)" userId="e4577f1c-a0ea-4eef-9851-9bdbe8619e58" providerId="ADAL" clId="{1C8439A8-903A-4D86-AA3D-7CAC932555EB}" dt="2025-09-11T10:38:32.426" v="1024" actId="478"/>
        <pc:sldMkLst>
          <pc:docMk/>
          <pc:sldMk cId="3723355695" sldId="1232"/>
        </pc:sldMkLst>
      </pc:sldChg>
      <pc:sldChg chg="delSp mod">
        <pc:chgData name="Adam Brown (Astrea Central)" userId="e4577f1c-a0ea-4eef-9851-9bdbe8619e58" providerId="ADAL" clId="{1C8439A8-903A-4D86-AA3D-7CAC932555EB}" dt="2025-09-11T10:37:38.203" v="995" actId="478"/>
        <pc:sldMkLst>
          <pc:docMk/>
          <pc:sldMk cId="1367264850" sldId="1233"/>
        </pc:sldMkLst>
      </pc:sldChg>
      <pc:sldChg chg="delSp mod">
        <pc:chgData name="Adam Brown (Astrea Central)" userId="e4577f1c-a0ea-4eef-9851-9bdbe8619e58" providerId="ADAL" clId="{1C8439A8-903A-4D86-AA3D-7CAC932555EB}" dt="2025-09-11T10:37:41.926" v="997" actId="478"/>
        <pc:sldMkLst>
          <pc:docMk/>
          <pc:sldMk cId="3632875335" sldId="1234"/>
        </pc:sldMkLst>
      </pc:sldChg>
      <pc:sldChg chg="addSp delSp mod">
        <pc:chgData name="Adam Brown (Astrea Central)" userId="e4577f1c-a0ea-4eef-9851-9bdbe8619e58" providerId="ADAL" clId="{1C8439A8-903A-4D86-AA3D-7CAC932555EB}" dt="2025-09-11T10:40:39.549" v="1096" actId="478"/>
        <pc:sldMkLst>
          <pc:docMk/>
          <pc:sldMk cId="1672177246" sldId="1235"/>
        </pc:sldMkLst>
      </pc:sldChg>
      <pc:sldChg chg="delSp mod">
        <pc:chgData name="Adam Brown (Astrea Central)" userId="e4577f1c-a0ea-4eef-9851-9bdbe8619e58" providerId="ADAL" clId="{1C8439A8-903A-4D86-AA3D-7CAC932555EB}" dt="2025-09-11T10:37:45.254" v="1000" actId="478"/>
        <pc:sldMkLst>
          <pc:docMk/>
          <pc:sldMk cId="3096346053" sldId="1236"/>
        </pc:sldMkLst>
      </pc:sldChg>
      <pc:sldChg chg="delSp mod">
        <pc:chgData name="Adam Brown (Astrea Central)" userId="e4577f1c-a0ea-4eef-9851-9bdbe8619e58" providerId="ADAL" clId="{1C8439A8-903A-4D86-AA3D-7CAC932555EB}" dt="2025-09-11T10:37:48.096" v="1003" actId="478"/>
        <pc:sldMkLst>
          <pc:docMk/>
          <pc:sldMk cId="1132490060" sldId="1237"/>
        </pc:sldMkLst>
      </pc:sldChg>
      <pc:sldChg chg="delSp mod">
        <pc:chgData name="Adam Brown (Astrea Central)" userId="e4577f1c-a0ea-4eef-9851-9bdbe8619e58" providerId="ADAL" clId="{1C8439A8-903A-4D86-AA3D-7CAC932555EB}" dt="2025-09-11T10:32:46.246" v="613" actId="478"/>
        <pc:sldMkLst>
          <pc:docMk/>
          <pc:sldMk cId="2217879506" sldId="1242"/>
        </pc:sldMkLst>
      </pc:sldChg>
      <pc:sldChg chg="delSp mod">
        <pc:chgData name="Adam Brown (Astrea Central)" userId="e4577f1c-a0ea-4eef-9851-9bdbe8619e58" providerId="ADAL" clId="{1C8439A8-903A-4D86-AA3D-7CAC932555EB}" dt="2025-09-11T10:32:49.550" v="616" actId="478"/>
        <pc:sldMkLst>
          <pc:docMk/>
          <pc:sldMk cId="3953004801" sldId="1243"/>
        </pc:sldMkLst>
      </pc:sldChg>
      <pc:sldChg chg="delSp mod">
        <pc:chgData name="Adam Brown (Astrea Central)" userId="e4577f1c-a0ea-4eef-9851-9bdbe8619e58" providerId="ADAL" clId="{1C8439A8-903A-4D86-AA3D-7CAC932555EB}" dt="2025-09-11T10:32:53.483" v="619" actId="478"/>
        <pc:sldMkLst>
          <pc:docMk/>
          <pc:sldMk cId="718419551" sldId="1244"/>
        </pc:sldMkLst>
      </pc:sldChg>
      <pc:sldChg chg="delSp mod">
        <pc:chgData name="Adam Brown (Astrea Central)" userId="e4577f1c-a0ea-4eef-9851-9bdbe8619e58" providerId="ADAL" clId="{1C8439A8-903A-4D86-AA3D-7CAC932555EB}" dt="2025-09-11T10:32:57.200" v="622" actId="478"/>
        <pc:sldMkLst>
          <pc:docMk/>
          <pc:sldMk cId="868366235" sldId="1245"/>
        </pc:sldMkLst>
      </pc:sldChg>
      <pc:sldChg chg="delSp mod">
        <pc:chgData name="Adam Brown (Astrea Central)" userId="e4577f1c-a0ea-4eef-9851-9bdbe8619e58" providerId="ADAL" clId="{1C8439A8-903A-4D86-AA3D-7CAC932555EB}" dt="2025-09-11T10:45:59.898" v="1317" actId="478"/>
        <pc:sldMkLst>
          <pc:docMk/>
          <pc:sldMk cId="2730425560" sldId="1246"/>
        </pc:sldMkLst>
      </pc:sldChg>
      <pc:sldChg chg="delSp mod">
        <pc:chgData name="Adam Brown (Astrea Central)" userId="e4577f1c-a0ea-4eef-9851-9bdbe8619e58" providerId="ADAL" clId="{1C8439A8-903A-4D86-AA3D-7CAC932555EB}" dt="2025-09-11T10:46:02.544" v="1319" actId="478"/>
        <pc:sldMkLst>
          <pc:docMk/>
          <pc:sldMk cId="1575759774" sldId="1247"/>
        </pc:sldMkLst>
      </pc:sldChg>
      <pc:sldChg chg="delSp mod">
        <pc:chgData name="Adam Brown (Astrea Central)" userId="e4577f1c-a0ea-4eef-9851-9bdbe8619e58" providerId="ADAL" clId="{1C8439A8-903A-4D86-AA3D-7CAC932555EB}" dt="2025-09-11T10:46:06.097" v="1322" actId="478"/>
        <pc:sldMkLst>
          <pc:docMk/>
          <pc:sldMk cId="2482332410" sldId="1248"/>
        </pc:sldMkLst>
      </pc:sldChg>
      <pc:sldChg chg="delSp mod">
        <pc:chgData name="Adam Brown (Astrea Central)" userId="e4577f1c-a0ea-4eef-9851-9bdbe8619e58" providerId="ADAL" clId="{1C8439A8-903A-4D86-AA3D-7CAC932555EB}" dt="2025-09-11T10:46:08.996" v="1325" actId="478"/>
        <pc:sldMkLst>
          <pc:docMk/>
          <pc:sldMk cId="2544976946" sldId="1249"/>
        </pc:sldMkLst>
      </pc:sldChg>
      <pc:sldChg chg="delSp mod">
        <pc:chgData name="Adam Brown (Astrea Central)" userId="e4577f1c-a0ea-4eef-9851-9bdbe8619e58" providerId="ADAL" clId="{1C8439A8-903A-4D86-AA3D-7CAC932555EB}" dt="2025-09-11T10:46:13.947" v="1327" actId="478"/>
        <pc:sldMkLst>
          <pc:docMk/>
          <pc:sldMk cId="3137427550" sldId="12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2F48-886E-9C4D-9A23-F79AB504182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4A783-C653-C444-A1FE-7D3BC7338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2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3F01-C249-4630-8925-3FA8CA5D5124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6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D24F-25D0-4644-A4B7-679B0D92A27B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2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945C-0756-4826-BDE8-0D36F2293E24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12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7D07-9EDF-4EAA-A2E9-53F69F56EAB8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71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D1F21-94FA-4612-940D-140680A041D4}" type="datetime1">
              <a:rPr lang="en-GB" smtClean="0"/>
              <a:t>02/10/2025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D50B-0179-45AB-B8BD-E845C2D492B8}" type="datetime1">
              <a:rPr lang="en-GB" smtClean="0"/>
              <a:t>02/10/2025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75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A-5761-4B75-9D0E-B2701F0B8FAB}" type="datetime1">
              <a:rPr lang="en-GB" smtClean="0"/>
              <a:t>02/10/2025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62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51BA-61E4-4CA2-82F9-D917BA195972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83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166B-48A3-42CC-B417-680258AF0255}" type="datetime1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34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14A-CA9A-4483-95D0-EC2F9A739675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0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05CB-CDC6-426C-8DC1-99DBE1916FDA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3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1063-315D-4510-AA5C-A89F8FFE3FC8}" type="datetime1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40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0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1.png"/><Relationship Id="rId4" Type="http://schemas.openxmlformats.org/officeDocument/2006/relationships/image" Target="../media/image6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2D4984-85B7-1B4B-363F-E99EEAFA6CD2}"/>
              </a:ext>
            </a:extLst>
          </p:cNvPr>
          <p:cNvSpPr/>
          <p:nvPr/>
        </p:nvSpPr>
        <p:spPr>
          <a:xfrm>
            <a:off x="0" y="-27421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/>
              <a:t>Subtopic 8  – </a:t>
            </a:r>
            <a:r>
              <a:rPr lang="en-GB" dirty="0">
                <a:latin typeface="Calibri"/>
                <a:ea typeface="Calibri"/>
                <a:cs typeface="Calibri"/>
              </a:rPr>
              <a:t>Using a Calculator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EF177BC2-27B6-6AD8-3F59-C9BB92CA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2240" y="9525997"/>
            <a:ext cx="1543050" cy="527403"/>
          </a:xfrm>
        </p:spPr>
        <p:txBody>
          <a:bodyPr/>
          <a:lstStyle/>
          <a:p>
            <a:fld id="{FBAE39DB-50DA-415B-9DF6-5539075545AD}" type="slidenum">
              <a:rPr lang="en-GB" smtClean="0"/>
              <a:t>1</a:t>
            </a:fld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A81BD0-6F25-41AB-6C8B-C5247B86CFBB}"/>
              </a:ext>
            </a:extLst>
          </p:cNvPr>
          <p:cNvSpPr/>
          <p:nvPr/>
        </p:nvSpPr>
        <p:spPr>
          <a:xfrm>
            <a:off x="139860" y="349311"/>
            <a:ext cx="6560980" cy="1821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9915C-FDD1-F55E-7FF6-D097D53A157A}"/>
              </a:ext>
            </a:extLst>
          </p:cNvPr>
          <p:cNvSpPr txBox="1"/>
          <p:nvPr/>
        </p:nvSpPr>
        <p:spPr>
          <a:xfrm>
            <a:off x="198097" y="416831"/>
            <a:ext cx="645368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 OUTCOME: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Understand how to carry out basic skills on a calculator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B1E809-17C4-00A1-F7DA-8B2B1A4533C8}"/>
              </a:ext>
            </a:extLst>
          </p:cNvPr>
          <p:cNvSpPr txBox="1"/>
          <p:nvPr/>
        </p:nvSpPr>
        <p:spPr>
          <a:xfrm>
            <a:off x="5350026" y="791250"/>
            <a:ext cx="1301760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Keywords: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.AppleSystemUIFont" charset="-120"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key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.AppleSystemUIFont" charset="-120"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shift key</a:t>
            </a:r>
          </a:p>
        </p:txBody>
      </p:sp>
      <p:pic>
        <p:nvPicPr>
          <p:cNvPr id="12" name="Picture 2" descr="calculator.png">
            <a:extLst>
              <a:ext uri="{FF2B5EF4-FFF2-40B4-BE49-F238E27FC236}">
                <a16:creationId xmlns:a16="http://schemas.microsoft.com/office/drawing/2014/main" id="{5402940D-9169-4B03-8A10-49E1563CB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987" y="1544201"/>
            <a:ext cx="327464" cy="43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03BE7D-A481-2F24-D07B-4CABEA2A8254}"/>
              </a:ext>
            </a:extLst>
          </p:cNvPr>
          <p:cNvSpPr txBox="1"/>
          <p:nvPr/>
        </p:nvSpPr>
        <p:spPr>
          <a:xfrm>
            <a:off x="133308" y="739234"/>
            <a:ext cx="1149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F22B02-7260-5D54-853A-3CCE1E1AEEEA}"/>
              </a:ext>
            </a:extLst>
          </p:cNvPr>
          <p:cNvSpPr txBox="1"/>
          <p:nvPr/>
        </p:nvSpPr>
        <p:spPr>
          <a:xfrm>
            <a:off x="163574" y="1030876"/>
            <a:ext cx="505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some of the important keys when working on a calculator.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Look at some key functions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a calculator to solve questions.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4C6E8E-FEBE-4043-4636-E61A92BF8E48}"/>
              </a:ext>
            </a:extLst>
          </p:cNvPr>
          <p:cNvSpPr txBox="1"/>
          <p:nvPr/>
        </p:nvSpPr>
        <p:spPr>
          <a:xfrm>
            <a:off x="1920287" y="503501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1 - I do…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E8F39-3F0C-D474-180F-C5C8CD2A65B9}"/>
              </a:ext>
            </a:extLst>
          </p:cNvPr>
          <p:cNvSpPr txBox="1"/>
          <p:nvPr/>
        </p:nvSpPr>
        <p:spPr>
          <a:xfrm>
            <a:off x="5139716" y="501106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3 – You do…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7FD3B-1C1B-49B4-C470-118F3BFA7EFD}"/>
              </a:ext>
            </a:extLst>
          </p:cNvPr>
          <p:cNvSpPr txBox="1"/>
          <p:nvPr/>
        </p:nvSpPr>
        <p:spPr>
          <a:xfrm>
            <a:off x="3472111" y="5024691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BEA1E516-7E3B-6EFC-BDF4-7F8EA777911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0874" y="5357415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112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the fraction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Write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as a decimal.</a:t>
                          </a:r>
                          <a:endParaRPr kumimoji="0" lang="en-GB" sz="10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buNone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Write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as a decimal.</a:t>
                          </a:r>
                          <a:endParaRPr kumimoji="0" lang="en-GB" sz="10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Write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as a decimal.</a:t>
                          </a:r>
                          <a:endParaRPr kumimoji="0" lang="en-GB" sz="10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57573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 then change the answer to decimal.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BEA1E516-7E3B-6EFC-BDF4-7F8EA77791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2529683"/>
                  </p:ext>
                </p:extLst>
              </p:nvPr>
            </p:nvGraphicFramePr>
            <p:xfrm>
              <a:off x="180874" y="5357415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the fraction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931" t="-662" r="-179310" b="-132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462" t="-662" r="-100000" b="-132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75" t="-662" r="-775" b="-13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 then change the answer to decimal.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3" name="Picture 22" descr="A grid of graph paper&#10;&#10;Description automatically generated">
            <a:extLst>
              <a:ext uri="{FF2B5EF4-FFF2-40B4-BE49-F238E27FC236}">
                <a16:creationId xmlns:a16="http://schemas.microsoft.com/office/drawing/2014/main" id="{E2646349-7CC4-57D5-7FDB-350DA464D2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26" t="12898" r="3568" b="48277"/>
          <a:stretch/>
        </p:blipFill>
        <p:spPr>
          <a:xfrm>
            <a:off x="67551" y="2304976"/>
            <a:ext cx="4966135" cy="2693745"/>
          </a:xfrm>
          <a:prstGeom prst="rect">
            <a:avLst/>
          </a:prstGeom>
        </p:spPr>
      </p:pic>
      <p:pic>
        <p:nvPicPr>
          <p:cNvPr id="24" name="Picture 23" descr="A grid of white squares&#10;&#10;Description automatically generated">
            <a:extLst>
              <a:ext uri="{FF2B5EF4-FFF2-40B4-BE49-F238E27FC236}">
                <a16:creationId xmlns:a16="http://schemas.microsoft.com/office/drawing/2014/main" id="{10DDE690-B499-A7B4-DABD-4055D897E9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71" t="12830" r="57358" b="48069"/>
          <a:stretch/>
        </p:blipFill>
        <p:spPr>
          <a:xfrm>
            <a:off x="5017817" y="2301746"/>
            <a:ext cx="1839773" cy="271294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BAE709C-9979-67B1-E53B-3C8C511F9D89}"/>
              </a:ext>
            </a:extLst>
          </p:cNvPr>
          <p:cNvSpPr txBox="1"/>
          <p:nvPr/>
        </p:nvSpPr>
        <p:spPr>
          <a:xfrm>
            <a:off x="138585" y="2208294"/>
            <a:ext cx="654177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Notes</a:t>
            </a:r>
            <a:r>
              <a:rPr lang="en-US" sz="1200" dirty="0">
                <a:ea typeface="Calibri"/>
                <a:cs typeface="Calibri"/>
              </a:rPr>
              <a:t>: Use this space to note down any useful buttons your teacher tells you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F36B28-1142-DB95-2CBC-674F9F0C11C9}"/>
              </a:ext>
            </a:extLst>
          </p:cNvPr>
          <p:cNvSpPr txBox="1"/>
          <p:nvPr/>
        </p:nvSpPr>
        <p:spPr>
          <a:xfrm>
            <a:off x="1920287" y="727743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4 - I do…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625C0C-154C-EF48-48D7-36C101FA7DC2}"/>
              </a:ext>
            </a:extLst>
          </p:cNvPr>
          <p:cNvSpPr txBox="1"/>
          <p:nvPr/>
        </p:nvSpPr>
        <p:spPr>
          <a:xfrm>
            <a:off x="5122416" y="726545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6 – You do…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0F4770-BDEA-8B2D-25FF-7F2F2D66CFAA}"/>
              </a:ext>
            </a:extLst>
          </p:cNvPr>
          <p:cNvSpPr txBox="1"/>
          <p:nvPr/>
        </p:nvSpPr>
        <p:spPr>
          <a:xfrm>
            <a:off x="3454811" y="7279082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5 -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6568BEE1-43F6-0093-7392-95B9AFDCA05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3574" y="7611806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112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‘shift’ then the  fraction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Write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 as a decimal </a:t>
                          </a:r>
                          <a:r>
                            <a:rPr lang="en-GB" sz="1200" b="1" dirty="0">
                              <a:solidFill>
                                <a:schemeClr val="tx1"/>
                              </a:solidFill>
                            </a:rPr>
                            <a:t>and</a:t>
                          </a: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 as an</a:t>
                          </a:r>
                          <a:r>
                            <a:rPr lang="en-GB" sz="1200" b="0" baseline="0" dirty="0">
                              <a:solidFill>
                                <a:schemeClr val="tx1"/>
                              </a:solidFill>
                            </a:rPr>
                            <a:t> improper fraction. </a:t>
                          </a:r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Evaluate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</m:t>
                              </m:r>
                              <m:f>
                                <m:fPr>
                                  <m:ctrlP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kumimoji="0" lang="en-GB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+11</m:t>
                              </m:r>
                              <m:f>
                                <m:fPr>
                                  <m:ctrlP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kumimoji="0" lang="en-GB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oMath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Give your answer as a decimal and a fraction</a:t>
                          </a:r>
                        </a:p>
                        <a:p>
                          <a:pPr algn="ctr"/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Evaluate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1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kumimoji="0" lang="en-GB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−2</m:t>
                              </m:r>
                              <m:f>
                                <m:fPr>
                                  <m:ctrlP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Give your answer as a decimal and a fraction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57573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 then change the answer to decimal.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6568BEE1-43F6-0093-7392-95B9AFDCA0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2972095"/>
                  </p:ext>
                </p:extLst>
              </p:nvPr>
            </p:nvGraphicFramePr>
            <p:xfrm>
              <a:off x="163574" y="7611806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‘shift’ then the  fraction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712" t="-662" r="-178082" b="-66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8462" t="-662" r="-100000" b="-66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775" t="-662" r="-775" b="-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 then change the answer to decimal.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279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127ADE-D0B5-90DA-DF6B-D111A6D1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39DB-50DA-415B-9DF6-5539075545AD}" type="slidenum">
              <a:rPr lang="en-GB" smtClean="0"/>
              <a:t>2</a:t>
            </a:fld>
            <a:endParaRPr lang="en-GB"/>
          </a:p>
        </p:txBody>
      </p:sp>
      <p:pic>
        <p:nvPicPr>
          <p:cNvPr id="3" name="Picture 2" descr="A grid of graph paper&#10;&#10;Description automatically generated">
            <a:extLst>
              <a:ext uri="{FF2B5EF4-FFF2-40B4-BE49-F238E27FC236}">
                <a16:creationId xmlns:a16="http://schemas.microsoft.com/office/drawing/2014/main" id="{97D0AEDB-D782-475A-6A24-CAB327427A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6" t="12899" r="3568" b="73427"/>
          <a:stretch/>
        </p:blipFill>
        <p:spPr>
          <a:xfrm>
            <a:off x="33236" y="81451"/>
            <a:ext cx="4966135" cy="948696"/>
          </a:xfrm>
          <a:prstGeom prst="rect">
            <a:avLst/>
          </a:prstGeom>
        </p:spPr>
      </p:pic>
      <p:pic>
        <p:nvPicPr>
          <p:cNvPr id="4" name="Picture 3" descr="A grid of white squares&#10;&#10;Description automatically generated">
            <a:extLst>
              <a:ext uri="{FF2B5EF4-FFF2-40B4-BE49-F238E27FC236}">
                <a16:creationId xmlns:a16="http://schemas.microsoft.com/office/drawing/2014/main" id="{EEC5A212-45DB-D844-BE5B-F80F55E90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1" t="12830" r="57358" b="73497"/>
          <a:stretch/>
        </p:blipFill>
        <p:spPr>
          <a:xfrm>
            <a:off x="4983502" y="78219"/>
            <a:ext cx="1839773" cy="948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F46F2-DC12-B339-A653-21128A83F109}"/>
              </a:ext>
            </a:extLst>
          </p:cNvPr>
          <p:cNvSpPr txBox="1"/>
          <p:nvPr/>
        </p:nvSpPr>
        <p:spPr>
          <a:xfrm>
            <a:off x="1913873" y="103054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7 - I do…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4C3AE-4612-9987-8386-48C65F1858D5}"/>
              </a:ext>
            </a:extLst>
          </p:cNvPr>
          <p:cNvSpPr txBox="1"/>
          <p:nvPr/>
        </p:nvSpPr>
        <p:spPr>
          <a:xfrm>
            <a:off x="5116002" y="101857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9 – You do…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F68C4-DED8-955C-29B5-EACF80DBE6D1}"/>
              </a:ext>
            </a:extLst>
          </p:cNvPr>
          <p:cNvSpPr txBox="1"/>
          <p:nvPr/>
        </p:nvSpPr>
        <p:spPr>
          <a:xfrm>
            <a:off x="3448397" y="1032198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8 -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41B58D3-5627-E958-E74A-0468AC7960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160" y="1364922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112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the square root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49</m:t>
                                  </m:r>
                                </m:e>
                              </m:ra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81</m:t>
                                  </m:r>
                                </m:e>
                              </m:ra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144</m:t>
                                  </m:r>
                                </m:e>
                              </m:ra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57573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41B58D3-5627-E958-E74A-0468AC7960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5481352"/>
                  </p:ext>
                </p:extLst>
              </p:nvPr>
            </p:nvGraphicFramePr>
            <p:xfrm>
              <a:off x="157160" y="1364922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the square root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931" t="-662" r="-179310" b="-66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462" t="-662" r="-100000" b="-66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75" t="-662" r="-775" b="-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 descr="A grid of graph paper&#10;&#10;Description automatically generated">
            <a:extLst>
              <a:ext uri="{FF2B5EF4-FFF2-40B4-BE49-F238E27FC236}">
                <a16:creationId xmlns:a16="http://schemas.microsoft.com/office/drawing/2014/main" id="{6D2CE0B7-9252-5ADD-EFE3-0D02D82D09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6" t="12899" r="3568" b="73427"/>
          <a:stretch/>
        </p:blipFill>
        <p:spPr>
          <a:xfrm>
            <a:off x="0" y="3373670"/>
            <a:ext cx="4966135" cy="948696"/>
          </a:xfrm>
          <a:prstGeom prst="rect">
            <a:avLst/>
          </a:prstGeom>
        </p:spPr>
      </p:pic>
      <p:pic>
        <p:nvPicPr>
          <p:cNvPr id="11" name="Picture 10" descr="A grid of white squares&#10;&#10;Description automatically generated">
            <a:extLst>
              <a:ext uri="{FF2B5EF4-FFF2-40B4-BE49-F238E27FC236}">
                <a16:creationId xmlns:a16="http://schemas.microsoft.com/office/drawing/2014/main" id="{C31ECFC3-58C8-2C55-A9C4-6D06261D29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1" t="12830" r="57358" b="73497"/>
          <a:stretch/>
        </p:blipFill>
        <p:spPr>
          <a:xfrm>
            <a:off x="4950266" y="3370438"/>
            <a:ext cx="1839773" cy="9486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2F22A7-FD87-1BF8-7436-E09D57E90F33}"/>
              </a:ext>
            </a:extLst>
          </p:cNvPr>
          <p:cNvSpPr txBox="1"/>
          <p:nvPr/>
        </p:nvSpPr>
        <p:spPr>
          <a:xfrm>
            <a:off x="1913873" y="437277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10- I do…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B9B105-F68F-FD61-E501-2C7E015D5519}"/>
              </a:ext>
            </a:extLst>
          </p:cNvPr>
          <p:cNvSpPr txBox="1"/>
          <p:nvPr/>
        </p:nvSpPr>
        <p:spPr>
          <a:xfrm>
            <a:off x="5116002" y="436079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12 – You do…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5B9FCF-6C74-1455-C92E-EC2C767E46B8}"/>
              </a:ext>
            </a:extLst>
          </p:cNvPr>
          <p:cNvSpPr txBox="1"/>
          <p:nvPr/>
        </p:nvSpPr>
        <p:spPr>
          <a:xfrm>
            <a:off x="3448397" y="4374425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11 -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84D2C907-3873-D8DA-2CAC-565101025A3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160" y="4707149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112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the “indices”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14</m:t>
                                  </m:r>
                                </m:e>
                                <m:sup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16</m:t>
                                  </m:r>
                                </m:e>
                                <m:sup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57573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84D2C907-3873-D8DA-2CAC-565101025A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429321"/>
                  </p:ext>
                </p:extLst>
              </p:nvPr>
            </p:nvGraphicFramePr>
            <p:xfrm>
              <a:off x="157160" y="4707149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the “indices”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7931" r="-179310" b="-66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8462" r="-100000" b="-66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75" r="-775" b="-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 descr="A grid of graph paper&#10;&#10;Description automatically generated">
            <a:extLst>
              <a:ext uri="{FF2B5EF4-FFF2-40B4-BE49-F238E27FC236}">
                <a16:creationId xmlns:a16="http://schemas.microsoft.com/office/drawing/2014/main" id="{08E4F912-21CD-5251-A1BA-0E88F858DF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6" t="12899" r="3568" b="73427"/>
          <a:stretch/>
        </p:blipFill>
        <p:spPr>
          <a:xfrm>
            <a:off x="33236" y="6674961"/>
            <a:ext cx="4966135" cy="948696"/>
          </a:xfrm>
          <a:prstGeom prst="rect">
            <a:avLst/>
          </a:prstGeom>
        </p:spPr>
      </p:pic>
      <p:pic>
        <p:nvPicPr>
          <p:cNvPr id="17" name="Picture 16" descr="A grid of white squares&#10;&#10;Description automatically generated">
            <a:extLst>
              <a:ext uri="{FF2B5EF4-FFF2-40B4-BE49-F238E27FC236}">
                <a16:creationId xmlns:a16="http://schemas.microsoft.com/office/drawing/2014/main" id="{0065940B-1C72-7191-28EA-2FD4DF086C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1" t="12830" r="57358" b="73497"/>
          <a:stretch/>
        </p:blipFill>
        <p:spPr>
          <a:xfrm>
            <a:off x="4983502" y="6671729"/>
            <a:ext cx="1839773" cy="9486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7BF349-7176-0716-565E-EE382C29637F}"/>
              </a:ext>
            </a:extLst>
          </p:cNvPr>
          <p:cNvSpPr txBox="1"/>
          <p:nvPr/>
        </p:nvSpPr>
        <p:spPr>
          <a:xfrm>
            <a:off x="1933270" y="762255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13 - I do…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01305F-FA44-1243-44D1-8EB71AE2C0BE}"/>
              </a:ext>
            </a:extLst>
          </p:cNvPr>
          <p:cNvSpPr txBox="1"/>
          <p:nvPr/>
        </p:nvSpPr>
        <p:spPr>
          <a:xfrm>
            <a:off x="5135399" y="761058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15 – You do…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133B3E-D140-7B7B-59F0-88E2511BF894}"/>
              </a:ext>
            </a:extLst>
          </p:cNvPr>
          <p:cNvSpPr txBox="1"/>
          <p:nvPr/>
        </p:nvSpPr>
        <p:spPr>
          <a:xfrm>
            <a:off x="3467794" y="7624208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14 -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E0EF7AC-F4F0-8B22-B94C-47727CCAE3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6557" y="7910632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112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‘shift’ then the ‘root’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e>
                              </m:ra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g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4096</m:t>
                                  </m:r>
                                </m:e>
                              </m:ra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Find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g>
                                <m:e>
                                  <m:r>
                                    <a:rPr kumimoji="0" lang="en-GB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1024</m:t>
                                  </m:r>
                                </m:e>
                              </m:rad>
                            </m:oMath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GB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57573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E0EF7AC-F4F0-8B22-B94C-47727CCAE3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2907618"/>
                  </p:ext>
                </p:extLst>
              </p:nvPr>
            </p:nvGraphicFramePr>
            <p:xfrm>
              <a:off x="176557" y="7910632"/>
              <a:ext cx="6543680" cy="1904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Press ‘shift’ then the ‘root’ button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7397" r="-178082" b="-132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231" r="-100000" b="-1325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550" r="-775" b="-13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Insert the digits into the correct places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  <a:tr h="8075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3)</a:t>
                          </a:r>
                          <a:r>
                            <a:rPr lang="en-US" sz="1200" baseline="0" dirty="0">
                              <a:solidFill>
                                <a:schemeClr val="tx1"/>
                              </a:solidFill>
                            </a:rPr>
                            <a:t> Press “=”.</a:t>
                          </a:r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02034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B2F22C3-0401-230D-58AB-9F72C193FAB5}"/>
              </a:ext>
            </a:extLst>
          </p:cNvPr>
          <p:cNvSpPr txBox="1"/>
          <p:nvPr/>
        </p:nvSpPr>
        <p:spPr>
          <a:xfrm>
            <a:off x="248344" y="50125"/>
            <a:ext cx="618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Notes</a:t>
            </a:r>
            <a:r>
              <a:rPr lang="en-US" sz="1200" dirty="0">
                <a:ea typeface="Calibri"/>
                <a:cs typeface="Calibri"/>
              </a:rPr>
              <a:t>: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C37FD8-87AA-0ECE-53C7-C133D5992F80}"/>
              </a:ext>
            </a:extLst>
          </p:cNvPr>
          <p:cNvSpPr txBox="1"/>
          <p:nvPr/>
        </p:nvSpPr>
        <p:spPr>
          <a:xfrm>
            <a:off x="182003" y="3327507"/>
            <a:ext cx="618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Notes</a:t>
            </a:r>
            <a:r>
              <a:rPr lang="en-US" sz="1200" dirty="0">
                <a:ea typeface="Calibri"/>
                <a:cs typeface="Calibri"/>
              </a:rPr>
              <a:t>: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C8DF91-FE58-8F8D-F799-C74AD30D9E7A}"/>
              </a:ext>
            </a:extLst>
          </p:cNvPr>
          <p:cNvSpPr txBox="1"/>
          <p:nvPr/>
        </p:nvSpPr>
        <p:spPr>
          <a:xfrm>
            <a:off x="248344" y="6637133"/>
            <a:ext cx="618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Notes</a:t>
            </a:r>
            <a:r>
              <a:rPr lang="en-US" sz="1200" dirty="0">
                <a:ea typeface="Calibri"/>
                <a:cs typeface="Calibri"/>
              </a:rPr>
              <a:t>: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3811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5DB0-B3EC-BBF0-F8E8-08873E86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id of graph paper&#10;&#10;Description automatically generated">
            <a:extLst>
              <a:ext uri="{FF2B5EF4-FFF2-40B4-BE49-F238E27FC236}">
                <a16:creationId xmlns:a16="http://schemas.microsoft.com/office/drawing/2014/main" id="{CD6E8C31-6CCA-BD68-49CC-A630A4C022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6" t="12899" r="3568" b="73427"/>
          <a:stretch/>
        </p:blipFill>
        <p:spPr>
          <a:xfrm>
            <a:off x="33236" y="81451"/>
            <a:ext cx="4966135" cy="948696"/>
          </a:xfrm>
          <a:prstGeom prst="rect">
            <a:avLst/>
          </a:prstGeom>
        </p:spPr>
      </p:pic>
      <p:pic>
        <p:nvPicPr>
          <p:cNvPr id="4" name="Picture 3" descr="A grid of white squares&#10;&#10;Description automatically generated">
            <a:extLst>
              <a:ext uri="{FF2B5EF4-FFF2-40B4-BE49-F238E27FC236}">
                <a16:creationId xmlns:a16="http://schemas.microsoft.com/office/drawing/2014/main" id="{888CD0B4-6DB5-AD06-848E-57ED623DFA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1" t="12830" r="57358" b="73497"/>
          <a:stretch/>
        </p:blipFill>
        <p:spPr>
          <a:xfrm>
            <a:off x="4983502" y="78219"/>
            <a:ext cx="1839773" cy="948695"/>
          </a:xfrm>
          <a:prstGeom prst="rect">
            <a:avLst/>
          </a:prstGeom>
        </p:spPr>
      </p:pic>
      <p:pic>
        <p:nvPicPr>
          <p:cNvPr id="10" name="Picture 9" descr="A grid of graph paper&#10;&#10;Description automatically generated">
            <a:extLst>
              <a:ext uri="{FF2B5EF4-FFF2-40B4-BE49-F238E27FC236}">
                <a16:creationId xmlns:a16="http://schemas.microsoft.com/office/drawing/2014/main" id="{CF58E686-6698-0135-CB4A-FE1D502B35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6" t="12899" r="3568" b="73427"/>
          <a:stretch/>
        </p:blipFill>
        <p:spPr>
          <a:xfrm>
            <a:off x="0" y="3269495"/>
            <a:ext cx="4966135" cy="948696"/>
          </a:xfrm>
          <a:prstGeom prst="rect">
            <a:avLst/>
          </a:prstGeom>
        </p:spPr>
      </p:pic>
      <p:pic>
        <p:nvPicPr>
          <p:cNvPr id="11" name="Picture 10" descr="A grid of white squares&#10;&#10;Description automatically generated">
            <a:extLst>
              <a:ext uri="{FF2B5EF4-FFF2-40B4-BE49-F238E27FC236}">
                <a16:creationId xmlns:a16="http://schemas.microsoft.com/office/drawing/2014/main" id="{F8F0A854-8A7D-A947-953A-79B37DAB6A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1" t="12830" r="57358" b="73497"/>
          <a:stretch/>
        </p:blipFill>
        <p:spPr>
          <a:xfrm>
            <a:off x="4950266" y="3266263"/>
            <a:ext cx="1839773" cy="948695"/>
          </a:xfrm>
          <a:prstGeom prst="rect">
            <a:avLst/>
          </a:prstGeom>
        </p:spPr>
      </p:pic>
      <p:pic>
        <p:nvPicPr>
          <p:cNvPr id="40" name="Picture 39" descr="A grid of graph paper&#10;&#10;Description automatically generated">
            <a:extLst>
              <a:ext uri="{FF2B5EF4-FFF2-40B4-BE49-F238E27FC236}">
                <a16:creationId xmlns:a16="http://schemas.microsoft.com/office/drawing/2014/main" id="{A389B906-DF9B-40F7-88D8-B78F8C9162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6" t="12899" r="3568" b="73427"/>
          <a:stretch/>
        </p:blipFill>
        <p:spPr>
          <a:xfrm>
            <a:off x="67961" y="6480336"/>
            <a:ext cx="4966135" cy="948696"/>
          </a:xfrm>
          <a:prstGeom prst="rect">
            <a:avLst/>
          </a:prstGeom>
        </p:spPr>
      </p:pic>
      <p:pic>
        <p:nvPicPr>
          <p:cNvPr id="41" name="Picture 40" descr="A grid of white squares&#10;&#10;Description automatically generated">
            <a:extLst>
              <a:ext uri="{FF2B5EF4-FFF2-40B4-BE49-F238E27FC236}">
                <a16:creationId xmlns:a16="http://schemas.microsoft.com/office/drawing/2014/main" id="{FAB13E71-4262-4D00-27E8-195D9E271B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1" t="12830" r="57358" b="73497"/>
          <a:stretch/>
        </p:blipFill>
        <p:spPr>
          <a:xfrm>
            <a:off x="5018227" y="6477104"/>
            <a:ext cx="1839773" cy="948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D36204-5719-BC90-6A93-A3E70B51A7E9}"/>
              </a:ext>
            </a:extLst>
          </p:cNvPr>
          <p:cNvSpPr txBox="1"/>
          <p:nvPr/>
        </p:nvSpPr>
        <p:spPr>
          <a:xfrm>
            <a:off x="248344" y="50125"/>
            <a:ext cx="618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Notes</a:t>
            </a:r>
            <a:r>
              <a:rPr lang="en-US" sz="1200" dirty="0">
                <a:ea typeface="Calibri"/>
                <a:cs typeface="Calibri"/>
              </a:rPr>
              <a:t>: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61A9A-CF4C-9F52-6562-B61C40A6BE6F}"/>
              </a:ext>
            </a:extLst>
          </p:cNvPr>
          <p:cNvSpPr txBox="1"/>
          <p:nvPr/>
        </p:nvSpPr>
        <p:spPr>
          <a:xfrm>
            <a:off x="191194" y="3249447"/>
            <a:ext cx="618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Notes</a:t>
            </a:r>
            <a:r>
              <a:rPr lang="en-US" sz="1200" dirty="0">
                <a:ea typeface="Calibri"/>
                <a:cs typeface="Calibri"/>
              </a:rPr>
              <a:t>: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8F0E5-D5F6-909B-B8AC-89C4E2EC6CCA}"/>
              </a:ext>
            </a:extLst>
          </p:cNvPr>
          <p:cNvSpPr txBox="1"/>
          <p:nvPr/>
        </p:nvSpPr>
        <p:spPr>
          <a:xfrm>
            <a:off x="272503" y="6454048"/>
            <a:ext cx="618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Notes</a:t>
            </a:r>
            <a:r>
              <a:rPr lang="en-US" sz="1200" dirty="0">
                <a:ea typeface="Calibri"/>
                <a:cs typeface="Calibri"/>
              </a:rPr>
              <a:t>: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537B6-6B60-3734-1F7A-157C299A934C}"/>
              </a:ext>
            </a:extLst>
          </p:cNvPr>
          <p:cNvSpPr txBox="1"/>
          <p:nvPr/>
        </p:nvSpPr>
        <p:spPr>
          <a:xfrm>
            <a:off x="1913873" y="94680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16 - I do…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323A1-3CD7-AE54-D528-BC56CF0297DA}"/>
              </a:ext>
            </a:extLst>
          </p:cNvPr>
          <p:cNvSpPr txBox="1"/>
          <p:nvPr/>
        </p:nvSpPr>
        <p:spPr>
          <a:xfrm>
            <a:off x="5116002" y="93482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18 – You do…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EBA788-6DD6-20ED-2F8A-29EEE8B66A95}"/>
              </a:ext>
            </a:extLst>
          </p:cNvPr>
          <p:cNvSpPr txBox="1"/>
          <p:nvPr/>
        </p:nvSpPr>
        <p:spPr>
          <a:xfrm>
            <a:off x="3448397" y="948453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17 -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8DE53A4-D8CB-A54C-CD72-538117028A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160" y="1177002"/>
              <a:ext cx="6543680" cy="2023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112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Input the question exactly as it looks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4.2+3.2</m:t>
                                    </m:r>
                                  </m:e>
                                </m:d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× 74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4.5+3.2</m:t>
                                    </m:r>
                                  </m:e>
                                </m:d>
                                <m:r>
                                  <a:rPr lang="en-GB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× 74 </m:t>
                                </m:r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4.5−3.2</m:t>
                                    </m:r>
                                  </m:e>
                                </m:d>
                                <m:r>
                                  <a:rPr lang="en-GB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× 74</m:t>
                                </m:r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138326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Press “=“.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8DE53A4-D8CB-A54C-CD72-538117028A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7387121"/>
                  </p:ext>
                </p:extLst>
              </p:nvPr>
            </p:nvGraphicFramePr>
            <p:xfrm>
              <a:off x="157160" y="1177002"/>
              <a:ext cx="6543680" cy="2023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Input the question exactly as it looks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931" r="-179310" b="-125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462" r="-100000" b="-125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75" r="-775" b="-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138326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Press “=“.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632C35C-0226-F047-2DE5-D78AC9CB5AA9}"/>
              </a:ext>
            </a:extLst>
          </p:cNvPr>
          <p:cNvSpPr txBox="1"/>
          <p:nvPr/>
        </p:nvSpPr>
        <p:spPr>
          <a:xfrm>
            <a:off x="1913873" y="413313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19 - I do…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E4757C-78D0-FA37-9147-61D6CD420493}"/>
              </a:ext>
            </a:extLst>
          </p:cNvPr>
          <p:cNvSpPr txBox="1"/>
          <p:nvPr/>
        </p:nvSpPr>
        <p:spPr>
          <a:xfrm>
            <a:off x="5116002" y="412115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21 – You do…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9D143B-8F3B-78FF-1374-3CE088AA7F3B}"/>
              </a:ext>
            </a:extLst>
          </p:cNvPr>
          <p:cNvSpPr txBox="1"/>
          <p:nvPr/>
        </p:nvSpPr>
        <p:spPr>
          <a:xfrm>
            <a:off x="3448397" y="4134786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20 -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29A3F458-7D24-0D29-A737-BA69612B7C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160" y="4385693"/>
              <a:ext cx="6543680" cy="17945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1794505">
                    <a:tc>
                      <a:txBody>
                        <a:bodyPr/>
                        <a:lstStyle/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arenR"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Input the question exactly as it looks</a:t>
                          </a:r>
                        </a:p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arenR"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Use the arrows to navigate to different parts of the fraction</a:t>
                          </a:r>
                        </a:p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arenR"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Press “=“.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0" lang="en-GB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GB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22</m:t>
                                        </m:r>
                                      </m:e>
                                      <m:sup>
                                        <m:r>
                                          <a:rPr kumimoji="0" lang="en-GB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kumimoji="0" lang="en-GB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0" lang="en-GB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9.4−5.3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18.2+7.4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9.22</m:t>
                                        </m:r>
                                      </m:e>
                                    </m:rad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sSup>
                                      <m:sSupPr>
                                        <m:ctrlP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1.2</m:t>
                                        </m:r>
                                      </m:e>
                                      <m:sup>
                                        <m: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17.8+</m:t>
                                        </m:r>
                                        <m:sSup>
                                          <m:sSupPr>
                                            <m:ctrlPr>
                                              <a:rPr lang="en-GB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9.93</m:t>
                                            </m:r>
                                          </m:e>
                                          <m:sup>
                                            <m:r>
                                              <a:rPr lang="en-GB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1.25−5.9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29A3F458-7D24-0D29-A737-BA69612B7C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160" y="4385693"/>
              <a:ext cx="6543680" cy="17945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1794505">
                    <a:tc>
                      <a:txBody>
                        <a:bodyPr/>
                        <a:lstStyle/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arenR"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Input the question exactly as it looks</a:t>
                          </a:r>
                        </a:p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arenR"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Use the arrows to navigate to different parts of the fraction</a:t>
                          </a:r>
                        </a:p>
                        <a:p>
                          <a:pPr marL="228600" marR="0" lvl="0" indent="-22860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arenR"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Press “=“.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645" t="-339" r="-177961" b="-6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8889" t="-339" r="-100370" b="-6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339" r="-743" b="-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AF77158-C0AA-69E7-19DA-D77DB332797E}"/>
              </a:ext>
            </a:extLst>
          </p:cNvPr>
          <p:cNvSpPr txBox="1"/>
          <p:nvPr/>
        </p:nvSpPr>
        <p:spPr>
          <a:xfrm>
            <a:off x="1944505" y="737869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22 - I do…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BA2606-9435-AF39-1CD4-8AFE290D10D2}"/>
              </a:ext>
            </a:extLst>
          </p:cNvPr>
          <p:cNvSpPr txBox="1"/>
          <p:nvPr/>
        </p:nvSpPr>
        <p:spPr>
          <a:xfrm>
            <a:off x="5146634" y="736671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Example 24 – You do…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4F72E2-AB8D-6621-2697-03D00A97D67C}"/>
              </a:ext>
            </a:extLst>
          </p:cNvPr>
          <p:cNvSpPr txBox="1"/>
          <p:nvPr/>
        </p:nvSpPr>
        <p:spPr>
          <a:xfrm>
            <a:off x="3479029" y="7380344"/>
            <a:ext cx="16676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Example 23 -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Table 42">
                <a:extLst>
                  <a:ext uri="{FF2B5EF4-FFF2-40B4-BE49-F238E27FC236}">
                    <a16:creationId xmlns:a16="http://schemas.microsoft.com/office/drawing/2014/main" id="{E87D931A-89C1-80ED-B84E-803330CDC83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792" y="7646262"/>
              <a:ext cx="6543680" cy="2023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4112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Input the question exactly as it looks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𝜋</m:t>
                                </m:r>
                                <m:r>
                                  <a:rPr kumimoji="0" lang="en-GB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kumimoji="0" lang="en-GB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GB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⁡(45)</m:t>
                                </m:r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GB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GB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⁡(35)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138326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Press “=“.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Table 42">
                <a:extLst>
                  <a:ext uri="{FF2B5EF4-FFF2-40B4-BE49-F238E27FC236}">
                    <a16:creationId xmlns:a16="http://schemas.microsoft.com/office/drawing/2014/main" id="{E87D931A-89C1-80ED-B84E-803330CDC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3590078"/>
                  </p:ext>
                </p:extLst>
              </p:nvPr>
            </p:nvGraphicFramePr>
            <p:xfrm>
              <a:off x="187792" y="7646262"/>
              <a:ext cx="6543680" cy="2023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4360">
                      <a:extLst>
                        <a:ext uri="{9D8B030D-6E8A-4147-A177-3AD203B41FA5}">
                          <a16:colId xmlns:a16="http://schemas.microsoft.com/office/drawing/2014/main" val="1517548829"/>
                        </a:ext>
                      </a:extLst>
                    </a:gridCol>
                    <a:gridCol w="1848649">
                      <a:extLst>
                        <a:ext uri="{9D8B030D-6E8A-4147-A177-3AD203B41FA5}">
                          <a16:colId xmlns:a16="http://schemas.microsoft.com/office/drawing/2014/main" val="1117461098"/>
                        </a:ext>
                      </a:extLst>
                    </a:gridCol>
                    <a:gridCol w="1644751">
                      <a:extLst>
                        <a:ext uri="{9D8B030D-6E8A-4147-A177-3AD203B41FA5}">
                          <a16:colId xmlns:a16="http://schemas.microsoft.com/office/drawing/2014/main" val="1979670448"/>
                        </a:ext>
                      </a:extLst>
                    </a:gridCol>
                    <a:gridCol w="1635920">
                      <a:extLst>
                        <a:ext uri="{9D8B030D-6E8A-4147-A177-3AD203B41FA5}">
                          <a16:colId xmlns:a16="http://schemas.microsoft.com/office/drawing/2014/main" val="99724197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1) Input the question exactly as it looks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7397" t="-625" r="-178082" b="-62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231" t="-625" r="-100000" b="-62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550" t="-625" r="-775" b="-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806297"/>
                      </a:ext>
                    </a:extLst>
                  </a:tr>
                  <a:tr h="138326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solidFill>
                                <a:schemeClr val="tx1"/>
                              </a:solidFill>
                            </a:rPr>
                            <a:t>2) Press “=“.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061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327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405399" y="9566250"/>
            <a:ext cx="1543050" cy="52740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F123EF7-5F93-CB22-702E-5F4BECADFD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0050" y="609600"/>
              <a:ext cx="6057900" cy="89016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9300">
                      <a:extLst>
                        <a:ext uri="{9D8B030D-6E8A-4147-A177-3AD203B41FA5}">
                          <a16:colId xmlns:a16="http://schemas.microsoft.com/office/drawing/2014/main" val="1918993816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3829285730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370427825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Question 1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Use a calculator to work out each of the following.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Write down all of the figures on your display.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87473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a)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1.69</m:t>
                                  </m:r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b)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1.25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c)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1.96×2.25</m:t>
                                  </m:r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74197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0371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1.3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1.4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3.1</m:t>
                                  </m:r>
                                </m:e>
                                <m:sup>
                                  <m: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GB" sz="12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g>
                                <m:e>
                                  <m: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84</m:t>
                                  </m:r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0676457"/>
                      </a:ext>
                    </a:extLst>
                  </a:tr>
                  <a:tr h="658457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00824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d)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1.3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1.4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e)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8.6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f)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8.6</m:t>
                                      </m:r>
                                    </m:num>
                                    <m:den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69487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3597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g)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h)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 err="1"/>
                            <a:t>i</a:t>
                          </a:r>
                          <a:r>
                            <a:rPr lang="en-GB" sz="1200" dirty="0"/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den>
                              </m:f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04258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6923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j)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8.2−1.2</m:t>
                                  </m:r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 × 31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k)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8.2−</m:t>
                                  </m:r>
                                  <m:sSup>
                                    <m:sSup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1.2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× 31 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l)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25.4+</m:t>
                                  </m:r>
                                  <m:sSup>
                                    <m:sSup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1.9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6.5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0679863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49290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1F123EF7-5F93-CB22-702E-5F4BECADFD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205119"/>
                  </p:ext>
                </p:extLst>
              </p:nvPr>
            </p:nvGraphicFramePr>
            <p:xfrm>
              <a:off x="400050" y="609600"/>
              <a:ext cx="6057900" cy="89016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9300">
                      <a:extLst>
                        <a:ext uri="{9D8B030D-6E8A-4147-A177-3AD203B41FA5}">
                          <a16:colId xmlns:a16="http://schemas.microsoft.com/office/drawing/2014/main" val="1918993816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3829285730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370427825"/>
                        </a:ext>
                      </a:extLst>
                    </a:gridCol>
                  </a:tblGrid>
                  <a:tr h="1005840">
                    <a:tc gridSpan="3">
                      <a:txBody>
                        <a:bodyPr/>
                        <a:lstStyle/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Question 1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Use a calculator to work out each of the following.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Write down all of the figures on your display.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87473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272414" r="-201258" b="-20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72414" r="-100000" b="-20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272414" r="-629" b="-20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419769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0371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696552" r="-201258" b="-16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696552" r="-100000" b="-16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696552" r="-629" b="-16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67645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0082422"/>
                      </a:ext>
                    </a:extLst>
                  </a:tr>
                  <a:tr h="4636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902778" r="-201258" b="-9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902778" r="-100000" b="-9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902778" r="-629" b="-9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94874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3597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1568966" r="-201258" b="-75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1568966" r="-100000" b="-75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1568966" r="-629" b="-75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2586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6923056"/>
                      </a:ext>
                    </a:extLst>
                  </a:tr>
                  <a:tr h="3768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1993103" r="-201258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1993103" r="-100000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1993103" r="-629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0679863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49290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B379B86-48D6-355E-8465-5F18001E029C}"/>
              </a:ext>
            </a:extLst>
          </p:cNvPr>
          <p:cNvSpPr/>
          <p:nvPr/>
        </p:nvSpPr>
        <p:spPr>
          <a:xfrm>
            <a:off x="400050" y="269147"/>
            <a:ext cx="1137954" cy="34045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99376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11E2-93A1-900F-7B2B-469DFEF6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5AAA2-A692-FA9B-1FBE-EFDF55F8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05399" y="9566250"/>
            <a:ext cx="1543050" cy="52740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8E124832-FF99-EACA-8EDB-57C97D37DE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0050" y="609600"/>
              <a:ext cx="6057900" cy="87151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9300">
                      <a:extLst>
                        <a:ext uri="{9D8B030D-6E8A-4147-A177-3AD203B41FA5}">
                          <a16:colId xmlns:a16="http://schemas.microsoft.com/office/drawing/2014/main" val="1918993816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829285730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537255873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370427825"/>
                        </a:ext>
                      </a:extLst>
                    </a:gridCol>
                  </a:tblGrid>
                  <a:tr h="613229">
                    <a:tc gridSpan="4">
                      <a:txBody>
                        <a:bodyPr/>
                        <a:lstStyle/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Question 1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Use a calculator to work out each of the following.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Write down all of the figures on your display.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87473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m)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12.36−5.12</m:t>
                                      </m:r>
                                    </m:e>
                                  </m:rad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2.97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dirty="0"/>
                            <a:t>n)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2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25.1−3.87</m:t>
                                      </m:r>
                                    </m:num>
                                    <m:den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5.23+2.04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o)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GB" sz="12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sSup>
                                    <m:sSupPr>
                                      <m:ctrlP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sup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40371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06764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p)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GB" sz="12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sSup>
                                    <m:sSupPr>
                                      <m:ctrlP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dirty="0"/>
                            <a:t>q)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GB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15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−54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12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⁡(80)</m:t>
                                  </m:r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r)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(3.15−0.28)</m:t>
                                  </m:r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−4.076</m:t>
                              </m:r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00824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3597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s)</a:t>
                          </a:r>
                          <a:r>
                            <a:rPr lang="en-GB" sz="1200" baseline="0" dirty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2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25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12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⁡(40)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2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25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12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⁡(40)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GB" sz="1200" dirty="0"/>
                            <a:t>t)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90</m:t>
                                      </m:r>
                                    </m:e>
                                  </m:rad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>
                                      <m:r>
                                        <m:rPr>
                                          <m:brk m:alnAt="7"/>
                                        </m:r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g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1.1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p>
                                      </m:s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rad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GB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dirty="0"/>
                            <a:t>u)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sz="1200" b="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12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3.5</m:t>
                                          </m:r>
                                        </m:e>
                                        <m:sup>
                                          <m:r>
                                            <a:rPr lang="en-GB" sz="12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GB" sz="1200" b="0" i="1" baseline="0" smtClean="0">
                                          <a:latin typeface="Cambria Math" panose="02040503050406030204" pitchFamily="18" charset="0"/>
                                        </a:rPr>
                                        <m:t>6.3−</m:t>
                                      </m:r>
                                      <m:f>
                                        <m:fPr>
                                          <m:ctrlPr>
                                            <a:rPr lang="en-GB" sz="1200" b="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12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47</m:t>
                                          </m:r>
                                        </m:num>
                                        <m:den>
                                          <m:r>
                                            <a:rPr lang="en-GB" sz="12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63</m:t>
                                          </m:r>
                                        </m:den>
                                      </m:f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9156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1939360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v)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Choose values for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and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and use your calculator to test whether or not these statements are true.</a:t>
                          </a:r>
                        </a:p>
                        <a:p>
                          <a:pPr marL="26670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i)    (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−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)(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+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) =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−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5679208"/>
                      </a:ext>
                    </a:extLst>
                  </a:tr>
                  <a:tr h="2088000"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81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8E124832-FF99-EACA-8EDB-57C97D37DE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9923461"/>
                  </p:ext>
                </p:extLst>
              </p:nvPr>
            </p:nvGraphicFramePr>
            <p:xfrm>
              <a:off x="400050" y="609600"/>
              <a:ext cx="6057900" cy="87151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9300">
                      <a:extLst>
                        <a:ext uri="{9D8B030D-6E8A-4147-A177-3AD203B41FA5}">
                          <a16:colId xmlns:a16="http://schemas.microsoft.com/office/drawing/2014/main" val="1918993816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829285730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537255873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370427825"/>
                        </a:ext>
                      </a:extLst>
                    </a:gridCol>
                  </a:tblGrid>
                  <a:tr h="1005840">
                    <a:tc gridSpan="4">
                      <a:txBody>
                        <a:bodyPr/>
                        <a:lstStyle/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Question 1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Use a calculator to work out each of the following.</a:t>
                          </a:r>
                        </a:p>
                        <a:p>
                          <a:endParaRPr lang="en-GB" sz="12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</a:rPr>
                            <a:t>Write down all of the figures on your display.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8747301"/>
                      </a:ext>
                    </a:extLst>
                  </a:tr>
                  <a:tr h="4636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213514" r="-201258" b="-1545946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213514" r="-100000" b="-15459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213514" r="-629" b="-15459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0371551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06764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672414" r="-201258" b="-160000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672414" r="-100000" b="-16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672414" r="-629" b="-1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008242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3597252"/>
                      </a:ext>
                    </a:extLst>
                  </a:tr>
                  <a:tr h="631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9" t="-636000" r="-201258" b="-64000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t="-636000" r="-100000" b="-64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58" t="-636000" r="-629" b="-6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15610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1939360"/>
                      </a:ext>
                    </a:extLst>
                  </a:tr>
                  <a:tr h="771779"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v) 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Choose values for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and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and use your calculator to test whether or not these statements are true.</a:t>
                          </a:r>
                        </a:p>
                        <a:p>
                          <a:pPr marL="26670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i)    (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−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)(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+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) =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kumimoji="0" lang="en-GB" sz="1200" b="0" i="0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kumimoji="0" lang="en-GB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 − </a:t>
                          </a:r>
                          <a:r>
                            <a:rPr kumimoji="0" lang="en-GB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b</a:t>
                          </a:r>
                          <a:r>
                            <a:rPr kumimoji="0" lang="en-GB" sz="1200" b="0" i="0" u="none" strike="noStrike" kern="1200" cap="none" spc="0" normalizeH="0" baseline="300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5679208"/>
                      </a:ext>
                    </a:extLst>
                  </a:tr>
                  <a:tr h="2088000"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811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B3509BEF-C38C-37B4-A092-87A1EC041B19}"/>
              </a:ext>
            </a:extLst>
          </p:cNvPr>
          <p:cNvSpPr/>
          <p:nvPr/>
        </p:nvSpPr>
        <p:spPr>
          <a:xfrm>
            <a:off x="400050" y="269147"/>
            <a:ext cx="1137954" cy="34045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8FF9E-4CCE-33BE-E55B-9CCB3006A4AF}"/>
              </a:ext>
            </a:extLst>
          </p:cNvPr>
          <p:cNvSpPr/>
          <p:nvPr/>
        </p:nvSpPr>
        <p:spPr>
          <a:xfrm>
            <a:off x="3429000" y="6967896"/>
            <a:ext cx="18998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ii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 (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+ 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GB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= 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GB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− 2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+ 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GB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081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e238da7da78697d1fe4891d3ac25b45a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72ff361b2b60b6ed47f8a13d178c3d7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8CC0EE-6BD2-49A5-B9D5-849A50B03A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D98451-82A1-4B31-BD2C-E9D39940E8B1}"/>
</file>

<file path=customXml/itemProps3.xml><?xml version="1.0" encoding="utf-8"?>
<ds:datastoreItem xmlns:ds="http://schemas.openxmlformats.org/officeDocument/2006/customXml" ds:itemID="{0F6D76E5-7287-49DC-AF93-B1F4EB3F8258}">
  <ds:schemaRefs>
    <ds:schemaRef ds:uri="http://schemas.microsoft.com/office/2006/metadata/properties"/>
    <ds:schemaRef ds:uri="http://purl.org/dc/terms/"/>
    <ds:schemaRef ds:uri="e30b71df-48f4-4db7-95c3-a9033c265cb9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608ebbb4-e88b-4c99-b506-21d9362781c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682</Words>
  <Application>Microsoft Office PowerPoint</Application>
  <PresentationFormat>A4 Paper (210x297 mm)</PresentationFormat>
  <Paragraphs>158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.AppleSystemUIFont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Wasiq Razaq (Astrea Academy Sheffield)</dc:creator>
  <cp:lastModifiedBy>Adam Brown (Astrea Central)</cp:lastModifiedBy>
  <cp:revision>8</cp:revision>
  <cp:lastPrinted>2021-07-09T14:20:41Z</cp:lastPrinted>
  <dcterms:created xsi:type="dcterms:W3CDTF">2020-02-27T07:22:26Z</dcterms:created>
  <dcterms:modified xsi:type="dcterms:W3CDTF">2025-10-02T09:34:07Z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Order">
    <vt:r8>12400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