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1224" r:id="rId5"/>
    <p:sldId id="1167" r:id="rId6"/>
    <p:sldId id="1225" r:id="rId7"/>
    <p:sldId id="1226" r:id="rId8"/>
    <p:sldId id="820" r:id="rId9"/>
    <p:sldId id="1227" r:id="rId10"/>
    <p:sldId id="1168" r:id="rId11"/>
    <p:sldId id="1228" r:id="rId12"/>
    <p:sldId id="822" r:id="rId13"/>
    <p:sldId id="1229" r:id="rId14"/>
    <p:sldId id="1171" r:id="rId15"/>
    <p:sldId id="1169" r:id="rId16"/>
    <p:sldId id="1230" r:id="rId17"/>
    <p:sldId id="1172" r:id="rId18"/>
    <p:sldId id="823" r:id="rId19"/>
    <p:sldId id="826" r:id="rId20"/>
    <p:sldId id="1173" r:id="rId21"/>
    <p:sldId id="796" r:id="rId22"/>
    <p:sldId id="1175" r:id="rId23"/>
    <p:sldId id="1176" r:id="rId24"/>
    <p:sldId id="1179" r:id="rId25"/>
    <p:sldId id="1177" r:id="rId26"/>
    <p:sldId id="1178" r:id="rId27"/>
    <p:sldId id="1180" r:id="rId28"/>
    <p:sldId id="2788" r:id="rId29"/>
    <p:sldId id="2799" r:id="rId30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siq Razaq (Staff, Astrea Academy Sheffield)" initials="WR(AAS" lastIdx="17" clrIdx="0">
    <p:extLst>
      <p:ext uri="{19B8F6BF-5375-455C-9EA6-DF929625EA0E}">
        <p15:presenceInfo xmlns:p15="http://schemas.microsoft.com/office/powerpoint/2012/main" userId="S::wasiq.razaq@astreasheffield.org::159e9762-73e0-4ac1-a5d5-3ca02db9f4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2341"/>
    <a:srgbClr val="FF01B3"/>
    <a:srgbClr val="C4A000"/>
    <a:srgbClr val="8F5902"/>
    <a:srgbClr val="0000FF"/>
    <a:srgbClr val="B0B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47" autoAdjust="0"/>
  </p:normalViewPr>
  <p:slideViewPr>
    <p:cSldViewPr snapToGrid="0">
      <p:cViewPr varScale="1">
        <p:scale>
          <a:sx n="44" d="100"/>
          <a:sy n="44" d="100"/>
        </p:scale>
        <p:origin x="2232" y="40"/>
      </p:cViewPr>
      <p:guideLst>
        <p:guide orient="horz" pos="3120"/>
        <p:guide pos="218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298CC335-43E8-497A-92EF-F6294183AD0B}"/>
    <pc:docChg chg="undo custSel delSld modSld">
      <pc:chgData name="Adam Brown (Astrea Central)" userId="e4577f1c-a0ea-4eef-9851-9bdbe8619e58" providerId="ADAL" clId="{298CC335-43E8-497A-92EF-F6294183AD0B}" dt="2025-09-15T13:28:36.725" v="1901" actId="20577"/>
      <pc:docMkLst>
        <pc:docMk/>
      </pc:docMkLst>
      <pc:sldChg chg="delSp modSp mod">
        <pc:chgData name="Adam Brown (Astrea Central)" userId="e4577f1c-a0ea-4eef-9851-9bdbe8619e58" providerId="ADAL" clId="{298CC335-43E8-497A-92EF-F6294183AD0B}" dt="2025-09-15T11:17:48.384" v="749" actId="478"/>
        <pc:sldMkLst>
          <pc:docMk/>
          <pc:sldMk cId="3499626388" sldId="270"/>
        </pc:sldMkLst>
        <pc:graphicFrameChg chg="modGraphic">
          <ac:chgData name="Adam Brown (Astrea Central)" userId="e4577f1c-a0ea-4eef-9851-9bdbe8619e58" providerId="ADAL" clId="{298CC335-43E8-497A-92EF-F6294183AD0B}" dt="2025-09-15T11:17:43.512" v="748" actId="14734"/>
          <ac:graphicFrameMkLst>
            <pc:docMk/>
            <pc:sldMk cId="3499626388" sldId="270"/>
            <ac:graphicFrameMk id="21" creationId="{00000000-0000-0000-0000-000000000000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3:27:31.878" v="1884" actId="478"/>
        <pc:sldMkLst>
          <pc:docMk/>
          <pc:sldMk cId="3802529320" sldId="290"/>
        </pc:sldMkLst>
      </pc:sldChg>
      <pc:sldChg chg="delSp mod">
        <pc:chgData name="Adam Brown (Astrea Central)" userId="e4577f1c-a0ea-4eef-9851-9bdbe8619e58" providerId="ADAL" clId="{298CC335-43E8-497A-92EF-F6294183AD0B}" dt="2025-09-15T11:17:57.337" v="751" actId="478"/>
        <pc:sldMkLst>
          <pc:docMk/>
          <pc:sldMk cId="602000621" sldId="304"/>
        </pc:sldMkLst>
      </pc:sldChg>
      <pc:sldChg chg="addSp delSp mod">
        <pc:chgData name="Adam Brown (Astrea Central)" userId="e4577f1c-a0ea-4eef-9851-9bdbe8619e58" providerId="ADAL" clId="{298CC335-43E8-497A-92EF-F6294183AD0B}" dt="2025-09-15T13:27:57.845" v="1894" actId="478"/>
        <pc:sldMkLst>
          <pc:docMk/>
          <pc:sldMk cId="201419931" sldId="418"/>
        </pc:sldMkLst>
      </pc:sldChg>
      <pc:sldChg chg="modSp mod">
        <pc:chgData name="Adam Brown (Astrea Central)" userId="e4577f1c-a0ea-4eef-9851-9bdbe8619e58" providerId="ADAL" clId="{298CC335-43E8-497A-92EF-F6294183AD0B}" dt="2025-09-15T11:21:19.735" v="822" actId="6549"/>
        <pc:sldMkLst>
          <pc:docMk/>
          <pc:sldMk cId="2200894185" sldId="442"/>
        </pc:sldMkLst>
        <pc:graphicFrameChg chg="mod modGraphic">
          <ac:chgData name="Adam Brown (Astrea Central)" userId="e4577f1c-a0ea-4eef-9851-9bdbe8619e58" providerId="ADAL" clId="{298CC335-43E8-497A-92EF-F6294183AD0B}" dt="2025-09-15T11:21:19.735" v="822" actId="6549"/>
          <ac:graphicFrameMkLst>
            <pc:docMk/>
            <pc:sldMk cId="2200894185" sldId="442"/>
            <ac:graphicFrameMk id="29" creationId="{201FA3F8-AE0D-FB3C-580A-D4D5576C2ADA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06:24.216" v="629" actId="478"/>
        <pc:sldMkLst>
          <pc:docMk/>
          <pc:sldMk cId="3634756477" sldId="528"/>
        </pc:sldMkLst>
        <pc:graphicFrameChg chg="mod modGraphic">
          <ac:chgData name="Adam Brown (Astrea Central)" userId="e4577f1c-a0ea-4eef-9851-9bdbe8619e58" providerId="ADAL" clId="{298CC335-43E8-497A-92EF-F6294183AD0B}" dt="2025-09-15T11:06:12.256" v="621" actId="14100"/>
          <ac:graphicFrameMkLst>
            <pc:docMk/>
            <pc:sldMk cId="3634756477" sldId="528"/>
            <ac:graphicFrameMk id="9" creationId="{15F423F3-612E-46E0-1230-7CA80F77DE4C}"/>
          </ac:graphicFrameMkLst>
        </pc:graphicFrameChg>
      </pc:sldChg>
      <pc:sldChg chg="addSp delSp mod">
        <pc:chgData name="Adam Brown (Astrea Central)" userId="e4577f1c-a0ea-4eef-9851-9bdbe8619e58" providerId="ADAL" clId="{298CC335-43E8-497A-92EF-F6294183AD0B}" dt="2025-09-15T11:07:13.856" v="660" actId="478"/>
        <pc:sldMkLst>
          <pc:docMk/>
          <pc:sldMk cId="3965342644" sldId="529"/>
        </pc:sldMkLst>
        <pc:spChg chg="add del">
          <ac:chgData name="Adam Brown (Astrea Central)" userId="e4577f1c-a0ea-4eef-9851-9bdbe8619e58" providerId="ADAL" clId="{298CC335-43E8-497A-92EF-F6294183AD0B}" dt="2025-09-15T11:07:09.549" v="658" actId="478"/>
          <ac:spMkLst>
            <pc:docMk/>
            <pc:sldMk cId="3965342644" sldId="529"/>
            <ac:spMk id="27" creationId="{7658E5AF-52AC-AD43-8628-538C7318377A}"/>
          </ac:spMkLst>
        </pc:spChg>
      </pc:sldChg>
      <pc:sldChg chg="delSp mod">
        <pc:chgData name="Adam Brown (Astrea Central)" userId="e4577f1c-a0ea-4eef-9851-9bdbe8619e58" providerId="ADAL" clId="{298CC335-43E8-497A-92EF-F6294183AD0B}" dt="2025-09-15T11:07:27.256" v="670" actId="478"/>
        <pc:sldMkLst>
          <pc:docMk/>
          <pc:sldMk cId="1261905153" sldId="531"/>
        </pc:sldMkLst>
      </pc:sldChg>
      <pc:sldChg chg="delSp mod">
        <pc:chgData name="Adam Brown (Astrea Central)" userId="e4577f1c-a0ea-4eef-9851-9bdbe8619e58" providerId="ADAL" clId="{298CC335-43E8-497A-92EF-F6294183AD0B}" dt="2025-09-15T11:07:31.584" v="671" actId="478"/>
        <pc:sldMkLst>
          <pc:docMk/>
          <pc:sldMk cId="2885128637" sldId="533"/>
        </pc:sldMkLst>
      </pc:sldChg>
      <pc:sldChg chg="delSp mod">
        <pc:chgData name="Adam Brown (Astrea Central)" userId="e4577f1c-a0ea-4eef-9851-9bdbe8619e58" providerId="ADAL" clId="{298CC335-43E8-497A-92EF-F6294183AD0B}" dt="2025-09-15T11:08:07.511" v="683" actId="478"/>
        <pc:sldMkLst>
          <pc:docMk/>
          <pc:sldMk cId="1207551091" sldId="534"/>
        </pc:sldMkLst>
      </pc:sldChg>
      <pc:sldChg chg="delSp mod">
        <pc:chgData name="Adam Brown (Astrea Central)" userId="e4577f1c-a0ea-4eef-9851-9bdbe8619e58" providerId="ADAL" clId="{298CC335-43E8-497A-92EF-F6294183AD0B}" dt="2025-09-15T11:11:48.364" v="691" actId="478"/>
        <pc:sldMkLst>
          <pc:docMk/>
          <pc:sldMk cId="1773249319" sldId="536"/>
        </pc:sldMkLst>
      </pc:sldChg>
      <pc:sldChg chg="delSp mod">
        <pc:chgData name="Adam Brown (Astrea Central)" userId="e4577f1c-a0ea-4eef-9851-9bdbe8619e58" providerId="ADAL" clId="{298CC335-43E8-497A-92EF-F6294183AD0B}" dt="2025-09-15T11:17:09.031" v="729" actId="478"/>
        <pc:sldMkLst>
          <pc:docMk/>
          <pc:sldMk cId="354259982" sldId="537"/>
        </pc:sldMkLst>
      </pc:sldChg>
      <pc:sldChg chg="delSp mod">
        <pc:chgData name="Adam Brown (Astrea Central)" userId="e4577f1c-a0ea-4eef-9851-9bdbe8619e58" providerId="ADAL" clId="{298CC335-43E8-497A-92EF-F6294183AD0B}" dt="2025-09-15T11:17:28.552" v="740" actId="478"/>
        <pc:sldMkLst>
          <pc:docMk/>
          <pc:sldMk cId="1438998916" sldId="538"/>
        </pc:sldMkLst>
      </pc:sldChg>
      <pc:sldChg chg="delSp mod">
        <pc:chgData name="Adam Brown (Astrea Central)" userId="e4577f1c-a0ea-4eef-9851-9bdbe8619e58" providerId="ADAL" clId="{298CC335-43E8-497A-92EF-F6294183AD0B}" dt="2025-09-15T11:16:05.400" v="699" actId="478"/>
        <pc:sldMkLst>
          <pc:docMk/>
          <pc:sldMk cId="2485489797" sldId="557"/>
        </pc:sldMkLst>
      </pc:sldChg>
      <pc:sldChg chg="modSp mod">
        <pc:chgData name="Adam Brown (Astrea Central)" userId="e4577f1c-a0ea-4eef-9851-9bdbe8619e58" providerId="ADAL" clId="{298CC335-43E8-497A-92EF-F6294183AD0B}" dt="2025-09-15T11:16:37.328" v="713" actId="20577"/>
        <pc:sldMkLst>
          <pc:docMk/>
          <pc:sldMk cId="1525563781" sldId="560"/>
        </pc:sldMkLst>
        <pc:graphicFrameChg chg="modGraphic">
          <ac:chgData name="Adam Brown (Astrea Central)" userId="e4577f1c-a0ea-4eef-9851-9bdbe8619e58" providerId="ADAL" clId="{298CC335-43E8-497A-92EF-F6294183AD0B}" dt="2025-09-15T11:16:37.328" v="713" actId="20577"/>
          <ac:graphicFrameMkLst>
            <pc:docMk/>
            <pc:sldMk cId="1525563781" sldId="560"/>
            <ac:graphicFrameMk id="5" creationId="{8695FC87-8B73-6177-904E-AD747537D19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1:34.185" v="828" actId="6549"/>
        <pc:sldMkLst>
          <pc:docMk/>
          <pc:sldMk cId="1903988073" sldId="565"/>
        </pc:sldMkLst>
        <pc:graphicFrameChg chg="mod">
          <ac:chgData name="Adam Brown (Astrea Central)" userId="e4577f1c-a0ea-4eef-9851-9bdbe8619e58" providerId="ADAL" clId="{298CC335-43E8-497A-92EF-F6294183AD0B}" dt="2025-09-15T11:21:29.293" v="826" actId="6549"/>
          <ac:graphicFrameMkLst>
            <pc:docMk/>
            <pc:sldMk cId="1903988073" sldId="565"/>
            <ac:graphicFrameMk id="6" creationId="{B4D21763-55DF-D4A2-7C40-26108D566CC7}"/>
          </ac:graphicFrameMkLst>
        </pc:graphicFrameChg>
        <pc:graphicFrameChg chg="mod modGraphic">
          <ac:chgData name="Adam Brown (Astrea Central)" userId="e4577f1c-a0ea-4eef-9851-9bdbe8619e58" providerId="ADAL" clId="{298CC335-43E8-497A-92EF-F6294183AD0B}" dt="2025-09-15T11:21:25.233" v="824" actId="6549"/>
          <ac:graphicFrameMkLst>
            <pc:docMk/>
            <pc:sldMk cId="1903988073" sldId="565"/>
            <ac:graphicFrameMk id="17" creationId="{61290521-D4B9-EA9F-401E-7ABADFC6CDA7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1:31.498" v="827" actId="6549"/>
          <ac:graphicFrameMkLst>
            <pc:docMk/>
            <pc:sldMk cId="1903988073" sldId="565"/>
            <ac:graphicFrameMk id="23" creationId="{5CDAE183-46B4-FE29-0938-4DA653991ADC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1:34.185" v="828" actId="6549"/>
          <ac:graphicFrameMkLst>
            <pc:docMk/>
            <pc:sldMk cId="1903988073" sldId="565"/>
            <ac:graphicFrameMk id="24" creationId="{21CD8461-0A22-B7D9-204A-015DC9B95B76}"/>
          </ac:graphicFrameMkLst>
        </pc:graphicFrameChg>
      </pc:sldChg>
      <pc:sldChg chg="addSp delSp modSp mod">
        <pc:chgData name="Adam Brown (Astrea Central)" userId="e4577f1c-a0ea-4eef-9851-9bdbe8619e58" providerId="ADAL" clId="{298CC335-43E8-497A-92EF-F6294183AD0B}" dt="2025-09-15T11:22:15.767" v="858" actId="478"/>
        <pc:sldMkLst>
          <pc:docMk/>
          <pc:sldMk cId="76818099" sldId="603"/>
        </pc:sldMkLst>
        <pc:spChg chg="add del mod">
          <ac:chgData name="Adam Brown (Astrea Central)" userId="e4577f1c-a0ea-4eef-9851-9bdbe8619e58" providerId="ADAL" clId="{298CC335-43E8-497A-92EF-F6294183AD0B}" dt="2025-09-15T11:21:57.738" v="836" actId="20577"/>
          <ac:spMkLst>
            <pc:docMk/>
            <pc:sldMk cId="76818099" sldId="603"/>
            <ac:spMk id="26" creationId="{2AD9C723-1240-13FB-625D-41091291D7DF}"/>
          </ac:spMkLst>
        </pc:spChg>
        <pc:spChg chg="mod">
          <ac:chgData name="Adam Brown (Astrea Central)" userId="e4577f1c-a0ea-4eef-9851-9bdbe8619e58" providerId="ADAL" clId="{298CC335-43E8-497A-92EF-F6294183AD0B}" dt="2025-09-15T11:21:58.960" v="838" actId="20577"/>
          <ac:spMkLst>
            <pc:docMk/>
            <pc:sldMk cId="76818099" sldId="603"/>
            <ac:spMk id="27" creationId="{9119C387-FC08-E7BF-CC7F-7D253591CAD7}"/>
          </ac:spMkLst>
        </pc:spChg>
        <pc:spChg chg="mod">
          <ac:chgData name="Adam Brown (Astrea Central)" userId="e4577f1c-a0ea-4eef-9851-9bdbe8619e58" providerId="ADAL" clId="{298CC335-43E8-497A-92EF-F6294183AD0B}" dt="2025-09-15T11:22:00.402" v="841" actId="20577"/>
          <ac:spMkLst>
            <pc:docMk/>
            <pc:sldMk cId="76818099" sldId="603"/>
            <ac:spMk id="28" creationId="{9E2442A3-5F1B-EE92-47AD-C5C3D2FAB09F}"/>
          </ac:spMkLst>
        </pc:spChg>
        <pc:spChg chg="mod">
          <ac:chgData name="Adam Brown (Astrea Central)" userId="e4577f1c-a0ea-4eef-9851-9bdbe8619e58" providerId="ADAL" clId="{298CC335-43E8-497A-92EF-F6294183AD0B}" dt="2025-09-15T11:22:02.009" v="843" actId="20577"/>
          <ac:spMkLst>
            <pc:docMk/>
            <pc:sldMk cId="76818099" sldId="603"/>
            <ac:spMk id="29" creationId="{F5E3CBF1-F726-DB0B-A431-DC013001AAC6}"/>
          </ac:spMkLst>
        </pc:spChg>
        <pc:spChg chg="mod">
          <ac:chgData name="Adam Brown (Astrea Central)" userId="e4577f1c-a0ea-4eef-9851-9bdbe8619e58" providerId="ADAL" clId="{298CC335-43E8-497A-92EF-F6294183AD0B}" dt="2025-09-15T11:22:09.311" v="855" actId="20577"/>
          <ac:spMkLst>
            <pc:docMk/>
            <pc:sldMk cId="76818099" sldId="603"/>
            <ac:spMk id="30" creationId="{73794A2B-8046-342E-EB19-60FAF2C53F7F}"/>
          </ac:spMkLst>
        </pc:spChg>
        <pc:spChg chg="mod">
          <ac:chgData name="Adam Brown (Astrea Central)" userId="e4577f1c-a0ea-4eef-9851-9bdbe8619e58" providerId="ADAL" clId="{298CC335-43E8-497A-92EF-F6294183AD0B}" dt="2025-09-15T11:22:07.199" v="853" actId="20577"/>
          <ac:spMkLst>
            <pc:docMk/>
            <pc:sldMk cId="76818099" sldId="603"/>
            <ac:spMk id="31" creationId="{00744D1B-D6FC-BDE9-692E-F20ABED8E328}"/>
          </ac:spMkLst>
        </pc:spChg>
        <pc:spChg chg="mod">
          <ac:chgData name="Adam Brown (Astrea Central)" userId="e4577f1c-a0ea-4eef-9851-9bdbe8619e58" providerId="ADAL" clId="{298CC335-43E8-497A-92EF-F6294183AD0B}" dt="2025-09-15T11:22:06.054" v="850" actId="20577"/>
          <ac:spMkLst>
            <pc:docMk/>
            <pc:sldMk cId="76818099" sldId="603"/>
            <ac:spMk id="32" creationId="{8F546FD3-5A2B-7340-11CB-EFF31C4C03D9}"/>
          </ac:spMkLst>
        </pc:spChg>
        <pc:spChg chg="mod">
          <ac:chgData name="Adam Brown (Astrea Central)" userId="e4577f1c-a0ea-4eef-9851-9bdbe8619e58" providerId="ADAL" clId="{298CC335-43E8-497A-92EF-F6294183AD0B}" dt="2025-09-15T11:22:03.752" v="847" actId="20577"/>
          <ac:spMkLst>
            <pc:docMk/>
            <pc:sldMk cId="76818099" sldId="603"/>
            <ac:spMk id="33" creationId="{685CA4BF-1885-7324-5010-7675AF052815}"/>
          </ac:spMkLst>
        </pc:spChg>
        <pc:graphicFrameChg chg="modGraphic">
          <ac:chgData name="Adam Brown (Astrea Central)" userId="e4577f1c-a0ea-4eef-9851-9bdbe8619e58" providerId="ADAL" clId="{298CC335-43E8-497A-92EF-F6294183AD0B}" dt="2025-09-15T11:21:39.174" v="829" actId="6549"/>
          <ac:graphicFrameMkLst>
            <pc:docMk/>
            <pc:sldMk cId="76818099" sldId="603"/>
            <ac:graphicFrameMk id="5" creationId="{A6FA9233-D427-6566-F6FF-FDC666638A22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0:49:24.543" v="619" actId="20577"/>
        <pc:sldMkLst>
          <pc:docMk/>
          <pc:sldMk cId="1617582283" sldId="604"/>
        </pc:sldMkLst>
        <pc:graphicFrameChg chg="mod modGraphic">
          <ac:chgData name="Adam Brown (Astrea Central)" userId="e4577f1c-a0ea-4eef-9851-9bdbe8619e58" providerId="ADAL" clId="{298CC335-43E8-497A-92EF-F6294183AD0B}" dt="2025-09-15T10:49:24.543" v="619" actId="20577"/>
          <ac:graphicFrameMkLst>
            <pc:docMk/>
            <pc:sldMk cId="1617582283" sldId="604"/>
            <ac:graphicFrameMk id="3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31:05.576" v="1380" actId="20577"/>
        <pc:sldMkLst>
          <pc:docMk/>
          <pc:sldMk cId="1257912426" sldId="605"/>
        </pc:sldMkLst>
        <pc:graphicFrameChg chg="mod modGraphic">
          <ac:chgData name="Adam Brown (Astrea Central)" userId="e4577f1c-a0ea-4eef-9851-9bdbe8619e58" providerId="ADAL" clId="{298CC335-43E8-497A-92EF-F6294183AD0B}" dt="2025-09-15T11:31:05.576" v="1380" actId="20577"/>
          <ac:graphicFrameMkLst>
            <pc:docMk/>
            <pc:sldMk cId="1257912426" sldId="605"/>
            <ac:graphicFrameMk id="13" creationId="{00000000-0000-0000-0000-000000000000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2:53.890" v="872"/>
        <pc:sldMkLst>
          <pc:docMk/>
          <pc:sldMk cId="1849326464" sldId="607"/>
        </pc:sldMkLst>
        <pc:graphicFrameChg chg="modGraphic">
          <ac:chgData name="Adam Brown (Astrea Central)" userId="e4577f1c-a0ea-4eef-9851-9bdbe8619e58" providerId="ADAL" clId="{298CC335-43E8-497A-92EF-F6294183AD0B}" dt="2025-09-15T11:22:37.771" v="864" actId="6549"/>
          <ac:graphicFrameMkLst>
            <pc:docMk/>
            <pc:sldMk cId="1849326464" sldId="607"/>
            <ac:graphicFrameMk id="22" creationId="{328080A1-4AD8-DD92-912B-5E906DC23343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3:46.271" v="898" actId="478"/>
        <pc:sldMkLst>
          <pc:docMk/>
          <pc:sldMk cId="2486596901" sldId="611"/>
        </pc:sldMkLst>
        <pc:graphicFrameChg chg="mod">
          <ac:chgData name="Adam Brown (Astrea Central)" userId="e4577f1c-a0ea-4eef-9851-9bdbe8619e58" providerId="ADAL" clId="{298CC335-43E8-497A-92EF-F6294183AD0B}" dt="2025-09-15T11:23:35.613" v="894" actId="20577"/>
          <ac:graphicFrameMkLst>
            <pc:docMk/>
            <pc:sldMk cId="2486596901" sldId="611"/>
            <ac:graphicFrameMk id="51" creationId="{9FE1B132-7A82-C919-25BF-A1C394D090A3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17:39.713" v="746" actId="478"/>
        <pc:sldMkLst>
          <pc:docMk/>
          <pc:sldMk cId="3771127931" sldId="634"/>
        </pc:sldMkLst>
      </pc:sldChg>
      <pc:sldChg chg="addSp delSp mod">
        <pc:chgData name="Adam Brown (Astrea Central)" userId="e4577f1c-a0ea-4eef-9851-9bdbe8619e58" providerId="ADAL" clId="{298CC335-43E8-497A-92EF-F6294183AD0B}" dt="2025-09-15T11:16:17.228" v="702" actId="478"/>
        <pc:sldMkLst>
          <pc:docMk/>
          <pc:sldMk cId="2820528885" sldId="750"/>
        </pc:sldMkLst>
      </pc:sldChg>
      <pc:sldChg chg="delSp mod">
        <pc:chgData name="Adam Brown (Astrea Central)" userId="e4577f1c-a0ea-4eef-9851-9bdbe8619e58" providerId="ADAL" clId="{298CC335-43E8-497A-92EF-F6294183AD0B}" dt="2025-09-15T11:16:25.008" v="703" actId="478"/>
        <pc:sldMkLst>
          <pc:docMk/>
          <pc:sldMk cId="105983789" sldId="751"/>
        </pc:sldMkLst>
      </pc:sldChg>
      <pc:sldChg chg="delSp mod">
        <pc:chgData name="Adam Brown (Astrea Central)" userId="e4577f1c-a0ea-4eef-9851-9bdbe8619e58" providerId="ADAL" clId="{298CC335-43E8-497A-92EF-F6294183AD0B}" dt="2025-09-15T11:16:47.863" v="723" actId="478"/>
        <pc:sldMkLst>
          <pc:docMk/>
          <pc:sldMk cId="1705740215" sldId="761"/>
        </pc:sldMkLst>
      </pc:sldChg>
      <pc:sldChg chg="delSp mod">
        <pc:chgData name="Adam Brown (Astrea Central)" userId="e4577f1c-a0ea-4eef-9851-9bdbe8619e58" providerId="ADAL" clId="{298CC335-43E8-497A-92EF-F6294183AD0B}" dt="2025-09-15T11:16:53.262" v="724" actId="478"/>
        <pc:sldMkLst>
          <pc:docMk/>
          <pc:sldMk cId="2741417538" sldId="764"/>
        </pc:sldMkLst>
      </pc:sldChg>
      <pc:sldChg chg="delSp mod">
        <pc:chgData name="Adam Brown (Astrea Central)" userId="e4577f1c-a0ea-4eef-9851-9bdbe8619e58" providerId="ADAL" clId="{298CC335-43E8-497A-92EF-F6294183AD0B}" dt="2025-09-15T11:16:59.473" v="725" actId="478"/>
        <pc:sldMkLst>
          <pc:docMk/>
          <pc:sldMk cId="721518159" sldId="765"/>
        </pc:sldMkLst>
      </pc:sldChg>
      <pc:sldChg chg="delSp mod">
        <pc:chgData name="Adam Brown (Astrea Central)" userId="e4577f1c-a0ea-4eef-9851-9bdbe8619e58" providerId="ADAL" clId="{298CC335-43E8-497A-92EF-F6294183AD0B}" dt="2025-09-15T13:22:03.525" v="1734" actId="478"/>
        <pc:sldMkLst>
          <pc:docMk/>
          <pc:sldMk cId="3624233750" sldId="796"/>
        </pc:sldMkLst>
      </pc:sldChg>
      <pc:sldChg chg="delSp modSp mod">
        <pc:chgData name="Adam Brown (Astrea Central)" userId="e4577f1c-a0ea-4eef-9851-9bdbe8619e58" providerId="ADAL" clId="{298CC335-43E8-497A-92EF-F6294183AD0B}" dt="2025-09-15T13:20:02.509" v="1691" actId="478"/>
        <pc:sldMkLst>
          <pc:docMk/>
          <pc:sldMk cId="3786559436" sldId="820"/>
        </pc:sldMkLst>
        <pc:graphicFrameChg chg="mod">
          <ac:chgData name="Adam Brown (Astrea Central)" userId="e4577f1c-a0ea-4eef-9851-9bdbe8619e58" providerId="ADAL" clId="{298CC335-43E8-497A-92EF-F6294183AD0B}" dt="2025-09-15T13:19:55.353" v="1689" actId="20577"/>
          <ac:graphicFrameMkLst>
            <pc:docMk/>
            <pc:sldMk cId="3786559436" sldId="820"/>
            <ac:graphicFrameMk id="7" creationId="{A7108AAA-BBC4-AF14-4C73-E7F170E6B58C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3:20:48.437" v="1707" actId="478"/>
        <pc:sldMkLst>
          <pc:docMk/>
          <pc:sldMk cId="2636512546" sldId="822"/>
        </pc:sldMkLst>
      </pc:sldChg>
      <pc:sldChg chg="delSp mod">
        <pc:chgData name="Adam Brown (Astrea Central)" userId="e4577f1c-a0ea-4eef-9851-9bdbe8619e58" providerId="ADAL" clId="{298CC335-43E8-497A-92EF-F6294183AD0B}" dt="2025-09-15T13:21:32.652" v="1720" actId="478"/>
        <pc:sldMkLst>
          <pc:docMk/>
          <pc:sldMk cId="990989979" sldId="823"/>
        </pc:sldMkLst>
      </pc:sldChg>
      <pc:sldChg chg="delSp mod">
        <pc:chgData name="Adam Brown (Astrea Central)" userId="e4577f1c-a0ea-4eef-9851-9bdbe8619e58" providerId="ADAL" clId="{298CC335-43E8-497A-92EF-F6294183AD0B}" dt="2025-09-15T13:21:41.108" v="1723" actId="478"/>
        <pc:sldMkLst>
          <pc:docMk/>
          <pc:sldMk cId="1943235173" sldId="826"/>
        </pc:sldMkLst>
      </pc:sldChg>
      <pc:sldChg chg="delSp mod">
        <pc:chgData name="Adam Brown (Astrea Central)" userId="e4577f1c-a0ea-4eef-9851-9bdbe8619e58" providerId="ADAL" clId="{298CC335-43E8-497A-92EF-F6294183AD0B}" dt="2025-09-15T13:18:45.504" v="1648" actId="478"/>
        <pc:sldMkLst>
          <pc:docMk/>
          <pc:sldMk cId="2692183026" sldId="1167"/>
        </pc:sldMkLst>
      </pc:sldChg>
      <pc:sldChg chg="delSp mod">
        <pc:chgData name="Adam Brown (Astrea Central)" userId="e4577f1c-a0ea-4eef-9851-9bdbe8619e58" providerId="ADAL" clId="{298CC335-43E8-497A-92EF-F6294183AD0B}" dt="2025-09-15T13:20:18.614" v="1695" actId="478"/>
        <pc:sldMkLst>
          <pc:docMk/>
          <pc:sldMk cId="248081511" sldId="1168"/>
        </pc:sldMkLst>
      </pc:sldChg>
      <pc:sldChg chg="delSp mod">
        <pc:chgData name="Adam Brown (Astrea Central)" userId="e4577f1c-a0ea-4eef-9851-9bdbe8619e58" providerId="ADAL" clId="{298CC335-43E8-497A-92EF-F6294183AD0B}" dt="2025-09-15T13:21:18.677" v="1716" actId="478"/>
        <pc:sldMkLst>
          <pc:docMk/>
          <pc:sldMk cId="3736762328" sldId="1169"/>
        </pc:sldMkLst>
      </pc:sldChg>
      <pc:sldChg chg="delSp modSp mod">
        <pc:chgData name="Adam Brown (Astrea Central)" userId="e4577f1c-a0ea-4eef-9851-9bdbe8619e58" providerId="ADAL" clId="{298CC335-43E8-497A-92EF-F6294183AD0B}" dt="2025-09-15T13:21:11.477" v="1715" actId="478"/>
        <pc:sldMkLst>
          <pc:docMk/>
          <pc:sldMk cId="3041216556" sldId="1171"/>
        </pc:sldMkLst>
      </pc:sldChg>
      <pc:sldChg chg="delSp mod">
        <pc:chgData name="Adam Brown (Astrea Central)" userId="e4577f1c-a0ea-4eef-9851-9bdbe8619e58" providerId="ADAL" clId="{298CC335-43E8-497A-92EF-F6294183AD0B}" dt="2025-09-15T13:21:26.702" v="1718" actId="478"/>
        <pc:sldMkLst>
          <pc:docMk/>
          <pc:sldMk cId="3478272523" sldId="1172"/>
        </pc:sldMkLst>
      </pc:sldChg>
      <pc:sldChg chg="delSp mod">
        <pc:chgData name="Adam Brown (Astrea Central)" userId="e4577f1c-a0ea-4eef-9851-9bdbe8619e58" providerId="ADAL" clId="{298CC335-43E8-497A-92EF-F6294183AD0B}" dt="2025-09-15T13:21:53.629" v="1730" actId="478"/>
        <pc:sldMkLst>
          <pc:docMk/>
          <pc:sldMk cId="2216248988" sldId="1173"/>
        </pc:sldMkLst>
      </pc:sldChg>
      <pc:sldChg chg="delSp mod">
        <pc:chgData name="Adam Brown (Astrea Central)" userId="e4577f1c-a0ea-4eef-9851-9bdbe8619e58" providerId="ADAL" clId="{298CC335-43E8-497A-92EF-F6294183AD0B}" dt="2025-09-15T13:22:12.350" v="1738" actId="478"/>
        <pc:sldMkLst>
          <pc:docMk/>
          <pc:sldMk cId="2128076458" sldId="1175"/>
        </pc:sldMkLst>
      </pc:sldChg>
      <pc:sldChg chg="delSp mod">
        <pc:chgData name="Adam Brown (Astrea Central)" userId="e4577f1c-a0ea-4eef-9851-9bdbe8619e58" providerId="ADAL" clId="{298CC335-43E8-497A-92EF-F6294183AD0B}" dt="2025-09-15T13:22:31.389" v="1747" actId="478"/>
        <pc:sldMkLst>
          <pc:docMk/>
          <pc:sldMk cId="2467498060" sldId="1177"/>
        </pc:sldMkLst>
      </pc:sldChg>
      <pc:sldChg chg="delSp mod">
        <pc:chgData name="Adam Brown (Astrea Central)" userId="e4577f1c-a0ea-4eef-9851-9bdbe8619e58" providerId="ADAL" clId="{298CC335-43E8-497A-92EF-F6294183AD0B}" dt="2025-09-15T13:22:39.813" v="1750" actId="478"/>
        <pc:sldMkLst>
          <pc:docMk/>
          <pc:sldMk cId="1100087889" sldId="1178"/>
        </pc:sldMkLst>
      </pc:sldChg>
      <pc:sldChg chg="delSp mod">
        <pc:chgData name="Adam Brown (Astrea Central)" userId="e4577f1c-a0ea-4eef-9851-9bdbe8619e58" providerId="ADAL" clId="{298CC335-43E8-497A-92EF-F6294183AD0B}" dt="2025-09-15T13:22:23.294" v="1743" actId="478"/>
        <pc:sldMkLst>
          <pc:docMk/>
          <pc:sldMk cId="2469184529" sldId="1179"/>
        </pc:sldMkLst>
      </pc:sldChg>
      <pc:sldChg chg="delSp mod">
        <pc:chgData name="Adam Brown (Astrea Central)" userId="e4577f1c-a0ea-4eef-9851-9bdbe8619e58" providerId="ADAL" clId="{298CC335-43E8-497A-92EF-F6294183AD0B}" dt="2025-09-15T13:22:54.085" v="1759" actId="478"/>
        <pc:sldMkLst>
          <pc:docMk/>
          <pc:sldMk cId="402085223" sldId="1180"/>
        </pc:sldMkLst>
      </pc:sldChg>
      <pc:sldChg chg="delSp modSp mod">
        <pc:chgData name="Adam Brown (Astrea Central)" userId="e4577f1c-a0ea-4eef-9851-9bdbe8619e58" providerId="ADAL" clId="{298CC335-43E8-497A-92EF-F6294183AD0B}" dt="2025-09-15T11:24:15.231" v="907" actId="478"/>
        <pc:sldMkLst>
          <pc:docMk/>
          <pc:sldMk cId="2615987597" sldId="1190"/>
        </pc:sldMkLst>
        <pc:spChg chg="mod">
          <ac:chgData name="Adam Brown (Astrea Central)" userId="e4577f1c-a0ea-4eef-9851-9bdbe8619e58" providerId="ADAL" clId="{298CC335-43E8-497A-92EF-F6294183AD0B}" dt="2025-09-15T11:24:12.254" v="906" actId="1076"/>
          <ac:spMkLst>
            <pc:docMk/>
            <pc:sldMk cId="2615987597" sldId="1190"/>
            <ac:spMk id="10" creationId="{1A4A9A4A-5E53-5A38-53C0-4AA38848E0BD}"/>
          </ac:spMkLst>
        </pc:spChg>
      </pc:sldChg>
      <pc:sldChg chg="modSp mod">
        <pc:chgData name="Adam Brown (Astrea Central)" userId="e4577f1c-a0ea-4eef-9851-9bdbe8619e58" providerId="ADAL" clId="{298CC335-43E8-497A-92EF-F6294183AD0B}" dt="2025-09-15T11:25:55.494" v="1153" actId="207"/>
        <pc:sldMkLst>
          <pc:docMk/>
          <pc:sldMk cId="3242687722" sldId="1191"/>
        </pc:sldMkLst>
        <pc:graphicFrameChg chg="mod modGraphic">
          <ac:chgData name="Adam Brown (Astrea Central)" userId="e4577f1c-a0ea-4eef-9851-9bdbe8619e58" providerId="ADAL" clId="{298CC335-43E8-497A-92EF-F6294183AD0B}" dt="2025-09-15T11:25:55.494" v="1153" actId="207"/>
          <ac:graphicFrameMkLst>
            <pc:docMk/>
            <pc:sldMk cId="3242687722" sldId="1191"/>
            <ac:graphicFrameMk id="5" creationId="{A86012BD-8457-7CDF-A364-0199BC0EF182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6:26.550" v="1162" actId="478"/>
        <pc:sldMkLst>
          <pc:docMk/>
          <pc:sldMk cId="2873416194" sldId="1192"/>
        </pc:sldMkLst>
        <pc:spChg chg="mod">
          <ac:chgData name="Adam Brown (Astrea Central)" userId="e4577f1c-a0ea-4eef-9851-9bdbe8619e58" providerId="ADAL" clId="{298CC335-43E8-497A-92EF-F6294183AD0B}" dt="2025-09-15T11:26:07.977" v="1156" actId="1076"/>
          <ac:spMkLst>
            <pc:docMk/>
            <pc:sldMk cId="2873416194" sldId="1192"/>
            <ac:spMk id="2" creationId="{00000000-0000-0000-0000-000000000000}"/>
          </ac:spMkLst>
        </pc:spChg>
      </pc:sldChg>
      <pc:sldChg chg="modSp mod">
        <pc:chgData name="Adam Brown (Astrea Central)" userId="e4577f1c-a0ea-4eef-9851-9bdbe8619e58" providerId="ADAL" clId="{298CC335-43E8-497A-92EF-F6294183AD0B}" dt="2025-09-15T11:27:16.095" v="1226" actId="20577"/>
        <pc:sldMkLst>
          <pc:docMk/>
          <pc:sldMk cId="332504451" sldId="1193"/>
        </pc:sldMkLst>
        <pc:graphicFrameChg chg="mod modGraphic">
          <ac:chgData name="Adam Brown (Astrea Central)" userId="e4577f1c-a0ea-4eef-9851-9bdbe8619e58" providerId="ADAL" clId="{298CC335-43E8-497A-92EF-F6294183AD0B}" dt="2025-09-15T11:27:16.095" v="1226" actId="20577"/>
          <ac:graphicFrameMkLst>
            <pc:docMk/>
            <pc:sldMk cId="332504451" sldId="1193"/>
            <ac:graphicFrameMk id="43" creationId="{694C39EF-AB1B-8DD4-7EA7-7AE8DDD7BA2A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7:48.279" v="1280" actId="20577"/>
        <pc:sldMkLst>
          <pc:docMk/>
          <pc:sldMk cId="1623580324" sldId="1194"/>
        </pc:sldMkLst>
        <pc:graphicFrameChg chg="mod">
          <ac:chgData name="Adam Brown (Astrea Central)" userId="e4577f1c-a0ea-4eef-9851-9bdbe8619e58" providerId="ADAL" clId="{298CC335-43E8-497A-92EF-F6294183AD0B}" dt="2025-09-15T11:27:32.520" v="1258" actId="20577"/>
          <ac:graphicFrameMkLst>
            <pc:docMk/>
            <pc:sldMk cId="1623580324" sldId="1194"/>
            <ac:graphicFrameMk id="6" creationId="{2567A2E8-621D-095E-133E-C84E3045CD1E}"/>
          </ac:graphicFrameMkLst>
        </pc:graphicFrameChg>
        <pc:graphicFrameChg chg="modGraphic">
          <ac:chgData name="Adam Brown (Astrea Central)" userId="e4577f1c-a0ea-4eef-9851-9bdbe8619e58" providerId="ADAL" clId="{298CC335-43E8-497A-92EF-F6294183AD0B}" dt="2025-09-15T11:27:48.279" v="1280" actId="20577"/>
          <ac:graphicFrameMkLst>
            <pc:docMk/>
            <pc:sldMk cId="1623580324" sldId="1194"/>
            <ac:graphicFrameMk id="9" creationId="{ECF6A838-A5AE-8124-5A8D-76526BA4BAB4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8:15.400" v="1324" actId="20577"/>
        <pc:sldMkLst>
          <pc:docMk/>
          <pc:sldMk cId="4029879049" sldId="1195"/>
        </pc:sldMkLst>
        <pc:graphicFrameChg chg="mod modGraphic">
          <ac:chgData name="Adam Brown (Astrea Central)" userId="e4577f1c-a0ea-4eef-9851-9bdbe8619e58" providerId="ADAL" clId="{298CC335-43E8-497A-92EF-F6294183AD0B}" dt="2025-09-15T11:28:15.400" v="1324" actId="20577"/>
          <ac:graphicFrameMkLst>
            <pc:docMk/>
            <pc:sldMk cId="4029879049" sldId="1195"/>
            <ac:graphicFrameMk id="2" creationId="{C71A43CA-4C91-9B96-14D6-2BFBF14EC20D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28:55.122" v="1347" actId="20577"/>
        <pc:sldMkLst>
          <pc:docMk/>
          <pc:sldMk cId="2907401783" sldId="1196"/>
        </pc:sldMkLst>
        <pc:graphicFrameChg chg="mod">
          <ac:chgData name="Adam Brown (Astrea Central)" userId="e4577f1c-a0ea-4eef-9851-9bdbe8619e58" providerId="ADAL" clId="{298CC335-43E8-497A-92EF-F6294183AD0B}" dt="2025-09-15T11:28:36.347" v="1336" actId="20577"/>
          <ac:graphicFrameMkLst>
            <pc:docMk/>
            <pc:sldMk cId="2907401783" sldId="1196"/>
            <ac:graphicFrameMk id="7" creationId="{A80AC612-CCD7-8329-0198-C92A43F525D3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28:55.122" v="1347" actId="20577"/>
          <ac:graphicFrameMkLst>
            <pc:docMk/>
            <pc:sldMk cId="2907401783" sldId="1196"/>
            <ac:graphicFrameMk id="9" creationId="{B23068E9-55EB-9B93-FAB3-9D246B6E5FD1}"/>
          </ac:graphicFrameMkLst>
        </pc:graphicFrameChg>
      </pc:sldChg>
      <pc:sldChg chg="modSp">
        <pc:chgData name="Adam Brown (Astrea Central)" userId="e4577f1c-a0ea-4eef-9851-9bdbe8619e58" providerId="ADAL" clId="{298CC335-43E8-497A-92EF-F6294183AD0B}" dt="2025-09-15T11:30:09.825" v="1362" actId="20577"/>
        <pc:sldMkLst>
          <pc:docMk/>
          <pc:sldMk cId="2407786857" sldId="1197"/>
        </pc:sldMkLst>
        <pc:graphicFrameChg chg="mod">
          <ac:chgData name="Adam Brown (Astrea Central)" userId="e4577f1c-a0ea-4eef-9851-9bdbe8619e58" providerId="ADAL" clId="{298CC335-43E8-497A-92EF-F6294183AD0B}" dt="2025-09-15T11:29:53.383" v="1353" actId="20577"/>
          <ac:graphicFrameMkLst>
            <pc:docMk/>
            <pc:sldMk cId="2407786857" sldId="1197"/>
            <ac:graphicFrameMk id="5" creationId="{984E88F2-330D-66EF-7D91-EEFBBDE030E8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1:30:09.825" v="1362" actId="20577"/>
          <ac:graphicFrameMkLst>
            <pc:docMk/>
            <pc:sldMk cId="2407786857" sldId="1197"/>
            <ac:graphicFrameMk id="6" creationId="{4217F4CD-628F-DA8F-D51E-5FD36B1C3B8E}"/>
          </ac:graphicFrameMkLst>
        </pc:graphicFrameChg>
      </pc:sldChg>
      <pc:sldChg chg="del">
        <pc:chgData name="Adam Brown (Astrea Central)" userId="e4577f1c-a0ea-4eef-9851-9bdbe8619e58" providerId="ADAL" clId="{298CC335-43E8-497A-92EF-F6294183AD0B}" dt="2025-09-15T11:30:19.664" v="1363" actId="47"/>
        <pc:sldMkLst>
          <pc:docMk/>
          <pc:sldMk cId="1810991691" sldId="1198"/>
        </pc:sldMkLst>
      </pc:sldChg>
      <pc:sldChg chg="modSp mod">
        <pc:chgData name="Adam Brown (Astrea Central)" userId="e4577f1c-a0ea-4eef-9851-9bdbe8619e58" providerId="ADAL" clId="{298CC335-43E8-497A-92EF-F6294183AD0B}" dt="2025-09-15T11:32:08.756" v="1404" actId="20577"/>
        <pc:sldMkLst>
          <pc:docMk/>
          <pc:sldMk cId="3296569283" sldId="1199"/>
        </pc:sldMkLst>
        <pc:graphicFrameChg chg="mod">
          <ac:chgData name="Adam Brown (Astrea Central)" userId="e4577f1c-a0ea-4eef-9851-9bdbe8619e58" providerId="ADAL" clId="{298CC335-43E8-497A-92EF-F6294183AD0B}" dt="2025-09-15T11:31:50.604" v="1392" actId="20577"/>
          <ac:graphicFrameMkLst>
            <pc:docMk/>
            <pc:sldMk cId="3296569283" sldId="1199"/>
            <ac:graphicFrameMk id="9" creationId="{7E04FF43-1FCA-18EC-02DC-508DA39B753B}"/>
          </ac:graphicFrameMkLst>
        </pc:graphicFrameChg>
        <pc:graphicFrameChg chg="mod modGraphic">
          <ac:chgData name="Adam Brown (Astrea Central)" userId="e4577f1c-a0ea-4eef-9851-9bdbe8619e58" providerId="ADAL" clId="{298CC335-43E8-497A-92EF-F6294183AD0B}" dt="2025-09-15T11:32:08.756" v="1404" actId="20577"/>
          <ac:graphicFrameMkLst>
            <pc:docMk/>
            <pc:sldMk cId="3296569283" sldId="1199"/>
            <ac:graphicFrameMk id="10" creationId="{ED69CCCF-9AAF-DA97-B834-8F69A7796111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3:47.672" v="1444" actId="20577"/>
        <pc:sldMkLst>
          <pc:docMk/>
          <pc:sldMk cId="2718422913" sldId="1200"/>
        </pc:sldMkLst>
        <pc:graphicFrameChg chg="modGraphic">
          <ac:chgData name="Adam Brown (Astrea Central)" userId="e4577f1c-a0ea-4eef-9851-9bdbe8619e58" providerId="ADAL" clId="{298CC335-43E8-497A-92EF-F6294183AD0B}" dt="2025-09-15T13:13:02.963" v="1417" actId="20577"/>
          <ac:graphicFrameMkLst>
            <pc:docMk/>
            <pc:sldMk cId="2718422913" sldId="1200"/>
            <ac:graphicFrameMk id="5" creationId="{1D813E9E-B589-907A-42F5-CCF54E5F4C64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3:47.672" v="1444" actId="20577"/>
          <ac:graphicFrameMkLst>
            <pc:docMk/>
            <pc:sldMk cId="2718422913" sldId="1200"/>
            <ac:graphicFrameMk id="7" creationId="{29744896-E187-849E-C721-8EF36AEC5B56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3:14:12.126" v="1458" actId="478"/>
        <pc:sldMkLst>
          <pc:docMk/>
          <pc:sldMk cId="3350024278" sldId="1201"/>
        </pc:sldMkLst>
        <pc:graphicFrameChg chg="mod modGraphic">
          <ac:chgData name="Adam Brown (Astrea Central)" userId="e4577f1c-a0ea-4eef-9851-9bdbe8619e58" providerId="ADAL" clId="{298CC335-43E8-497A-92EF-F6294183AD0B}" dt="2025-09-15T13:14:03.060" v="1452" actId="20577"/>
          <ac:graphicFrameMkLst>
            <pc:docMk/>
            <pc:sldMk cId="3350024278" sldId="1201"/>
            <ac:graphicFrameMk id="3" creationId="{EC03714A-84F3-0BD0-922E-360B393A9B8A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4:50.369" v="1478" actId="20577"/>
        <pc:sldMkLst>
          <pc:docMk/>
          <pc:sldMk cId="328340208" sldId="1203"/>
        </pc:sldMkLst>
        <pc:graphicFrameChg chg="modGraphic">
          <ac:chgData name="Adam Brown (Astrea Central)" userId="e4577f1c-a0ea-4eef-9851-9bdbe8619e58" providerId="ADAL" clId="{298CC335-43E8-497A-92EF-F6294183AD0B}" dt="2025-09-15T13:14:50.369" v="1478" actId="20577"/>
          <ac:graphicFrameMkLst>
            <pc:docMk/>
            <pc:sldMk cId="328340208" sldId="1203"/>
            <ac:graphicFrameMk id="7" creationId="{7BE0B1B7-291E-CAD3-48A8-8CF28A5C4135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5:27.909" v="1506" actId="20577"/>
        <pc:sldMkLst>
          <pc:docMk/>
          <pc:sldMk cId="187822960" sldId="1204"/>
        </pc:sldMkLst>
        <pc:graphicFrameChg chg="modGraphic">
          <ac:chgData name="Adam Brown (Astrea Central)" userId="e4577f1c-a0ea-4eef-9851-9bdbe8619e58" providerId="ADAL" clId="{298CC335-43E8-497A-92EF-F6294183AD0B}" dt="2025-09-15T13:15:07.877" v="1490" actId="20577"/>
          <ac:graphicFrameMkLst>
            <pc:docMk/>
            <pc:sldMk cId="187822960" sldId="1204"/>
            <ac:graphicFrameMk id="8" creationId="{ED784F5F-4027-C9D0-1754-1FB00ED7667A}"/>
          </ac:graphicFrameMkLst>
        </pc:graphicFrameChg>
        <pc:graphicFrameChg chg="modGraphic">
          <ac:chgData name="Adam Brown (Astrea Central)" userId="e4577f1c-a0ea-4eef-9851-9bdbe8619e58" providerId="ADAL" clId="{298CC335-43E8-497A-92EF-F6294183AD0B}" dt="2025-09-15T13:15:27.909" v="1506" actId="20577"/>
          <ac:graphicFrameMkLst>
            <pc:docMk/>
            <pc:sldMk cId="187822960" sldId="1204"/>
            <ac:graphicFrameMk id="18" creationId="{EB06C8A3-62CC-AB47-0428-85FDEA6D552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6:19.917" v="1572" actId="20577"/>
        <pc:sldMkLst>
          <pc:docMk/>
          <pc:sldMk cId="3337100019" sldId="1210"/>
        </pc:sldMkLst>
        <pc:graphicFrameChg chg="mod modGraphic">
          <ac:chgData name="Adam Brown (Astrea Central)" userId="e4577f1c-a0ea-4eef-9851-9bdbe8619e58" providerId="ADAL" clId="{298CC335-43E8-497A-92EF-F6294183AD0B}" dt="2025-09-15T13:16:19.917" v="1572" actId="20577"/>
          <ac:graphicFrameMkLst>
            <pc:docMk/>
            <pc:sldMk cId="3337100019" sldId="1210"/>
            <ac:graphicFrameMk id="11" creationId="{90FFBC89-598E-E10A-0EF5-DDD9820B1BFE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7:01.539" v="1597" actId="20577"/>
        <pc:sldMkLst>
          <pc:docMk/>
          <pc:sldMk cId="3810112837" sldId="1211"/>
        </pc:sldMkLst>
        <pc:graphicFrameChg chg="modGraphic">
          <ac:chgData name="Adam Brown (Astrea Central)" userId="e4577f1c-a0ea-4eef-9851-9bdbe8619e58" providerId="ADAL" clId="{298CC335-43E8-497A-92EF-F6294183AD0B}" dt="2025-09-15T13:16:33.183" v="1580" actId="6549"/>
          <ac:graphicFrameMkLst>
            <pc:docMk/>
            <pc:sldMk cId="3810112837" sldId="1211"/>
            <ac:graphicFrameMk id="5" creationId="{95313773-FD17-971C-301F-2BBC2CBBF630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7:01.539" v="1597" actId="20577"/>
          <ac:graphicFrameMkLst>
            <pc:docMk/>
            <pc:sldMk cId="3810112837" sldId="1211"/>
            <ac:graphicFrameMk id="8" creationId="{3A91CD0A-F7F6-7559-1867-CA37A6435DE3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6:42.495" v="1589" actId="20577"/>
          <ac:graphicFrameMkLst>
            <pc:docMk/>
            <pc:sldMk cId="3810112837" sldId="1211"/>
            <ac:graphicFrameMk id="377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3:18:02.236" v="1633" actId="20577"/>
        <pc:sldMkLst>
          <pc:docMk/>
          <pc:sldMk cId="3016650432" sldId="1212"/>
        </pc:sldMkLst>
        <pc:graphicFrameChg chg="mod">
          <ac:chgData name="Adam Brown (Astrea Central)" userId="e4577f1c-a0ea-4eef-9851-9bdbe8619e58" providerId="ADAL" clId="{298CC335-43E8-497A-92EF-F6294183AD0B}" dt="2025-09-15T13:17:15.656" v="1603" actId="20577"/>
          <ac:graphicFrameMkLst>
            <pc:docMk/>
            <pc:sldMk cId="3016650432" sldId="1212"/>
            <ac:graphicFrameMk id="2" creationId="{00000000-0000-0000-0000-000000000000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7:29.822" v="1611" actId="20577"/>
          <ac:graphicFrameMkLst>
            <pc:docMk/>
            <pc:sldMk cId="3016650432" sldId="1212"/>
            <ac:graphicFrameMk id="4" creationId="{D8305C52-A1FB-55A9-0158-2B11DA344AC8}"/>
          </ac:graphicFrameMkLst>
        </pc:graphicFrameChg>
        <pc:graphicFrameChg chg="mod">
          <ac:chgData name="Adam Brown (Astrea Central)" userId="e4577f1c-a0ea-4eef-9851-9bdbe8619e58" providerId="ADAL" clId="{298CC335-43E8-497A-92EF-F6294183AD0B}" dt="2025-09-15T13:18:02.236" v="1633" actId="20577"/>
          <ac:graphicFrameMkLst>
            <pc:docMk/>
            <pc:sldMk cId="3016650432" sldId="1212"/>
            <ac:graphicFrameMk id="11" creationId="{4E622EA3-DBF7-D9C5-8AEB-6E9D466B08B6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3:18:21.590" v="1641" actId="478"/>
        <pc:sldMkLst>
          <pc:docMk/>
          <pc:sldMk cId="2823046277" sldId="1224"/>
        </pc:sldMkLst>
      </pc:sldChg>
      <pc:sldChg chg="delSp modSp mod">
        <pc:chgData name="Adam Brown (Astrea Central)" userId="e4577f1c-a0ea-4eef-9851-9bdbe8619e58" providerId="ADAL" clId="{298CC335-43E8-497A-92EF-F6294183AD0B}" dt="2025-09-15T13:19:04.800" v="1655" actId="478"/>
        <pc:sldMkLst>
          <pc:docMk/>
          <pc:sldMk cId="1766625398" sldId="1225"/>
        </pc:sldMkLst>
      </pc:sldChg>
      <pc:sldChg chg="delSp mod">
        <pc:chgData name="Adam Brown (Astrea Central)" userId="e4577f1c-a0ea-4eef-9851-9bdbe8619e58" providerId="ADAL" clId="{298CC335-43E8-497A-92EF-F6294183AD0B}" dt="2025-09-15T13:19:14.342" v="1657" actId="478"/>
        <pc:sldMkLst>
          <pc:docMk/>
          <pc:sldMk cId="1567395204" sldId="1226"/>
        </pc:sldMkLst>
      </pc:sldChg>
      <pc:sldChg chg="delSp mod">
        <pc:chgData name="Adam Brown (Astrea Central)" userId="e4577f1c-a0ea-4eef-9851-9bdbe8619e58" providerId="ADAL" clId="{298CC335-43E8-497A-92EF-F6294183AD0B}" dt="2025-09-15T13:20:10.806" v="1693" actId="478"/>
        <pc:sldMkLst>
          <pc:docMk/>
          <pc:sldMk cId="1733079440" sldId="1227"/>
        </pc:sldMkLst>
      </pc:sldChg>
      <pc:sldChg chg="delSp mod">
        <pc:chgData name="Adam Brown (Astrea Central)" userId="e4577f1c-a0ea-4eef-9851-9bdbe8619e58" providerId="ADAL" clId="{298CC335-43E8-497A-92EF-F6294183AD0B}" dt="2025-09-15T13:20:29.061" v="1698" actId="478"/>
        <pc:sldMkLst>
          <pc:docMk/>
          <pc:sldMk cId="3664428990" sldId="1228"/>
        </pc:sldMkLst>
      </pc:sldChg>
      <pc:sldChg chg="delSp mod">
        <pc:chgData name="Adam Brown (Astrea Central)" userId="e4577f1c-a0ea-4eef-9851-9bdbe8619e58" providerId="ADAL" clId="{298CC335-43E8-497A-92EF-F6294183AD0B}" dt="2025-09-15T13:20:56.542" v="1708" actId="478"/>
        <pc:sldMkLst>
          <pc:docMk/>
          <pc:sldMk cId="1710199113" sldId="1229"/>
        </pc:sldMkLst>
      </pc:sldChg>
      <pc:sldChg chg="delSp mod">
        <pc:chgData name="Adam Brown (Astrea Central)" userId="e4577f1c-a0ea-4eef-9851-9bdbe8619e58" providerId="ADAL" clId="{298CC335-43E8-497A-92EF-F6294183AD0B}" dt="2025-09-15T13:21:23.094" v="1717" actId="478"/>
        <pc:sldMkLst>
          <pc:docMk/>
          <pc:sldMk cId="1420111636" sldId="1230"/>
        </pc:sldMkLst>
      </pc:sldChg>
      <pc:sldChg chg="modSp mod">
        <pc:chgData name="Adam Brown (Astrea Central)" userId="e4577f1c-a0ea-4eef-9851-9bdbe8619e58" providerId="ADAL" clId="{298CC335-43E8-497A-92EF-F6294183AD0B}" dt="2025-09-15T10:49:06.096" v="614" actId="20577"/>
        <pc:sldMkLst>
          <pc:docMk/>
          <pc:sldMk cId="149822979" sldId="1231"/>
        </pc:sldMkLst>
        <pc:graphicFrameChg chg="modGraphic">
          <ac:chgData name="Adam Brown (Astrea Central)" userId="e4577f1c-a0ea-4eef-9851-9bdbe8619e58" providerId="ADAL" clId="{298CC335-43E8-497A-92EF-F6294183AD0B}" dt="2025-09-15T10:49:06.096" v="614" actId="20577"/>
          <ac:graphicFrameMkLst>
            <pc:docMk/>
            <pc:sldMk cId="149822979" sldId="1231"/>
            <ac:graphicFrameMk id="8" creationId="{C004E945-695E-AF10-6C4E-FA0C7CB55FF4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15:52.599" v="697" actId="20577"/>
        <pc:sldMkLst>
          <pc:docMk/>
          <pc:sldMk cId="1210998565" sldId="1233"/>
        </pc:sldMkLst>
        <pc:graphicFrameChg chg="modGraphic">
          <ac:chgData name="Adam Brown (Astrea Central)" userId="e4577f1c-a0ea-4eef-9851-9bdbe8619e58" providerId="ADAL" clId="{298CC335-43E8-497A-92EF-F6294183AD0B}" dt="2025-09-15T11:15:52.599" v="697" actId="20577"/>
          <ac:graphicFrameMkLst>
            <pc:docMk/>
            <pc:sldMk cId="1210998565" sldId="1233"/>
            <ac:graphicFrameMk id="107" creationId="{00000000-0000-0000-0000-000000000000}"/>
          </ac:graphicFrameMkLst>
        </pc:graphicFrameChg>
      </pc:sldChg>
      <pc:sldChg chg="modSp mod">
        <pc:chgData name="Adam Brown (Astrea Central)" userId="e4577f1c-a0ea-4eef-9851-9bdbe8619e58" providerId="ADAL" clId="{298CC335-43E8-497A-92EF-F6294183AD0B}" dt="2025-09-15T11:16:43.873" v="722" actId="20577"/>
        <pc:sldMkLst>
          <pc:docMk/>
          <pc:sldMk cId="733169967" sldId="1235"/>
        </pc:sldMkLst>
        <pc:graphicFrameChg chg="modGraphic">
          <ac:chgData name="Adam Brown (Astrea Central)" userId="e4577f1c-a0ea-4eef-9851-9bdbe8619e58" providerId="ADAL" clId="{298CC335-43E8-497A-92EF-F6294183AD0B}" dt="2025-09-15T11:16:43.873" v="722" actId="20577"/>
          <ac:graphicFrameMkLst>
            <pc:docMk/>
            <pc:sldMk cId="733169967" sldId="1235"/>
            <ac:graphicFrameMk id="37" creationId="{66DD2EF5-FCD5-6D75-A5C7-2871B5E78C14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3:26:28.161" v="1861" actId="6549"/>
        <pc:sldMkLst>
          <pc:docMk/>
          <pc:sldMk cId="2936956160" sldId="2717"/>
        </pc:sldMkLst>
      </pc:sldChg>
      <pc:sldChg chg="delSp mod">
        <pc:chgData name="Adam Brown (Astrea Central)" userId="e4577f1c-a0ea-4eef-9851-9bdbe8619e58" providerId="ADAL" clId="{298CC335-43E8-497A-92EF-F6294183AD0B}" dt="2025-09-15T13:26:52.172" v="1870" actId="478"/>
        <pc:sldMkLst>
          <pc:docMk/>
          <pc:sldMk cId="2276136011" sldId="2724"/>
        </pc:sldMkLst>
      </pc:sldChg>
      <pc:sldChg chg="delSp mod">
        <pc:chgData name="Adam Brown (Astrea Central)" userId="e4577f1c-a0ea-4eef-9851-9bdbe8619e58" providerId="ADAL" clId="{298CC335-43E8-497A-92EF-F6294183AD0B}" dt="2025-09-15T13:27:17.612" v="1878" actId="478"/>
        <pc:sldMkLst>
          <pc:docMk/>
          <pc:sldMk cId="2347654998" sldId="2726"/>
        </pc:sldMkLst>
      </pc:sldChg>
      <pc:sldChg chg="delSp mod">
        <pc:chgData name="Adam Brown (Astrea Central)" userId="e4577f1c-a0ea-4eef-9851-9bdbe8619e58" providerId="ADAL" clId="{298CC335-43E8-497A-92EF-F6294183AD0B}" dt="2025-09-15T11:18:13.591" v="758" actId="478"/>
        <pc:sldMkLst>
          <pc:docMk/>
          <pc:sldMk cId="3656622071" sldId="2732"/>
        </pc:sldMkLst>
      </pc:sldChg>
      <pc:sldChg chg="delSp mod">
        <pc:chgData name="Adam Brown (Astrea Central)" userId="e4577f1c-a0ea-4eef-9851-9bdbe8619e58" providerId="ADAL" clId="{298CC335-43E8-497A-92EF-F6294183AD0B}" dt="2025-09-15T11:18:29.671" v="764" actId="478"/>
        <pc:sldMkLst>
          <pc:docMk/>
          <pc:sldMk cId="806530860" sldId="2733"/>
        </pc:sldMkLst>
      </pc:sldChg>
      <pc:sldChg chg="delSp mod">
        <pc:chgData name="Adam Brown (Astrea Central)" userId="e4577f1c-a0ea-4eef-9851-9bdbe8619e58" providerId="ADAL" clId="{298CC335-43E8-497A-92EF-F6294183AD0B}" dt="2025-09-15T11:18:42.028" v="769" actId="478"/>
        <pc:sldMkLst>
          <pc:docMk/>
          <pc:sldMk cId="1251629001" sldId="2735"/>
        </pc:sldMkLst>
      </pc:sldChg>
      <pc:sldChg chg="delSp mod">
        <pc:chgData name="Adam Brown (Astrea Central)" userId="e4577f1c-a0ea-4eef-9851-9bdbe8619e58" providerId="ADAL" clId="{298CC335-43E8-497A-92EF-F6294183AD0B}" dt="2025-09-15T11:18:59.456" v="772" actId="478"/>
        <pc:sldMkLst>
          <pc:docMk/>
          <pc:sldMk cId="1618587120" sldId="2736"/>
        </pc:sldMkLst>
      </pc:sldChg>
      <pc:sldChg chg="delSp mod">
        <pc:chgData name="Adam Brown (Astrea Central)" userId="e4577f1c-a0ea-4eef-9851-9bdbe8619e58" providerId="ADAL" clId="{298CC335-43E8-497A-92EF-F6294183AD0B}" dt="2025-09-15T11:19:15.695" v="776" actId="478"/>
        <pc:sldMkLst>
          <pc:docMk/>
          <pc:sldMk cId="1674874405" sldId="2737"/>
        </pc:sldMkLst>
      </pc:sldChg>
      <pc:sldChg chg="addSp delSp mod">
        <pc:chgData name="Adam Brown (Astrea Central)" userId="e4577f1c-a0ea-4eef-9851-9bdbe8619e58" providerId="ADAL" clId="{298CC335-43E8-497A-92EF-F6294183AD0B}" dt="2025-09-15T11:19:39.338" v="784" actId="478"/>
        <pc:sldMkLst>
          <pc:docMk/>
          <pc:sldMk cId="3580631642" sldId="2738"/>
        </pc:sldMkLst>
      </pc:sldChg>
      <pc:sldChg chg="delSp mod">
        <pc:chgData name="Adam Brown (Astrea Central)" userId="e4577f1c-a0ea-4eef-9851-9bdbe8619e58" providerId="ADAL" clId="{298CC335-43E8-497A-92EF-F6294183AD0B}" dt="2025-09-15T11:19:53.567" v="789" actId="478"/>
        <pc:sldMkLst>
          <pc:docMk/>
          <pc:sldMk cId="3254095160" sldId="2740"/>
        </pc:sldMkLst>
      </pc:sldChg>
      <pc:sldChg chg="delSp mod">
        <pc:chgData name="Adam Brown (Astrea Central)" userId="e4577f1c-a0ea-4eef-9851-9bdbe8619e58" providerId="ADAL" clId="{298CC335-43E8-497A-92EF-F6294183AD0B}" dt="2025-09-15T11:20:07.143" v="793" actId="478"/>
        <pc:sldMkLst>
          <pc:docMk/>
          <pc:sldMk cId="325519433" sldId="2741"/>
        </pc:sldMkLst>
      </pc:sldChg>
      <pc:sldChg chg="delSp mod">
        <pc:chgData name="Adam Brown (Astrea Central)" userId="e4577f1c-a0ea-4eef-9851-9bdbe8619e58" providerId="ADAL" clId="{298CC335-43E8-497A-92EF-F6294183AD0B}" dt="2025-09-15T11:20:31.639" v="798" actId="478"/>
        <pc:sldMkLst>
          <pc:docMk/>
          <pc:sldMk cId="1850562953" sldId="2742"/>
        </pc:sldMkLst>
      </pc:sldChg>
      <pc:sldChg chg="delSp mod">
        <pc:chgData name="Adam Brown (Astrea Central)" userId="e4577f1c-a0ea-4eef-9851-9bdbe8619e58" providerId="ADAL" clId="{298CC335-43E8-497A-92EF-F6294183AD0B}" dt="2025-09-15T11:20:52.595" v="804" actId="478"/>
        <pc:sldMkLst>
          <pc:docMk/>
          <pc:sldMk cId="508714497" sldId="2743"/>
        </pc:sldMkLst>
      </pc:sldChg>
      <pc:sldChg chg="delSp modSp mod">
        <pc:chgData name="Adam Brown (Astrea Central)" userId="e4577f1c-a0ea-4eef-9851-9bdbe8619e58" providerId="ADAL" clId="{298CC335-43E8-497A-92EF-F6294183AD0B}" dt="2025-09-15T11:22:30.544" v="863" actId="478"/>
        <pc:sldMkLst>
          <pc:docMk/>
          <pc:sldMk cId="2361319489" sldId="2744"/>
        </pc:sldMkLst>
        <pc:graphicFrameChg chg="modGraphic">
          <ac:chgData name="Adam Brown (Astrea Central)" userId="e4577f1c-a0ea-4eef-9851-9bdbe8619e58" providerId="ADAL" clId="{298CC335-43E8-497A-92EF-F6294183AD0B}" dt="2025-09-15T11:22:21.775" v="859" actId="6549"/>
          <ac:graphicFrameMkLst>
            <pc:docMk/>
            <pc:sldMk cId="2361319489" sldId="2744"/>
            <ac:graphicFrameMk id="2" creationId="{BB12A31A-65DD-871A-56F6-6A4230C7942F}"/>
          </ac:graphicFrameMkLst>
        </pc:graphicFrameChg>
      </pc:sldChg>
      <pc:sldChg chg="delSp modSp mod">
        <pc:chgData name="Adam Brown (Astrea Central)" userId="e4577f1c-a0ea-4eef-9851-9bdbe8619e58" providerId="ADAL" clId="{298CC335-43E8-497A-92EF-F6294183AD0B}" dt="2025-09-15T11:23:19.847" v="877" actId="478"/>
        <pc:sldMkLst>
          <pc:docMk/>
          <pc:sldMk cId="787172474" sldId="2781"/>
        </pc:sldMkLst>
        <pc:graphicFrameChg chg="mod modGraphic">
          <ac:chgData name="Adam Brown (Astrea Central)" userId="e4577f1c-a0ea-4eef-9851-9bdbe8619e58" providerId="ADAL" clId="{298CC335-43E8-497A-92EF-F6294183AD0B}" dt="2025-09-15T11:23:15.794" v="875" actId="2164"/>
          <ac:graphicFrameMkLst>
            <pc:docMk/>
            <pc:sldMk cId="787172474" sldId="2781"/>
            <ac:graphicFrameMk id="61" creationId="{03E439A4-44C0-4002-B84E-0F1185C93B9C}"/>
          </ac:graphicFrameMkLst>
        </pc:graphicFrameChg>
      </pc:sldChg>
      <pc:sldChg chg="delSp mod">
        <pc:chgData name="Adam Brown (Astrea Central)" userId="e4577f1c-a0ea-4eef-9851-9bdbe8619e58" providerId="ADAL" clId="{298CC335-43E8-497A-92EF-F6294183AD0B}" dt="2025-09-15T11:20:58.207" v="807" actId="478"/>
        <pc:sldMkLst>
          <pc:docMk/>
          <pc:sldMk cId="1035247090" sldId="2782"/>
        </pc:sldMkLst>
      </pc:sldChg>
      <pc:sldChg chg="delSp mod">
        <pc:chgData name="Adam Brown (Astrea Central)" userId="e4577f1c-a0ea-4eef-9851-9bdbe8619e58" providerId="ADAL" clId="{298CC335-43E8-497A-92EF-F6294183AD0B}" dt="2025-09-15T11:21:01.903" v="811" actId="478"/>
        <pc:sldMkLst>
          <pc:docMk/>
          <pc:sldMk cId="3795775980" sldId="2783"/>
        </pc:sldMkLst>
      </pc:sldChg>
      <pc:sldChg chg="delSp mod">
        <pc:chgData name="Adam Brown (Astrea Central)" userId="e4577f1c-a0ea-4eef-9851-9bdbe8619e58" providerId="ADAL" clId="{298CC335-43E8-497A-92EF-F6294183AD0B}" dt="2025-09-15T11:21:05.352" v="814" actId="478"/>
        <pc:sldMkLst>
          <pc:docMk/>
          <pc:sldMk cId="206868638" sldId="2784"/>
        </pc:sldMkLst>
      </pc:sldChg>
      <pc:sldChg chg="delSp mod">
        <pc:chgData name="Adam Brown (Astrea Central)" userId="e4577f1c-a0ea-4eef-9851-9bdbe8619e58" providerId="ADAL" clId="{298CC335-43E8-497A-92EF-F6294183AD0B}" dt="2025-09-15T11:21:08.094" v="817" actId="478"/>
        <pc:sldMkLst>
          <pc:docMk/>
          <pc:sldMk cId="3862930301" sldId="2785"/>
        </pc:sldMkLst>
      </pc:sldChg>
      <pc:sldChg chg="delSp mod">
        <pc:chgData name="Adam Brown (Astrea Central)" userId="e4577f1c-a0ea-4eef-9851-9bdbe8619e58" providerId="ADAL" clId="{298CC335-43E8-497A-92EF-F6294183AD0B}" dt="2025-09-15T11:21:12.023" v="820" actId="478"/>
        <pc:sldMkLst>
          <pc:docMk/>
          <pc:sldMk cId="1152998114" sldId="2786"/>
        </pc:sldMkLst>
      </pc:sldChg>
      <pc:sldChg chg="delSp mod">
        <pc:chgData name="Adam Brown (Astrea Central)" userId="e4577f1c-a0ea-4eef-9851-9bdbe8619e58" providerId="ADAL" clId="{298CC335-43E8-497A-92EF-F6294183AD0B}" dt="2025-09-15T13:18:06.391" v="1636" actId="478"/>
        <pc:sldMkLst>
          <pc:docMk/>
          <pc:sldMk cId="4030505016" sldId="2787"/>
        </pc:sldMkLst>
      </pc:sldChg>
      <pc:sldChg chg="delSp mod">
        <pc:chgData name="Adam Brown (Astrea Central)" userId="e4577f1c-a0ea-4eef-9851-9bdbe8619e58" providerId="ADAL" clId="{298CC335-43E8-497A-92EF-F6294183AD0B}" dt="2025-09-15T13:22:57.172" v="1761" actId="478"/>
        <pc:sldMkLst>
          <pc:docMk/>
          <pc:sldMk cId="793087224" sldId="2788"/>
        </pc:sldMkLst>
      </pc:sldChg>
      <pc:sldChg chg="delSp mod">
        <pc:chgData name="Adam Brown (Astrea Central)" userId="e4577f1c-a0ea-4eef-9851-9bdbe8619e58" providerId="ADAL" clId="{298CC335-43E8-497A-92EF-F6294183AD0B}" dt="2025-09-15T13:18:08.804" v="1638" actId="478"/>
        <pc:sldMkLst>
          <pc:docMk/>
          <pc:sldMk cId="24400507" sldId="2789"/>
        </pc:sldMkLst>
      </pc:sldChg>
      <pc:sldChg chg="addSp delSp modSp mod">
        <pc:chgData name="Adam Brown (Astrea Central)" userId="e4577f1c-a0ea-4eef-9851-9bdbe8619e58" providerId="ADAL" clId="{298CC335-43E8-497A-92EF-F6294183AD0B}" dt="2025-09-15T13:28:36.725" v="1901" actId="20577"/>
        <pc:sldMkLst>
          <pc:docMk/>
          <pc:sldMk cId="1226461086" sldId="2790"/>
        </pc:sldMkLst>
      </pc:sldChg>
      <pc:sldChg chg="delSp modSp mod">
        <pc:chgData name="Adam Brown (Astrea Central)" userId="e4577f1c-a0ea-4eef-9851-9bdbe8619e58" providerId="ADAL" clId="{298CC335-43E8-497A-92EF-F6294183AD0B}" dt="2025-09-15T13:23:44.148" v="1788" actId="478"/>
        <pc:sldMkLst>
          <pc:docMk/>
          <pc:sldMk cId="317608521" sldId="2791"/>
        </pc:sldMkLst>
      </pc:sldChg>
      <pc:sldChg chg="addSp delSp mod">
        <pc:chgData name="Adam Brown (Astrea Central)" userId="e4577f1c-a0ea-4eef-9851-9bdbe8619e58" providerId="ADAL" clId="{298CC335-43E8-497A-92EF-F6294183AD0B}" dt="2025-09-15T13:24:19.605" v="1805" actId="478"/>
        <pc:sldMkLst>
          <pc:docMk/>
          <pc:sldMk cId="3879350625" sldId="2792"/>
        </pc:sldMkLst>
      </pc:sldChg>
      <pc:sldChg chg="delSp mod">
        <pc:chgData name="Adam Brown (Astrea Central)" userId="e4577f1c-a0ea-4eef-9851-9bdbe8619e58" providerId="ADAL" clId="{298CC335-43E8-497A-92EF-F6294183AD0B}" dt="2025-09-15T13:24:23.134" v="1806" actId="478"/>
        <pc:sldMkLst>
          <pc:docMk/>
          <pc:sldMk cId="1145473237" sldId="2793"/>
        </pc:sldMkLst>
      </pc:sldChg>
      <pc:sldChg chg="delSp mod">
        <pc:chgData name="Adam Brown (Astrea Central)" userId="e4577f1c-a0ea-4eef-9851-9bdbe8619e58" providerId="ADAL" clId="{298CC335-43E8-497A-92EF-F6294183AD0B}" dt="2025-09-15T13:24:37.454" v="1813" actId="478"/>
        <pc:sldMkLst>
          <pc:docMk/>
          <pc:sldMk cId="1477799629" sldId="2794"/>
        </pc:sldMkLst>
      </pc:sldChg>
      <pc:sldChg chg="delSp mod">
        <pc:chgData name="Adam Brown (Astrea Central)" userId="e4577f1c-a0ea-4eef-9851-9bdbe8619e58" providerId="ADAL" clId="{298CC335-43E8-497A-92EF-F6294183AD0B}" dt="2025-09-15T13:24:53.118" v="1822" actId="478"/>
        <pc:sldMkLst>
          <pc:docMk/>
          <pc:sldMk cId="120458108" sldId="2795"/>
        </pc:sldMkLst>
      </pc:sldChg>
      <pc:sldChg chg="addSp delSp mod">
        <pc:chgData name="Adam Brown (Astrea Central)" userId="e4577f1c-a0ea-4eef-9851-9bdbe8619e58" providerId="ADAL" clId="{298CC335-43E8-497A-92EF-F6294183AD0B}" dt="2025-09-15T13:25:40.510" v="1844" actId="478"/>
        <pc:sldMkLst>
          <pc:docMk/>
          <pc:sldMk cId="2695163168" sldId="2796"/>
        </pc:sldMkLst>
      </pc:sldChg>
      <pc:sldChg chg="delSp mod">
        <pc:chgData name="Adam Brown (Astrea Central)" userId="e4577f1c-a0ea-4eef-9851-9bdbe8619e58" providerId="ADAL" clId="{298CC335-43E8-497A-92EF-F6294183AD0B}" dt="2025-09-15T13:25:53.462" v="1848" actId="478"/>
        <pc:sldMkLst>
          <pc:docMk/>
          <pc:sldMk cId="167216715" sldId="2797"/>
        </pc:sldMkLst>
      </pc:sldChg>
      <pc:sldChg chg="delSp mod">
        <pc:chgData name="Adam Brown (Astrea Central)" userId="e4577f1c-a0ea-4eef-9851-9bdbe8619e58" providerId="ADAL" clId="{298CC335-43E8-497A-92EF-F6294183AD0B}" dt="2025-09-15T13:26:14.684" v="1856" actId="478"/>
        <pc:sldMkLst>
          <pc:docMk/>
          <pc:sldMk cId="4095301130" sldId="2798"/>
        </pc:sldMkLst>
      </pc:sldChg>
      <pc:sldChg chg="delSp mod">
        <pc:chgData name="Adam Brown (Astrea Central)" userId="e4577f1c-a0ea-4eef-9851-9bdbe8619e58" providerId="ADAL" clId="{298CC335-43E8-497A-92EF-F6294183AD0B}" dt="2025-09-15T13:22:59.245" v="1763" actId="478"/>
        <pc:sldMkLst>
          <pc:docMk/>
          <pc:sldMk cId="3489747628" sldId="2799"/>
        </pc:sldMkLst>
      </pc:sldChg>
      <pc:sldChg chg="delSp mod">
        <pc:chgData name="Adam Brown (Astrea Central)" userId="e4577f1c-a0ea-4eef-9851-9bdbe8619e58" providerId="ADAL" clId="{298CC335-43E8-497A-92EF-F6294183AD0B}" dt="2025-09-15T13:28:02.989" v="1898" actId="478"/>
        <pc:sldMkLst>
          <pc:docMk/>
          <pc:sldMk cId="1992598841" sldId="2801"/>
        </pc:sldMkLst>
      </pc:sldChg>
      <pc:sldChg chg="delSp mod">
        <pc:chgData name="Adam Brown (Astrea Central)" userId="e4577f1c-a0ea-4eef-9851-9bdbe8619e58" providerId="ADAL" clId="{298CC335-43E8-497A-92EF-F6294183AD0B}" dt="2025-09-15T13:28:00.979" v="1896" actId="478"/>
        <pc:sldMkLst>
          <pc:docMk/>
          <pc:sldMk cId="1428088597" sldId="2804"/>
        </pc:sldMkLst>
      </pc:sldChg>
    </pc:docChg>
  </pc:docChgLst>
  <pc:docChgLst>
    <pc:chgData name="Adam Brown (Astrea Central)" userId="e4577f1c-a0ea-4eef-9851-9bdbe8619e58" providerId="ADAL" clId="{7837C662-223E-40A0-BCE4-E256E25C15DA}"/>
    <pc:docChg chg="delSld">
      <pc:chgData name="Adam Brown (Astrea Central)" userId="e4577f1c-a0ea-4eef-9851-9bdbe8619e58" providerId="ADAL" clId="{7837C662-223E-40A0-BCE4-E256E25C15DA}" dt="2025-10-02T11:05:57.302" v="1" actId="47"/>
      <pc:docMkLst>
        <pc:docMk/>
      </pc:docMkLst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499626388" sldId="270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3802529320" sldId="29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602000621" sldId="304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201419931" sldId="418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200894185" sldId="44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634756477" sldId="528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965342644" sldId="529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261905153" sldId="53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885128637" sldId="53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207551091" sldId="53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773249319" sldId="536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54259982" sldId="53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438998916" sldId="538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485489797" sldId="55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525563781" sldId="56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903988073" sldId="56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76818099" sldId="60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617582283" sldId="60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257912426" sldId="60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849326464" sldId="60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486596901" sldId="61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771127931" sldId="63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820528885" sldId="75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05983789" sldId="75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705740215" sldId="76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741417538" sldId="76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721518159" sldId="76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615987597" sldId="119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242687722" sldId="119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873416194" sldId="119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32504451" sldId="119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623580324" sldId="119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4029879049" sldId="119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907401783" sldId="1196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407786857" sldId="119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296569283" sldId="1199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718422913" sldId="120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350024278" sldId="120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28340208" sldId="120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87822960" sldId="120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337100019" sldId="121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810112837" sldId="121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016650432" sldId="121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49822979" sldId="123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210998565" sldId="123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733169967" sldId="1235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2936956160" sldId="2717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2276136011" sldId="2724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2347654998" sldId="2726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656622071" sldId="273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806530860" sldId="273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251629001" sldId="273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618587120" sldId="2736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674874405" sldId="273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580631642" sldId="2738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254095160" sldId="2740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25519433" sldId="274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850562953" sldId="274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508714497" sldId="274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361319489" sldId="274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787172474" sldId="2781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035247090" sldId="2782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795775980" sldId="2783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06868638" sldId="2784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3862930301" sldId="2785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1152998114" sldId="2786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4030505016" sldId="2787"/>
        </pc:sldMkLst>
      </pc:sldChg>
      <pc:sldChg chg="del">
        <pc:chgData name="Adam Brown (Astrea Central)" userId="e4577f1c-a0ea-4eef-9851-9bdbe8619e58" providerId="ADAL" clId="{7837C662-223E-40A0-BCE4-E256E25C15DA}" dt="2025-10-02T11:05:57.302" v="1" actId="47"/>
        <pc:sldMkLst>
          <pc:docMk/>
          <pc:sldMk cId="24400507" sldId="2789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226461086" sldId="2790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317608521" sldId="2791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3879350625" sldId="2792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145473237" sldId="2793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477799629" sldId="2794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20458108" sldId="2795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2695163168" sldId="2796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67216715" sldId="2797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4095301130" sldId="2798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992598841" sldId="2801"/>
        </pc:sldMkLst>
      </pc:sldChg>
      <pc:sldChg chg="del">
        <pc:chgData name="Adam Brown (Astrea Central)" userId="e4577f1c-a0ea-4eef-9851-9bdbe8619e58" providerId="ADAL" clId="{7837C662-223E-40A0-BCE4-E256E25C15DA}" dt="2025-10-02T11:05:36.111" v="0" actId="47"/>
        <pc:sldMkLst>
          <pc:docMk/>
          <pc:sldMk cId="1428088597" sldId="28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2F48-886E-9C4D-9A23-F79AB504182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4A783-C653-C444-A1FE-7D3BC7338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52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395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3F01-C249-4630-8925-3FA8CA5D51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6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D24F-25D0-4644-A4B7-679B0D92A27B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2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945C-0756-4826-BDE8-0D36F2293E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12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7D07-9EDF-4EAA-A2E9-53F69F56EAB8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1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1F21-94FA-4612-940D-140680A041D4}" type="datetime1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D50B-0179-45AB-B8BD-E845C2D492B8}" type="datetime1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7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A-5761-4B75-9D0E-B2701F0B8FAB}" type="datetime1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62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51BA-61E4-4CA2-82F9-D917BA195972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83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166B-48A3-42CC-B417-680258AF0255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34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14A-CA9A-4483-95D0-EC2F9A739675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0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05CB-CDC6-426C-8DC1-99DBE1916FDA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3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1063-315D-4510-AA5C-A89F8FFE3FC8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40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.png"/><Relationship Id="rId2" Type="http://schemas.openxmlformats.org/officeDocument/2006/relationships/image" Target="../media/image20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0.png"/><Relationship Id="rId5" Type="http://schemas.openxmlformats.org/officeDocument/2006/relationships/image" Target="../media/image327.png"/><Relationship Id="rId4" Type="http://schemas.openxmlformats.org/officeDocument/2006/relationships/image" Target="../media/image198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0.png"/><Relationship Id="rId2" Type="http://schemas.openxmlformats.org/officeDocument/2006/relationships/image" Target="../media/image213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1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0.png"/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0.png"/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0.png"/><Relationship Id="rId2" Type="http://schemas.openxmlformats.org/officeDocument/2006/relationships/image" Target="../media/image2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0.png"/><Relationship Id="rId3" Type="http://schemas.openxmlformats.org/officeDocument/2006/relationships/image" Target="../media/image2260.png"/><Relationship Id="rId7" Type="http://schemas.openxmlformats.org/officeDocument/2006/relationships/image" Target="../media/image2300.png"/><Relationship Id="rId2" Type="http://schemas.openxmlformats.org/officeDocument/2006/relationships/image" Target="../media/image2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0.png"/><Relationship Id="rId5" Type="http://schemas.openxmlformats.org/officeDocument/2006/relationships/image" Target="../media/image2280.png"/><Relationship Id="rId10" Type="http://schemas.openxmlformats.org/officeDocument/2006/relationships/image" Target="../media/image2330.png"/><Relationship Id="rId4" Type="http://schemas.openxmlformats.org/officeDocument/2006/relationships/image" Target="../media/image2270.png"/><Relationship Id="rId9" Type="http://schemas.openxmlformats.org/officeDocument/2006/relationships/image" Target="../media/image5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00.png"/><Relationship Id="rId2" Type="http://schemas.openxmlformats.org/officeDocument/2006/relationships/image" Target="../media/image257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00.png"/><Relationship Id="rId5" Type="http://schemas.openxmlformats.org/officeDocument/2006/relationships/image" Target="../media/image26000.png"/><Relationship Id="rId4" Type="http://schemas.openxmlformats.org/officeDocument/2006/relationships/image" Target="../media/image2590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0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0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0.png"/><Relationship Id="rId2" Type="http://schemas.openxmlformats.org/officeDocument/2006/relationships/image" Target="../media/image264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0.png"/><Relationship Id="rId5" Type="http://schemas.openxmlformats.org/officeDocument/2006/relationships/image" Target="../media/image2690.png"/><Relationship Id="rId4" Type="http://schemas.openxmlformats.org/officeDocument/2006/relationships/image" Target="../media/image26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40.png"/><Relationship Id="rId4" Type="http://schemas.openxmlformats.org/officeDocument/2006/relationships/image" Target="../media/image27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0.png"/><Relationship Id="rId3" Type="http://schemas.openxmlformats.org/officeDocument/2006/relationships/image" Target="../media/image2760.png"/><Relationship Id="rId7" Type="http://schemas.openxmlformats.org/officeDocument/2006/relationships/image" Target="../media/image28000.png"/><Relationship Id="rId12" Type="http://schemas.openxmlformats.org/officeDocument/2006/relationships/image" Target="../media/image2850.png"/><Relationship Id="rId2" Type="http://schemas.openxmlformats.org/officeDocument/2006/relationships/image" Target="../media/image27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90.png"/><Relationship Id="rId11" Type="http://schemas.openxmlformats.org/officeDocument/2006/relationships/image" Target="../media/image2840.png"/><Relationship Id="rId5" Type="http://schemas.openxmlformats.org/officeDocument/2006/relationships/image" Target="../media/image2780.png"/><Relationship Id="rId10" Type="http://schemas.openxmlformats.org/officeDocument/2006/relationships/image" Target="../media/image2830.png"/><Relationship Id="rId4" Type="http://schemas.openxmlformats.org/officeDocument/2006/relationships/image" Target="../media/image2770.png"/><Relationship Id="rId9" Type="http://schemas.openxmlformats.org/officeDocument/2006/relationships/image" Target="../media/image28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0.png"/><Relationship Id="rId3" Type="http://schemas.openxmlformats.org/officeDocument/2006/relationships/image" Target="../media/image2870.png"/><Relationship Id="rId7" Type="http://schemas.openxmlformats.org/officeDocument/2006/relationships/image" Target="../media/image2910.png"/><Relationship Id="rId12" Type="http://schemas.openxmlformats.org/officeDocument/2006/relationships/image" Target="../media/image2960.png"/><Relationship Id="rId2" Type="http://schemas.openxmlformats.org/officeDocument/2006/relationships/image" Target="../media/image2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00.png"/><Relationship Id="rId11" Type="http://schemas.openxmlformats.org/officeDocument/2006/relationships/image" Target="../media/image2950.png"/><Relationship Id="rId5" Type="http://schemas.openxmlformats.org/officeDocument/2006/relationships/image" Target="../media/image2890.png"/><Relationship Id="rId10" Type="http://schemas.openxmlformats.org/officeDocument/2006/relationships/image" Target="../media/image2940.png"/><Relationship Id="rId4" Type="http://schemas.openxmlformats.org/officeDocument/2006/relationships/image" Target="../media/image2880.png"/><Relationship Id="rId9" Type="http://schemas.openxmlformats.org/officeDocument/2006/relationships/image" Target="../media/image29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0.png"/><Relationship Id="rId13" Type="http://schemas.openxmlformats.org/officeDocument/2006/relationships/image" Target="../media/image3080.png"/><Relationship Id="rId18" Type="http://schemas.openxmlformats.org/officeDocument/2006/relationships/image" Target="../media/image3610.png"/><Relationship Id="rId26" Type="http://schemas.openxmlformats.org/officeDocument/2006/relationships/image" Target="../media/image3690.png"/><Relationship Id="rId3" Type="http://schemas.openxmlformats.org/officeDocument/2006/relationships/image" Target="../media/image2980.png"/><Relationship Id="rId21" Type="http://schemas.openxmlformats.org/officeDocument/2006/relationships/image" Target="../media/image3640.png"/><Relationship Id="rId7" Type="http://schemas.openxmlformats.org/officeDocument/2006/relationships/image" Target="../media/image3020.png"/><Relationship Id="rId12" Type="http://schemas.openxmlformats.org/officeDocument/2006/relationships/image" Target="../media/image3070.png"/><Relationship Id="rId17" Type="http://schemas.openxmlformats.org/officeDocument/2006/relationships/image" Target="../media/image3600.png"/><Relationship Id="rId25" Type="http://schemas.openxmlformats.org/officeDocument/2006/relationships/image" Target="../media/image3680.png"/><Relationship Id="rId2" Type="http://schemas.openxmlformats.org/officeDocument/2006/relationships/image" Target="../media/image2970.png"/><Relationship Id="rId16" Type="http://schemas.openxmlformats.org/officeDocument/2006/relationships/image" Target="../media/image3590.png"/><Relationship Id="rId20" Type="http://schemas.openxmlformats.org/officeDocument/2006/relationships/image" Target="../media/image3630.png"/><Relationship Id="rId29" Type="http://schemas.openxmlformats.org/officeDocument/2006/relationships/image" Target="../media/image37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10.png"/><Relationship Id="rId11" Type="http://schemas.openxmlformats.org/officeDocument/2006/relationships/image" Target="../media/image3060.png"/><Relationship Id="rId24" Type="http://schemas.openxmlformats.org/officeDocument/2006/relationships/image" Target="../media/image3670.png"/><Relationship Id="rId5" Type="http://schemas.openxmlformats.org/officeDocument/2006/relationships/image" Target="../media/image3000.png"/><Relationship Id="rId15" Type="http://schemas.openxmlformats.org/officeDocument/2006/relationships/image" Target="../media/image3100.png"/><Relationship Id="rId23" Type="http://schemas.openxmlformats.org/officeDocument/2006/relationships/image" Target="../media/image3660.png"/><Relationship Id="rId28" Type="http://schemas.openxmlformats.org/officeDocument/2006/relationships/image" Target="../media/image3710.png"/><Relationship Id="rId10" Type="http://schemas.openxmlformats.org/officeDocument/2006/relationships/image" Target="../media/image3050.png"/><Relationship Id="rId19" Type="http://schemas.openxmlformats.org/officeDocument/2006/relationships/image" Target="../media/image3620.png"/><Relationship Id="rId4" Type="http://schemas.openxmlformats.org/officeDocument/2006/relationships/image" Target="../media/image2990.png"/><Relationship Id="rId9" Type="http://schemas.openxmlformats.org/officeDocument/2006/relationships/image" Target="../media/image3040.png"/><Relationship Id="rId14" Type="http://schemas.openxmlformats.org/officeDocument/2006/relationships/image" Target="../media/image3090.png"/><Relationship Id="rId22" Type="http://schemas.openxmlformats.org/officeDocument/2006/relationships/image" Target="../media/image3650.png"/><Relationship Id="rId27" Type="http://schemas.openxmlformats.org/officeDocument/2006/relationships/image" Target="../media/image3700.png"/><Relationship Id="rId30" Type="http://schemas.openxmlformats.org/officeDocument/2006/relationships/image" Target="../media/image37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0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0.png"/><Relationship Id="rId2" Type="http://schemas.openxmlformats.org/officeDocument/2006/relationships/image" Target="../media/image3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0.png"/><Relationship Id="rId2" Type="http://schemas.openxmlformats.org/officeDocument/2006/relationships/image" Target="../media/image3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4E0AE6-E727-A047-A34A-8234A417D93B}"/>
              </a:ext>
            </a:extLst>
          </p:cNvPr>
          <p:cNvSpPr/>
          <p:nvPr/>
        </p:nvSpPr>
        <p:spPr>
          <a:xfrm>
            <a:off x="105114" y="363288"/>
            <a:ext cx="6647773" cy="1571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44C20-9C46-0F4E-83AD-35FD1FF90AC5}"/>
              </a:ext>
            </a:extLst>
          </p:cNvPr>
          <p:cNvSpPr txBox="1"/>
          <p:nvPr/>
        </p:nvSpPr>
        <p:spPr>
          <a:xfrm>
            <a:off x="199744" y="755737"/>
            <a:ext cx="2237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631D9-9C1D-D244-897C-3A316D324706}"/>
              </a:ext>
            </a:extLst>
          </p:cNvPr>
          <p:cNvSpPr txBox="1"/>
          <p:nvPr/>
        </p:nvSpPr>
        <p:spPr>
          <a:xfrm>
            <a:off x="671267" y="1054685"/>
            <a:ext cx="4486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dirty="0"/>
              <a:t>Understand standard form.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dirty="0"/>
              <a:t>Convert numbers to and from standard form.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1C062-5E00-914C-A9B1-37354FD29F45}"/>
              </a:ext>
            </a:extLst>
          </p:cNvPr>
          <p:cNvSpPr txBox="1"/>
          <p:nvPr/>
        </p:nvSpPr>
        <p:spPr>
          <a:xfrm>
            <a:off x="720732" y="461219"/>
            <a:ext cx="530317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OUTCOME: Understand and compare numbers in standard form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5AD3F-4AD9-1F43-9ADF-2E25B74660DD}"/>
              </a:ext>
            </a:extLst>
          </p:cNvPr>
          <p:cNvSpPr txBox="1"/>
          <p:nvPr/>
        </p:nvSpPr>
        <p:spPr>
          <a:xfrm>
            <a:off x="5100123" y="817421"/>
            <a:ext cx="1435501" cy="10618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Keywords:</a:t>
            </a:r>
            <a:endParaRPr lang="en-US" sz="1050" dirty="0"/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Standard form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Indices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Place value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Decimal point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Index Notation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CA313-6694-9940-8AC6-81099F065D78}"/>
              </a:ext>
            </a:extLst>
          </p:cNvPr>
          <p:cNvSpPr/>
          <p:nvPr/>
        </p:nvSpPr>
        <p:spPr>
          <a:xfrm>
            <a:off x="0" y="-1"/>
            <a:ext cx="6858000" cy="2829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8 (Crossover) – Standard Form</a:t>
            </a:r>
            <a:endParaRPr lang="en-GB" b="1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F0B82048-9C63-974A-9D55-D79A2D36B71C}"/>
              </a:ext>
            </a:extLst>
          </p:cNvPr>
          <p:cNvGraphicFramePr>
            <a:graphicFrameLocks noGrp="1"/>
          </p:cNvGraphicFramePr>
          <p:nvPr/>
        </p:nvGraphicFramePr>
        <p:xfrm>
          <a:off x="1179805" y="2820059"/>
          <a:ext cx="4530430" cy="754380"/>
        </p:xfrm>
        <a:graphic>
          <a:graphicData uri="http://schemas.openxmlformats.org/drawingml/2006/table">
            <a:tbl>
              <a:tblPr/>
              <a:tblGrid>
                <a:gridCol w="2265215">
                  <a:extLst>
                    <a:ext uri="{9D8B030D-6E8A-4147-A177-3AD203B41FA5}">
                      <a16:colId xmlns:a16="http://schemas.microsoft.com/office/drawing/2014/main" val="3334771856"/>
                    </a:ext>
                  </a:extLst>
                </a:gridCol>
                <a:gridCol w="2265215">
                  <a:extLst>
                    <a:ext uri="{9D8B030D-6E8A-4147-A177-3AD203B41FA5}">
                      <a16:colId xmlns:a16="http://schemas.microsoft.com/office/drawing/2014/main" val="1719544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4 × 4 × 4 × 4 × 4 × 4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six lots of 4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 baseline="300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 = 6 × 6 × 6 × 6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four lots of 6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en-GB" sz="1050" baseline="30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 = 7 × 7 × 7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3353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AFBB0031-F803-BF40-8842-4F697FB321D4}"/>
              </a:ext>
            </a:extLst>
          </p:cNvPr>
          <p:cNvSpPr txBox="1"/>
          <p:nvPr/>
        </p:nvSpPr>
        <p:spPr>
          <a:xfrm>
            <a:off x="780370" y="3731430"/>
            <a:ext cx="5859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can write a million as 1 000 000 = 10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number multiplied by itself is the number ‘squared’. You need to know the square numbers (power 2) up to 15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= 225. How many of them can you write down from memory? You will also find it helpful to know the cubes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numbers (power 3)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up to 6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 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 216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62542" y="4196174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83336" y="2024472"/>
            <a:ext cx="6728829" cy="28239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Connector 97"/>
          <p:cNvCxnSpPr/>
          <p:nvPr/>
        </p:nvCxnSpPr>
        <p:spPr>
          <a:xfrm>
            <a:off x="83336" y="3485358"/>
            <a:ext cx="67288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cxnSpLocks/>
            <a:stCxn id="97" idx="2"/>
            <a:endCxn id="97" idx="0"/>
          </p:cNvCxnSpPr>
          <p:nvPr/>
        </p:nvCxnSpPr>
        <p:spPr>
          <a:xfrm flipV="1">
            <a:off x="3447751" y="2024472"/>
            <a:ext cx="0" cy="28239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4106" y="1993370"/>
            <a:ext cx="800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Definition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73763" y="1977479"/>
            <a:ext cx="1096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Characteristics</a:t>
            </a:r>
            <a:endParaRPr lang="en-GB" sz="1200" dirty="0"/>
          </a:p>
        </p:txBody>
      </p:sp>
      <p:sp>
        <p:nvSpPr>
          <p:cNvPr id="108" name="TextBox 107"/>
          <p:cNvSpPr txBox="1"/>
          <p:nvPr/>
        </p:nvSpPr>
        <p:spPr>
          <a:xfrm>
            <a:off x="29648" y="3574985"/>
            <a:ext cx="775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Examples</a:t>
            </a:r>
            <a:endParaRPr lang="en-GB" sz="1200" dirty="0"/>
          </a:p>
        </p:txBody>
      </p:sp>
      <p:sp>
        <p:nvSpPr>
          <p:cNvPr id="109" name="TextBox 108"/>
          <p:cNvSpPr txBox="1"/>
          <p:nvPr/>
        </p:nvSpPr>
        <p:spPr>
          <a:xfrm>
            <a:off x="5734025" y="3563170"/>
            <a:ext cx="1153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Non - Examples</a:t>
            </a:r>
            <a:endParaRPr lang="en-GB" sz="1200" dirty="0"/>
          </a:p>
        </p:txBody>
      </p:sp>
      <p:sp>
        <p:nvSpPr>
          <p:cNvPr id="110" name="TextBox 109"/>
          <p:cNvSpPr txBox="1"/>
          <p:nvPr/>
        </p:nvSpPr>
        <p:spPr>
          <a:xfrm>
            <a:off x="2655546" y="3309997"/>
            <a:ext cx="15701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Standard Form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55723" y="3836531"/>
                <a:ext cx="34379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3.6×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200" b="0" i="1" dirty="0"/>
                  <a:t> </a:t>
                </a:r>
                <a:r>
                  <a:rPr lang="en-US" sz="1200" dirty="0"/>
                  <a:t>is an example of standard form, this number is 36000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7.5×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200" b="0" i="1" dirty="0"/>
                  <a:t> </a:t>
                </a:r>
                <a:r>
                  <a:rPr lang="en-US" sz="1200" b="0" dirty="0"/>
                  <a:t>is an example of standard form, this number is the 0.075</a:t>
                </a:r>
                <a:endParaRPr lang="en-US" sz="1200" b="0" i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" y="3836531"/>
                <a:ext cx="3437973" cy="830997"/>
              </a:xfrm>
              <a:prstGeom prst="rect">
                <a:avLst/>
              </a:prstGeom>
              <a:blipFill>
                <a:blip r:embed="rId2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3521859" y="3816263"/>
                <a:ext cx="32337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56.7×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200" dirty="0"/>
                  <a:t> is a none example as the first number is not between 1 and 10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3.5÷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200" dirty="0"/>
                  <a:t> is a none example as we always multiply by the factor of 10.</a:t>
                </a: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859" y="3816263"/>
                <a:ext cx="3233709" cy="830997"/>
              </a:xfrm>
              <a:prstGeom prst="rect">
                <a:avLst/>
              </a:prstGeom>
              <a:blipFill>
                <a:blip r:embed="rId3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4951" y="2277615"/>
                <a:ext cx="33392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Standard form is the way to represent very large of very small numbers. It is used in science to show size of cells or distances in space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Written in the form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200" dirty="0"/>
                  <a:t>, where A is a number between 1 and 10, and n is a positive or negative integer</a:t>
                </a: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1" y="2277615"/>
                <a:ext cx="3339208" cy="1200329"/>
              </a:xfrm>
              <a:prstGeom prst="rect">
                <a:avLst/>
              </a:prstGeom>
              <a:blipFill>
                <a:blip r:embed="rId4"/>
                <a:stretch>
                  <a:fillRect t="-508" r="-1095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/>
          <p:cNvSpPr txBox="1"/>
          <p:nvPr/>
        </p:nvSpPr>
        <p:spPr>
          <a:xfrm>
            <a:off x="3396257" y="2158482"/>
            <a:ext cx="3459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Standard form is written with the first number being a number between 1 and 10. This can be a decimal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 then multiply it by a power of 10, either positive or negative. Positive powers represent large numbers, negative powers represent small</a:t>
            </a:r>
            <a:endParaRPr lang="en-GB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2B40-107E-7C27-B522-C18E064E14A0}"/>
              </a:ext>
            </a:extLst>
          </p:cNvPr>
          <p:cNvSpPr/>
          <p:nvPr/>
        </p:nvSpPr>
        <p:spPr>
          <a:xfrm>
            <a:off x="50796" y="5057550"/>
            <a:ext cx="1087423" cy="3792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KNOWLEDGE CHECK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BE641-46B9-2E9A-4C29-F427084A8D4A}"/>
              </a:ext>
            </a:extLst>
          </p:cNvPr>
          <p:cNvSpPr txBox="1"/>
          <p:nvPr/>
        </p:nvSpPr>
        <p:spPr>
          <a:xfrm>
            <a:off x="1138219" y="5087231"/>
            <a:ext cx="332620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Write each of the following as a power of 10.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EE96729D-7E7E-80AA-D1A2-59A4FDF6C5E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293" y="5493939"/>
              <a:ext cx="6751870" cy="17136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76836">
                      <a:extLst>
                        <a:ext uri="{9D8B030D-6E8A-4147-A177-3AD203B41FA5}">
                          <a16:colId xmlns:a16="http://schemas.microsoft.com/office/drawing/2014/main" val="843760139"/>
                        </a:ext>
                      </a:extLst>
                    </a:gridCol>
                    <a:gridCol w="1223683">
                      <a:extLst>
                        <a:ext uri="{9D8B030D-6E8A-4147-A177-3AD203B41FA5}">
                          <a16:colId xmlns:a16="http://schemas.microsoft.com/office/drawing/2014/main" val="1207521119"/>
                        </a:ext>
                      </a:extLst>
                    </a:gridCol>
                    <a:gridCol w="1650603">
                      <a:extLst>
                        <a:ext uri="{9D8B030D-6E8A-4147-A177-3AD203B41FA5}">
                          <a16:colId xmlns:a16="http://schemas.microsoft.com/office/drawing/2014/main" val="3777155113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9752285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03299446"/>
                        </a:ext>
                      </a:extLst>
                    </a:gridCol>
                  </a:tblGrid>
                  <a:tr h="85684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×10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×10×10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10×10×10×10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10,000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7131251"/>
                      </a:ext>
                    </a:extLst>
                  </a:tr>
                  <a:tr h="85684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0.1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0.01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22144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EE96729D-7E7E-80AA-D1A2-59A4FDF6C5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400246"/>
                  </p:ext>
                </p:extLst>
              </p:nvPr>
            </p:nvGraphicFramePr>
            <p:xfrm>
              <a:off x="60293" y="5493939"/>
              <a:ext cx="6751870" cy="17136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76836">
                      <a:extLst>
                        <a:ext uri="{9D8B030D-6E8A-4147-A177-3AD203B41FA5}">
                          <a16:colId xmlns:a16="http://schemas.microsoft.com/office/drawing/2014/main" val="843760139"/>
                        </a:ext>
                      </a:extLst>
                    </a:gridCol>
                    <a:gridCol w="1223683">
                      <a:extLst>
                        <a:ext uri="{9D8B030D-6E8A-4147-A177-3AD203B41FA5}">
                          <a16:colId xmlns:a16="http://schemas.microsoft.com/office/drawing/2014/main" val="1207521119"/>
                        </a:ext>
                      </a:extLst>
                    </a:gridCol>
                    <a:gridCol w="1650603">
                      <a:extLst>
                        <a:ext uri="{9D8B030D-6E8A-4147-A177-3AD203B41FA5}">
                          <a16:colId xmlns:a16="http://schemas.microsoft.com/office/drawing/2014/main" val="3777155113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9752285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03299446"/>
                        </a:ext>
                      </a:extLst>
                    </a:gridCol>
                  </a:tblGrid>
                  <a:tr h="856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8" t="-709" r="-475648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517" t="-709" r="-356716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5756" t="-709" r="-164576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10,000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7131251"/>
                      </a:ext>
                    </a:extLst>
                  </a:tr>
                  <a:tr h="85684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0.1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0.01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22144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23E09AD-7749-D459-D47E-26B020857A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796" y="7770559"/>
              <a:ext cx="6751870" cy="17136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76836">
                      <a:extLst>
                        <a:ext uri="{9D8B030D-6E8A-4147-A177-3AD203B41FA5}">
                          <a16:colId xmlns:a16="http://schemas.microsoft.com/office/drawing/2014/main" val="843760139"/>
                        </a:ext>
                      </a:extLst>
                    </a:gridCol>
                    <a:gridCol w="1223683">
                      <a:extLst>
                        <a:ext uri="{9D8B030D-6E8A-4147-A177-3AD203B41FA5}">
                          <a16:colId xmlns:a16="http://schemas.microsoft.com/office/drawing/2014/main" val="1207521119"/>
                        </a:ext>
                      </a:extLst>
                    </a:gridCol>
                    <a:gridCol w="1650603">
                      <a:extLst>
                        <a:ext uri="{9D8B030D-6E8A-4147-A177-3AD203B41FA5}">
                          <a16:colId xmlns:a16="http://schemas.microsoft.com/office/drawing/2014/main" val="3777155113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9752285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03299446"/>
                        </a:ext>
                      </a:extLst>
                    </a:gridCol>
                  </a:tblGrid>
                  <a:tr h="85684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7131251"/>
                      </a:ext>
                    </a:extLst>
                  </a:tr>
                  <a:tr h="85684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22144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23E09AD-7749-D459-D47E-26B020857A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941751"/>
                  </p:ext>
                </p:extLst>
              </p:nvPr>
            </p:nvGraphicFramePr>
            <p:xfrm>
              <a:off x="50796" y="7770559"/>
              <a:ext cx="6751870" cy="17136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76836">
                      <a:extLst>
                        <a:ext uri="{9D8B030D-6E8A-4147-A177-3AD203B41FA5}">
                          <a16:colId xmlns:a16="http://schemas.microsoft.com/office/drawing/2014/main" val="843760139"/>
                        </a:ext>
                      </a:extLst>
                    </a:gridCol>
                    <a:gridCol w="1223683">
                      <a:extLst>
                        <a:ext uri="{9D8B030D-6E8A-4147-A177-3AD203B41FA5}">
                          <a16:colId xmlns:a16="http://schemas.microsoft.com/office/drawing/2014/main" val="1207521119"/>
                        </a:ext>
                      </a:extLst>
                    </a:gridCol>
                    <a:gridCol w="1650603">
                      <a:extLst>
                        <a:ext uri="{9D8B030D-6E8A-4147-A177-3AD203B41FA5}">
                          <a16:colId xmlns:a16="http://schemas.microsoft.com/office/drawing/2014/main" val="3777155113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9752285"/>
                        </a:ext>
                      </a:extLst>
                    </a:gridCol>
                    <a:gridCol w="1350374">
                      <a:extLst>
                        <a:ext uri="{9D8B030D-6E8A-4147-A177-3AD203B41FA5}">
                          <a16:colId xmlns:a16="http://schemas.microsoft.com/office/drawing/2014/main" val="4003299446"/>
                        </a:ext>
                      </a:extLst>
                    </a:gridCol>
                  </a:tblGrid>
                  <a:tr h="856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18" t="-709" r="-475648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6517" t="-709" r="-356716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5756" t="-709" r="-164576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57" t="-709" r="-101810" b="-10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50" t="-709" r="-1351" b="-101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7131251"/>
                      </a:ext>
                    </a:extLst>
                  </a:tr>
                  <a:tr h="856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18" t="-100709" r="-475648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6517" t="-100709" r="-356716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5756" t="-100709" r="-164576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57" t="-100709" r="-101810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50" t="-100709" r="-1351" b="-1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2144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DF67945-5EF7-7B7C-1E76-C4DEB0569E35}"/>
              </a:ext>
            </a:extLst>
          </p:cNvPr>
          <p:cNvSpPr txBox="1"/>
          <p:nvPr/>
        </p:nvSpPr>
        <p:spPr>
          <a:xfrm>
            <a:off x="67956" y="7350591"/>
            <a:ext cx="532237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Write each of the following as ordinary number.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15510F8-C589-350F-A943-4465765B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04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152428" y="297821"/>
          <a:ext cx="6584547" cy="4121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41">
                  <a:extLst>
                    <a:ext uri="{9D8B030D-6E8A-4147-A177-3AD203B41FA5}">
                      <a16:colId xmlns:a16="http://schemas.microsoft.com/office/drawing/2014/main" val="3124559182"/>
                    </a:ext>
                  </a:extLst>
                </a:gridCol>
                <a:gridCol w="1747202">
                  <a:extLst>
                    <a:ext uri="{9D8B030D-6E8A-4147-A177-3AD203B41FA5}">
                      <a16:colId xmlns:a16="http://schemas.microsoft.com/office/drawing/2014/main" val="1668930051"/>
                    </a:ext>
                  </a:extLst>
                </a:gridCol>
                <a:gridCol w="1747202">
                  <a:extLst>
                    <a:ext uri="{9D8B030D-6E8A-4147-A177-3AD203B41FA5}">
                      <a16:colId xmlns:a16="http://schemas.microsoft.com/office/drawing/2014/main" val="2873958374"/>
                    </a:ext>
                  </a:extLst>
                </a:gridCol>
                <a:gridCol w="1747202">
                  <a:extLst>
                    <a:ext uri="{9D8B030D-6E8A-4147-A177-3AD203B41FA5}">
                      <a16:colId xmlns:a16="http://schemas.microsoft.com/office/drawing/2014/main" val="2414775215"/>
                    </a:ext>
                  </a:extLst>
                </a:gridCol>
              </a:tblGrid>
              <a:tr h="3476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Write in standard form.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29628"/>
                  </a:ext>
                </a:extLst>
              </a:tr>
              <a:tr h="1223845"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1) 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Set the first digit to be between 1 and 10.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a) 500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a) 300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arenR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23978"/>
                  </a:ext>
                </a:extLst>
              </a:tr>
              <a:tr h="60381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5000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50,000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2000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435149"/>
                  </a:ext>
                </a:extLst>
              </a:tr>
              <a:tr h="610159"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2) 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Show how many times you must multiply by 10 to represent the number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549500"/>
                  </a:ext>
                </a:extLst>
              </a:tr>
              <a:tr h="133632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5,000,000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6000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900,000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303983"/>
                  </a:ext>
                </a:extLst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1613171" y="0"/>
            <a:ext cx="4968901" cy="297821"/>
            <a:chOff x="1783036" y="6700444"/>
            <a:chExt cx="4968901" cy="297821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783036" y="6721266"/>
              <a:ext cx="13085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1 - I do…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302621" y="6716325"/>
              <a:ext cx="15415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  Example 2– We do…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5222672" y="6700444"/>
              <a:ext cx="152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3 – You do…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6EE57B-3207-D7DA-D584-97B2A14E433B}"/>
              </a:ext>
            </a:extLst>
          </p:cNvPr>
          <p:cNvSpPr/>
          <p:nvPr/>
        </p:nvSpPr>
        <p:spPr>
          <a:xfrm>
            <a:off x="152428" y="4464336"/>
            <a:ext cx="1087423" cy="3792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312FE-85B3-6589-F8BC-67F61C7317DD}"/>
              </a:ext>
            </a:extLst>
          </p:cNvPr>
          <p:cNvSpPr txBox="1"/>
          <p:nvPr/>
        </p:nvSpPr>
        <p:spPr>
          <a:xfrm>
            <a:off x="1239851" y="4493045"/>
            <a:ext cx="332620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Write each of the following in standard form.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4FC22C-6DBB-150F-0BB0-281CEA625157}"/>
              </a:ext>
            </a:extLst>
          </p:cNvPr>
          <p:cNvGraphicFramePr>
            <a:graphicFrameLocks noGrp="1"/>
          </p:cNvGraphicFramePr>
          <p:nvPr/>
        </p:nvGraphicFramePr>
        <p:xfrm>
          <a:off x="99567" y="4959681"/>
          <a:ext cx="6690268" cy="4724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67">
                  <a:extLst>
                    <a:ext uri="{9D8B030D-6E8A-4147-A177-3AD203B41FA5}">
                      <a16:colId xmlns:a16="http://schemas.microsoft.com/office/drawing/2014/main" val="3886940190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4064358503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999292452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264117368"/>
                    </a:ext>
                  </a:extLst>
                </a:gridCol>
              </a:tblGrid>
              <a:tr h="1232542">
                <a:tc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GB" sz="1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 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c) 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d) 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044020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r>
                        <a:rPr lang="en-GB" sz="1200" dirty="0"/>
                        <a:t>e) 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f) 2000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g) 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 Seven hundred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316965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pPr marL="285750" indent="-285750">
                        <a:buAutoNum type="romanLcParenR"/>
                      </a:pPr>
                      <a:r>
                        <a:rPr lang="en-GB" sz="1200" dirty="0"/>
                        <a:t>900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j) 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k) 40 000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l) Sixty thousand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832381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r>
                        <a:rPr lang="en-GB" sz="1200" dirty="0"/>
                        <a:t>m) 90 million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n) Four hundred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o)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p)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359506"/>
                  </a:ext>
                </a:extLst>
              </a:tr>
            </a:tbl>
          </a:graphicData>
        </a:graphic>
      </p:graphicFrame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07D1D4D-5354-9C7F-4B32-87B3A2AE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8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122185" y="349593"/>
          <a:ext cx="6660741" cy="407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481">
                  <a:extLst>
                    <a:ext uri="{9D8B030D-6E8A-4147-A177-3AD203B41FA5}">
                      <a16:colId xmlns:a16="http://schemas.microsoft.com/office/drawing/2014/main" val="3124559182"/>
                    </a:ext>
                  </a:extLst>
                </a:gridCol>
                <a:gridCol w="1767420">
                  <a:extLst>
                    <a:ext uri="{9D8B030D-6E8A-4147-A177-3AD203B41FA5}">
                      <a16:colId xmlns:a16="http://schemas.microsoft.com/office/drawing/2014/main" val="1668930051"/>
                    </a:ext>
                  </a:extLst>
                </a:gridCol>
                <a:gridCol w="1767420">
                  <a:extLst>
                    <a:ext uri="{9D8B030D-6E8A-4147-A177-3AD203B41FA5}">
                      <a16:colId xmlns:a16="http://schemas.microsoft.com/office/drawing/2014/main" val="2873958374"/>
                    </a:ext>
                  </a:extLst>
                </a:gridCol>
                <a:gridCol w="1767420">
                  <a:extLst>
                    <a:ext uri="{9D8B030D-6E8A-4147-A177-3AD203B41FA5}">
                      <a16:colId xmlns:a16="http://schemas.microsoft.com/office/drawing/2014/main" val="2414775215"/>
                    </a:ext>
                  </a:extLst>
                </a:gridCol>
              </a:tblGrid>
              <a:tr h="2824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Write in standard form.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29628"/>
                  </a:ext>
                </a:extLst>
              </a:tr>
              <a:tr h="1095573"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1) Set the first digit to be between 1 and 10.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a) 120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a) 360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arenR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820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23978"/>
                  </a:ext>
                </a:extLst>
              </a:tr>
              <a:tr h="5885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1200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48000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4500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435149"/>
                  </a:ext>
                </a:extLst>
              </a:tr>
              <a:tr h="502587"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2) 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Show many times you must multiply by 10 to represent the number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10557"/>
                  </a:ext>
                </a:extLst>
              </a:tr>
              <a:tr h="160536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12300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148000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12700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303983"/>
                  </a:ext>
                </a:extLst>
              </a:tr>
            </a:tbl>
          </a:graphicData>
        </a:graphic>
      </p:graphicFrame>
      <p:grpSp>
        <p:nvGrpSpPr>
          <p:cNvPr id="109" name="Group 108"/>
          <p:cNvGrpSpPr/>
          <p:nvPr/>
        </p:nvGrpSpPr>
        <p:grpSpPr>
          <a:xfrm>
            <a:off x="1706410" y="0"/>
            <a:ext cx="4850285" cy="315600"/>
            <a:chOff x="1783036" y="6721266"/>
            <a:chExt cx="4850285" cy="315600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783036" y="6721266"/>
              <a:ext cx="13085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4 - I do…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331649" y="6759867"/>
              <a:ext cx="14709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Example 5– We do…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5104056" y="6745352"/>
              <a:ext cx="152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6 – You do…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07DD482-9FA2-1BF9-9E5D-753C4297E0C2}"/>
              </a:ext>
            </a:extLst>
          </p:cNvPr>
          <p:cNvSpPr/>
          <p:nvPr/>
        </p:nvSpPr>
        <p:spPr>
          <a:xfrm>
            <a:off x="145519" y="4495712"/>
            <a:ext cx="1087423" cy="3792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66357-41BD-E8DC-8716-1DA0FF7473BD}"/>
              </a:ext>
            </a:extLst>
          </p:cNvPr>
          <p:cNvSpPr txBox="1"/>
          <p:nvPr/>
        </p:nvSpPr>
        <p:spPr>
          <a:xfrm>
            <a:off x="1232942" y="4524421"/>
            <a:ext cx="332620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Write each of the following in standard form.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456E69-F6F3-3C37-26C0-8658EA25390A}"/>
              </a:ext>
            </a:extLst>
          </p:cNvPr>
          <p:cNvGraphicFramePr>
            <a:graphicFrameLocks noGrp="1"/>
          </p:cNvGraphicFramePr>
          <p:nvPr/>
        </p:nvGraphicFramePr>
        <p:xfrm>
          <a:off x="92658" y="4991057"/>
          <a:ext cx="6690268" cy="4724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67">
                  <a:extLst>
                    <a:ext uri="{9D8B030D-6E8A-4147-A177-3AD203B41FA5}">
                      <a16:colId xmlns:a16="http://schemas.microsoft.com/office/drawing/2014/main" val="3886940190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4064358503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999292452"/>
                    </a:ext>
                  </a:extLst>
                </a:gridCol>
                <a:gridCol w="1672567">
                  <a:extLst>
                    <a:ext uri="{9D8B030D-6E8A-4147-A177-3AD203B41FA5}">
                      <a16:colId xmlns:a16="http://schemas.microsoft.com/office/drawing/2014/main" val="264117368"/>
                    </a:ext>
                  </a:extLst>
                </a:gridCol>
              </a:tblGrid>
              <a:tr h="1232542">
                <a:tc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GB" sz="1200" dirty="0"/>
                        <a:t>350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 3500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c) 35300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d) 53300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044020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r>
                        <a:rPr lang="en-GB" sz="1200" dirty="0"/>
                        <a:t>e) 355 000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f) 530 000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g) 35 million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 5300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316965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dirty="0" err="1"/>
                        <a:t>i</a:t>
                      </a:r>
                      <a:r>
                        <a:rPr lang="en-GB" sz="1200" dirty="0"/>
                        <a:t>) 3300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j) 55 000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k) One hundred and thirty five thousand.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l) 350 000 000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832381"/>
                  </a:ext>
                </a:extLst>
              </a:tr>
              <a:tr h="1164052">
                <a:tc>
                  <a:txBody>
                    <a:bodyPr/>
                    <a:lstStyle/>
                    <a:p>
                      <a:r>
                        <a:rPr lang="en-GB" sz="1200" dirty="0"/>
                        <a:t>m) 20 200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n) 202 230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o) 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p) 20 300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35950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198C2-4ADC-DB48-606B-E0FAEEDF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62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6" name="Table 175"/>
              <p:cNvGraphicFramePr>
                <a:graphicFrameLocks noGrp="1"/>
              </p:cNvGraphicFramePr>
              <p:nvPr/>
            </p:nvGraphicFramePr>
            <p:xfrm>
              <a:off x="83414" y="298172"/>
              <a:ext cx="6691172" cy="4677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070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069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 as ordinary number.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as an ordinary number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as an ordinary number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97053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power of 10 as ordinary number.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750508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3.5×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7.5×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2.1×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640890">
                    <a:tc rowSpan="2"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decimal by the integer.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52012"/>
                      </a:ext>
                    </a:extLst>
                  </a:tr>
                  <a:tr h="1581843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3.53×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7.23×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2.18×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6" name="Table 1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057929"/>
                  </p:ext>
                </p:extLst>
              </p:nvPr>
            </p:nvGraphicFramePr>
            <p:xfrm>
              <a:off x="83414" y="298172"/>
              <a:ext cx="6691172" cy="4677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0706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56822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069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 as ordinary number.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as an ordinary number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Write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as an ordinary number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97053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power of 10 as ordinary number.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656" t="-22174" r="-200656" b="-21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656" t="-22174" r="-100656" b="-21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656" t="-22174" r="-656" b="-213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750508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656" t="-122707" r="-200656" b="-1144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656" t="-122707" r="-100656" b="-1144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656" t="-122707" r="-656" b="-114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640890">
                    <a:tc rowSpan="2"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decimal by the integer.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52012"/>
                      </a:ext>
                    </a:extLst>
                  </a:tr>
                  <a:tr h="1581843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656" t="-196154" r="-200656" b="-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656" t="-196154" r="-100656" b="-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656" t="-196154" r="-656" b="-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8" name="Group 177"/>
          <p:cNvGrpSpPr/>
          <p:nvPr/>
        </p:nvGrpSpPr>
        <p:grpSpPr>
          <a:xfrm>
            <a:off x="1672648" y="19606"/>
            <a:ext cx="4661599" cy="281941"/>
            <a:chOff x="1783036" y="6716324"/>
            <a:chExt cx="4661599" cy="281941"/>
          </a:xfrm>
        </p:grpSpPr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783036" y="6721266"/>
              <a:ext cx="1273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7- I do…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302621" y="6716325"/>
              <a:ext cx="14709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Example 8– We do…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4915370" y="6716324"/>
              <a:ext cx="152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9 – You do…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3471E90-9023-C752-2DEC-C3E124469E35}"/>
              </a:ext>
            </a:extLst>
          </p:cNvPr>
          <p:cNvSpPr/>
          <p:nvPr/>
        </p:nvSpPr>
        <p:spPr>
          <a:xfrm>
            <a:off x="83414" y="5027427"/>
            <a:ext cx="1087423" cy="3792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D6CA0-262E-A6AC-737B-284B38D5E8E3}"/>
              </a:ext>
            </a:extLst>
          </p:cNvPr>
          <p:cNvSpPr txBox="1"/>
          <p:nvPr/>
        </p:nvSpPr>
        <p:spPr>
          <a:xfrm>
            <a:off x="1170837" y="5102599"/>
            <a:ext cx="391473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Write each of the following as an ordinary number.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0BE094-6A81-D5AC-9972-2B299F9789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658" y="5481873"/>
              <a:ext cx="6690268" cy="423388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388694019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06435850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999292452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64117368"/>
                        </a:ext>
                      </a:extLst>
                    </a:gridCol>
                  </a:tblGrid>
                  <a:tr h="110450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</a:t>
                          </a:r>
                          <a:r>
                            <a:rPr lang="en-US" sz="120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8044020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316965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7.1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.4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832381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7.5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p)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18359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0BE094-6A81-D5AC-9972-2B299F9789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459635"/>
                  </p:ext>
                </p:extLst>
              </p:nvPr>
            </p:nvGraphicFramePr>
            <p:xfrm>
              <a:off x="92658" y="5481873"/>
              <a:ext cx="6690268" cy="423388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388694019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06435850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999292452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64117368"/>
                        </a:ext>
                      </a:extLst>
                    </a:gridCol>
                  </a:tblGrid>
                  <a:tr h="11045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552" r="-300000" b="-285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552" r="-201095" b="-285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552" r="-100364" b="-285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552" r="-730" b="-285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044020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105814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105814" r="-2010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5814" r="-10036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105814" r="-73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0316965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207018" r="-300000" b="-10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207018" r="-201095" b="-10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07018" r="-100364" b="-10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207018" r="-730" b="-10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832381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307018" r="-300000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307018" r="-201095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07018" r="-100364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307018" r="-730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3595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B4573BC-448A-302C-539F-1C7EEA5E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39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199B59F-B1DD-4A46-76C6-1CF97E0EA6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9930" y="189474"/>
              <a:ext cx="6690268" cy="208625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333800041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8702277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78395344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862930614"/>
                        </a:ext>
                      </a:extLst>
                    </a:gridCol>
                  </a:tblGrid>
                  <a:tr h="104312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q)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5.13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r)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.32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7.12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.45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9050770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u)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5.18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.34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7.17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x)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.94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b="1" dirty="0"/>
                            <a:t> 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6026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199B59F-B1DD-4A46-76C6-1CF97E0EA6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541051"/>
                  </p:ext>
                </p:extLst>
              </p:nvPr>
            </p:nvGraphicFramePr>
            <p:xfrm>
              <a:off x="89930" y="189474"/>
              <a:ext cx="6690268" cy="208625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333800041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8702277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78395344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862930614"/>
                        </a:ext>
                      </a:extLst>
                    </a:gridCol>
                  </a:tblGrid>
                  <a:tr h="1043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581" r="-300364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581" r="-200364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95" t="-581" r="-101095" b="-100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581" r="-727" b="-100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9050770"/>
                      </a:ext>
                    </a:extLst>
                  </a:tr>
                  <a:tr h="1043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101170" r="-300364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101170" r="-200364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95" t="-101170" r="-101095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1170" r="-727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60268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8AC698-2DBA-8BDF-0251-2B53D64F9016}"/>
              </a:ext>
            </a:extLst>
          </p:cNvPr>
          <p:cNvSpPr/>
          <p:nvPr/>
        </p:nvSpPr>
        <p:spPr>
          <a:xfrm>
            <a:off x="83865" y="4709279"/>
            <a:ext cx="1087423" cy="3792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KNOWLEDGE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50B2E-7273-5469-C28D-1EE61A2F1E90}"/>
              </a:ext>
            </a:extLst>
          </p:cNvPr>
          <p:cNvSpPr txBox="1"/>
          <p:nvPr/>
        </p:nvSpPr>
        <p:spPr>
          <a:xfrm>
            <a:off x="1356364" y="4783090"/>
            <a:ext cx="529454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Fill in the gaps</a:t>
            </a: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. The first one has been done for you.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7108AAA-BBC4-AF14-4C73-E7F170E6B5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6441712"/>
                  </p:ext>
                </p:extLst>
              </p:nvPr>
            </p:nvGraphicFramePr>
            <p:xfrm>
              <a:off x="71099" y="5238145"/>
              <a:ext cx="6690268" cy="43905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5134">
                      <a:extLst>
                        <a:ext uri="{9D8B030D-6E8A-4147-A177-3AD203B41FA5}">
                          <a16:colId xmlns:a16="http://schemas.microsoft.com/office/drawing/2014/main" val="2438535324"/>
                        </a:ext>
                      </a:extLst>
                    </a:gridCol>
                    <a:gridCol w="3345134">
                      <a:extLst>
                        <a:ext uri="{9D8B030D-6E8A-4147-A177-3AD203B41FA5}">
                          <a16:colId xmlns:a16="http://schemas.microsoft.com/office/drawing/2014/main" val="1875165844"/>
                        </a:ext>
                      </a:extLst>
                    </a:gridCol>
                  </a:tblGrid>
                  <a:tr h="745259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=0.1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endParaRPr lang="en-GB" sz="2000" dirty="0"/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</m:t>
                              </m:r>
                            </m:oMath>
                          </a14:m>
                          <a:endParaRPr lang="en-GB" sz="2000" dirty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295420"/>
                      </a:ext>
                    </a:extLst>
                  </a:tr>
                  <a:tr h="745259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r>
                            <a:rPr lang="en-GB" sz="1400" dirty="0"/>
                            <a:t>______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</m:oMath>
                          </a14:m>
                          <a:r>
                            <a:rPr lang="en-GB" sz="1600" dirty="0"/>
                            <a:t>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d)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r>
                            <a:rPr lang="en-GB" sz="1400" dirty="0"/>
                            <a:t>_____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</m:oMath>
                          </a14:m>
                          <a:r>
                            <a:rPr lang="en-GB" sz="1400" dirty="0"/>
                            <a:t>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endParaRPr lang="en-GB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7281444"/>
                      </a:ext>
                    </a:extLst>
                  </a:tr>
                  <a:tr h="127651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e)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r>
                            <a:rPr lang="en-GB" sz="1400" dirty="0"/>
                            <a:t>_____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endParaRPr lang="en-GB" sz="2000" dirty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f)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  <m: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_____</m:t>
                              </m:r>
                            </m:oMath>
                          </a14:m>
                          <a:endParaRPr lang="en-GB" sz="1400" dirty="0"/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endParaRPr lang="en-GB" sz="2000" dirty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257612"/>
                      </a:ext>
                    </a:extLst>
                  </a:tr>
                  <a:tr h="114209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g)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r>
                            <a:rPr lang="en-GB" sz="1400" dirty="0"/>
                            <a:t>_____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endParaRPr lang="en-GB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dirty="0"/>
                            <a:t>h)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=____</m:t>
                              </m:r>
                            </m:oMath>
                          </a14:m>
                          <a:r>
                            <a:rPr lang="en-GB" sz="1400" dirty="0"/>
                            <a:t>_____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dirty="0"/>
                        </a:p>
                        <a:p>
                          <a:pPr marL="0" indent="0"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r>
                            <a:rPr lang="en-GB" sz="2000" dirty="0"/>
                            <a:t> is the same as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_____________</m:t>
                              </m:r>
                            </m:oMath>
                          </a14:m>
                          <a:endParaRPr lang="en-GB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33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7108AAA-BBC4-AF14-4C73-E7F170E6B5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6441712"/>
                  </p:ext>
                </p:extLst>
              </p:nvPr>
            </p:nvGraphicFramePr>
            <p:xfrm>
              <a:off x="71099" y="5238145"/>
              <a:ext cx="6690268" cy="43905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5134">
                      <a:extLst>
                        <a:ext uri="{9D8B030D-6E8A-4147-A177-3AD203B41FA5}">
                          <a16:colId xmlns:a16="http://schemas.microsoft.com/office/drawing/2014/main" val="2438535324"/>
                        </a:ext>
                      </a:extLst>
                    </a:gridCol>
                    <a:gridCol w="3345134">
                      <a:extLst>
                        <a:ext uri="{9D8B030D-6E8A-4147-A177-3AD203B41FA5}">
                          <a16:colId xmlns:a16="http://schemas.microsoft.com/office/drawing/2014/main" val="1875165844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" t="-613" r="-100182" b="-343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613" r="-364" b="-343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6295420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" t="-107895" r="-100182" b="-26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107895" r="-364" b="-26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7281444"/>
                      </a:ext>
                    </a:extLst>
                  </a:tr>
                  <a:tr h="13282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" t="-144954" r="-100182" b="-87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144954" r="-364" b="-871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257612"/>
                      </a:ext>
                    </a:extLst>
                  </a:tr>
                  <a:tr h="11420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" t="-284043" r="-100182" b="-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284043" r="-36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39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8B1A2E-5369-5742-0DAD-A4CED0651B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65" y="2411281"/>
              <a:ext cx="6677502" cy="216244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38751">
                      <a:extLst>
                        <a:ext uri="{9D8B030D-6E8A-4147-A177-3AD203B41FA5}">
                          <a16:colId xmlns:a16="http://schemas.microsoft.com/office/drawing/2014/main" val="1993343878"/>
                        </a:ext>
                      </a:extLst>
                    </a:gridCol>
                    <a:gridCol w="3338751">
                      <a:extLst>
                        <a:ext uri="{9D8B030D-6E8A-4147-A177-3AD203B41FA5}">
                          <a16:colId xmlns:a16="http://schemas.microsoft.com/office/drawing/2014/main" val="1307055305"/>
                        </a:ext>
                      </a:extLst>
                    </a:gridCol>
                  </a:tblGrid>
                  <a:tr h="2162445">
                    <a:tc>
                      <a:txBody>
                        <a:bodyPr/>
                        <a:lstStyle/>
                        <a:p>
                          <a:pPr>
                            <a:defRPr/>
                          </a:pPr>
                          <a:r>
                            <a:rPr lang="en-GB" sz="1200" dirty="0">
                              <a:solidFill>
                                <a:prstClr val="black"/>
                              </a:solidFill>
                              <a:latin typeface="+mn-lt"/>
                            </a:rPr>
                            <a:t>6</a:t>
                          </a:r>
                          <a:r>
                            <a:rPr kumimoji="0" lang="en-GB" sz="120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  <a:r>
                            <a:rPr lang="en-GB" sz="1200" dirty="0"/>
                            <a:t>Sam has carried out a calculation and written his answer in standard form.</a:t>
                          </a:r>
                        </a:p>
                        <a:p>
                          <a:pPr>
                            <a:defRPr/>
                          </a:pPr>
                          <a:r>
                            <a:rPr lang="en-GB" sz="1200" dirty="0"/>
                            <a:t>He has written is 2400 = 24 ×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0" lang="en-GB" sz="12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>
                            <a:defRPr/>
                          </a:pPr>
                          <a:r>
                            <a:rPr kumimoji="0" lang="en-GB" sz="120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Correct the mistake.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7. Place an inequality sign between these numbers to make the statement true (you must show your working: </a:t>
                          </a:r>
                        </a:p>
                        <a:p>
                          <a:endParaRPr lang="en-GB" sz="1200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.8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_____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8431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8B1A2E-5369-5742-0DAD-A4CED0651B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4670910"/>
                  </p:ext>
                </p:extLst>
              </p:nvPr>
            </p:nvGraphicFramePr>
            <p:xfrm>
              <a:off x="83865" y="2411281"/>
              <a:ext cx="6677502" cy="216244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38751">
                      <a:extLst>
                        <a:ext uri="{9D8B030D-6E8A-4147-A177-3AD203B41FA5}">
                          <a16:colId xmlns:a16="http://schemas.microsoft.com/office/drawing/2014/main" val="1993343878"/>
                        </a:ext>
                      </a:extLst>
                    </a:gridCol>
                    <a:gridCol w="3338751">
                      <a:extLst>
                        <a:ext uri="{9D8B030D-6E8A-4147-A177-3AD203B41FA5}">
                          <a16:colId xmlns:a16="http://schemas.microsoft.com/office/drawing/2014/main" val="1307055305"/>
                        </a:ext>
                      </a:extLst>
                    </a:gridCol>
                  </a:tblGrid>
                  <a:tr h="21624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" t="-281" r="-100182" b="-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65" t="-281" r="-365" b="-5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4310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DE6BFE4-BA14-B4A0-CF9F-DF8AAB2C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06527" y="9735694"/>
            <a:ext cx="351473" cy="183800"/>
          </a:xfrm>
        </p:spPr>
        <p:txBody>
          <a:bodyPr/>
          <a:lstStyle/>
          <a:p>
            <a:fld id="{DFE403A4-BF53-4A18-A219-2FCD9C5F3F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5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248">
            <a:extLst>
              <a:ext uri="{FF2B5EF4-FFF2-40B4-BE49-F238E27FC236}">
                <a16:creationId xmlns:a16="http://schemas.microsoft.com/office/drawing/2014/main" id="{62615755-C21D-B04D-989E-53B671F28298}"/>
              </a:ext>
            </a:extLst>
          </p:cNvPr>
          <p:cNvSpPr txBox="1"/>
          <p:nvPr/>
        </p:nvSpPr>
        <p:spPr>
          <a:xfrm>
            <a:off x="1358194" y="5171266"/>
            <a:ext cx="3274614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9. Write the following numbers in standard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2" name="Table 111"/>
              <p:cNvGraphicFramePr>
                <a:graphicFrameLocks noGrp="1"/>
              </p:cNvGraphicFramePr>
              <p:nvPr/>
            </p:nvGraphicFramePr>
            <p:xfrm>
              <a:off x="111268" y="449018"/>
              <a:ext cx="6622472" cy="4580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201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7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19142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number as a division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US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708653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  <m:r>
                                <a:rPr lang="en-GB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0.005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0.04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605149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Rewrite as a product with a negative power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2819010"/>
                      </a:ext>
                    </a:extLst>
                  </a:tr>
                  <a:tr h="1589432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0.000</m:t>
                              </m:r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0.0007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0.0006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2" name="Table 1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638816"/>
                  </p:ext>
                </p:extLst>
              </p:nvPr>
            </p:nvGraphicFramePr>
            <p:xfrm>
              <a:off x="111268" y="449018"/>
              <a:ext cx="6622472" cy="4580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201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57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19142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number as a division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596" t="-27778" r="-200331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130" t="-27778" r="-100997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265" t="-27778" r="-662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708653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596" t="-127778" r="-200331" b="-12222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130" t="-127778" r="-100997" b="-12222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265" t="-127778" r="-662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605149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Rewrite as a product with a negative power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2819010"/>
                      </a:ext>
                    </a:extLst>
                  </a:tr>
                  <a:tr h="1589432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596" t="-188506" r="-200331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130" t="-188506" r="-100997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265" t="-188506" r="-662" b="-1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3" name="Group 112"/>
          <p:cNvGrpSpPr/>
          <p:nvPr/>
        </p:nvGrpSpPr>
        <p:grpSpPr>
          <a:xfrm>
            <a:off x="1608455" y="160444"/>
            <a:ext cx="4960070" cy="306782"/>
            <a:chOff x="1783036" y="6721266"/>
            <a:chExt cx="4960070" cy="30678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783036" y="6721266"/>
              <a:ext cx="13870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10 - I do…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441521" y="6739475"/>
              <a:ext cx="15495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Example 11– We do…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5135294" y="6751049"/>
              <a:ext cx="1607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12 – You do…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6430F55-0466-6572-3896-80CA35B3A077}"/>
              </a:ext>
            </a:extLst>
          </p:cNvPr>
          <p:cNvSpPr/>
          <p:nvPr/>
        </p:nvSpPr>
        <p:spPr>
          <a:xfrm>
            <a:off x="65984" y="5122150"/>
            <a:ext cx="1022036" cy="3261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550DD7E-6531-9834-AB36-0C5D50ECDA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66" y="5561312"/>
              <a:ext cx="6690268" cy="415446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48100562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13598464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4068876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26112759"/>
                        </a:ext>
                      </a:extLst>
                    </a:gridCol>
                  </a:tblGrid>
                  <a:tr h="14380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</a:t>
                          </a:r>
                          <a:r>
                            <a:rPr lang="en-US" sz="120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.8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428099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.09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0.08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.008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568294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0.0007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𝑡h𝑜𝑢𝑠𝑎𝑛𝑑𝑠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0.0001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.000005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5480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550DD7E-6531-9834-AB36-0C5D50ECDA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135131"/>
                  </p:ext>
                </p:extLst>
              </p:nvPr>
            </p:nvGraphicFramePr>
            <p:xfrm>
              <a:off x="83866" y="5561312"/>
              <a:ext cx="6690268" cy="415446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48100562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13598464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4068876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26112759"/>
                        </a:ext>
                      </a:extLst>
                    </a:gridCol>
                  </a:tblGrid>
                  <a:tr h="1438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424" r="-300364" b="-18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424" r="-200364" b="-18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95" t="-424" r="-101095" b="-18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424" r="-727" b="-1898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428099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106278" r="-300364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106278" r="-200364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95" t="-106278" r="-101095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6278" r="-727" b="-100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8294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206278" r="-300364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64" t="-206278" r="-200364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95" t="-206278" r="-101095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206278" r="-727" b="-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4808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02D16-7851-672C-7CB7-751DEA89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07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248">
            <a:extLst>
              <a:ext uri="{FF2B5EF4-FFF2-40B4-BE49-F238E27FC236}">
                <a16:creationId xmlns:a16="http://schemas.microsoft.com/office/drawing/2014/main" id="{62615755-C21D-B04D-989E-53B671F28298}"/>
              </a:ext>
            </a:extLst>
          </p:cNvPr>
          <p:cNvSpPr txBox="1"/>
          <p:nvPr/>
        </p:nvSpPr>
        <p:spPr>
          <a:xfrm>
            <a:off x="1385596" y="3807213"/>
            <a:ext cx="3353162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10. Write the following numbers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2" name="Table 111"/>
              <p:cNvGraphicFramePr>
                <a:graphicFrameLocks noGrp="1"/>
              </p:cNvGraphicFramePr>
              <p:nvPr/>
            </p:nvGraphicFramePr>
            <p:xfrm>
              <a:off x="111268" y="449018"/>
              <a:ext cx="6622472" cy="3270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201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443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19142"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number as a division</a:t>
                          </a:r>
                        </a:p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.025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0.0259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0.0257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en-US" sz="12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oMath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0.00501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0.0407</m:t>
                              </m:r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Rewrite as a product with a negative power of 10.</a:t>
                          </a:r>
                        </a:p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048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2" name="Table 1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104760"/>
                  </p:ext>
                </p:extLst>
              </p:nvPr>
            </p:nvGraphicFramePr>
            <p:xfrm>
              <a:off x="111268" y="449018"/>
              <a:ext cx="6622472" cy="3270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201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37757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443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71600"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Write the number as a division</a:t>
                          </a:r>
                        </a:p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596" t="-25778" r="-200331" b="-1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130" t="-25778" r="-100997" b="-1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265" t="-25778" r="-662" b="-11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7112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596" t="-110547" r="-200331" b="-78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130" t="-110547" r="-100997" b="-78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265" t="-110547" r="-662" b="-7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148336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Rewrite as a product with a negative power of 10.</a:t>
                          </a:r>
                        </a:p>
                        <a:p>
                          <a:endParaRPr lang="en-US" sz="12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04813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3" name="Group 112"/>
          <p:cNvGrpSpPr/>
          <p:nvPr/>
        </p:nvGrpSpPr>
        <p:grpSpPr>
          <a:xfrm>
            <a:off x="1608455" y="160444"/>
            <a:ext cx="4960070" cy="306782"/>
            <a:chOff x="1783036" y="6721266"/>
            <a:chExt cx="4960070" cy="30678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783036" y="6721266"/>
              <a:ext cx="13870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13 - I do…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441521" y="6739475"/>
              <a:ext cx="15495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Example 14– We do…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5135294" y="6751049"/>
              <a:ext cx="1607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15 – You do…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550DD7E-6531-9834-AB36-0C5D50ECDA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1268" y="4197259"/>
              <a:ext cx="6690268" cy="55126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48100562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13598464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4068876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26112759"/>
                        </a:ext>
                      </a:extLst>
                    </a:gridCol>
                  </a:tblGrid>
                  <a:tr h="14380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</a:t>
                          </a:r>
                          <a:r>
                            <a:rPr lang="en-US" sz="120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.034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.0034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0.00034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.34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428099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0.0304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.00304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0.43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.000043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568294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0.0004403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0.0044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0.0434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.00443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5480825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0.15+0.12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0.054+0.005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0.1+0.12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p)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1−0.25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987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550DD7E-6531-9834-AB36-0C5D50ECDA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754922"/>
                  </p:ext>
                </p:extLst>
              </p:nvPr>
            </p:nvGraphicFramePr>
            <p:xfrm>
              <a:off x="111268" y="4197259"/>
              <a:ext cx="6690268" cy="55126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48100562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13598464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40688760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26112759"/>
                        </a:ext>
                      </a:extLst>
                    </a:gridCol>
                  </a:tblGrid>
                  <a:tr h="1438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424" r="-300000" b="-284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424" r="-201095" b="-284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424" r="-100364" b="-284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424" r="-730" b="-2843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428099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106278" r="-300000" b="-2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106278" r="-201095" b="-2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6278" r="-100364" b="-2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106278" r="-730" b="-200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82943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206278" r="-300000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206278" r="-201095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06278" r="-100364" b="-100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206278" r="-730" b="-100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480825"/>
                      </a:ext>
                    </a:extLst>
                  </a:tr>
                  <a:tr h="13581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4" t="-306278" r="-300000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30" t="-306278" r="-201095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06278" r="-100364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5" t="-306278" r="-730" b="-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9872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4D2738A-2C28-420C-DB43-3AE92E901C4D}"/>
              </a:ext>
            </a:extLst>
          </p:cNvPr>
          <p:cNvSpPr/>
          <p:nvPr/>
        </p:nvSpPr>
        <p:spPr>
          <a:xfrm>
            <a:off x="111268" y="3758097"/>
            <a:ext cx="1022036" cy="3261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034ABF-E05C-531C-E234-D0030E7D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81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575F91-869E-D70C-E919-092A605429E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911" y="4765295"/>
              <a:ext cx="6690268" cy="320613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538447044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213843455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773468596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508548947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617714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.6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779455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.15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.105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.05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.51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877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575F91-869E-D70C-E919-092A605429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4671145"/>
                  </p:ext>
                </p:extLst>
              </p:nvPr>
            </p:nvGraphicFramePr>
            <p:xfrm>
              <a:off x="92911" y="4765295"/>
              <a:ext cx="6690268" cy="320613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538447044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213843455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773468596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508548947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549" r="-300000" b="-190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730" t="-549" r="-201095" b="-190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549" r="-100364" b="-190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5" t="-549" r="-730" b="-190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617714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105780" r="-300000" b="-100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730" t="-105780" r="-201095" b="-100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5780" r="-100364" b="-100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5" t="-105780" r="-730" b="-100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79455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206977" r="-300000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730" t="-206977" r="-201095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06977" r="-100364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5" t="-206977" r="-730" b="-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877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8" name="TextBox 257">
            <a:extLst>
              <a:ext uri="{FF2B5EF4-FFF2-40B4-BE49-F238E27FC236}">
                <a16:creationId xmlns:a16="http://schemas.microsoft.com/office/drawing/2014/main" id="{62615755-C21D-B04D-989E-53B671F28298}"/>
              </a:ext>
            </a:extLst>
          </p:cNvPr>
          <p:cNvSpPr txBox="1"/>
          <p:nvPr/>
        </p:nvSpPr>
        <p:spPr>
          <a:xfrm>
            <a:off x="1198787" y="4344247"/>
            <a:ext cx="333027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11. Write the following numbers in ordinary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146"/>
              <p:cNvGraphicFramePr>
                <a:graphicFrameLocks noGrp="1"/>
              </p:cNvGraphicFramePr>
              <p:nvPr/>
            </p:nvGraphicFramePr>
            <p:xfrm>
              <a:off x="92911" y="277156"/>
              <a:ext cx="6650788" cy="40133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943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82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ordinary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180843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Rewrite as a division.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b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a:br>
                          <a:b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</a:b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3435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2.3×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2.4×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541705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885408"/>
                      </a:ext>
                    </a:extLst>
                  </a:tr>
                  <a:tr h="1273497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2.13×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2.11×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1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972712"/>
                  </p:ext>
                </p:extLst>
              </p:nvPr>
            </p:nvGraphicFramePr>
            <p:xfrm>
              <a:off x="92911" y="277156"/>
              <a:ext cx="6650788" cy="40133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943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184561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82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Write in ordinary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180843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1) Rewrite as a division.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726" t="-32990" r="-200660" b="-208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726" t="-32990" r="-100660" b="-208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726" t="-32990" r="-660" b="-208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3435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726" t="-133679" r="-200660" b="-10932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726" t="-133679" r="-100660" b="-10932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726" t="-133679" r="-660" b="-109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435149"/>
                      </a:ext>
                    </a:extLst>
                  </a:tr>
                  <a:tr h="541705">
                    <a:tc rowSpan="2">
                      <a:txBody>
                        <a:bodyPr/>
                        <a:lstStyle/>
                        <a:p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2) Calculate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885408"/>
                      </a:ext>
                    </a:extLst>
                  </a:tr>
                  <a:tr h="1273497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726" t="-215789" r="-200660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726" t="-215789" r="-100660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726" t="-215789" r="-660" b="-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3039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8" name="Group 147"/>
          <p:cNvGrpSpPr/>
          <p:nvPr/>
        </p:nvGrpSpPr>
        <p:grpSpPr>
          <a:xfrm>
            <a:off x="1435887" y="-10046"/>
            <a:ext cx="5236865" cy="293141"/>
            <a:chOff x="1890105" y="6706278"/>
            <a:chExt cx="5236865" cy="293141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8BE26D3-BD12-8F4B-9608-3EB6530361A1}"/>
                </a:ext>
              </a:extLst>
            </p:cNvPr>
            <p:cNvSpPr txBox="1"/>
            <p:nvPr/>
          </p:nvSpPr>
          <p:spPr>
            <a:xfrm>
              <a:off x="1890105" y="6706278"/>
              <a:ext cx="13870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FF0000"/>
                  </a:solidFill>
                </a:rPr>
                <a:t>Example 16 - I do…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3753422" y="6721265"/>
              <a:ext cx="15495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chemeClr val="accent2"/>
                  </a:solidFill>
                </a:rPr>
                <a:t>Example 17– We do…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2910BCB-308B-9841-AF03-2F9D2E6E678C}"/>
                </a:ext>
              </a:extLst>
            </p:cNvPr>
            <p:cNvSpPr txBox="1"/>
            <p:nvPr/>
          </p:nvSpPr>
          <p:spPr>
            <a:xfrm>
              <a:off x="5519158" y="6722420"/>
              <a:ext cx="1607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i="1" dirty="0">
                  <a:solidFill>
                    <a:srgbClr val="00B050"/>
                  </a:solidFill>
                </a:rPr>
                <a:t>Example 18 – You do…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4AC8E0F-8B4B-8669-7CB9-22360A2B3D6B}"/>
              </a:ext>
            </a:extLst>
          </p:cNvPr>
          <p:cNvSpPr/>
          <p:nvPr/>
        </p:nvSpPr>
        <p:spPr>
          <a:xfrm>
            <a:off x="51690" y="4344247"/>
            <a:ext cx="1022036" cy="3261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8AA63-2C5E-DFBB-A129-04CB50F01CC7}"/>
              </a:ext>
            </a:extLst>
          </p:cNvPr>
          <p:cNvSpPr txBox="1"/>
          <p:nvPr/>
        </p:nvSpPr>
        <p:spPr>
          <a:xfrm>
            <a:off x="87738" y="8021979"/>
            <a:ext cx="3314690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12. Write the following numbers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26B2797-D7D0-3FDE-A07E-DF72D75811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911" y="8416893"/>
              <a:ext cx="6690268" cy="110982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2799654908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017005066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26910740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859322203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50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250</m:t>
                              </m:r>
                            </m:oMath>
                          </a14:m>
                          <a:r>
                            <a:rPr lang="en-GB" sz="12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6760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26B2797-D7D0-3FDE-A07E-DF72D7581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468037"/>
                  </p:ext>
                </p:extLst>
              </p:nvPr>
            </p:nvGraphicFramePr>
            <p:xfrm>
              <a:off x="92911" y="8416893"/>
              <a:ext cx="6690268" cy="110982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2799654908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2017005066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426910740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859322203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" t="-546" r="-300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30" t="-546" r="-201095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46" r="-100364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95" t="-546" r="-730" b="-1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67600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C0B8FB-E68E-1D3C-9543-6B347F1D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42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17A1E99-EBFE-6850-EF9E-C2C927F95BB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657" y="1403947"/>
              <a:ext cx="6690268" cy="215798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99833857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970934942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06471555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598360427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i="0" dirty="0">
                              <a:latin typeface="+mn-lt"/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9.1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.11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2531849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.151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9.5011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.01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9.511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319207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17A1E99-EBFE-6850-EF9E-C2C927F95B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858681"/>
                  </p:ext>
                </p:extLst>
              </p:nvPr>
            </p:nvGraphicFramePr>
            <p:xfrm>
              <a:off x="104657" y="1403947"/>
              <a:ext cx="6690268" cy="215798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99833857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970934942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706471555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598360427"/>
                        </a:ext>
                      </a:extLst>
                    </a:gridCol>
                  </a:tblGrid>
                  <a:tr h="11098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546" r="-300000" b="-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730" t="-546" r="-201095" b="-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546" r="-100364" b="-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5" t="-546" r="-730" b="-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531849"/>
                      </a:ext>
                    </a:extLst>
                  </a:tr>
                  <a:tr h="1048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106977" r="-300000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730" t="-106977" r="-201095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6977" r="-100364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95" t="-106977" r="-730" b="-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19207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2615755-C21D-B04D-989E-53B671F28298}"/>
              </a:ext>
            </a:extLst>
          </p:cNvPr>
          <p:cNvSpPr txBox="1"/>
          <p:nvPr/>
        </p:nvSpPr>
        <p:spPr>
          <a:xfrm>
            <a:off x="100194" y="3604979"/>
            <a:ext cx="5365764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 dirty="0"/>
              <a:t>14. Which of the following are written in correct standard form? Tick all that apply. </a:t>
            </a:r>
            <a:endParaRPr lang="en-GB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3815665" y="3924668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3815665" y="4447465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0" y="3897989"/>
                <a:ext cx="13102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1.6 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97989"/>
                <a:ext cx="1310295" cy="338554"/>
              </a:xfrm>
              <a:prstGeom prst="rect">
                <a:avLst/>
              </a:prstGeom>
              <a:blipFill>
                <a:blip r:embed="rId3"/>
                <a:stretch>
                  <a:fillRect l="-2326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2291088" y="3879642"/>
                <a:ext cx="1343958" cy="343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88" y="3879642"/>
                <a:ext cx="1343958" cy="343492"/>
              </a:xfrm>
              <a:prstGeom prst="rect">
                <a:avLst/>
              </a:prstGeom>
              <a:blipFill>
                <a:blip r:embed="rId4"/>
                <a:stretch>
                  <a:fillRect l="-2727" t="-5263" b="-192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35093" y="4465812"/>
                <a:ext cx="1343958" cy="343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d)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3" y="4465812"/>
                <a:ext cx="1343958" cy="343492"/>
              </a:xfrm>
              <a:prstGeom prst="rect">
                <a:avLst/>
              </a:prstGeom>
              <a:blipFill>
                <a:blip r:embed="rId5"/>
                <a:stretch>
                  <a:fillRect l="-2727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2326181" y="4447465"/>
                <a:ext cx="14930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e)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1.06 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81" y="4447465"/>
                <a:ext cx="1493037" cy="338554"/>
              </a:xfrm>
              <a:prstGeom prst="rect">
                <a:avLst/>
              </a:prstGeom>
              <a:blipFill>
                <a:blip r:embed="rId6"/>
                <a:stretch>
                  <a:fillRect l="-2449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4453983" y="3874450"/>
                <a:ext cx="14401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1.16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983" y="3874450"/>
                <a:ext cx="1440138" cy="338554"/>
              </a:xfrm>
              <a:prstGeom prst="rect">
                <a:avLst/>
              </a:prstGeom>
              <a:blipFill>
                <a:blip r:embed="rId7"/>
                <a:stretch>
                  <a:fillRect l="-254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/>
              <p:nvPr/>
            </p:nvSpPr>
            <p:spPr>
              <a:xfrm>
                <a:off x="4491836" y="4419485"/>
                <a:ext cx="15008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f)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0.16 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965AD-8B12-DE46-9139-8F16FE79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836" y="4419485"/>
                <a:ext cx="1500860" cy="338554"/>
              </a:xfrm>
              <a:prstGeom prst="rect">
                <a:avLst/>
              </a:prstGeom>
              <a:blipFill>
                <a:blip r:embed="rId8"/>
                <a:stretch>
                  <a:fillRect l="-2439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6079192" y="3904261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6079192" y="4427058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1511367" y="3904261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7227E5-E4D9-5641-88A4-568A323D1794}"/>
              </a:ext>
            </a:extLst>
          </p:cNvPr>
          <p:cNvSpPr/>
          <p:nvPr/>
        </p:nvSpPr>
        <p:spPr>
          <a:xfrm>
            <a:off x="1511367" y="4427058"/>
            <a:ext cx="571539" cy="33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" name="Table 106"/>
              <p:cNvGraphicFramePr>
                <a:graphicFrameLocks noGrp="1"/>
              </p:cNvGraphicFramePr>
              <p:nvPr/>
            </p:nvGraphicFramePr>
            <p:xfrm>
              <a:off x="35093" y="5189852"/>
              <a:ext cx="6711968" cy="4523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8822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73188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6072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90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Write in standard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69074">
                    <a:tc rowSpan="2">
                      <a:txBody>
                        <a:bodyPr/>
                        <a:lstStyle/>
                        <a:p>
                          <a:r>
                            <a:rPr lang="en-US" sz="1200" dirty="0"/>
                            <a:t>1) Convert the first number to standard form.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a) 5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50161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latin typeface="+mn-lt"/>
                              <a:ea typeface="Cambria Math" panose="02040503050406030204" pitchFamily="18" charset="0"/>
                            </a:rPr>
                            <a:t>b)</a:t>
                          </a:r>
                          <a:r>
                            <a:rPr lang="en-US" sz="1200" b="0" i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600 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022914"/>
                      </a:ext>
                    </a:extLst>
                  </a:tr>
                  <a:tr h="131631">
                    <a:tc rowSpan="3">
                      <a:txBody>
                        <a:bodyPr/>
                        <a:lstStyle/>
                        <a:p>
                          <a:r>
                            <a:rPr lang="en-US" sz="1200" dirty="0"/>
                            <a:t>2) Use index laws to multiply powers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2924425"/>
                      </a:ext>
                    </a:extLst>
                  </a:tr>
                  <a:tr h="681042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a typeface="Cambria Math" panose="02040503050406030204" pitchFamily="18" charset="0"/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.01 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a typeface="Cambria Math" panose="02040503050406030204" pitchFamily="18" charset="0"/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.05 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5539547"/>
                      </a:ext>
                    </a:extLst>
                  </a:tr>
                  <a:tr h="130032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a typeface="Cambria Math" panose="02040503050406030204" pitchFamily="18" charset="0"/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.6 × 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26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7" name="Table 10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62206"/>
                  </p:ext>
                </p:extLst>
              </p:nvPr>
            </p:nvGraphicFramePr>
            <p:xfrm>
              <a:off x="35093" y="5189852"/>
              <a:ext cx="6711968" cy="4523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8822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73188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6072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90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Write in standard form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369074">
                    <a:tc rowSpan="2">
                      <a:txBody>
                        <a:bodyPr/>
                        <a:lstStyle/>
                        <a:p>
                          <a:r>
                            <a:rPr lang="en-US" sz="1200" dirty="0"/>
                            <a:t>1) Convert the first number to standard form.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46906" t="-28889" r="-213029" b="-20266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40062" t="-18362" r="-103106" b="-9237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34242" t="-18362" r="-606" b="-923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50161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46906" t="-120833" r="-213029" b="-90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022914"/>
                      </a:ext>
                    </a:extLst>
                  </a:tr>
                  <a:tr h="131631">
                    <a:tc rowSpan="3">
                      <a:txBody>
                        <a:bodyPr/>
                        <a:lstStyle/>
                        <a:p>
                          <a:r>
                            <a:rPr lang="en-US" sz="1200" dirty="0"/>
                            <a:t>2) Use index laws to multiply powers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2924425"/>
                      </a:ext>
                    </a:extLst>
                  </a:tr>
                  <a:tr h="681042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40062" t="-128923" r="-103106" b="-61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34242" t="-128923" r="-606" b="-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5539547"/>
                      </a:ext>
                    </a:extLst>
                  </a:tr>
                  <a:tr h="130032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46906" t="-247664" r="-213029" b="-93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260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80A693D5-6258-D74B-84C5-A236BB50860A}"/>
              </a:ext>
            </a:extLst>
          </p:cNvPr>
          <p:cNvSpPr txBox="1"/>
          <p:nvPr/>
        </p:nvSpPr>
        <p:spPr>
          <a:xfrm>
            <a:off x="1288079" y="4913953"/>
            <a:ext cx="12843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19 - I do…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3174065" y="4884702"/>
            <a:ext cx="14446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FF860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20- We do…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2ABF69-E136-E845-9F1A-FA4ABBE4CC08}"/>
              </a:ext>
            </a:extLst>
          </p:cNvPr>
          <p:cNvSpPr txBox="1"/>
          <p:nvPr/>
        </p:nvSpPr>
        <p:spPr>
          <a:xfrm>
            <a:off x="5037168" y="4885194"/>
            <a:ext cx="146867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21 - </a:t>
            </a:r>
            <a:r>
              <a:rPr lang="en-GB" sz="1100" b="1" i="1" dirty="0">
                <a:solidFill>
                  <a:srgbClr val="00B050"/>
                </a:solidFill>
                <a:latin typeface="Calibri" panose="020F0502020204030204"/>
              </a:rPr>
              <a:t>You</a:t>
            </a:r>
            <a:r>
              <a:rPr kumimoji="0" lang="en-GB" sz="11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72878ED-CFA5-C060-8249-D89ACDD5D41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657" y="86792"/>
              <a:ext cx="6690268" cy="104815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32351322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67090779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7670722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667919540"/>
                        </a:ext>
                      </a:extLst>
                    </a:gridCol>
                  </a:tblGrid>
                  <a:tr h="104815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.25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.025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20 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𝑚𝑖𝑙𝑙𝑖𝑜𝑛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843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72878ED-CFA5-C060-8249-D89ACDD5D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289578"/>
                  </p:ext>
                </p:extLst>
              </p:nvPr>
            </p:nvGraphicFramePr>
            <p:xfrm>
              <a:off x="104657" y="86792"/>
              <a:ext cx="6690268" cy="104815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2567">
                      <a:extLst>
                        <a:ext uri="{9D8B030D-6E8A-4147-A177-3AD203B41FA5}">
                          <a16:colId xmlns:a16="http://schemas.microsoft.com/office/drawing/2014/main" val="132351322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1670907791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3676707223"/>
                        </a:ext>
                      </a:extLst>
                    </a:gridCol>
                    <a:gridCol w="1672567">
                      <a:extLst>
                        <a:ext uri="{9D8B030D-6E8A-4147-A177-3AD203B41FA5}">
                          <a16:colId xmlns:a16="http://schemas.microsoft.com/office/drawing/2014/main" val="667919540"/>
                        </a:ext>
                      </a:extLst>
                    </a:gridCol>
                  </a:tblGrid>
                  <a:tr h="10481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64" t="-578" r="-300000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730" t="-578" r="-201095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00000" t="-578" r="-100364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01095" t="-578" r="-730" b="-11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08437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A3A9296-2D24-3EA0-367A-81081BF56000}"/>
              </a:ext>
            </a:extLst>
          </p:cNvPr>
          <p:cNvSpPr txBox="1"/>
          <p:nvPr/>
        </p:nvSpPr>
        <p:spPr>
          <a:xfrm>
            <a:off x="100194" y="1137822"/>
            <a:ext cx="333027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13. Write the following numbers in ordinary form.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FB620E3-826E-6198-FA9B-5587BD6C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51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99">
            <a:extLst>
              <a:ext uri="{FF2B5EF4-FFF2-40B4-BE49-F238E27FC236}">
                <a16:creationId xmlns:a16="http://schemas.microsoft.com/office/drawing/2014/main" id="{86A4645E-F781-C549-B7A4-CB466AF8C071}"/>
              </a:ext>
            </a:extLst>
          </p:cNvPr>
          <p:cNvSpPr txBox="1"/>
          <p:nvPr/>
        </p:nvSpPr>
        <p:spPr>
          <a:xfrm>
            <a:off x="1218217" y="97152"/>
            <a:ext cx="2496774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15. Correct these into standard form.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EA58-2585-2742-FF6C-02525AAB94CB}"/>
              </a:ext>
            </a:extLst>
          </p:cNvPr>
          <p:cNvSpPr/>
          <p:nvPr/>
        </p:nvSpPr>
        <p:spPr>
          <a:xfrm>
            <a:off x="108006" y="66567"/>
            <a:ext cx="1009594" cy="3261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F73854A-19DA-9ADB-1E3A-C906EB2721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526" y="477520"/>
              <a:ext cx="6699032" cy="92151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4758">
                      <a:extLst>
                        <a:ext uri="{9D8B030D-6E8A-4147-A177-3AD203B41FA5}">
                          <a16:colId xmlns:a16="http://schemas.microsoft.com/office/drawing/2014/main" val="761095537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1360809090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3186618455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51057320"/>
                        </a:ext>
                      </a:extLst>
                    </a:gridCol>
                  </a:tblGrid>
                  <a:tr h="184302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84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210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9346671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0.46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0.06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2639366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3000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0.0055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927469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m)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p)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7500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1911434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q)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0.0372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r)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65213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2933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759300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1446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F73854A-19DA-9ADB-1E3A-C906EB2721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733817"/>
                  </p:ext>
                </p:extLst>
              </p:nvPr>
            </p:nvGraphicFramePr>
            <p:xfrm>
              <a:off x="77526" y="477520"/>
              <a:ext cx="6699032" cy="92151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74758">
                      <a:extLst>
                        <a:ext uri="{9D8B030D-6E8A-4147-A177-3AD203B41FA5}">
                          <a16:colId xmlns:a16="http://schemas.microsoft.com/office/drawing/2014/main" val="761095537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1360809090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3186618455"/>
                        </a:ext>
                      </a:extLst>
                    </a:gridCol>
                    <a:gridCol w="1674758">
                      <a:extLst>
                        <a:ext uri="{9D8B030D-6E8A-4147-A177-3AD203B41FA5}">
                          <a16:colId xmlns:a16="http://schemas.microsoft.com/office/drawing/2014/main" val="51057320"/>
                        </a:ext>
                      </a:extLst>
                    </a:gridCol>
                  </a:tblGrid>
                  <a:tr h="1843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331" r="-300727" b="-401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331" r="-200727" b="-401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4" t="-331" r="-100727" b="-401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4" t="-331" r="-727" b="-401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9346671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100000" r="-300727" b="-3003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100000" r="-200727" b="-3003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4" t="-100000" r="-100727" b="-3003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4" t="-100000" r="-727" b="-3003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2639366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200662" r="-300727" b="-2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200662" r="-200727" b="-2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4" t="-200662" r="-100727" b="-2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4" t="-200662" r="-727" b="-20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927469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299670" r="-300727" b="-100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299670" r="-200727" b="-100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4" t="-299670" r="-100727" b="-100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4" t="-299670" r="-727" b="-100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1911434"/>
                      </a:ext>
                    </a:extLst>
                  </a:tr>
                  <a:tr h="1843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400993" r="-300727" b="-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4" t="-400993" r="-200727" b="-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4" t="-400993" r="-100727" b="-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4" t="-400993" r="-727" b="-9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4466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C0C4F7-C2FB-FF11-78DC-CD42C6D1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199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7FEA58-2585-2742-FF6C-02525AAB94CB}"/>
              </a:ext>
            </a:extLst>
          </p:cNvPr>
          <p:cNvSpPr/>
          <p:nvPr/>
        </p:nvSpPr>
        <p:spPr>
          <a:xfrm>
            <a:off x="108006" y="66567"/>
            <a:ext cx="1009594" cy="3261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MIXED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8DFB4DE-C900-F18D-E0BD-8E0E2CEC44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526" y="464312"/>
              <a:ext cx="6699032" cy="92384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9516">
                      <a:extLst>
                        <a:ext uri="{9D8B030D-6E8A-4147-A177-3AD203B41FA5}">
                          <a16:colId xmlns:a16="http://schemas.microsoft.com/office/drawing/2014/main" val="1649759228"/>
                        </a:ext>
                      </a:extLst>
                    </a:gridCol>
                    <a:gridCol w="3349516">
                      <a:extLst>
                        <a:ext uri="{9D8B030D-6E8A-4147-A177-3AD203B41FA5}">
                          <a16:colId xmlns:a16="http://schemas.microsoft.com/office/drawing/2014/main" val="761876850"/>
                        </a:ext>
                      </a:extLst>
                    </a:gridCol>
                  </a:tblGrid>
                  <a:tr h="461924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16. a) Billy says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6.2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is bigger than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6.2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. Is he correct?</a:t>
                          </a:r>
                          <a:r>
                            <a:rPr lang="en-GB" sz="1200" baseline="0" dirty="0"/>
                            <a:t> </a:t>
                          </a:r>
                          <a:r>
                            <a:rPr lang="en-GB" sz="1200" dirty="0"/>
                            <a:t>Explain your reason.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b) The distance from the Earth to the Sun is</a:t>
                          </a:r>
                        </a:p>
                        <a:p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1.49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𝑘𝑚.</a:t>
                          </a:r>
                        </a:p>
                        <a:p>
                          <a:r>
                            <a:rPr lang="en-GB" sz="1200" dirty="0"/>
                            <a:t> Write this distance as an ordinary number.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17. a) The population of Vietnam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9.6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to 2 significant figures.</a:t>
                          </a:r>
                        </a:p>
                        <a:p>
                          <a:r>
                            <a:rPr lang="en-GB" sz="1200" dirty="0"/>
                            <a:t>The population of Japan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1.3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to 2 significant figures.</a:t>
                          </a:r>
                        </a:p>
                        <a:p>
                          <a:r>
                            <a:rPr lang="en-GB" sz="1200" dirty="0"/>
                            <a:t>Which country has the greater population?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b) The population of the United States is </a:t>
                          </a:r>
                        </a:p>
                        <a:p>
                          <a:r>
                            <a:rPr lang="en-GB" sz="1200" dirty="0"/>
                            <a:t>330 000 000 to 2 significant figures.</a:t>
                          </a:r>
                        </a:p>
                        <a:p>
                          <a:r>
                            <a:rPr lang="en-GB" sz="1200" dirty="0"/>
                            <a:t>Write this number in standard form.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188257"/>
                      </a:ext>
                    </a:extLst>
                  </a:tr>
                  <a:tr h="4619244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18. Anna is asked to compare the following numbers. 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𝐴 =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5.72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𝐵 =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6.28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 </a:t>
                          </a:r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r>
                            <a:rPr lang="en-GB" sz="1200" dirty="0"/>
                            <a:t>She says, “6. 28 is bigger than 5. 72 so 𝐵 is bigger than 𝐴”. Is Anna correct? You must give a reason for your answer.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19. Put these numbers in order of size. Start with the smallest.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0.0034</m:t>
                              </m:r>
                            </m:oMath>
                          </a14:m>
                          <a:r>
                            <a:rPr lang="en-GB" sz="12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4.1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0.24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0.00062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59596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8DFB4DE-C900-F18D-E0BD-8E0E2CEC44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760597"/>
                  </p:ext>
                </p:extLst>
              </p:nvPr>
            </p:nvGraphicFramePr>
            <p:xfrm>
              <a:off x="77526" y="464312"/>
              <a:ext cx="6699032" cy="92384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9516">
                      <a:extLst>
                        <a:ext uri="{9D8B030D-6E8A-4147-A177-3AD203B41FA5}">
                          <a16:colId xmlns:a16="http://schemas.microsoft.com/office/drawing/2014/main" val="1649759228"/>
                        </a:ext>
                      </a:extLst>
                    </a:gridCol>
                    <a:gridCol w="3349516">
                      <a:extLst>
                        <a:ext uri="{9D8B030D-6E8A-4147-A177-3AD203B41FA5}">
                          <a16:colId xmlns:a16="http://schemas.microsoft.com/office/drawing/2014/main" val="761876850"/>
                        </a:ext>
                      </a:extLst>
                    </a:gridCol>
                  </a:tblGrid>
                  <a:tr h="46192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2" t="-132" r="-100364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82" t="-132" r="-364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3188257"/>
                      </a:ext>
                    </a:extLst>
                  </a:tr>
                  <a:tr h="46192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2" t="-100132" r="-100364" b="-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82" t="-100132" r="-364" b="-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59596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A9225E-488B-F042-D130-A04B38F5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16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4E0AE6-E727-A047-A34A-8234A417D93B}"/>
              </a:ext>
            </a:extLst>
          </p:cNvPr>
          <p:cNvSpPr/>
          <p:nvPr/>
        </p:nvSpPr>
        <p:spPr>
          <a:xfrm>
            <a:off x="105114" y="363288"/>
            <a:ext cx="6647773" cy="1571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44C20-9C46-0F4E-83AD-35FD1FF90AC5}"/>
              </a:ext>
            </a:extLst>
          </p:cNvPr>
          <p:cNvSpPr txBox="1"/>
          <p:nvPr/>
        </p:nvSpPr>
        <p:spPr>
          <a:xfrm>
            <a:off x="199744" y="755737"/>
            <a:ext cx="2237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631D9-9C1D-D244-897C-3A316D324706}"/>
              </a:ext>
            </a:extLst>
          </p:cNvPr>
          <p:cNvSpPr txBox="1"/>
          <p:nvPr/>
        </p:nvSpPr>
        <p:spPr>
          <a:xfrm>
            <a:off x="671267" y="1054685"/>
            <a:ext cx="448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GB" sz="1200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dirty="0"/>
              <a:t>Calculate using numbers in standard form.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dirty="0"/>
              <a:t>Apply to problem solving questions.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1C062-5E00-914C-A9B1-37354FD29F45}"/>
              </a:ext>
            </a:extLst>
          </p:cNvPr>
          <p:cNvSpPr txBox="1"/>
          <p:nvPr/>
        </p:nvSpPr>
        <p:spPr>
          <a:xfrm>
            <a:off x="720732" y="461219"/>
            <a:ext cx="530317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OUTCOME: Perform four operations in standard form. 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5AD3F-4AD9-1F43-9ADF-2E25B74660DD}"/>
              </a:ext>
            </a:extLst>
          </p:cNvPr>
          <p:cNvSpPr txBox="1"/>
          <p:nvPr/>
        </p:nvSpPr>
        <p:spPr>
          <a:xfrm>
            <a:off x="5100123" y="817421"/>
            <a:ext cx="1435501" cy="10618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Keywords:</a:t>
            </a:r>
            <a:endParaRPr lang="en-US" sz="1050" dirty="0"/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Standard form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Indices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Place value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Decimal point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US" sz="1050" dirty="0"/>
              <a:t>Index Notation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CA313-6694-9940-8AC6-81099F065D78}"/>
              </a:ext>
            </a:extLst>
          </p:cNvPr>
          <p:cNvSpPr/>
          <p:nvPr/>
        </p:nvSpPr>
        <p:spPr>
          <a:xfrm>
            <a:off x="0" y="-1"/>
            <a:ext cx="6858000" cy="2829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8b – The Four Operations with Standard Form</a:t>
            </a:r>
            <a:endParaRPr lang="en-GB" b="1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F0B82048-9C63-974A-9D55-D79A2D36B71C}"/>
              </a:ext>
            </a:extLst>
          </p:cNvPr>
          <p:cNvGraphicFramePr>
            <a:graphicFrameLocks noGrp="1"/>
          </p:cNvGraphicFramePr>
          <p:nvPr/>
        </p:nvGraphicFramePr>
        <p:xfrm>
          <a:off x="1179805" y="3115893"/>
          <a:ext cx="4530430" cy="754380"/>
        </p:xfrm>
        <a:graphic>
          <a:graphicData uri="http://schemas.openxmlformats.org/drawingml/2006/table">
            <a:tbl>
              <a:tblPr/>
              <a:tblGrid>
                <a:gridCol w="2265215">
                  <a:extLst>
                    <a:ext uri="{9D8B030D-6E8A-4147-A177-3AD203B41FA5}">
                      <a16:colId xmlns:a16="http://schemas.microsoft.com/office/drawing/2014/main" val="3334771856"/>
                    </a:ext>
                  </a:extLst>
                </a:gridCol>
                <a:gridCol w="2265215">
                  <a:extLst>
                    <a:ext uri="{9D8B030D-6E8A-4147-A177-3AD203B41FA5}">
                      <a16:colId xmlns:a16="http://schemas.microsoft.com/office/drawing/2014/main" val="1719544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baseline="300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 = 4 × 4 × 4 × 4 × 4 × 4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chemeClr val="bg1"/>
                          </a:solidFill>
                          <a:effectLst/>
                        </a:rPr>
                        <a:t>six lots of 4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en-GB" sz="1050" baseline="300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 = 6 × 6 × 6 × 6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four lots of 6 multiplied together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en-GB" sz="1050" baseline="30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</a:rPr>
                        <a:t> = 7 × 7 × 7</a:t>
                      </a:r>
                    </a:p>
                  </a:txBody>
                  <a:tcPr marL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3353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AFBB0031-F803-BF40-8842-4F697FB321D4}"/>
              </a:ext>
            </a:extLst>
          </p:cNvPr>
          <p:cNvSpPr txBox="1"/>
          <p:nvPr/>
        </p:nvSpPr>
        <p:spPr>
          <a:xfrm>
            <a:off x="780370" y="4027264"/>
            <a:ext cx="5859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can write a million as 1 000 000 = 10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number multiplied by itself is the number ‘squared’. You need to know the square numbers (power 2) up to 15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= 225. How many of them can you write down from memory? You will also find it helpful to know the cubes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numbers (power 3)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up to 6</a:t>
            </a:r>
            <a:r>
              <a:rPr kumimoji="0" lang="en-US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 </a:t>
            </a:r>
            <a:r>
              <a:rPr kumimoji="0" lang="en-US" altLang="en-US" sz="11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 216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62542" y="4492008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83336" y="2241196"/>
            <a:ext cx="6728829" cy="29200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Connector 97"/>
          <p:cNvCxnSpPr/>
          <p:nvPr/>
        </p:nvCxnSpPr>
        <p:spPr>
          <a:xfrm>
            <a:off x="83336" y="3781192"/>
            <a:ext cx="67288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cxnSpLocks/>
            <a:stCxn id="97" idx="2"/>
            <a:endCxn id="97" idx="0"/>
          </p:cNvCxnSpPr>
          <p:nvPr/>
        </p:nvCxnSpPr>
        <p:spPr>
          <a:xfrm flipV="1">
            <a:off x="3447751" y="2241196"/>
            <a:ext cx="0" cy="2920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4106" y="2289204"/>
            <a:ext cx="800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Definition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73763" y="2273313"/>
            <a:ext cx="1096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Characteristics</a:t>
            </a:r>
            <a:endParaRPr lang="en-GB" sz="1200" dirty="0"/>
          </a:p>
        </p:txBody>
      </p:sp>
      <p:sp>
        <p:nvSpPr>
          <p:cNvPr id="108" name="TextBox 107"/>
          <p:cNvSpPr txBox="1"/>
          <p:nvPr/>
        </p:nvSpPr>
        <p:spPr>
          <a:xfrm>
            <a:off x="29648" y="3870819"/>
            <a:ext cx="775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Examples</a:t>
            </a:r>
            <a:endParaRPr lang="en-GB" sz="1200" dirty="0"/>
          </a:p>
        </p:txBody>
      </p:sp>
      <p:sp>
        <p:nvSpPr>
          <p:cNvPr id="109" name="TextBox 108"/>
          <p:cNvSpPr txBox="1"/>
          <p:nvPr/>
        </p:nvSpPr>
        <p:spPr>
          <a:xfrm>
            <a:off x="5734025" y="3859004"/>
            <a:ext cx="1153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Non - Examples</a:t>
            </a:r>
            <a:endParaRPr lang="en-GB" sz="1200" dirty="0"/>
          </a:p>
        </p:txBody>
      </p:sp>
      <p:sp>
        <p:nvSpPr>
          <p:cNvPr id="110" name="TextBox 109"/>
          <p:cNvSpPr txBox="1"/>
          <p:nvPr/>
        </p:nvSpPr>
        <p:spPr>
          <a:xfrm>
            <a:off x="2655546" y="3605831"/>
            <a:ext cx="15701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Standard Form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55723" y="4132365"/>
                <a:ext cx="343797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3.6×</m:t>
                    </m:r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000" b="0" i="1" dirty="0"/>
                  <a:t> </a:t>
                </a:r>
                <a:r>
                  <a:rPr lang="en-US" sz="1000" dirty="0"/>
                  <a:t>is an example of standard form, this number is 36000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7.5×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000" b="0" i="1" dirty="0"/>
                  <a:t> </a:t>
                </a:r>
                <a:r>
                  <a:rPr lang="en-US" sz="1000" b="0" dirty="0"/>
                  <a:t>is an example of standard form, this number is the 0.075</a:t>
                </a:r>
                <a:endParaRPr lang="en-US" sz="1000" b="0" i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" y="4132365"/>
                <a:ext cx="3437973" cy="707886"/>
              </a:xfrm>
              <a:prstGeom prst="rect">
                <a:avLst/>
              </a:prstGeom>
              <a:blipFill>
                <a:blip r:embed="rId2"/>
                <a:stretch>
                  <a:fillRect b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3521859" y="4112097"/>
                <a:ext cx="32337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56.7×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000" dirty="0"/>
                  <a:t> is a none example as the first number is not between 1 and 10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3.5÷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000" dirty="0"/>
                  <a:t> is a none example as we always multiply by the factor of 10.</a:t>
                </a: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859" y="4112097"/>
                <a:ext cx="3233709" cy="707886"/>
              </a:xfrm>
              <a:prstGeom prst="rect">
                <a:avLst/>
              </a:prstGeom>
              <a:blipFill>
                <a:blip r:embed="rId3"/>
                <a:stretch>
                  <a:fillRect b="-4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4951" y="2573449"/>
                <a:ext cx="33392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Standard form is the way to represent very large of very small numbers. It is used in science to show size of cells or distances in space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Written in the form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200" dirty="0"/>
                  <a:t>, where A is a number between 1 and 10, and n is a positive or negative integer</a:t>
                </a: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1" y="2573449"/>
                <a:ext cx="3339208" cy="1200329"/>
              </a:xfrm>
              <a:prstGeom prst="rect">
                <a:avLst/>
              </a:prstGeom>
              <a:blipFill>
                <a:blip r:embed="rId4"/>
                <a:stretch>
                  <a:fillRect r="-1095"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/>
          <p:cNvSpPr txBox="1"/>
          <p:nvPr/>
        </p:nvSpPr>
        <p:spPr>
          <a:xfrm>
            <a:off x="3396257" y="2454316"/>
            <a:ext cx="3459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Standard form is written with the first number being a number between 1 and 10. This can be a decimal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 then multiply it by a power of 10, either positive or negative. Positive powers represent large numbers, negative powers represent small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4F3EE-37FC-7D5A-AD59-349B46DA2204}"/>
              </a:ext>
            </a:extLst>
          </p:cNvPr>
          <p:cNvSpPr txBox="1"/>
          <p:nvPr/>
        </p:nvSpPr>
        <p:spPr>
          <a:xfrm>
            <a:off x="54951" y="5321630"/>
            <a:ext cx="1973745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Adding and Subtracting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09A0A6C-12F9-74BD-03BA-42D378733608}"/>
                  </a:ext>
                </a:extLst>
              </p:cNvPr>
              <p:cNvSpPr/>
              <p:nvPr/>
            </p:nvSpPr>
            <p:spPr>
              <a:xfrm>
                <a:off x="3527716" y="586769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09A0A6C-12F9-74BD-03BA-42D378733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716" y="5867695"/>
                <a:ext cx="3429000" cy="276999"/>
              </a:xfrm>
              <a:prstGeom prst="rect">
                <a:avLst/>
              </a:prstGeom>
              <a:blipFill>
                <a:blip r:embed="rId5"/>
                <a:stretch>
                  <a:fillRect l="-178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CA7FBB7-68D4-036A-D785-ECFF4D04834A}"/>
              </a:ext>
            </a:extLst>
          </p:cNvPr>
          <p:cNvSpPr txBox="1"/>
          <p:nvPr/>
        </p:nvSpPr>
        <p:spPr>
          <a:xfrm>
            <a:off x="1030850" y="5667272"/>
            <a:ext cx="1387409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66901-E2CC-3650-4EDC-28451E9637A8}"/>
              </a:ext>
            </a:extLst>
          </p:cNvPr>
          <p:cNvSpPr txBox="1"/>
          <p:nvPr/>
        </p:nvSpPr>
        <p:spPr>
          <a:xfrm>
            <a:off x="2960451" y="5667272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 – We do…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8FA2CA-844C-D24D-DD97-DF0BBB9B5775}"/>
              </a:ext>
            </a:extLst>
          </p:cNvPr>
          <p:cNvSpPr txBox="1"/>
          <p:nvPr/>
        </p:nvSpPr>
        <p:spPr>
          <a:xfrm>
            <a:off x="5017935" y="5664741"/>
            <a:ext cx="16214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3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F5583EDE-D837-DE79-913B-16E72022DB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336" y="5918773"/>
              <a:ext cx="6711968" cy="37900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98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4912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00631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 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write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25963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(5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)+(1.5 ×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2.5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+(3×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3.1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+(2×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9611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15160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F5583EDE-D837-DE79-913B-16E72022D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0931025"/>
                  </p:ext>
                </p:extLst>
              </p:nvPr>
            </p:nvGraphicFramePr>
            <p:xfrm>
              <a:off x="83336" y="5918773"/>
              <a:ext cx="6711968" cy="37900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98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4912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00631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 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write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25963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1645" t="-9282" r="-211842" b="-35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7756" t="-9282" r="-106410" b="-35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4242" t="-9282" r="-606" b="-3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69611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15160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4C75F6D-C75B-DA99-7255-4F5BFAE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76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C6FFD241-98AA-78FA-98C7-CD0630C0D93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817" y="477520"/>
              <a:ext cx="6664263" cy="9225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404963535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50422296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4249386037"/>
                        </a:ext>
                      </a:extLst>
                    </a:gridCol>
                  </a:tblGrid>
                  <a:tr h="230632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0000577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8647301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2.1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6932933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2.1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6.2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1373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C6FFD241-98AA-78FA-98C7-CD0630C0D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9093748"/>
                  </p:ext>
                </p:extLst>
              </p:nvPr>
            </p:nvGraphicFramePr>
            <p:xfrm>
              <a:off x="71817" y="477520"/>
              <a:ext cx="6664263" cy="9225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404963535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50422296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4249386037"/>
                        </a:ext>
                      </a:extLst>
                    </a:gridCol>
                  </a:tblGrid>
                  <a:tr h="2306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4" t="-264" r="-20054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9" t="-264" r="-10109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64" r="-82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0000577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4" t="-100529" r="-200548" b="-200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9" t="-100529" r="-101099" b="-200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0529" r="-822" b="-200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8647301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4" t="-200000" r="-200548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9" t="-200000" r="-101099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00000" r="-822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932933"/>
                      </a:ext>
                    </a:extLst>
                  </a:tr>
                  <a:tr h="2306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4" t="-300794" r="-200548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9" t="-300794" r="-101099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00794" r="-822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1373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3" name="TextBox 192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097280" y="68211"/>
            <a:ext cx="406592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1. Calculate the following, give your answers in standard form.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264CBA-0CE4-1291-E475-4F968BB927C7}"/>
              </a:ext>
            </a:extLst>
          </p:cNvPr>
          <p:cNvSpPr/>
          <p:nvPr/>
        </p:nvSpPr>
        <p:spPr>
          <a:xfrm>
            <a:off x="71817" y="21714"/>
            <a:ext cx="1025463" cy="36999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B09FE11-2114-AEC7-9ECE-B4F0A72F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111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440" y="341698"/>
              <a:ext cx="6685280" cy="93407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233519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5.9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+(3.5×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+(5.45×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5.544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+(2.105×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5.12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+(1.89×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5.122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+(1.09×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3310810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5.1022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2.512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+(5.21×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94350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3747928"/>
                  </p:ext>
                </p:extLst>
              </p:nvPr>
            </p:nvGraphicFramePr>
            <p:xfrm>
              <a:off x="91440" y="341698"/>
              <a:ext cx="6685280" cy="93407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2335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261" r="-100182" b="-300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7" t="-261" r="-365" b="-300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100000" r="-10018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7" t="-100000" r="-36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200522" r="-100182" b="-100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7" t="-200522" r="-365" b="-100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10810"/>
                      </a:ext>
                    </a:extLst>
                  </a:tr>
                  <a:tr h="2335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" t="-300522" r="-100182" b="-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7" t="-300522" r="-365" b="-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94350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3" name="TextBox 192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62560" y="64700"/>
            <a:ext cx="406592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2. Calculate the following, give your answers in standard form.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BBEE493-4034-748F-236E-DFB3E71D0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27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C09050-71C8-F777-7D3B-DE6B84509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462" y="3707953"/>
              <a:ext cx="6664263" cy="60052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367265371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224289815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1768508281"/>
                        </a:ext>
                      </a:extLst>
                    </a:gridCol>
                  </a:tblGrid>
                  <a:tr h="20017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4545701"/>
                      </a:ext>
                    </a:extLst>
                  </a:tr>
                  <a:tr h="20017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−(1.2×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1443118"/>
                      </a:ext>
                    </a:extLst>
                  </a:tr>
                  <a:tr h="2001745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5.7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2.5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7.12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3339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C09050-71C8-F777-7D3B-DE6B84509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100876"/>
                  </p:ext>
                </p:extLst>
              </p:nvPr>
            </p:nvGraphicFramePr>
            <p:xfrm>
              <a:off x="91462" y="3707953"/>
              <a:ext cx="6664263" cy="60052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367265371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224289815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1768508281"/>
                        </a:ext>
                      </a:extLst>
                    </a:gridCol>
                  </a:tblGrid>
                  <a:tr h="2001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8" t="-304" r="-200274" b="-200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4" t="-304" r="-100824" b="-200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74" t="-304" r="-548" b="-200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4545701"/>
                      </a:ext>
                    </a:extLst>
                  </a:tr>
                  <a:tr h="2001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8" t="-100610" r="-200274" b="-100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4" t="-100610" r="-100824" b="-100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74" t="-100610" r="-548" b="-1009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443118"/>
                      </a:ext>
                    </a:extLst>
                  </a:tr>
                  <a:tr h="2001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8" t="-200000" r="-200274" b="-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4" t="-200000" r="-100824" b="-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74" t="-200000" r="-548" b="-6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3339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3" name="TextBox 192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169673" y="3384521"/>
            <a:ext cx="4029052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3.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9798" y="341663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98" y="341663"/>
                <a:ext cx="3429000" cy="276999"/>
              </a:xfrm>
              <a:prstGeom prst="rect">
                <a:avLst/>
              </a:prstGeom>
              <a:blipFill>
                <a:blip r:embed="rId3"/>
                <a:stretch>
                  <a:fillRect l="-178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078252" y="103471"/>
            <a:ext cx="1387409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4 - I do…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2944725" y="147093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5 – We do…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020868" y="124306"/>
            <a:ext cx="16214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6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7" name="Table 56"/>
              <p:cNvGraphicFramePr>
                <a:graphicFrameLocks noGrp="1"/>
              </p:cNvGraphicFramePr>
              <p:nvPr/>
            </p:nvGraphicFramePr>
            <p:xfrm>
              <a:off x="67610" y="398594"/>
              <a:ext cx="6711968" cy="28729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230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864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4586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give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2596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−(1.5 ×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2.5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−(3.1×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3.1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−(2.1×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472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Subtract.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629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7" name="Table 5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8448041"/>
                  </p:ext>
                </p:extLst>
              </p:nvPr>
            </p:nvGraphicFramePr>
            <p:xfrm>
              <a:off x="67610" y="398594"/>
              <a:ext cx="6711968" cy="28729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230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1864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45865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09233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give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2596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839" t="-12619" r="-217726" b="-190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320" t="-12619" r="-104075" b="-190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242" t="-12619" r="-606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472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Subtract.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55180D9-2F18-096E-BC75-00F0128B81BD}"/>
              </a:ext>
            </a:extLst>
          </p:cNvPr>
          <p:cNvSpPr/>
          <p:nvPr/>
        </p:nvSpPr>
        <p:spPr>
          <a:xfrm>
            <a:off x="67610" y="3327600"/>
            <a:ext cx="1092246" cy="36999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INDEPENDENT PRACTICE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F010E97-0549-76D3-500E-D1D777C8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989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8286317-0E43-B21E-2DB5-8EC5AD7BCDA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868" y="131895"/>
              <a:ext cx="6664263" cy="1750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2107513674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3412748866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3869231485"/>
                        </a:ext>
                      </a:extLst>
                    </a:gridCol>
                  </a:tblGrid>
                  <a:tr h="175088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2.51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−(5.21×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5.1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−(5.1×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1429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8286317-0E43-B21E-2DB5-8EC5AD7BCD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307337"/>
                  </p:ext>
                </p:extLst>
              </p:nvPr>
            </p:nvGraphicFramePr>
            <p:xfrm>
              <a:off x="96868" y="131895"/>
              <a:ext cx="6664263" cy="1750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2107513674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3412748866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3869231485"/>
                        </a:ext>
                      </a:extLst>
                    </a:gridCol>
                  </a:tblGrid>
                  <a:tr h="1750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4" t="-347" r="-200548" b="-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74" t="-347" r="-100548" b="-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74" t="-347" r="-548" b="-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1429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30C236B-985F-ECA5-79B4-1F2F083B4B78}"/>
              </a:ext>
            </a:extLst>
          </p:cNvPr>
          <p:cNvSpPr txBox="1"/>
          <p:nvPr/>
        </p:nvSpPr>
        <p:spPr>
          <a:xfrm>
            <a:off x="1136003" y="4902018"/>
            <a:ext cx="4029052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4.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2F954D-8001-1281-0329-E50DD47F9850}"/>
                  </a:ext>
                </a:extLst>
              </p:cNvPr>
              <p:cNvSpPr/>
              <p:nvPr/>
            </p:nvSpPr>
            <p:spPr>
              <a:xfrm>
                <a:off x="425945" y="2053303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2F954D-8001-1281-0329-E50DD47F98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5" y="2053303"/>
                <a:ext cx="3429000" cy="276999"/>
              </a:xfrm>
              <a:prstGeom prst="rect">
                <a:avLst/>
              </a:prstGeom>
              <a:blipFill>
                <a:blip r:embed="rId4"/>
                <a:stretch>
                  <a:fillRect l="-178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4985C53-2816-C6B5-D061-1F2D523053F5}"/>
              </a:ext>
            </a:extLst>
          </p:cNvPr>
          <p:cNvSpPr txBox="1"/>
          <p:nvPr/>
        </p:nvSpPr>
        <p:spPr>
          <a:xfrm>
            <a:off x="1054399" y="1868899"/>
            <a:ext cx="1387409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7 - I do…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051512-051E-F659-8E47-1012DC00E255}"/>
              </a:ext>
            </a:extLst>
          </p:cNvPr>
          <p:cNvSpPr txBox="1"/>
          <p:nvPr/>
        </p:nvSpPr>
        <p:spPr>
          <a:xfrm>
            <a:off x="2920872" y="1858733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8 – We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0142A-588C-612D-C119-35CF11B0B7C3}"/>
              </a:ext>
            </a:extLst>
          </p:cNvPr>
          <p:cNvSpPr txBox="1"/>
          <p:nvPr/>
        </p:nvSpPr>
        <p:spPr>
          <a:xfrm>
            <a:off x="4997015" y="1862840"/>
            <a:ext cx="16214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9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7B8DE83F-B331-28B3-1A72-0DE65E2E8FE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56" y="2110234"/>
              <a:ext cx="6711969" cy="28020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755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5139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81380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5164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leave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1037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(1.5 × 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2.5</m:t>
                                    </m:r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−(3.1×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8.23</m:t>
                                    </m:r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GB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(2.1×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1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472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Subtract.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629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7B8DE83F-B331-28B3-1A72-0DE65E2E8F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4721690"/>
                  </p:ext>
                </p:extLst>
              </p:nvPr>
            </p:nvGraphicFramePr>
            <p:xfrm>
              <a:off x="43756" y="2110234"/>
              <a:ext cx="6711969" cy="28020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7554">
                      <a:extLst>
                        <a:ext uri="{9D8B030D-6E8A-4147-A177-3AD203B41FA5}">
                          <a16:colId xmlns:a16="http://schemas.microsoft.com/office/drawing/2014/main" val="3124559182"/>
                        </a:ext>
                      </a:extLst>
                    </a:gridCol>
                    <a:gridCol w="1851390">
                      <a:extLst>
                        <a:ext uri="{9D8B030D-6E8A-4147-A177-3AD203B41FA5}">
                          <a16:colId xmlns:a16="http://schemas.microsoft.com/office/drawing/2014/main" val="1668930051"/>
                        </a:ext>
                      </a:extLst>
                    </a:gridCol>
                    <a:gridCol w="1981380">
                      <a:extLst>
                        <a:ext uri="{9D8B030D-6E8A-4147-A177-3AD203B41FA5}">
                          <a16:colId xmlns:a16="http://schemas.microsoft.com/office/drawing/2014/main" val="2873958374"/>
                        </a:ext>
                      </a:extLst>
                    </a:gridCol>
                    <a:gridCol w="2051645">
                      <a:extLst>
                        <a:ext uri="{9D8B030D-6E8A-4147-A177-3AD203B41FA5}">
                          <a16:colId xmlns:a16="http://schemas.microsoft.com/office/drawing/2014/main" val="2414775215"/>
                        </a:ext>
                      </a:extLst>
                    </a:gridCol>
                  </a:tblGrid>
                  <a:tr h="31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Calculate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the following, leave your answer in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3296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both numbers to ordinary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066" t="-12990" r="-218421" b="-196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5692" t="-12990" r="-104308" b="-196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300" t="-12990" r="-593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023978"/>
                      </a:ext>
                    </a:extLst>
                  </a:tr>
                  <a:tr h="472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2) Add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or Subtract.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b="1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25194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3) Convert</a:t>
                          </a:r>
                          <a:r>
                            <a:rPr lang="en-US" sz="1200" b="0" baseline="0" dirty="0">
                              <a:solidFill>
                                <a:schemeClr val="tx1"/>
                              </a:solidFill>
                            </a:rPr>
                            <a:t> back to standard form.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8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31C9524-3765-E574-946A-A89971FA4733}"/>
              </a:ext>
            </a:extLst>
          </p:cNvPr>
          <p:cNvSpPr/>
          <p:nvPr/>
        </p:nvSpPr>
        <p:spPr>
          <a:xfrm>
            <a:off x="43757" y="4871538"/>
            <a:ext cx="1092246" cy="36999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9236FD98-063B-6AF2-8C38-D058FAAA9F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462" y="5272011"/>
              <a:ext cx="6664263" cy="443679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367265371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224289815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1768508281"/>
                        </a:ext>
                      </a:extLst>
                    </a:gridCol>
                  </a:tblGrid>
                  <a:tr h="1478930"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a)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+(3×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b)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5.4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+(5.45×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−(3×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4545701"/>
                      </a:ext>
                    </a:extLst>
                  </a:tr>
                  <a:tr h="1478930"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d)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5.54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+(5×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e)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−(2.15×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f)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5.1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−(1.89×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1443118"/>
                      </a:ext>
                    </a:extLst>
                  </a:tr>
                  <a:tr h="1478930"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g)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5.12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−(1.9×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h)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dirty="0"/>
                            <a:t>i)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2.12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−(5.1×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3339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9236FD98-063B-6AF2-8C38-D058FAAA9F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506580"/>
                  </p:ext>
                </p:extLst>
              </p:nvPr>
            </p:nvGraphicFramePr>
            <p:xfrm>
              <a:off x="91462" y="5272011"/>
              <a:ext cx="6664263" cy="443679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21421">
                      <a:extLst>
                        <a:ext uri="{9D8B030D-6E8A-4147-A177-3AD203B41FA5}">
                          <a16:colId xmlns:a16="http://schemas.microsoft.com/office/drawing/2014/main" val="3672653719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2224289815"/>
                        </a:ext>
                      </a:extLst>
                    </a:gridCol>
                    <a:gridCol w="2221421">
                      <a:extLst>
                        <a:ext uri="{9D8B030D-6E8A-4147-A177-3AD203B41FA5}">
                          <a16:colId xmlns:a16="http://schemas.microsoft.com/office/drawing/2014/main" val="1768508281"/>
                        </a:ext>
                      </a:extLst>
                    </a:gridCol>
                  </a:tblGrid>
                  <a:tr h="14789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48" t="-412" r="-200274" b="-200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824" t="-412" r="-100824" b="-200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274" t="-412" r="-548" b="-2008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4545701"/>
                      </a:ext>
                    </a:extLst>
                  </a:tr>
                  <a:tr h="14789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48" t="-100412" r="-200274" b="-100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824" t="-100412" r="-100824" b="-100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274" t="-100412" r="-548" b="-1008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443118"/>
                      </a:ext>
                    </a:extLst>
                  </a:tr>
                  <a:tr h="14789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48" t="-200412" r="-200274" b="-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824" t="-200412" r="-100824" b="-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274" t="-200412" r="-548" b="-8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3339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1D422EEC-C069-9183-5B23-EC8865DA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235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360" y="139992"/>
              <a:ext cx="6685280" cy="951499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5217108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 startAt="5"/>
                          </a:pPr>
                          <a:r>
                            <a:rPr lang="en-GB" sz="120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2.4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5.8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AutoNum type="arabicPeriod" startAt="5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Determine the value of A + B in standard form.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Determine the value of B – A in standard form.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6. Here are the populations of three European cities: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What is the total population of Paris and Rome? Write your answer as an ordinary number to 3 significant figures.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What is the difference in population between Paris and Athens? Write your answer in standard form, to 2 significant figures.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4297888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7. The UK has an area of approximately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𝑘𝑚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="0" dirty="0"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GB" sz="1200" dirty="0"/>
                            <a:t>The USA has an area of approximately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9.8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𝑘𝑚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What is the combined area of the two countries? Give your answer in standard form.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lphaLcParenR"/>
                            <a:tabLst/>
                            <a:defRPr/>
                          </a:pPr>
                          <a:r>
                            <a:rPr lang="en-GB" sz="1200" dirty="0"/>
                            <a:t>What is the difference in the area of the two countries? Give your answer in standard form.</a:t>
                          </a:r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8. A rectangle has a length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 and a width of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(1.8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GB" sz="1200" dirty="0"/>
                            <a:t>m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US" sz="1200" dirty="0"/>
                            <a:t>Work out the perimeter of the rectangle, giving your answer in standard form.</a:t>
                          </a:r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311333"/>
                  </p:ext>
                </p:extLst>
              </p:nvPr>
            </p:nvGraphicFramePr>
            <p:xfrm>
              <a:off x="86360" y="139992"/>
              <a:ext cx="6685280" cy="951499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52171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2" t="-117" r="-100182" b="-82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6. Here are the populations of three European cities: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What is the total population of Paris and Rome? Write your answer as an ordinary number to 3 significant figures.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What is the difference in population between Paris and Athens? Write your answer in standard form, to 2 significant figures.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42978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2" t="-121388" r="-100182" b="-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121388" r="-365" b="-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3DF0CDA-C0DE-57A2-3FE3-A046401E9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710" y="604065"/>
            <a:ext cx="1746170" cy="10124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93E7FC-8A7C-DE11-F991-2A8BEAF0D5D9}"/>
              </a:ext>
            </a:extLst>
          </p:cNvPr>
          <p:cNvSpPr/>
          <p:nvPr/>
        </p:nvSpPr>
        <p:spPr>
          <a:xfrm>
            <a:off x="3836225" y="5906189"/>
            <a:ext cx="1473937" cy="817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A0ECA4-D94C-C997-8CA7-3A2A5B28FF52}"/>
                  </a:ext>
                </a:extLst>
              </p:cNvPr>
              <p:cNvSpPr txBox="1"/>
              <p:nvPr/>
            </p:nvSpPr>
            <p:spPr>
              <a:xfrm>
                <a:off x="5269869" y="6176043"/>
                <a:ext cx="16088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(1.8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m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A0ECA4-D94C-C997-8CA7-3A2A5B28F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869" y="6176043"/>
                <a:ext cx="1608881" cy="30777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B1199-85D6-5DE5-282F-396BE9369E6C}"/>
                  </a:ext>
                </a:extLst>
              </p:cNvPr>
              <p:cNvSpPr txBox="1"/>
              <p:nvPr/>
            </p:nvSpPr>
            <p:spPr>
              <a:xfrm>
                <a:off x="3963579" y="6724074"/>
                <a:ext cx="16088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(3.6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m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B1199-85D6-5DE5-282F-396BE9369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579" y="6724074"/>
                <a:ext cx="1608881" cy="30777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9A963FE-4D99-3E3F-5EF8-E5AC959F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24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57E6EB-954B-37B4-76EF-2122D46E848E}"/>
              </a:ext>
            </a:extLst>
          </p:cNvPr>
          <p:cNvGraphicFramePr>
            <a:graphicFrameLocks noGrp="1"/>
          </p:cNvGraphicFramePr>
          <p:nvPr/>
        </p:nvGraphicFramePr>
        <p:xfrm>
          <a:off x="75609" y="4396740"/>
          <a:ext cx="6728805" cy="529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935">
                  <a:extLst>
                    <a:ext uri="{9D8B030D-6E8A-4147-A177-3AD203B41FA5}">
                      <a16:colId xmlns:a16="http://schemas.microsoft.com/office/drawing/2014/main" val="2276465341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1611199635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232246237"/>
                    </a:ext>
                  </a:extLst>
                </a:gridCol>
              </a:tblGrid>
              <a:tr h="17653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01232"/>
                  </a:ext>
                </a:extLst>
              </a:tr>
              <a:tr h="17653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8269"/>
                  </a:ext>
                </a:extLst>
              </a:tr>
              <a:tr h="17653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64158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7B6957D8-4884-BC45-A5B0-7A45F0A34D3C}"/>
              </a:ext>
            </a:extLst>
          </p:cNvPr>
          <p:cNvSpPr txBox="1"/>
          <p:nvPr/>
        </p:nvSpPr>
        <p:spPr>
          <a:xfrm>
            <a:off x="42957" y="27126"/>
            <a:ext cx="2013693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Multiplying and Dividing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422603" y="59291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3" y="592915"/>
                <a:ext cx="3429000" cy="276999"/>
              </a:xfrm>
              <a:prstGeom prst="rect">
                <a:avLst/>
              </a:prstGeom>
              <a:blipFill>
                <a:blip r:embed="rId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489002" y="374316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10 - I do…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54524" y="375428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11 – We do…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09559" y="374316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12 – You do…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248720" y="4005906"/>
            <a:ext cx="4061112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9.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80" y="68041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2.5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30257"/>
                  </p:ext>
                </p:extLst>
              </p:nvPr>
            </p:nvGraphicFramePr>
            <p:xfrm>
              <a:off x="102680" y="68041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829" t="-10856" r="-200329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366" t="-10856" r="-100990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500" t="-10856" r="-658" b="-1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0627" y="4414621"/>
                <a:ext cx="18217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7" y="4414621"/>
                <a:ext cx="1821781" cy="276999"/>
              </a:xfrm>
              <a:prstGeom prst="rect">
                <a:avLst/>
              </a:prstGeom>
              <a:blipFill>
                <a:blip r:embed="rId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41137" y="4414621"/>
                <a:ext cx="18281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137" y="4414621"/>
                <a:ext cx="1828193" cy="276999"/>
              </a:xfrm>
              <a:prstGeom prst="rect">
                <a:avLst/>
              </a:prstGeom>
              <a:blipFill>
                <a:blip r:embed="rId5"/>
                <a:stretch>
                  <a:fillRect l="-333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25887" y="4414621"/>
                <a:ext cx="18137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887" y="4414621"/>
                <a:ext cx="1813766" cy="276999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0609" y="6183062"/>
                <a:ext cx="18281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9" y="6183062"/>
                <a:ext cx="1828193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366782" y="6183063"/>
                <a:ext cx="19420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1.5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782" y="6183063"/>
                <a:ext cx="1942006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884893" y="6182717"/>
                <a:ext cx="1862498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893" y="6182717"/>
                <a:ext cx="1862498" cy="279115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0609" y="7952930"/>
                <a:ext cx="19452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2.5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9" y="7952930"/>
                <a:ext cx="1945213" cy="276999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521119" y="7952930"/>
                <a:ext cx="19420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3.2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119" y="7952930"/>
                <a:ext cx="1942006" cy="276999"/>
              </a:xfrm>
              <a:prstGeom prst="rect">
                <a:avLst/>
              </a:prstGeom>
              <a:blipFill>
                <a:blip r:embed="rId11"/>
                <a:stretch>
                  <a:fillRect l="-314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867679" y="7952930"/>
                <a:ext cx="19137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.8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679" y="7952930"/>
                <a:ext cx="1913794" cy="276999"/>
              </a:xfrm>
              <a:prstGeom prst="rect">
                <a:avLst/>
              </a:prstGeom>
              <a:blipFill>
                <a:blip r:embed="rId12"/>
                <a:stretch>
                  <a:fillRect l="-319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105968" y="3915101"/>
            <a:ext cx="1072592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840E3-81EC-A47E-B3A9-CC9167BD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233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57E6EB-954B-37B4-76EF-2122D46E848E}"/>
              </a:ext>
            </a:extLst>
          </p:cNvPr>
          <p:cNvGraphicFramePr>
            <a:graphicFrameLocks noGrp="1"/>
          </p:cNvGraphicFramePr>
          <p:nvPr/>
        </p:nvGraphicFramePr>
        <p:xfrm>
          <a:off x="75609" y="4224430"/>
          <a:ext cx="6728805" cy="5468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935">
                  <a:extLst>
                    <a:ext uri="{9D8B030D-6E8A-4147-A177-3AD203B41FA5}">
                      <a16:colId xmlns:a16="http://schemas.microsoft.com/office/drawing/2014/main" val="2276465341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1611199635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232246237"/>
                    </a:ext>
                  </a:extLst>
                </a:gridCol>
              </a:tblGrid>
              <a:tr h="182273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01232"/>
                  </a:ext>
                </a:extLst>
              </a:tr>
              <a:tr h="182273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8269"/>
                  </a:ext>
                </a:extLst>
              </a:tr>
              <a:tr h="182273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641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489002" y="79676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13 - I do…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54524" y="80788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14 – We do…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09559" y="79676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15 – You do…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248720" y="3883986"/>
            <a:ext cx="413965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10.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1.5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1660675"/>
                  </p:ext>
                </p:extLst>
              </p:nvPr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829" t="-10856" r="-200329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366" t="-10856" r="-100990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500" t="-10856" r="-658" b="-1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105968" y="3793181"/>
            <a:ext cx="1072592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F383BE-CCAF-4315-36FF-0EAAF8346D95}"/>
                  </a:ext>
                </a:extLst>
              </p:cNvPr>
              <p:cNvSpPr txBox="1"/>
              <p:nvPr/>
            </p:nvSpPr>
            <p:spPr>
              <a:xfrm>
                <a:off x="91612" y="4250895"/>
                <a:ext cx="19035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F383BE-CCAF-4315-36FF-0EAAF8346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2" y="4250895"/>
                <a:ext cx="1903534" cy="276999"/>
              </a:xfrm>
              <a:prstGeom prst="rect">
                <a:avLst/>
              </a:prstGeom>
              <a:blipFill>
                <a:blip r:embed="rId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3681EE-00EA-D82C-D609-AAA72764227F}"/>
                  </a:ext>
                </a:extLst>
              </p:cNvPr>
              <p:cNvSpPr txBox="1"/>
              <p:nvPr/>
            </p:nvSpPr>
            <p:spPr>
              <a:xfrm>
                <a:off x="2502122" y="4250895"/>
                <a:ext cx="19099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3681EE-00EA-D82C-D609-AAA727642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122" y="4250895"/>
                <a:ext cx="1909946" cy="276999"/>
              </a:xfrm>
              <a:prstGeom prst="rect">
                <a:avLst/>
              </a:prstGeom>
              <a:blipFill>
                <a:blip r:embed="rId5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49DE6-40A2-13D2-87F6-B98ACCABA8CE}"/>
                  </a:ext>
                </a:extLst>
              </p:cNvPr>
              <p:cNvSpPr txBox="1"/>
              <p:nvPr/>
            </p:nvSpPr>
            <p:spPr>
              <a:xfrm>
                <a:off x="4886872" y="4250895"/>
                <a:ext cx="18955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49DE6-40A2-13D2-87F6-B98ACCABA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872" y="4250895"/>
                <a:ext cx="1895519" cy="276999"/>
              </a:xfrm>
              <a:prstGeom prst="rect">
                <a:avLst/>
              </a:prstGeom>
              <a:blipFill>
                <a:blip r:embed="rId6"/>
                <a:stretch>
                  <a:fillRect l="-322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486606-CD1E-11AD-2356-396985880CEB}"/>
                  </a:ext>
                </a:extLst>
              </p:cNvPr>
              <p:cNvSpPr txBox="1"/>
              <p:nvPr/>
            </p:nvSpPr>
            <p:spPr>
              <a:xfrm>
                <a:off x="75609" y="6061688"/>
                <a:ext cx="19099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486606-CD1E-11AD-2356-396985880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9" y="6061688"/>
                <a:ext cx="1909946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B67278-BC01-0D2C-EA48-09F94B2547F0}"/>
                  </a:ext>
                </a:extLst>
              </p:cNvPr>
              <p:cNvSpPr txBox="1"/>
              <p:nvPr/>
            </p:nvSpPr>
            <p:spPr>
              <a:xfrm>
                <a:off x="2486119" y="6061688"/>
                <a:ext cx="19067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B67278-BC01-0D2C-EA48-09F94B25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19" y="6061688"/>
                <a:ext cx="1906740" cy="276999"/>
              </a:xfrm>
              <a:prstGeom prst="rect">
                <a:avLst/>
              </a:prstGeom>
              <a:blipFill>
                <a:blip r:embed="rId8"/>
                <a:stretch>
                  <a:fillRect l="-319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05D442-5A1D-19E2-4FBE-5C24B3D4EC75}"/>
                  </a:ext>
                </a:extLst>
              </p:cNvPr>
              <p:cNvSpPr txBox="1"/>
              <p:nvPr/>
            </p:nvSpPr>
            <p:spPr>
              <a:xfrm>
                <a:off x="4870869" y="6061688"/>
                <a:ext cx="19602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05D442-5A1D-19E2-4FBE-5C24B3D4E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869" y="6061688"/>
                <a:ext cx="1960280" cy="276999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D26B73-CA6C-138C-3D7C-4EEEAEF12D2D}"/>
                  </a:ext>
                </a:extLst>
              </p:cNvPr>
              <p:cNvSpPr txBox="1"/>
              <p:nvPr/>
            </p:nvSpPr>
            <p:spPr>
              <a:xfrm>
                <a:off x="75609" y="7927374"/>
                <a:ext cx="1991699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−5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D26B73-CA6C-138C-3D7C-4EEEAEF12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9" y="7927374"/>
                <a:ext cx="1991699" cy="279115"/>
              </a:xfrm>
              <a:prstGeom prst="rect">
                <a:avLst/>
              </a:prstGeom>
              <a:blipFill>
                <a:blip r:embed="rId1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45C1CB-A764-BDCC-3F8C-D9941F2E6B4A}"/>
                  </a:ext>
                </a:extLst>
              </p:cNvPr>
              <p:cNvSpPr txBox="1"/>
              <p:nvPr/>
            </p:nvSpPr>
            <p:spPr>
              <a:xfrm>
                <a:off x="2486119" y="7927374"/>
                <a:ext cx="2105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.1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45C1CB-A764-BDCC-3F8C-D9941F2E6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19" y="7927374"/>
                <a:ext cx="2105513" cy="276999"/>
              </a:xfrm>
              <a:prstGeom prst="rect">
                <a:avLst/>
              </a:prstGeom>
              <a:blipFill>
                <a:blip r:embed="rId11"/>
                <a:stretch>
                  <a:fillRect l="-290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0DC89E-7CBE-3CE8-8BDE-4222AE96E530}"/>
                  </a:ext>
                </a:extLst>
              </p:cNvPr>
              <p:cNvSpPr txBox="1"/>
              <p:nvPr/>
            </p:nvSpPr>
            <p:spPr>
              <a:xfrm>
                <a:off x="4832679" y="7927374"/>
                <a:ext cx="20773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.8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0DC89E-7CBE-3CE8-8BDE-4222AE96E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679" y="7927374"/>
                <a:ext cx="2077300" cy="276999"/>
              </a:xfrm>
              <a:prstGeom prst="rect">
                <a:avLst/>
              </a:prstGeom>
              <a:blipFill>
                <a:blip r:embed="rId12"/>
                <a:stretch>
                  <a:fillRect l="-293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590DF81-2D71-7E44-A733-1D0988D3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07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57E6EB-954B-37B4-76EF-2122D46E848E}"/>
              </a:ext>
            </a:extLst>
          </p:cNvPr>
          <p:cNvGraphicFramePr>
            <a:graphicFrameLocks noGrp="1"/>
          </p:cNvGraphicFramePr>
          <p:nvPr/>
        </p:nvGraphicFramePr>
        <p:xfrm>
          <a:off x="75609" y="3960272"/>
          <a:ext cx="6728805" cy="576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935">
                  <a:extLst>
                    <a:ext uri="{9D8B030D-6E8A-4147-A177-3AD203B41FA5}">
                      <a16:colId xmlns:a16="http://schemas.microsoft.com/office/drawing/2014/main" val="2276465341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1611199635"/>
                    </a:ext>
                  </a:extLst>
                </a:gridCol>
                <a:gridCol w="2242935">
                  <a:extLst>
                    <a:ext uri="{9D8B030D-6E8A-4147-A177-3AD203B41FA5}">
                      <a16:colId xmlns:a16="http://schemas.microsoft.com/office/drawing/2014/main" val="232246237"/>
                    </a:ext>
                  </a:extLst>
                </a:gridCol>
              </a:tblGrid>
              <a:tr h="144071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01232"/>
                  </a:ext>
                </a:extLst>
              </a:tr>
              <a:tr h="144071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8269"/>
                  </a:ext>
                </a:extLst>
              </a:tr>
              <a:tr h="144071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64158"/>
                  </a:ext>
                </a:extLst>
              </a:tr>
              <a:tr h="144071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6441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422602" y="266119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2" y="266119"/>
                <a:ext cx="3429000" cy="276999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489001" y="47520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16 - I do…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54523" y="48632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17 – We do…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09558" y="47520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18 – You do…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218361" y="3686770"/>
            <a:ext cx="413965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11.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79" y="353621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961413"/>
                  </p:ext>
                </p:extLst>
              </p:nvPr>
            </p:nvGraphicFramePr>
            <p:xfrm>
              <a:off x="102679" y="353621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829" t="-11065" r="-200329" b="-146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366" t="-11065" r="-100990" b="-146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500" t="-11065" r="-658" b="-14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Multiply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75609" y="3555325"/>
            <a:ext cx="1072592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6E0F09-667E-3794-DC70-04AEE1160FBB}"/>
                  </a:ext>
                </a:extLst>
              </p:cNvPr>
              <p:cNvSpPr txBox="1"/>
              <p:nvPr/>
            </p:nvSpPr>
            <p:spPr>
              <a:xfrm>
                <a:off x="117349" y="3985975"/>
                <a:ext cx="18217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6E0F09-667E-3794-DC70-04AEE1160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9" y="3985975"/>
                <a:ext cx="1821781" cy="276999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5DD07E-2D0F-07BE-A0EF-17C4F13BF308}"/>
                  </a:ext>
                </a:extLst>
              </p:cNvPr>
              <p:cNvSpPr txBox="1"/>
              <p:nvPr/>
            </p:nvSpPr>
            <p:spPr>
              <a:xfrm>
                <a:off x="2527859" y="3985975"/>
                <a:ext cx="18281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b)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5DD07E-2D0F-07BE-A0EF-17C4F13BF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859" y="3985975"/>
                <a:ext cx="1828193" cy="276999"/>
              </a:xfrm>
              <a:prstGeom prst="rect">
                <a:avLst/>
              </a:prstGeom>
              <a:blipFill>
                <a:blip r:embed="rId5"/>
                <a:stretch>
                  <a:fillRect l="-333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0C16C5-DA82-78D1-D4EA-4891342C78D1}"/>
                  </a:ext>
                </a:extLst>
              </p:cNvPr>
              <p:cNvSpPr txBox="1"/>
              <p:nvPr/>
            </p:nvSpPr>
            <p:spPr>
              <a:xfrm>
                <a:off x="4794222" y="3999132"/>
                <a:ext cx="18137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0C16C5-DA82-78D1-D4EA-4891342C7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22" y="3999132"/>
                <a:ext cx="1813766" cy="276999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8611DE-69B2-985B-0805-262D8D7FFF60}"/>
                  </a:ext>
                </a:extLst>
              </p:cNvPr>
              <p:cNvSpPr txBox="1"/>
              <p:nvPr/>
            </p:nvSpPr>
            <p:spPr>
              <a:xfrm>
                <a:off x="148011" y="5443004"/>
                <a:ext cx="18281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8611DE-69B2-985B-0805-262D8D7FF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11" y="5443004"/>
                <a:ext cx="1828193" cy="276999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24FB60-936F-AE05-819F-E6A53686BC72}"/>
                  </a:ext>
                </a:extLst>
              </p:cNvPr>
              <p:cNvSpPr txBox="1"/>
              <p:nvPr/>
            </p:nvSpPr>
            <p:spPr>
              <a:xfrm>
                <a:off x="2558521" y="5443004"/>
                <a:ext cx="19067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24FB60-936F-AE05-819F-E6A53686B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21" y="5443004"/>
                <a:ext cx="1906740" cy="276999"/>
              </a:xfrm>
              <a:prstGeom prst="rect">
                <a:avLst/>
              </a:prstGeom>
              <a:blipFill>
                <a:blip r:embed="rId8"/>
                <a:stretch>
                  <a:fillRect l="-32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289FA-F5D4-165C-1CE1-93C008EF6219}"/>
                  </a:ext>
                </a:extLst>
              </p:cNvPr>
              <p:cNvSpPr txBox="1"/>
              <p:nvPr/>
            </p:nvSpPr>
            <p:spPr>
              <a:xfrm>
                <a:off x="4794222" y="5443004"/>
                <a:ext cx="1878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289FA-F5D4-165C-1CE1-93C008EF6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22" y="5443004"/>
                <a:ext cx="1878528" cy="276999"/>
              </a:xfrm>
              <a:prstGeom prst="rect">
                <a:avLst/>
              </a:prstGeom>
              <a:blipFill>
                <a:blip r:embed="rId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B190EE-538F-2854-7202-0D5F8A2C1B9A}"/>
                  </a:ext>
                </a:extLst>
              </p:cNvPr>
              <p:cNvSpPr txBox="1"/>
              <p:nvPr/>
            </p:nvSpPr>
            <p:spPr>
              <a:xfrm>
                <a:off x="115630" y="6886876"/>
                <a:ext cx="18201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g)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B190EE-538F-2854-7202-0D5F8A2C1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0" y="6886876"/>
                <a:ext cx="1820178" cy="276999"/>
              </a:xfrm>
              <a:prstGeom prst="rect">
                <a:avLst/>
              </a:prstGeom>
              <a:blipFill>
                <a:blip r:embed="rId10"/>
                <a:stretch>
                  <a:fillRect l="-334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2C5B97-DC18-C4BF-25D2-131040ECD43C}"/>
                  </a:ext>
                </a:extLst>
              </p:cNvPr>
              <p:cNvSpPr txBox="1"/>
              <p:nvPr/>
            </p:nvSpPr>
            <p:spPr>
              <a:xfrm>
                <a:off x="2526140" y="6886876"/>
                <a:ext cx="1909946" cy="279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h)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2C5B97-DC18-C4BF-25D2-131040ECD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140" y="6886876"/>
                <a:ext cx="1909946" cy="279115"/>
              </a:xfrm>
              <a:prstGeom prst="rect">
                <a:avLst/>
              </a:prstGeom>
              <a:blipFill>
                <a:blip r:embed="rId11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47D7A2-9ACC-DACD-691B-CD6C0ED561CA}"/>
                  </a:ext>
                </a:extLst>
              </p:cNvPr>
              <p:cNvSpPr txBox="1"/>
              <p:nvPr/>
            </p:nvSpPr>
            <p:spPr>
              <a:xfrm>
                <a:off x="4910890" y="6886876"/>
                <a:ext cx="19820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i)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7.5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47D7A2-9ACC-DACD-691B-CD6C0ED56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890" y="6886876"/>
                <a:ext cx="1982081" cy="276999"/>
              </a:xfrm>
              <a:prstGeom prst="rect">
                <a:avLst/>
              </a:prstGeom>
              <a:blipFill>
                <a:blip r:embed="rId12"/>
                <a:stretch>
                  <a:fillRect l="-308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C977E9-A36F-DC77-71BF-3756B976B544}"/>
                  </a:ext>
                </a:extLst>
              </p:cNvPr>
              <p:cNvSpPr txBox="1"/>
              <p:nvPr/>
            </p:nvSpPr>
            <p:spPr>
              <a:xfrm>
                <a:off x="150896" y="8284272"/>
                <a:ext cx="19019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j)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C977E9-A36F-DC77-71BF-3756B976B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6" y="8284272"/>
                <a:ext cx="1901931" cy="276999"/>
              </a:xfrm>
              <a:prstGeom prst="rect">
                <a:avLst/>
              </a:prstGeom>
              <a:blipFill>
                <a:blip r:embed="rId13"/>
                <a:stretch>
                  <a:fillRect l="-32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5026F4-8D08-49E6-C411-5E099E584CB7}"/>
                  </a:ext>
                </a:extLst>
              </p:cNvPr>
              <p:cNvSpPr txBox="1"/>
              <p:nvPr/>
            </p:nvSpPr>
            <p:spPr>
              <a:xfrm>
                <a:off x="2561406" y="8284272"/>
                <a:ext cx="20173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k)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.1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5026F4-8D08-49E6-C411-5E099E584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406" y="8284272"/>
                <a:ext cx="2017347" cy="276999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1B8045-0A21-BD02-DFD1-02D25D35087E}"/>
                  </a:ext>
                </a:extLst>
              </p:cNvPr>
              <p:cNvSpPr txBox="1"/>
              <p:nvPr/>
            </p:nvSpPr>
            <p:spPr>
              <a:xfrm>
                <a:off x="4756819" y="8284271"/>
                <a:ext cx="20638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1B8045-0A21-BD02-DFD1-02D25D350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819" y="8284271"/>
                <a:ext cx="2063835" cy="276999"/>
              </a:xfrm>
              <a:prstGeom prst="rect">
                <a:avLst/>
              </a:prstGeom>
              <a:blipFill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EA4788A1-3DD0-BA4F-8E7F-A2247E9B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BF5493-0938-9377-15FF-AD934C185007}"/>
                  </a:ext>
                </a:extLst>
              </p:cNvPr>
              <p:cNvSpPr txBox="1"/>
              <p:nvPr/>
            </p:nvSpPr>
            <p:spPr>
              <a:xfrm>
                <a:off x="409527" y="4788148"/>
                <a:ext cx="1626927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BF5493-0938-9377-15FF-AD934C18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27" y="4788148"/>
                <a:ext cx="1626927" cy="4682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33D056-B2F7-802A-30D4-2A0540FF7943}"/>
                  </a:ext>
                </a:extLst>
              </p:cNvPr>
              <p:cNvSpPr txBox="1"/>
              <p:nvPr/>
            </p:nvSpPr>
            <p:spPr>
              <a:xfrm>
                <a:off x="2599715" y="4788148"/>
                <a:ext cx="1626927" cy="46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33D056-B2F7-802A-30D4-2A0540FF7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715" y="4788148"/>
                <a:ext cx="1626927" cy="468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160707-81F0-E2B5-9929-E096C8C9FF64}"/>
                  </a:ext>
                </a:extLst>
              </p:cNvPr>
              <p:cNvSpPr txBox="1"/>
              <p:nvPr/>
            </p:nvSpPr>
            <p:spPr>
              <a:xfrm>
                <a:off x="4728943" y="4788148"/>
                <a:ext cx="190674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160707-81F0-E2B5-9929-E096C8C9F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943" y="4788148"/>
                <a:ext cx="1906740" cy="470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6D7764-2A25-3FB8-CA81-2575ECE9820A}"/>
                  </a:ext>
                </a:extLst>
              </p:cNvPr>
              <p:cNvSpPr txBox="1"/>
              <p:nvPr/>
            </p:nvSpPr>
            <p:spPr>
              <a:xfrm>
                <a:off x="1422602" y="1829098"/>
                <a:ext cx="1626927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6D7764-2A25-3FB8-CA81-2575ECE98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2" y="1829098"/>
                <a:ext cx="1626927" cy="4682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61AD0E-398D-3488-663A-3829027F5BCD}"/>
                  </a:ext>
                </a:extLst>
              </p:cNvPr>
              <p:cNvSpPr txBox="1"/>
              <p:nvPr/>
            </p:nvSpPr>
            <p:spPr>
              <a:xfrm>
                <a:off x="3224675" y="1820959"/>
                <a:ext cx="16269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61AD0E-398D-3488-663A-3829027F5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75" y="1820959"/>
                <a:ext cx="1626927" cy="470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987299-967A-BF8B-8090-410ABA76D4D2}"/>
                  </a:ext>
                </a:extLst>
              </p:cNvPr>
              <p:cNvSpPr txBox="1"/>
              <p:nvPr/>
            </p:nvSpPr>
            <p:spPr>
              <a:xfrm>
                <a:off x="5128394" y="1820959"/>
                <a:ext cx="16269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987299-967A-BF8B-8090-410ABA76D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394" y="1820959"/>
                <a:ext cx="1626927" cy="470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38E958-9DE9-B8FA-5C1F-9B2FBEF5B3B5}"/>
                  </a:ext>
                </a:extLst>
              </p:cNvPr>
              <p:cNvSpPr txBox="1"/>
              <p:nvPr/>
            </p:nvSpPr>
            <p:spPr>
              <a:xfrm>
                <a:off x="349277" y="5961255"/>
                <a:ext cx="170355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38E958-9DE9-B8FA-5C1F-9B2FBEF5B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77" y="5961255"/>
                <a:ext cx="1703550" cy="470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416E31-ED7A-C0B9-C26A-9E1485EAF947}"/>
                  </a:ext>
                </a:extLst>
              </p:cNvPr>
              <p:cNvSpPr txBox="1"/>
              <p:nvPr/>
            </p:nvSpPr>
            <p:spPr>
              <a:xfrm>
                <a:off x="2526140" y="5914885"/>
                <a:ext cx="16269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416E31-ED7A-C0B9-C26A-9E1485EAF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140" y="5914885"/>
                <a:ext cx="1626927" cy="470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4E31A-F24E-B779-026A-02D2348D0EE0}"/>
                  </a:ext>
                </a:extLst>
              </p:cNvPr>
              <p:cNvSpPr txBox="1"/>
              <p:nvPr/>
            </p:nvSpPr>
            <p:spPr>
              <a:xfrm>
                <a:off x="4668693" y="5961255"/>
                <a:ext cx="190674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4E31A-F24E-B779-026A-02D2348D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93" y="5961255"/>
                <a:ext cx="1906740" cy="47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6F1D97-5D12-C92E-F1CC-C5FBF364CEDA}"/>
                  </a:ext>
                </a:extLst>
              </p:cNvPr>
              <p:cNvSpPr txBox="1"/>
              <p:nvPr/>
            </p:nvSpPr>
            <p:spPr>
              <a:xfrm>
                <a:off x="349277" y="7372187"/>
                <a:ext cx="182017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6F1D97-5D12-C92E-F1CC-C5FBF364C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77" y="7372187"/>
                <a:ext cx="1820178" cy="470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41E97E-4EF9-F39D-EB3C-DB6EEB9A9038}"/>
                  </a:ext>
                </a:extLst>
              </p:cNvPr>
              <p:cNvSpPr txBox="1"/>
              <p:nvPr/>
            </p:nvSpPr>
            <p:spPr>
              <a:xfrm>
                <a:off x="2539465" y="7372187"/>
                <a:ext cx="1626927" cy="46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41E97E-4EF9-F39D-EB3C-DB6EEB9A9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465" y="7372187"/>
                <a:ext cx="1626927" cy="4689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6CABAE-186C-9974-80D0-ADBD906707AE}"/>
                  </a:ext>
                </a:extLst>
              </p:cNvPr>
              <p:cNvSpPr txBox="1"/>
              <p:nvPr/>
            </p:nvSpPr>
            <p:spPr>
              <a:xfrm>
                <a:off x="4668693" y="7372187"/>
                <a:ext cx="190674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6CABAE-186C-9974-80D0-ADBD90670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93" y="7372187"/>
                <a:ext cx="1906740" cy="470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6C609F-0ED8-6D2A-46A7-87290E2050BC}"/>
                  </a:ext>
                </a:extLst>
              </p:cNvPr>
              <p:cNvSpPr txBox="1"/>
              <p:nvPr/>
            </p:nvSpPr>
            <p:spPr>
              <a:xfrm>
                <a:off x="349277" y="8815639"/>
                <a:ext cx="1901931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6C609F-0ED8-6D2A-46A7-87290E205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77" y="8815639"/>
                <a:ext cx="1901931" cy="470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0AF85D-DD04-1983-2187-2A23A2EBC287}"/>
                  </a:ext>
                </a:extLst>
              </p:cNvPr>
              <p:cNvSpPr txBox="1"/>
              <p:nvPr/>
            </p:nvSpPr>
            <p:spPr>
              <a:xfrm>
                <a:off x="2539465" y="8815639"/>
                <a:ext cx="181658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𝟕𝟑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0AF85D-DD04-1983-2187-2A23A2EBC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465" y="8815639"/>
                <a:ext cx="1816587" cy="4700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5BDDA7A-B30D-D26D-82E4-DE036C8A335C}"/>
                  </a:ext>
                </a:extLst>
              </p:cNvPr>
              <p:cNvSpPr txBox="1"/>
              <p:nvPr/>
            </p:nvSpPr>
            <p:spPr>
              <a:xfrm>
                <a:off x="4668693" y="8815639"/>
                <a:ext cx="190674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5BDDA7A-B30D-D26D-82E4-DE036C8A3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93" y="8815639"/>
                <a:ext cx="1906740" cy="470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334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609" y="3960272"/>
              <a:ext cx="6728805" cy="57628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44071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−7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0.2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  <m:r>
                                        <a:rPr lang="en-US" sz="12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6441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7600815"/>
                  </p:ext>
                </p:extLst>
              </p:nvPr>
            </p:nvGraphicFramePr>
            <p:xfrm>
              <a:off x="75609" y="3960272"/>
              <a:ext cx="6728805" cy="57628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440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422" r="-200815" b="-300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2" r="-100271" b="-300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422" r="-543" b="-300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100847" r="-200815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0847" r="-100271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100847" r="-543" b="-20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200000" r="-200815" b="-100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000" r="-100271" b="-100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200000" r="-543" b="-100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  <a:tr h="1440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301271" r="-200815" b="-1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1271" r="-100271" b="-1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301271" r="-543" b="-1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6441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422602" y="266119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2" y="266119"/>
                <a:ext cx="3429000" cy="276999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88BE26D3-BD12-8F4B-9608-3EB6530361A1}"/>
              </a:ext>
            </a:extLst>
          </p:cNvPr>
          <p:cNvSpPr txBox="1"/>
          <p:nvPr/>
        </p:nvSpPr>
        <p:spPr>
          <a:xfrm>
            <a:off x="1489001" y="47520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19 - I do…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3254523" y="48632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20 – We do…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10BCB-308B-9841-AF03-2F9D2E6E678C}"/>
              </a:ext>
            </a:extLst>
          </p:cNvPr>
          <p:cNvSpPr txBox="1"/>
          <p:nvPr/>
        </p:nvSpPr>
        <p:spPr>
          <a:xfrm>
            <a:off x="5109558" y="47520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21 – You do…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9FBB5A-1D0D-CA46-A58D-FF02AAE81564}"/>
              </a:ext>
            </a:extLst>
          </p:cNvPr>
          <p:cNvSpPr txBox="1"/>
          <p:nvPr/>
        </p:nvSpPr>
        <p:spPr>
          <a:xfrm>
            <a:off x="1184693" y="3516006"/>
            <a:ext cx="413965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12. Calculate the following, give your answers in standard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79" y="353621"/>
              <a:ext cx="6701735" cy="30201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Separate the numbers without indices and powers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Work out both parts separately.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Put back together.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4243993"/>
                  </p:ext>
                </p:extLst>
              </p:nvPr>
            </p:nvGraphicFramePr>
            <p:xfrm>
              <a:off x="102679" y="353621"/>
              <a:ext cx="6701735" cy="30201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Separate the numbers without indices and powers of 10.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829" t="-11910" r="-200329" b="-44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366" t="-11910" r="-100990" b="-44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2500" t="-11910" r="-658" b="-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Work out both parts separately.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Put back together.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75609" y="3412342"/>
            <a:ext cx="1072592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F869955-0748-9E55-3276-DBEFAC46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184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609" y="4155456"/>
              <a:ext cx="6728805" cy="55371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845728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(4×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845728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(4×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845728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(6×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0493426"/>
                  </p:ext>
                </p:extLst>
              </p:nvPr>
            </p:nvGraphicFramePr>
            <p:xfrm>
              <a:off x="75609" y="4155456"/>
              <a:ext cx="6728805" cy="553718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845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330" r="-200815" b="-200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30" r="-100271" b="-200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330" r="-543" b="-200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845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100330" r="-200815" b="-100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0330" r="-100271" b="-100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100330" r="-543" b="-100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845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200330" r="-200815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330" r="-100271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200330" r="-543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Divide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7599987"/>
                  </p:ext>
                </p:extLst>
              </p:nvPr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829" t="-10856" r="-200329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366" t="-10856" r="-100990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2500" t="-10856" r="-658" b="-1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Divide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102680" y="3668361"/>
            <a:ext cx="1035240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3B0F69F-5039-079F-CD38-5317B5CDFEBD}"/>
                  </a:ext>
                </a:extLst>
              </p:cNvPr>
              <p:cNvSpPr/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3B0F69F-5039-079F-CD38-5317B5CDF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BE9E880-0185-6CFE-10B4-213D53DF42E2}"/>
              </a:ext>
            </a:extLst>
          </p:cNvPr>
          <p:cNvSpPr txBox="1"/>
          <p:nvPr/>
        </p:nvSpPr>
        <p:spPr>
          <a:xfrm>
            <a:off x="1489002" y="79676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22 - I do…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65D1F8-55B2-C9F8-7B0D-D1A1182BC43E}"/>
              </a:ext>
            </a:extLst>
          </p:cNvPr>
          <p:cNvSpPr txBox="1"/>
          <p:nvPr/>
        </p:nvSpPr>
        <p:spPr>
          <a:xfrm>
            <a:off x="3254524" y="80788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23 – We do…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67CE80-38A1-927A-67CC-CAB82441DAB9}"/>
              </a:ext>
            </a:extLst>
          </p:cNvPr>
          <p:cNvSpPr txBox="1"/>
          <p:nvPr/>
        </p:nvSpPr>
        <p:spPr>
          <a:xfrm>
            <a:off x="5109559" y="79676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24 – You do…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F74CF0-B505-DE0C-3805-45347643D5AF}"/>
              </a:ext>
            </a:extLst>
          </p:cNvPr>
          <p:cNvSpPr txBox="1"/>
          <p:nvPr/>
        </p:nvSpPr>
        <p:spPr>
          <a:xfrm>
            <a:off x="1222991" y="3753624"/>
            <a:ext cx="413965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13. Calculate the following, give your answers in standard form.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508F04DB-E939-6132-FD01-CEB4B5D5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498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609" y="4155457"/>
              <a:ext cx="6728805" cy="55981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39953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−5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(4×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(4×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(6×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i)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8.4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(7×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6.3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(9×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5.6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(7×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88344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57E6EB-954B-37B4-76EF-2122D46E84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4068183"/>
                  </p:ext>
                </p:extLst>
              </p:nvPr>
            </p:nvGraphicFramePr>
            <p:xfrm>
              <a:off x="75609" y="4155457"/>
              <a:ext cx="6728805" cy="559814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42935">
                      <a:extLst>
                        <a:ext uri="{9D8B030D-6E8A-4147-A177-3AD203B41FA5}">
                          <a16:colId xmlns:a16="http://schemas.microsoft.com/office/drawing/2014/main" val="2276465341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1611199635"/>
                        </a:ext>
                      </a:extLst>
                    </a:gridCol>
                    <a:gridCol w="2242935">
                      <a:extLst>
                        <a:ext uri="{9D8B030D-6E8A-4147-A177-3AD203B41FA5}">
                          <a16:colId xmlns:a16="http://schemas.microsoft.com/office/drawing/2014/main" val="232246237"/>
                        </a:ext>
                      </a:extLst>
                    </a:gridCol>
                  </a:tblGrid>
                  <a:tr h="1399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435" r="-200815" b="-3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35" r="-100271" b="-3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435" r="-543" b="-3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001232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100435" r="-200815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0435" r="-100271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100435" r="-543" b="-2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88269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200435" r="-200815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435" r="-100271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200435" r="-543" b="-1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64158"/>
                      </a:ext>
                    </a:extLst>
                  </a:tr>
                  <a:tr h="1399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300435" r="-200815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0435" r="-100271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3" t="-300435" r="-543" b="-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8344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200" b="0" i="1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73447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Divide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970276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9434462"/>
                  </p:ext>
                </p:extLst>
              </p:nvPr>
            </p:nvGraphicFramePr>
            <p:xfrm>
              <a:off x="102680" y="385777"/>
              <a:ext cx="6701735" cy="3226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277">
                      <a:extLst>
                        <a:ext uri="{9D8B030D-6E8A-4147-A177-3AD203B41FA5}">
                          <a16:colId xmlns:a16="http://schemas.microsoft.com/office/drawing/2014/main" val="2581865204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752551682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2867986263"/>
                        </a:ext>
                      </a:extLst>
                    </a:gridCol>
                    <a:gridCol w="1848486">
                      <a:extLst>
                        <a:ext uri="{9D8B030D-6E8A-4147-A177-3AD203B41FA5}">
                          <a16:colId xmlns:a16="http://schemas.microsoft.com/office/drawing/2014/main" val="4164757680"/>
                        </a:ext>
                      </a:extLst>
                    </a:gridCol>
                  </a:tblGrid>
                  <a:tr h="309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1" dirty="0">
                              <a:solidFill>
                                <a:schemeClr val="tx1"/>
                              </a:solidFill>
                            </a:rPr>
                            <a:t> Calculate the following, leave your answer in standard form.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226856"/>
                      </a:ext>
                    </a:extLst>
                  </a:tr>
                  <a:tr h="905511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1) Use the associative law to regroup the calculation.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829" t="-10856" r="-200329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366" t="-10856" r="-100990" b="-16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500" t="-10856" r="-658" b="-1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0737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Divide the numbers without the indices and the powers of 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13428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3) Check if the answer is in standard form and adjust if necessary.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4983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284EE1-11E3-EF12-998B-CB486577D970}"/>
              </a:ext>
            </a:extLst>
          </p:cNvPr>
          <p:cNvSpPr/>
          <p:nvPr/>
        </p:nvSpPr>
        <p:spPr>
          <a:xfrm>
            <a:off x="102680" y="3668361"/>
            <a:ext cx="1035240" cy="4312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/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343FBA-98CC-9F84-A14A-F966F0FC1DC3}"/>
                  </a:ext>
                </a:extLst>
              </p:cNvPr>
              <p:cNvSpPr/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Calculate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2.4×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+(1.6×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343FBA-98CC-9F84-A14A-F966F0FC1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03" y="298275"/>
                <a:ext cx="3429000" cy="276999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C19BE9-72BC-147E-74F8-887DFAAD2E31}"/>
              </a:ext>
            </a:extLst>
          </p:cNvPr>
          <p:cNvSpPr txBox="1"/>
          <p:nvPr/>
        </p:nvSpPr>
        <p:spPr>
          <a:xfrm>
            <a:off x="1489002" y="79676"/>
            <a:ext cx="13874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25 - I do…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9337F-108A-204E-5BA2-2054E0F96A7E}"/>
              </a:ext>
            </a:extLst>
          </p:cNvPr>
          <p:cNvSpPr txBox="1"/>
          <p:nvPr/>
        </p:nvSpPr>
        <p:spPr>
          <a:xfrm>
            <a:off x="3254524" y="80788"/>
            <a:ext cx="15970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26 – We do…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C60207-C632-20E7-B7B1-833EE9B95E64}"/>
              </a:ext>
            </a:extLst>
          </p:cNvPr>
          <p:cNvSpPr txBox="1"/>
          <p:nvPr/>
        </p:nvSpPr>
        <p:spPr>
          <a:xfrm>
            <a:off x="5109559" y="79676"/>
            <a:ext cx="1621486" cy="274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27 – You do…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B02258-94C9-F071-0D53-C8DC4E6886A1}"/>
              </a:ext>
            </a:extLst>
          </p:cNvPr>
          <p:cNvSpPr txBox="1"/>
          <p:nvPr/>
        </p:nvSpPr>
        <p:spPr>
          <a:xfrm>
            <a:off x="1222991" y="3753624"/>
            <a:ext cx="413965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200" dirty="0"/>
              <a:t>14. Calculate the following, give your answers in standard form.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D5CC0E8-A81D-E68A-F263-BF861ED8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087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360" y="139992"/>
              <a:ext cx="6685280" cy="95526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3722281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15. If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AutoNum type="arabicPeriod" startAt="5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Determine the value of A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1200" dirty="0"/>
                            <a:t>B in standard form.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Determine the value of A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GB" sz="1200" dirty="0"/>
                            <a:t> in standard form.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16. The side of a square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1.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200" dirty="0"/>
                            <a:t>m.</a:t>
                          </a:r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the area of the square. Give your answer in standard form.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583036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17. Here are the radii of some planets: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Which planet has the smallest radius.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Work out the circumference of the Earth. Write your answer in standard form correct to 3 significant figures.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How many times bigger is Jupiter’s radius than the radius of Mars? Give your answer to the nearest whole number.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18. The table shows the diameter of some planets in the solar system.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Calculate the difference, in km, between the diameter of Earth and the diameter of Saturn. Give your answer in standard form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The diameter of Neptune is 𝑘 times bigger than the diameter of Mercury. Find the value of 𝑘 to 1 decimal place. 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Find the ratio of the diameter of Saturn to the diameter of Mercury in the form 𝑛 ∶ 1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3">
                <a:extLst>
                  <a:ext uri="{FF2B5EF4-FFF2-40B4-BE49-F238E27FC236}">
                    <a16:creationId xmlns:a16="http://schemas.microsoft.com/office/drawing/2014/main" id="{E3BC5F05-166F-0694-6EF5-E8C23BBBB7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0565695"/>
                  </p:ext>
                </p:extLst>
              </p:nvPr>
            </p:nvGraphicFramePr>
            <p:xfrm>
              <a:off x="86360" y="139992"/>
              <a:ext cx="6685280" cy="95526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342640">
                      <a:extLst>
                        <a:ext uri="{9D8B030D-6E8A-4147-A177-3AD203B41FA5}">
                          <a16:colId xmlns:a16="http://schemas.microsoft.com/office/drawing/2014/main" val="4263687104"/>
                        </a:ext>
                      </a:extLst>
                    </a:gridCol>
                    <a:gridCol w="3342640">
                      <a:extLst>
                        <a:ext uri="{9D8B030D-6E8A-4147-A177-3AD203B41FA5}">
                          <a16:colId xmlns:a16="http://schemas.microsoft.com/office/drawing/2014/main" val="3528231941"/>
                        </a:ext>
                      </a:extLst>
                    </a:gridCol>
                  </a:tblGrid>
                  <a:tr h="3722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2" t="-164" r="-100182" b="-15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164" r="-365" b="-1571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852238"/>
                      </a:ext>
                    </a:extLst>
                  </a:tr>
                  <a:tr h="5830367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17. Here are the radii of some planets: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Which planet has the smallest radius.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Work out the circumference of the Earth. Write your answer in standard form correct to 3 significant figures.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How many times bigger is Jupiter’s radius than the radius of Mars? Give your answer to the nearest whole number.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18. The table shows the diameter of some planets in the solar system.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Calculate the difference, in km, between the diameter of Earth and the diameter of Saturn. Give your answer in standard form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The diameter of Neptune is 𝑘 times bigger than the diameter of Mercury. Find the value of 𝑘 to 1 decimal place. 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Find the ratio of the diameter of Saturn to the diameter of Mercury in the form 𝑛 ∶ 1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92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7444484-4992-ADB7-452D-68EF638DB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46" y="4107463"/>
            <a:ext cx="2512173" cy="1450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95541-34A6-3FC6-3F04-7D9F856F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770" y="4378343"/>
            <a:ext cx="2472377" cy="117954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83BDFF-45E4-613B-B946-5D42C97D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85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C1C58C-2A27-3ACB-5E4F-E9C2C5BA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25</a:t>
            </a:fld>
            <a:endParaRPr lang="en-GB"/>
          </a:p>
        </p:txBody>
      </p:sp>
      <p:pic>
        <p:nvPicPr>
          <p:cNvPr id="4" name="Picture 3" descr="A paper with text and images&#10;&#10;AI-generated content may be incorrect.">
            <a:extLst>
              <a:ext uri="{FF2B5EF4-FFF2-40B4-BE49-F238E27FC236}">
                <a16:creationId xmlns:a16="http://schemas.microsoft.com/office/drawing/2014/main" id="{7CC1EED6-E4BF-C8E1-99EA-9F99283BF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2" y="407561"/>
            <a:ext cx="5548785" cy="58554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E4C196-F35B-3420-272A-09F493BD61C6}"/>
              </a:ext>
            </a:extLst>
          </p:cNvPr>
          <p:cNvSpPr/>
          <p:nvPr/>
        </p:nvSpPr>
        <p:spPr>
          <a:xfrm>
            <a:off x="-1" y="1"/>
            <a:ext cx="6858001" cy="407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GCSE Past Paper Questions</a:t>
            </a:r>
          </a:p>
        </p:txBody>
      </p:sp>
      <p:pic>
        <p:nvPicPr>
          <p:cNvPr id="7" name="Picture 6" descr="A screenshot of a test&#10;&#10;AI-generated content may be incorrect.">
            <a:extLst>
              <a:ext uri="{FF2B5EF4-FFF2-40B4-BE49-F238E27FC236}">
                <a16:creationId xmlns:a16="http://schemas.microsoft.com/office/drawing/2014/main" id="{AE7D0F7B-1C18-22F0-8994-F0B2D6A9E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35" y="6216582"/>
            <a:ext cx="5452691" cy="355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87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A19A-7B5F-05A4-7FF8-FBE160F5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83A81-C1B3-610B-1603-F2FD6CDD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26</a:t>
            </a:fld>
            <a:endParaRPr lang="en-GB"/>
          </a:p>
        </p:txBody>
      </p:sp>
      <p:pic>
        <p:nvPicPr>
          <p:cNvPr id="4" name="Picture 3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36FF0B81-8B24-E5E6-FF0C-8FB0BA3EB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6" y="144961"/>
            <a:ext cx="6388149" cy="912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4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e238da7da78697d1fe4891d3ac25b45a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72ff361b2b60b6ed47f8a13d178c3d7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D76E5-7287-49DC-AF93-B1F4EB3F8258}">
  <ds:schemaRefs>
    <ds:schemaRef ds:uri="http://schemas.microsoft.com/office/2006/metadata/properties"/>
    <ds:schemaRef ds:uri="http://purl.org/dc/elements/1.1/"/>
    <ds:schemaRef ds:uri="e30b71df-48f4-4db7-95c3-a9033c265cb9"/>
    <ds:schemaRef ds:uri="http://schemas.microsoft.com/office/infopath/2007/PartnerControls"/>
    <ds:schemaRef ds:uri="http://purl.org/dc/terms/"/>
    <ds:schemaRef ds:uri="http://schemas.microsoft.com/office/2006/documentManagement/types"/>
    <ds:schemaRef ds:uri="608ebbb4-e88b-4c99-b506-21d9362781c6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8CC0EE-6BD2-49A5-B9D5-849A50B03A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7ED5FE-6A2E-4EDF-827B-DDFF957BF9D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4461</Words>
  <Application>Microsoft Office PowerPoint</Application>
  <PresentationFormat>A4 Paper (210x297 mm)</PresentationFormat>
  <Paragraphs>816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.AppleSystemUIFont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Wasiq Razaq (Astrea Academy Sheffield)</dc:creator>
  <cp:lastModifiedBy>Adam Brown (Astrea Central)</cp:lastModifiedBy>
  <cp:revision>8</cp:revision>
  <cp:lastPrinted>2021-07-09T14:20:41Z</cp:lastPrinted>
  <dcterms:created xsi:type="dcterms:W3CDTF">2020-02-27T07:22:26Z</dcterms:created>
  <dcterms:modified xsi:type="dcterms:W3CDTF">2025-10-02T11:06:04Z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Order">
    <vt:r8>12500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